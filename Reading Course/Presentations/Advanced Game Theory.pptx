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91" r:id="rId2"/>
    <p:sldId id="304" r:id="rId3"/>
    <p:sldId id="327" r:id="rId4"/>
    <p:sldId id="325" r:id="rId5"/>
    <p:sldId id="328" r:id="rId6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4EA1"/>
    <a:srgbClr val="F21C0B"/>
    <a:srgbClr val="5E83A6"/>
    <a:srgbClr val="EBF1F8"/>
    <a:srgbClr val="B2BFB9"/>
    <a:srgbClr val="E9F5E7"/>
    <a:srgbClr val="FFFFFF"/>
    <a:srgbClr val="CDE6EF"/>
    <a:srgbClr val="14A7D8"/>
    <a:srgbClr val="CDE6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722D95-ED78-4CA4-B975-9EB3D90BBE34}" v="790" dt="2026-03-02T15:41:08.5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4660"/>
  </p:normalViewPr>
  <p:slideViewPr>
    <p:cSldViewPr snapToGrid="0">
      <p:cViewPr varScale="1">
        <p:scale>
          <a:sx n="78" d="100"/>
          <a:sy n="78" d="100"/>
        </p:scale>
        <p:origin x="103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">
      <pc:chgData name="Jacob Wyngaard" userId="6181fcd471e98458" providerId="LiveId" clId="{788BA123-62C9-4DDC-86E5-A6BCA4600216}" dt="2026-03-02T15:41:31.387" v="1603" actId="47"/>
      <pc:docMkLst>
        <pc:docMk/>
      </pc:docMkLst>
      <pc:sldChg chg="delSp modSp mod">
        <pc:chgData name="Jacob Wyngaard" userId="6181fcd471e98458" providerId="LiveId" clId="{788BA123-62C9-4DDC-86E5-A6BCA4600216}" dt="2026-02-25T04:02:08.413" v="110" actId="478"/>
        <pc:sldMkLst>
          <pc:docMk/>
          <pc:sldMk cId="606609933" sldId="291"/>
        </pc:sldMkLst>
        <pc:spChg chg="mod">
          <ac:chgData name="Jacob Wyngaard" userId="6181fcd471e98458" providerId="LiveId" clId="{788BA123-62C9-4DDC-86E5-A6BCA4600216}" dt="2026-02-25T03:59:52.769" v="13" actId="20577"/>
          <ac:spMkLst>
            <pc:docMk/>
            <pc:sldMk cId="606609933" sldId="291"/>
            <ac:spMk id="9" creationId="{146DFEDC-5C40-1E05-3C8E-45F902F03177}"/>
          </ac:spMkLst>
        </pc:spChg>
      </pc:sldChg>
      <pc:sldChg chg="addSp delSp mod">
        <pc:chgData name="Jacob Wyngaard" userId="6181fcd471e98458" providerId="LiveId" clId="{788BA123-62C9-4DDC-86E5-A6BCA4600216}" dt="2026-02-25T04:00:29.203" v="20" actId="478"/>
        <pc:sldMkLst>
          <pc:docMk/>
          <pc:sldMk cId="1632653986" sldId="304"/>
        </pc:sldMkLst>
        <pc:spChg chg="add del">
          <ac:chgData name="Jacob Wyngaard" userId="6181fcd471e98458" providerId="LiveId" clId="{788BA123-62C9-4DDC-86E5-A6BCA4600216}" dt="2026-02-25T04:00:28.340" v="19" actId="478"/>
          <ac:spMkLst>
            <pc:docMk/>
            <pc:sldMk cId="1632653986" sldId="304"/>
            <ac:spMk id="3" creationId="{602E9BE4-2794-28A8-6D95-B34DC8DA3AC7}"/>
          </ac:spMkLst>
        </pc:spChg>
        <pc:spChg chg="add del">
          <ac:chgData name="Jacob Wyngaard" userId="6181fcd471e98458" providerId="LiveId" clId="{788BA123-62C9-4DDC-86E5-A6BCA4600216}" dt="2026-02-25T04:00:28.340" v="19" actId="478"/>
          <ac:spMkLst>
            <pc:docMk/>
            <pc:sldMk cId="1632653986" sldId="304"/>
            <ac:spMk id="5" creationId="{D376B72D-08F1-DD6F-AA72-3A5FF4BC2735}"/>
          </ac:spMkLst>
        </pc:spChg>
        <pc:spChg chg="add del">
          <ac:chgData name="Jacob Wyngaard" userId="6181fcd471e98458" providerId="LiveId" clId="{788BA123-62C9-4DDC-86E5-A6BCA4600216}" dt="2026-02-25T04:00:29.203" v="20" actId="478"/>
          <ac:spMkLst>
            <pc:docMk/>
            <pc:sldMk cId="1632653986" sldId="304"/>
            <ac:spMk id="12" creationId="{F4452D3C-4D53-E66A-F2E8-112821E92CCF}"/>
          </ac:spMkLst>
        </pc:spChg>
        <pc:spChg chg="add del">
          <ac:chgData name="Jacob Wyngaard" userId="6181fcd471e98458" providerId="LiveId" clId="{788BA123-62C9-4DDC-86E5-A6BCA4600216}" dt="2026-02-25T04:00:28.039" v="18" actId="478"/>
          <ac:spMkLst>
            <pc:docMk/>
            <pc:sldMk cId="1632653986" sldId="304"/>
            <ac:spMk id="17" creationId="{1DDE05FE-F8FD-E58E-6187-E59895EBEFA8}"/>
          </ac:spMkLst>
        </pc:spChg>
        <pc:spChg chg="add del">
          <ac:chgData name="Jacob Wyngaard" userId="6181fcd471e98458" providerId="LiveId" clId="{788BA123-62C9-4DDC-86E5-A6BCA4600216}" dt="2026-02-25T04:00:28.340" v="19" actId="478"/>
          <ac:spMkLst>
            <pc:docMk/>
            <pc:sldMk cId="1632653986" sldId="304"/>
            <ac:spMk id="18" creationId="{B579DED5-B0DC-5A43-9098-61EE81CA7CB2}"/>
          </ac:spMkLst>
        </pc:spChg>
        <pc:spChg chg="add del">
          <ac:chgData name="Jacob Wyngaard" userId="6181fcd471e98458" providerId="LiveId" clId="{788BA123-62C9-4DDC-86E5-A6BCA4600216}" dt="2026-02-25T04:00:28.340" v="19" actId="478"/>
          <ac:spMkLst>
            <pc:docMk/>
            <pc:sldMk cId="1632653986" sldId="304"/>
            <ac:spMk id="22" creationId="{FB00E845-52DF-B902-93C2-85C10D3CA399}"/>
          </ac:spMkLst>
        </pc:spChg>
        <pc:spChg chg="add del">
          <ac:chgData name="Jacob Wyngaard" userId="6181fcd471e98458" providerId="LiveId" clId="{788BA123-62C9-4DDC-86E5-A6BCA4600216}" dt="2026-02-25T04:00:28.340" v="19" actId="478"/>
          <ac:spMkLst>
            <pc:docMk/>
            <pc:sldMk cId="1632653986" sldId="304"/>
            <ac:spMk id="25" creationId="{FF999183-97E0-2DD6-F76B-D2B16C40EBE9}"/>
          </ac:spMkLst>
        </pc:spChg>
      </pc:sldChg>
      <pc:sldChg chg="addSp delSp modSp add mod">
        <pc:chgData name="Jacob Wyngaard" userId="6181fcd471e98458" providerId="LiveId" clId="{788BA123-62C9-4DDC-86E5-A6BCA4600216}" dt="2026-02-25T04:39:00.552" v="1351" actId="20577"/>
        <pc:sldMkLst>
          <pc:docMk/>
          <pc:sldMk cId="3167256528" sldId="325"/>
        </pc:sldMkLst>
        <pc:spChg chg="add mod">
          <ac:chgData name="Jacob Wyngaard" userId="6181fcd471e98458" providerId="LiveId" clId="{788BA123-62C9-4DDC-86E5-A6BCA4600216}" dt="2026-02-25T04:39:00.552" v="1351" actId="20577"/>
          <ac:spMkLst>
            <pc:docMk/>
            <pc:sldMk cId="3167256528" sldId="325"/>
            <ac:spMk id="7" creationId="{16809599-772B-7CD9-EBEF-88FF41BF00F2}"/>
          </ac:spMkLst>
        </pc:spChg>
        <pc:spChg chg="mod">
          <ac:chgData name="Jacob Wyngaard" userId="6181fcd471e98458" providerId="LiveId" clId="{788BA123-62C9-4DDC-86E5-A6BCA4600216}" dt="2026-02-25T04:03:20.241" v="262" actId="1076"/>
          <ac:spMkLst>
            <pc:docMk/>
            <pc:sldMk cId="3167256528" sldId="325"/>
            <ac:spMk id="9" creationId="{AE896D22-333A-A5D6-6D9F-2312237C45C5}"/>
          </ac:spMkLst>
        </pc:spChg>
        <pc:spChg chg="add mod">
          <ac:chgData name="Jacob Wyngaard" userId="6181fcd471e98458" providerId="LiveId" clId="{788BA123-62C9-4DDC-86E5-A6BCA4600216}" dt="2026-02-25T04:38:08.446" v="1287" actId="20577"/>
          <ac:spMkLst>
            <pc:docMk/>
            <pc:sldMk cId="3167256528" sldId="325"/>
            <ac:spMk id="11" creationId="{8DB0E1B1-0BE2-A2CF-A2B0-C6EAC650537F}"/>
          </ac:spMkLst>
        </pc:spChg>
        <pc:spChg chg="add mod">
          <ac:chgData name="Jacob Wyngaard" userId="6181fcd471e98458" providerId="LiveId" clId="{788BA123-62C9-4DDC-86E5-A6BCA4600216}" dt="2026-02-25T04:29:37.241" v="1050" actId="20577"/>
          <ac:spMkLst>
            <pc:docMk/>
            <pc:sldMk cId="3167256528" sldId="325"/>
            <ac:spMk id="29" creationId="{13C9BA7E-E634-6540-A8DC-41CD9793C726}"/>
          </ac:spMkLst>
        </pc:spChg>
      </pc:sldChg>
      <pc:sldChg chg="modSp add mod ord">
        <pc:chgData name="Jacob Wyngaard" userId="6181fcd471e98458" providerId="LiveId" clId="{788BA123-62C9-4DDC-86E5-A6BCA4600216}" dt="2026-02-25T04:27:40.959" v="1015" actId="1036"/>
        <pc:sldMkLst>
          <pc:docMk/>
          <pc:sldMk cId="1605861671" sldId="327"/>
        </pc:sldMkLst>
        <pc:spChg chg="mod">
          <ac:chgData name="Jacob Wyngaard" userId="6181fcd471e98458" providerId="LiveId" clId="{788BA123-62C9-4DDC-86E5-A6BCA4600216}" dt="2026-02-25T04:27:10.474" v="1001" actId="16959"/>
          <ac:spMkLst>
            <pc:docMk/>
            <pc:sldMk cId="1605861671" sldId="327"/>
            <ac:spMk id="7" creationId="{56E38361-542E-0289-456E-AA9FAC801D6A}"/>
          </ac:spMkLst>
        </pc:spChg>
        <pc:spChg chg="mod">
          <ac:chgData name="Jacob Wyngaard" userId="6181fcd471e98458" providerId="LiveId" clId="{788BA123-62C9-4DDC-86E5-A6BCA4600216}" dt="2026-02-25T04:27:14.601" v="1002"/>
          <ac:spMkLst>
            <pc:docMk/>
            <pc:sldMk cId="1605861671" sldId="327"/>
            <ac:spMk id="14" creationId="{82E5D290-EA84-DDA6-1900-8FA57881DDDD}"/>
          </ac:spMkLst>
        </pc:spChg>
        <pc:spChg chg="mod">
          <ac:chgData name="Jacob Wyngaard" userId="6181fcd471e98458" providerId="LiveId" clId="{788BA123-62C9-4DDC-86E5-A6BCA4600216}" dt="2026-02-25T04:27:40.959" v="1015" actId="1036"/>
          <ac:spMkLst>
            <pc:docMk/>
            <pc:sldMk cId="1605861671" sldId="327"/>
            <ac:spMk id="24" creationId="{5450E358-6FF2-7820-38B3-17861A1F470B}"/>
          </ac:spMkLst>
        </pc:spChg>
        <pc:spChg chg="mod">
          <ac:chgData name="Jacob Wyngaard" userId="6181fcd471e98458" providerId="LiveId" clId="{788BA123-62C9-4DDC-86E5-A6BCA4600216}" dt="2026-02-25T04:27:40.959" v="1015" actId="1036"/>
          <ac:spMkLst>
            <pc:docMk/>
            <pc:sldMk cId="1605861671" sldId="327"/>
            <ac:spMk id="26" creationId="{1557F6B9-7FFE-D212-E1AC-BF806CC1E04D}"/>
          </ac:spMkLst>
        </pc:spChg>
        <pc:spChg chg="mod">
          <ac:chgData name="Jacob Wyngaard" userId="6181fcd471e98458" providerId="LiveId" clId="{788BA123-62C9-4DDC-86E5-A6BCA4600216}" dt="2026-02-25T04:27:40.959" v="1015" actId="1036"/>
          <ac:spMkLst>
            <pc:docMk/>
            <pc:sldMk cId="1605861671" sldId="327"/>
            <ac:spMk id="27" creationId="{9D98E94F-245A-118A-9E02-55B9F1C0F90F}"/>
          </ac:spMkLst>
        </pc:spChg>
        <pc:spChg chg="mod">
          <ac:chgData name="Jacob Wyngaard" userId="6181fcd471e98458" providerId="LiveId" clId="{788BA123-62C9-4DDC-86E5-A6BCA4600216}" dt="2026-02-25T04:27:28.678" v="1004"/>
          <ac:spMkLst>
            <pc:docMk/>
            <pc:sldMk cId="1605861671" sldId="327"/>
            <ac:spMk id="29" creationId="{FBFB7AF7-6A0E-9123-9005-FC3D4696549D}"/>
          </ac:spMkLst>
        </pc:spChg>
      </pc:sldChg>
      <pc:sldChg chg="addSp delSp modSp add mod">
        <pc:chgData name="Jacob Wyngaard" userId="6181fcd471e98458" providerId="LiveId" clId="{788BA123-62C9-4DDC-86E5-A6BCA4600216}" dt="2026-03-02T15:41:08.506" v="1601" actId="20577"/>
        <pc:sldMkLst>
          <pc:docMk/>
          <pc:sldMk cId="3160870811" sldId="328"/>
        </pc:sldMkLst>
        <pc:spChg chg="add mod">
          <ac:chgData name="Jacob Wyngaard" userId="6181fcd471e98458" providerId="LiveId" clId="{788BA123-62C9-4DDC-86E5-A6BCA4600216}" dt="2026-03-02T15:38:15.523" v="1511" actId="1076"/>
          <ac:spMkLst>
            <pc:docMk/>
            <pc:sldMk cId="3160870811" sldId="328"/>
            <ac:spMk id="2" creationId="{D8B59260-86F9-C45F-867A-89CF26E5AE99}"/>
          </ac:spMkLst>
        </pc:spChg>
        <pc:spChg chg="add mod">
          <ac:chgData name="Jacob Wyngaard" userId="6181fcd471e98458" providerId="LiveId" clId="{788BA123-62C9-4DDC-86E5-A6BCA4600216}" dt="2026-03-02T15:38:29.775" v="1514" actId="1076"/>
          <ac:spMkLst>
            <pc:docMk/>
            <pc:sldMk cId="3160870811" sldId="328"/>
            <ac:spMk id="3" creationId="{CA350D37-D931-F7E5-7E89-BB75BF7049DD}"/>
          </ac:spMkLst>
        </pc:spChg>
        <pc:spChg chg="add mod">
          <ac:chgData name="Jacob Wyngaard" userId="6181fcd471e98458" providerId="LiveId" clId="{788BA123-62C9-4DDC-86E5-A6BCA4600216}" dt="2026-03-02T15:38:50.222" v="1524" actId="1076"/>
          <ac:spMkLst>
            <pc:docMk/>
            <pc:sldMk cId="3160870811" sldId="328"/>
            <ac:spMk id="4" creationId="{C1A28DFB-63D9-201D-EF8D-5360625D1CE5}"/>
          </ac:spMkLst>
        </pc:spChg>
        <pc:spChg chg="del">
          <ac:chgData name="Jacob Wyngaard" userId="6181fcd471e98458" providerId="LiveId" clId="{788BA123-62C9-4DDC-86E5-A6BCA4600216}" dt="2026-03-02T15:23:38.840" v="1353" actId="478"/>
          <ac:spMkLst>
            <pc:docMk/>
            <pc:sldMk cId="3160870811" sldId="328"/>
            <ac:spMk id="7" creationId="{9C14DAA1-E853-DB83-EA91-0C6F243CE718}"/>
          </ac:spMkLst>
        </pc:spChg>
        <pc:spChg chg="mod">
          <ac:chgData name="Jacob Wyngaard" userId="6181fcd471e98458" providerId="LiveId" clId="{788BA123-62C9-4DDC-86E5-A6BCA4600216}" dt="2026-03-02T15:25:04.151" v="1389" actId="1076"/>
          <ac:spMkLst>
            <pc:docMk/>
            <pc:sldMk cId="3160870811" sldId="328"/>
            <ac:spMk id="9" creationId="{63422E65-D36F-4F23-6735-2EF06556A13A}"/>
          </ac:spMkLst>
        </pc:spChg>
        <pc:spChg chg="add mod">
          <ac:chgData name="Jacob Wyngaard" userId="6181fcd471e98458" providerId="LiveId" clId="{788BA123-62C9-4DDC-86E5-A6BCA4600216}" dt="2026-03-02T15:38:19.560" v="1513" actId="403"/>
          <ac:spMkLst>
            <pc:docMk/>
            <pc:sldMk cId="3160870811" sldId="328"/>
            <ac:spMk id="10" creationId="{9C62B76C-3B33-FE38-4F6D-E0255CF9E017}"/>
          </ac:spMkLst>
        </pc:spChg>
        <pc:spChg chg="del">
          <ac:chgData name="Jacob Wyngaard" userId="6181fcd471e98458" providerId="LiveId" clId="{788BA123-62C9-4DDC-86E5-A6BCA4600216}" dt="2026-03-02T15:23:40.004" v="1354" actId="478"/>
          <ac:spMkLst>
            <pc:docMk/>
            <pc:sldMk cId="3160870811" sldId="328"/>
            <ac:spMk id="11" creationId="{C9404A8D-8A0A-5A9B-2A4C-E3EA79D6759A}"/>
          </ac:spMkLst>
        </pc:spChg>
        <pc:spChg chg="add mod">
          <ac:chgData name="Jacob Wyngaard" userId="6181fcd471e98458" providerId="LiveId" clId="{788BA123-62C9-4DDC-86E5-A6BCA4600216}" dt="2026-03-02T15:38:10.247" v="1510" actId="1076"/>
          <ac:spMkLst>
            <pc:docMk/>
            <pc:sldMk cId="3160870811" sldId="328"/>
            <ac:spMk id="12" creationId="{49068EE0-5EC4-60E1-A425-C1E8D05C878D}"/>
          </ac:spMkLst>
        </pc:spChg>
        <pc:spChg chg="add mod">
          <ac:chgData name="Jacob Wyngaard" userId="6181fcd471e98458" providerId="LiveId" clId="{788BA123-62C9-4DDC-86E5-A6BCA4600216}" dt="2026-03-02T15:38:52.957" v="1528" actId="1035"/>
          <ac:spMkLst>
            <pc:docMk/>
            <pc:sldMk cId="3160870811" sldId="328"/>
            <ac:spMk id="13" creationId="{A5653989-540B-604C-1EB3-60AC1B228650}"/>
          </ac:spMkLst>
        </pc:spChg>
        <pc:spChg chg="add mod">
          <ac:chgData name="Jacob Wyngaard" userId="6181fcd471e98458" providerId="LiveId" clId="{788BA123-62C9-4DDC-86E5-A6BCA4600216}" dt="2026-03-02T15:40:34.709" v="1580" actId="403"/>
          <ac:spMkLst>
            <pc:docMk/>
            <pc:sldMk cId="3160870811" sldId="328"/>
            <ac:spMk id="17" creationId="{A7DE2D7A-6674-D01F-6109-DFBEA797AE19}"/>
          </ac:spMkLst>
        </pc:spChg>
        <pc:spChg chg="del">
          <ac:chgData name="Jacob Wyngaard" userId="6181fcd471e98458" providerId="LiveId" clId="{788BA123-62C9-4DDC-86E5-A6BCA4600216}" dt="2026-03-02T15:23:40.751" v="1355" actId="478"/>
          <ac:spMkLst>
            <pc:docMk/>
            <pc:sldMk cId="3160870811" sldId="328"/>
            <ac:spMk id="29" creationId="{6310C9DA-55CB-A130-1077-769CF9BCCC13}"/>
          </ac:spMkLst>
        </pc:spChg>
        <pc:graphicFrameChg chg="add mod modGraphic">
          <ac:chgData name="Jacob Wyngaard" userId="6181fcd471e98458" providerId="LiveId" clId="{788BA123-62C9-4DDC-86E5-A6BCA4600216}" dt="2026-03-02T15:40:02.905" v="1564" actId="1076"/>
          <ac:graphicFrameMkLst>
            <pc:docMk/>
            <pc:sldMk cId="3160870811" sldId="328"/>
            <ac:graphicFrameMk id="5" creationId="{E54ACC54-DA31-B62F-5B88-64E59299211C}"/>
          </ac:graphicFrameMkLst>
        </pc:graphicFrameChg>
        <pc:graphicFrameChg chg="add mod modGraphic">
          <ac:chgData name="Jacob Wyngaard" userId="6181fcd471e98458" providerId="LiveId" clId="{788BA123-62C9-4DDC-86E5-A6BCA4600216}" dt="2026-03-02T15:40:55.593" v="1592" actId="20577"/>
          <ac:graphicFrameMkLst>
            <pc:docMk/>
            <pc:sldMk cId="3160870811" sldId="328"/>
            <ac:graphicFrameMk id="14" creationId="{862149C5-A7CE-5D95-2698-C92B9E387C65}"/>
          </ac:graphicFrameMkLst>
        </pc:graphicFrameChg>
        <pc:graphicFrameChg chg="add mod">
          <ac:chgData name="Jacob Wyngaard" userId="6181fcd471e98458" providerId="LiveId" clId="{788BA123-62C9-4DDC-86E5-A6BCA4600216}" dt="2026-03-02T15:41:08.506" v="1601" actId="20577"/>
          <ac:graphicFrameMkLst>
            <pc:docMk/>
            <pc:sldMk cId="3160870811" sldId="328"/>
            <ac:graphicFrameMk id="15" creationId="{81EA60BA-2479-BF02-3BCC-68C8AC03DC07}"/>
          </ac:graphicFrameMkLst>
        </pc:graphicFrameChg>
      </pc:sldChg>
      <pc:sldChg chg="add del">
        <pc:chgData name="Jacob Wyngaard" userId="6181fcd471e98458" providerId="LiveId" clId="{788BA123-62C9-4DDC-86E5-A6BCA4600216}" dt="2026-03-02T15:41:31.387" v="1603" actId="47"/>
        <pc:sldMkLst>
          <pc:docMk/>
          <pc:sldMk cId="2621891374" sldId="32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42D3C-9D57-507F-2E04-311C920E7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0B2007-6571-D1DF-85CA-CAD644B420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0F2B93-8060-54FB-5534-4388C70909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A3F1F-2A0E-8B78-2EE3-27610536F1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343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2D13E-5CEB-834F-A6C9-05E3153D2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0EAFE5-A97C-A262-8B77-E18E083CC3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D03B4-18C4-D6FA-8F05-87D4160CB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AB8688-D073-1D9A-5A1D-F4CD1B0E81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398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69785-C8C9-6652-685D-7385AF331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7C6DED-03F3-8A6C-A21E-1FAFA51B07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E5A069-99DC-F2FF-C223-6B92CB726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D9A68-1A68-FD45-62BE-4BCCA51418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0672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112DF-8033-DE7C-D0B3-E0844275A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FE97B5-8437-A143-AAB4-D10154F48E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800DB-5187-FD74-CEE3-F8CC64063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9134CB-01D2-3A36-F764-38F2EB62E0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4715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1809494"/>
            <a:ext cx="5506063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Advanced</a:t>
            </a:r>
          </a:p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From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Mathematical Optimization and Economic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5D9FD-7FFF-8309-B290-CC150EB60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C2DEEEE-712D-FBAB-24E2-0E9159BE098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5FD918-5EFE-AAF8-FC8D-2A40AC42E19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0F292D-D46B-AA98-1308-8B63161B4A0B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Review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84B5EE-CE50-EF8C-8682-B56C8012F803}"/>
              </a:ext>
            </a:extLst>
          </p:cNvPr>
          <p:cNvSpPr txBox="1"/>
          <p:nvPr/>
        </p:nvSpPr>
        <p:spPr>
          <a:xfrm>
            <a:off x="-376090" y="1744431"/>
            <a:ext cx="122804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For non-degenerate, finite two player games, vertex enumeration obtains </a:t>
            </a:r>
            <a:r>
              <a:rPr lang="en-US" sz="2400" b="1" dirty="0"/>
              <a:t>best response polytopes for both players </a:t>
            </a:r>
            <a:r>
              <a:rPr lang="en-US" sz="2400" dirty="0"/>
              <a:t>and iterates through all possible pairs of vertices to obtain the Nash equilibrium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2E9BE4-2794-28A8-6D95-B34DC8DA3AC7}"/>
                  </a:ext>
                </a:extLst>
              </p:cNvPr>
              <p:cNvSpPr txBox="1"/>
              <p:nvPr/>
            </p:nvSpPr>
            <p:spPr>
              <a:xfrm>
                <a:off x="3202850" y="5444355"/>
                <a:ext cx="5122610" cy="5315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2E9BE4-2794-28A8-6D95-B34DC8DA3A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850" y="5444355"/>
                <a:ext cx="5122610" cy="531556"/>
              </a:xfrm>
              <a:prstGeom prst="rect">
                <a:avLst/>
              </a:prstGeom>
              <a:blipFill>
                <a:blip r:embed="rId3"/>
                <a:stretch>
                  <a:fillRect t="-3448" b="-18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76B72D-08F1-DD6F-AA72-3A5FF4BC2735}"/>
                  </a:ext>
                </a:extLst>
              </p:cNvPr>
              <p:cNvSpPr txBox="1"/>
              <p:nvPr/>
            </p:nvSpPr>
            <p:spPr>
              <a:xfrm>
                <a:off x="3202850" y="4889645"/>
                <a:ext cx="5122610" cy="5245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2∗</m:t>
                            </m:r>
                          </m:sup>
                        </m:sSub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76B72D-08F1-DD6F-AA72-3A5FF4BC27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850" y="4889645"/>
                <a:ext cx="5122610" cy="524503"/>
              </a:xfrm>
              <a:prstGeom prst="rect">
                <a:avLst/>
              </a:prstGeom>
              <a:blipFill>
                <a:blip r:embed="rId4"/>
                <a:stretch>
                  <a:fillRect t="-3488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4BC73C2-1CD9-4F16-5248-A06E983E68F6}"/>
                  </a:ext>
                </a:extLst>
              </p:cNvPr>
              <p:cNvSpPr txBox="1"/>
              <p:nvPr/>
            </p:nvSpPr>
            <p:spPr>
              <a:xfrm>
                <a:off x="-376090" y="6071245"/>
                <a:ext cx="1340383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correspond respectively to the equilibrium expected payoffs for Players 1 and 2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4BC73C2-1CD9-4F16-5248-A06E983E68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6071245"/>
                <a:ext cx="13403831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F4452D3C-4D53-E66A-F2E8-112821E92CCF}"/>
              </a:ext>
            </a:extLst>
          </p:cNvPr>
          <p:cNvSpPr/>
          <p:nvPr/>
        </p:nvSpPr>
        <p:spPr>
          <a:xfrm>
            <a:off x="222450" y="3429000"/>
            <a:ext cx="11287434" cy="2642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DE05FE-F8FD-E58E-6187-E59895EBEFA8}"/>
              </a:ext>
            </a:extLst>
          </p:cNvPr>
          <p:cNvSpPr txBox="1"/>
          <p:nvPr/>
        </p:nvSpPr>
        <p:spPr>
          <a:xfrm>
            <a:off x="2042645" y="3460856"/>
            <a:ext cx="7656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Complementary Conditions for Fully Labeled Vertices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579DED5-B0DC-5A43-9098-61EE81CA7CB2}"/>
                  </a:ext>
                </a:extLst>
              </p:cNvPr>
              <p:cNvSpPr txBox="1"/>
              <p:nvPr/>
            </p:nvSpPr>
            <p:spPr>
              <a:xfrm>
                <a:off x="0" y="6428163"/>
                <a:ext cx="1128743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correspond respectively to payoff matrices for Players 1 and 2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579DED5-B0DC-5A43-9098-61EE81CA7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428163"/>
                <a:ext cx="11287434" cy="461665"/>
              </a:xfrm>
              <a:prstGeom prst="rect">
                <a:avLst/>
              </a:prstGeom>
              <a:blipFill>
                <a:blip r:embed="rId6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6EF15C59-E291-CC94-13AC-BBFC14A5984C}"/>
              </a:ext>
            </a:extLst>
          </p:cNvPr>
          <p:cNvSpPr txBox="1"/>
          <p:nvPr/>
        </p:nvSpPr>
        <p:spPr>
          <a:xfrm>
            <a:off x="-376089" y="2937128"/>
            <a:ext cx="117910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A pair of vertices correspond to a Nash equilibrium if they are </a:t>
            </a:r>
            <a:r>
              <a:rPr lang="en-US" sz="2400" b="1" dirty="0"/>
              <a:t>fully labeled 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B00E845-52DF-B902-93C2-85C10D3CA399}"/>
                  </a:ext>
                </a:extLst>
              </p:cNvPr>
              <p:cNvSpPr txBox="1"/>
              <p:nvPr/>
            </p:nvSpPr>
            <p:spPr>
              <a:xfrm>
                <a:off x="1374050" y="4346512"/>
                <a:ext cx="9618413" cy="5245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2∗</m:t>
                            </m:r>
                          </m:sup>
                        </m:sSubSup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nary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probability vectors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B00E845-52DF-B902-93C2-85C10D3CA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4050" y="4346512"/>
                <a:ext cx="9618413" cy="524503"/>
              </a:xfrm>
              <a:prstGeom prst="rect">
                <a:avLst/>
              </a:prstGeom>
              <a:blipFill>
                <a:blip r:embed="rId7"/>
                <a:stretch>
                  <a:fillRect t="-3488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F999183-97E0-2DD6-F76B-D2B16C40EBE9}"/>
                  </a:ext>
                </a:extLst>
              </p:cNvPr>
              <p:cNvSpPr txBox="1"/>
              <p:nvPr/>
            </p:nvSpPr>
            <p:spPr>
              <a:xfrm>
                <a:off x="875676" y="3891393"/>
                <a:ext cx="786949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For all Player 1 strategies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and Player 2 strategies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: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F999183-97E0-2DD6-F76B-D2B16C40E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676" y="3891393"/>
                <a:ext cx="7869498" cy="461665"/>
              </a:xfrm>
              <a:prstGeom prst="rect">
                <a:avLst/>
              </a:prstGeom>
              <a:blipFill>
                <a:blip r:embed="rId8"/>
                <a:stretch>
                  <a:fillRect l="-1239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2653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073F5-C998-4317-849F-50C4291A0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3BFE392-F6A1-42FE-FF4D-FC021809503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29EEE7-B302-90D4-857F-2C404A11CE9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464BF5-99FC-8D44-BA9D-023317E00C5D}"/>
              </a:ext>
            </a:extLst>
          </p:cNvPr>
          <p:cNvSpPr txBox="1"/>
          <p:nvPr/>
        </p:nvSpPr>
        <p:spPr>
          <a:xfrm>
            <a:off x="2300748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Fundamentals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08985C-EAAF-C6FE-84C9-22964D780B7E}"/>
              </a:ext>
            </a:extLst>
          </p:cNvPr>
          <p:cNvSpPr txBox="1"/>
          <p:nvPr/>
        </p:nvSpPr>
        <p:spPr>
          <a:xfrm>
            <a:off x="-376090" y="1861393"/>
            <a:ext cx="8802330" cy="461665"/>
          </a:xfrm>
          <a:prstGeom prst="rect">
            <a:avLst/>
          </a:prstGeom>
          <a:noFill/>
          <a:ln w="38100">
            <a:noFill/>
          </a:ln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How do we know that a player’s best response is on a vertex?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4F24ED-A566-3046-4314-1FB61C689AE8}"/>
              </a:ext>
            </a:extLst>
          </p:cNvPr>
          <p:cNvSpPr txBox="1"/>
          <p:nvPr/>
        </p:nvSpPr>
        <p:spPr>
          <a:xfrm>
            <a:off x="-376090" y="2399202"/>
            <a:ext cx="116143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A </a:t>
            </a:r>
            <a:r>
              <a:rPr lang="en-US" sz="2400" b="1" dirty="0"/>
              <a:t>vertex</a:t>
            </a:r>
            <a:r>
              <a:rPr lang="en-US" sz="2400" dirty="0"/>
              <a:t> on a polytope is a point which cannot be written as a convex combination of other points in the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E38361-542E-0289-456E-AA9FAC801D6A}"/>
                  </a:ext>
                </a:extLst>
              </p:cNvPr>
              <p:cNvSpPr txBox="1"/>
              <p:nvPr/>
            </p:nvSpPr>
            <p:spPr>
              <a:xfrm>
                <a:off x="-376090" y="3396969"/>
                <a:ext cx="1248943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Suppose that Player 1’s best response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is not a vertex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E38361-542E-0289-456E-AA9FAC801D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3396969"/>
                <a:ext cx="12489432" cy="461665"/>
              </a:xfrm>
              <a:prstGeom prst="rect">
                <a:avLst/>
              </a:prstGeom>
              <a:blipFill>
                <a:blip r:embed="rId3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2E5D290-EA84-DDA6-1900-8FA57881DDDD}"/>
                  </a:ext>
                </a:extLst>
              </p:cNvPr>
              <p:cNvSpPr txBox="1"/>
              <p:nvPr/>
            </p:nvSpPr>
            <p:spPr>
              <a:xfrm>
                <a:off x="78658" y="3858634"/>
                <a:ext cx="12489432" cy="7003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Note that the best response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  <m: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ℝ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e>
                    </m:func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2E5D290-EA84-DDA6-1900-8FA57881D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58" y="3858634"/>
                <a:ext cx="12489432" cy="700385"/>
              </a:xfrm>
              <a:prstGeom prst="rect">
                <a:avLst/>
              </a:prstGeom>
              <a:blipFill>
                <a:blip r:embed="rId4"/>
                <a:stretch>
                  <a:fillRect t="-4348" b="-3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450E358-6FF2-7820-38B3-17861A1F470B}"/>
                  </a:ext>
                </a:extLst>
              </p:cNvPr>
              <p:cNvSpPr txBox="1"/>
              <p:nvPr/>
            </p:nvSpPr>
            <p:spPr>
              <a:xfrm>
                <a:off x="78658" y="5065982"/>
                <a:ext cx="11614361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Any point within a convex hull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 can be written as the convex combination of at most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2400" dirty="0"/>
                  <a:t> vectices 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450E358-6FF2-7820-38B3-17861A1F47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58" y="5065982"/>
                <a:ext cx="11614361" cy="830997"/>
              </a:xfrm>
              <a:prstGeom prst="rect">
                <a:avLst/>
              </a:prstGeom>
              <a:blipFill>
                <a:blip r:embed="rId5"/>
                <a:stretch>
                  <a:fillRect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1557F6B9-7FFE-D212-E1AC-BF806CC1E04D}"/>
              </a:ext>
            </a:extLst>
          </p:cNvPr>
          <p:cNvSpPr txBox="1"/>
          <p:nvPr/>
        </p:nvSpPr>
        <p:spPr>
          <a:xfrm>
            <a:off x="441235" y="4604317"/>
            <a:ext cx="36416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Carathéodory's theorem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D98E94F-245A-118A-9E02-55B9F1C0F90F}"/>
              </a:ext>
            </a:extLst>
          </p:cNvPr>
          <p:cNvSpPr/>
          <p:nvPr/>
        </p:nvSpPr>
        <p:spPr>
          <a:xfrm>
            <a:off x="441235" y="4604317"/>
            <a:ext cx="11082171" cy="1292662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FB7AF7-6A0E-9123-9005-FC3D4696549D}"/>
                  </a:ext>
                </a:extLst>
              </p:cNvPr>
              <p:cNvSpPr txBox="1"/>
              <p:nvPr/>
            </p:nvSpPr>
            <p:spPr>
              <a:xfrm>
                <a:off x="441234" y="6006455"/>
                <a:ext cx="8417631" cy="5312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800" dirty="0"/>
                  <a:t>  with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800" dirty="0"/>
                  <a:t>   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FB7AF7-6A0E-9123-9005-FC3D469654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34" y="6006455"/>
                <a:ext cx="8417631" cy="531299"/>
              </a:xfrm>
              <a:prstGeom prst="rect">
                <a:avLst/>
              </a:prstGeom>
              <a:blipFill>
                <a:blip r:embed="rId6"/>
                <a:stretch>
                  <a:fillRect t="-9195" b="-321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5861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4D9CC-6ACA-46EF-A5DB-65C21C9A2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917407C-06CD-E3B2-B657-AEFB67C12DD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17C366-4138-A2DE-DD00-DCAFF4D728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896D22-333A-A5D6-6D9F-2312237C45C5}"/>
              </a:ext>
            </a:extLst>
          </p:cNvPr>
          <p:cNvSpPr txBox="1"/>
          <p:nvPr/>
        </p:nvSpPr>
        <p:spPr>
          <a:xfrm>
            <a:off x="2300748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Fundamentals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3C9BA7E-E634-6540-A8DC-41CD9793C726}"/>
                  </a:ext>
                </a:extLst>
              </p:cNvPr>
              <p:cNvSpPr txBox="1"/>
              <p:nvPr/>
            </p:nvSpPr>
            <p:spPr>
              <a:xfrm>
                <a:off x="0" y="1746940"/>
                <a:ext cx="8417631" cy="11378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  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ℝ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3C9BA7E-E634-6540-A8DC-41CD9793C7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746940"/>
                <a:ext cx="8417631" cy="11378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6809599-772B-7CD9-EBEF-88FF41BF00F2}"/>
                  </a:ext>
                </a:extLst>
              </p:cNvPr>
              <p:cNvSpPr txBox="1"/>
              <p:nvPr/>
            </p:nvSpPr>
            <p:spPr>
              <a:xfrm>
                <a:off x="134302" y="3820225"/>
                <a:ext cx="11923395" cy="6356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>
                    <a:ea typeface="Cambria Math" panose="02040503050406030204" pitchFamily="18" charset="0"/>
                  </a:rPr>
                  <a:t>Proof by Contradiction: Suppose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 </m:t>
                        </m:r>
                      </m:e>
                    </m:func>
                  </m:oMath>
                </a14:m>
                <a:r>
                  <a:rPr lang="en-US" sz="2400" dirty="0"/>
                  <a:t>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6809599-772B-7CD9-EBEF-88FF41BF00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302" y="3820225"/>
                <a:ext cx="11923395" cy="635623"/>
              </a:xfrm>
              <a:prstGeom prst="rect">
                <a:avLst/>
              </a:prstGeom>
              <a:blipFill>
                <a:blip r:embed="rId4"/>
                <a:stretch>
                  <a:fillRect l="-767" t="-4808"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DB0E1B1-0BE2-A2CF-A2B0-C6EAC650537F}"/>
                  </a:ext>
                </a:extLst>
              </p:cNvPr>
              <p:cNvSpPr txBox="1"/>
              <p:nvPr/>
            </p:nvSpPr>
            <p:spPr>
              <a:xfrm>
                <a:off x="36766" y="3111188"/>
                <a:ext cx="6108192" cy="6356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Claim: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 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∀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e>
                    </m:func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DB0E1B1-0BE2-A2CF-A2B0-C6EAC6505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66" y="3111188"/>
                <a:ext cx="6108192" cy="635623"/>
              </a:xfrm>
              <a:prstGeom prst="rect">
                <a:avLst/>
              </a:prstGeom>
              <a:blipFill>
                <a:blip r:embed="rId5"/>
                <a:stretch>
                  <a:fillRect l="-1497" t="-4762" b="-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7256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A87E0-846C-79F4-3427-1AA30D713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CB10ACD-57DB-5A14-80D1-D8B0B27B0E5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BAC2D6-894D-F586-D9BA-CB33C0BD9FC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422E65-D36F-4F23-6735-2EF06556A13A}"/>
              </a:ext>
            </a:extLst>
          </p:cNvPr>
          <p:cNvSpPr txBox="1"/>
          <p:nvPr/>
        </p:nvSpPr>
        <p:spPr>
          <a:xfrm>
            <a:off x="271370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Duality in Linear Programming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8B59260-86F9-C45F-867A-89CF26E5AE99}"/>
                  </a:ext>
                </a:extLst>
              </p:cNvPr>
              <p:cNvSpPr txBox="1"/>
              <p:nvPr/>
            </p:nvSpPr>
            <p:spPr>
              <a:xfrm>
                <a:off x="3559795" y="1848787"/>
                <a:ext cx="1246047" cy="5634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8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8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lim>
                          </m:limLow>
                        </m:fName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func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8B59260-86F9-C45F-867A-89CF26E5AE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9795" y="1848787"/>
                <a:ext cx="1246047" cy="5634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A350D37-D931-F7E5-7E89-BB75BF7049DD}"/>
                  </a:ext>
                </a:extLst>
              </p:cNvPr>
              <p:cNvSpPr txBox="1"/>
              <p:nvPr/>
            </p:nvSpPr>
            <p:spPr>
              <a:xfrm>
                <a:off x="6823587" y="1888399"/>
                <a:ext cx="120462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𝑨𝒙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A350D37-D931-F7E5-7E89-BB75BF704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3587" y="1888399"/>
                <a:ext cx="1204625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1A28DFB-63D9-201D-EF8D-5360625D1CE5}"/>
                  </a:ext>
                </a:extLst>
              </p:cNvPr>
              <p:cNvSpPr txBox="1"/>
              <p:nvPr/>
            </p:nvSpPr>
            <p:spPr>
              <a:xfrm>
                <a:off x="9187168" y="1882687"/>
                <a:ext cx="104272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1A28DFB-63D9-201D-EF8D-5360625D1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7168" y="1882687"/>
                <a:ext cx="1042721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E54ACC54-DA31-B62F-5B88-64E59299211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54209091"/>
                  </p:ext>
                </p:extLst>
              </p:nvPr>
            </p:nvGraphicFramePr>
            <p:xfrm>
              <a:off x="190607" y="3089239"/>
              <a:ext cx="6738376" cy="19842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  <a:gridCol w="1684594">
                      <a:extLst>
                        <a:ext uri="{9D8B030D-6E8A-4147-A177-3AD203B41FA5}">
                          <a16:colId xmlns:a16="http://schemas.microsoft.com/office/drawing/2014/main" val="739261778"/>
                        </a:ext>
                      </a:extLst>
                    </a:gridCol>
                    <a:gridCol w="1684594">
                      <a:extLst>
                        <a:ext uri="{9D8B030D-6E8A-4147-A177-3AD203B41FA5}">
                          <a16:colId xmlns:a16="http://schemas.microsoft.com/office/drawing/2014/main" val="434403916"/>
                        </a:ext>
                      </a:extLst>
                    </a:gridCol>
                    <a:gridCol w="1684594">
                      <a:extLst>
                        <a:ext uri="{9D8B030D-6E8A-4147-A177-3AD203B41FA5}">
                          <a16:colId xmlns:a16="http://schemas.microsoft.com/office/drawing/2014/main" val="1265239256"/>
                        </a:ext>
                      </a:extLst>
                    </a:gridCol>
                  </a:tblGrid>
                  <a:tr h="496052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96052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96052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96052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E54ACC54-DA31-B62F-5B88-64E59299211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54209091"/>
                  </p:ext>
                </p:extLst>
              </p:nvPr>
            </p:nvGraphicFramePr>
            <p:xfrm>
              <a:off x="190607" y="3089239"/>
              <a:ext cx="6738376" cy="19842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  <a:gridCol w="1684594">
                      <a:extLst>
                        <a:ext uri="{9D8B030D-6E8A-4147-A177-3AD203B41FA5}">
                          <a16:colId xmlns:a16="http://schemas.microsoft.com/office/drawing/2014/main" val="739261778"/>
                        </a:ext>
                      </a:extLst>
                    </a:gridCol>
                    <a:gridCol w="1684594">
                      <a:extLst>
                        <a:ext uri="{9D8B030D-6E8A-4147-A177-3AD203B41FA5}">
                          <a16:colId xmlns:a16="http://schemas.microsoft.com/office/drawing/2014/main" val="434403916"/>
                        </a:ext>
                      </a:extLst>
                    </a:gridCol>
                    <a:gridCol w="1684594">
                      <a:extLst>
                        <a:ext uri="{9D8B030D-6E8A-4147-A177-3AD203B41FA5}">
                          <a16:colId xmlns:a16="http://schemas.microsoft.com/office/drawing/2014/main" val="1265239256"/>
                        </a:ext>
                      </a:extLst>
                    </a:gridCol>
                  </a:tblGrid>
                  <a:tr h="4960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361" t="-1220" r="-300000" b="-3012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100725" t="-1220" r="-201087" b="-3012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200000" t="-1220" r="-100361" b="-3012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301087" t="-1220" r="-725" b="-3012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960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361" t="-101220" r="-300000" b="-2012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100725" t="-101220" r="-201087" b="-2012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200000" t="-101220" r="-100361" b="-2012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301087" t="-101220" r="-725" b="-2012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960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361" t="-203704" r="-300000" b="-1037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100725" t="-203704" r="-201087" b="-1037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200000" t="-203704" r="-100361" b="-1037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301087" t="-203704" r="-725" b="-10370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960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361" t="-300000" r="-300000" b="-24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100725" t="-300000" r="-201087" b="-24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200000" t="-300000" r="-100361" b="-24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301087" t="-300000" r="-725" b="-24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9C62B76C-3B33-FE38-4F6D-E0255CF9E017}"/>
              </a:ext>
            </a:extLst>
          </p:cNvPr>
          <p:cNvSpPr txBox="1"/>
          <p:nvPr/>
        </p:nvSpPr>
        <p:spPr>
          <a:xfrm>
            <a:off x="4994787" y="1848787"/>
            <a:ext cx="1828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subject to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068EE0-5EC4-60E1-A425-C1E8D05C878D}"/>
              </a:ext>
            </a:extLst>
          </p:cNvPr>
          <p:cNvSpPr txBox="1"/>
          <p:nvPr/>
        </p:nvSpPr>
        <p:spPr>
          <a:xfrm>
            <a:off x="725745" y="1836521"/>
            <a:ext cx="29767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Primal Problem: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653989-540B-604C-1EB3-60AC1B228650}"/>
              </a:ext>
            </a:extLst>
          </p:cNvPr>
          <p:cNvSpPr txBox="1"/>
          <p:nvPr/>
        </p:nvSpPr>
        <p:spPr>
          <a:xfrm>
            <a:off x="8212144" y="1856185"/>
            <a:ext cx="8111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862149C5-A7CE-5D95-2698-C92B9E387C6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1337264"/>
                  </p:ext>
                </p:extLst>
              </p:nvPr>
            </p:nvGraphicFramePr>
            <p:xfrm>
              <a:off x="7185915" y="3089239"/>
              <a:ext cx="1684594" cy="19842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96052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96052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96052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96052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862149C5-A7CE-5D95-2698-C92B9E387C6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1337264"/>
                  </p:ext>
                </p:extLst>
              </p:nvPr>
            </p:nvGraphicFramePr>
            <p:xfrm>
              <a:off x="7185915" y="3089239"/>
              <a:ext cx="1684594" cy="19842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960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360" t="-1220" r="-719" b="-3012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960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360" t="-101220" r="-719" b="-2012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960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360" t="-203704" r="-719" b="-10370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960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360" t="-300000" r="-719" b="-24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81EA60BA-2479-BF02-3BCC-68C8AC03DC0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82056426"/>
                  </p:ext>
                </p:extLst>
              </p:nvPr>
            </p:nvGraphicFramePr>
            <p:xfrm>
              <a:off x="10032353" y="3089239"/>
              <a:ext cx="1684594" cy="19842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9605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9605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9605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9605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81EA60BA-2479-BF02-3BCC-68C8AC03DC0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82056426"/>
                  </p:ext>
                </p:extLst>
              </p:nvPr>
            </p:nvGraphicFramePr>
            <p:xfrm>
              <a:off x="10032353" y="3089239"/>
              <a:ext cx="1684594" cy="19842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4594">
                      <a:extLst>
                        <a:ext uri="{9D8B030D-6E8A-4147-A177-3AD203B41FA5}">
                          <a16:colId xmlns:a16="http://schemas.microsoft.com/office/drawing/2014/main" val="2079826288"/>
                        </a:ext>
                      </a:extLst>
                    </a:gridCol>
                  </a:tblGrid>
                  <a:tr h="4960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360" t="-1220" r="-719" b="-3012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9285775"/>
                      </a:ext>
                    </a:extLst>
                  </a:tr>
                  <a:tr h="4960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360" t="-101220" r="-719" b="-2012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1577802"/>
                      </a:ext>
                    </a:extLst>
                  </a:tr>
                  <a:tr h="4960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360" t="-203704" r="-719" b="-10370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0664255"/>
                      </a:ext>
                    </a:extLst>
                  </a:tr>
                  <a:tr h="4960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360" t="-300000" r="-719" b="-24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021258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7DE2D7A-6674-D01F-6109-DFBEA797AE19}"/>
                  </a:ext>
                </a:extLst>
              </p:cNvPr>
              <p:cNvSpPr txBox="1"/>
              <p:nvPr/>
            </p:nvSpPr>
            <p:spPr>
              <a:xfrm>
                <a:off x="9074348" y="3788955"/>
                <a:ext cx="673509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7DE2D7A-6674-D01F-6109-DFBEA797AE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4348" y="3788955"/>
                <a:ext cx="673509" cy="70788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08708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3330</TotalTime>
  <Words>303</Words>
  <Application>Microsoft Office PowerPoint</Application>
  <PresentationFormat>Widescreen</PresentationFormat>
  <Paragraphs>63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31</cp:revision>
  <cp:lastPrinted>2025-08-21T02:00:35Z</cp:lastPrinted>
  <dcterms:created xsi:type="dcterms:W3CDTF">2025-08-20T23:47:39Z</dcterms:created>
  <dcterms:modified xsi:type="dcterms:W3CDTF">2026-03-02T15:41:36Z</dcterms:modified>
</cp:coreProperties>
</file>