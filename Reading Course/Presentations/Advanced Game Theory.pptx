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304" r:id="rId3"/>
    <p:sldId id="327" r:id="rId4"/>
    <p:sldId id="325" r:id="rId5"/>
    <p:sldId id="328" r:id="rId6"/>
    <p:sldId id="333" r:id="rId7"/>
    <p:sldId id="330" r:id="rId8"/>
    <p:sldId id="331" r:id="rId9"/>
    <p:sldId id="332" r:id="rId10"/>
    <p:sldId id="334" r:id="rId11"/>
    <p:sldId id="337" r:id="rId12"/>
    <p:sldId id="336" r:id="rId13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21C0B"/>
    <a:srgbClr val="5E83A6"/>
    <a:srgbClr val="EBF1F8"/>
    <a:srgbClr val="B2BFB9"/>
    <a:srgbClr val="E9F5E7"/>
    <a:srgbClr val="FFFFFF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22D95-ED78-4CA4-B975-9EB3D90BBE34}" v="790" dt="2026-03-02T15:41:08.5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1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02T15:41:31.387" v="1603" actId="47"/>
      <pc:docMkLst>
        <pc:docMk/>
      </pc:docMkLst>
      <pc:sldChg chg="delSp modSp mod">
        <pc:chgData name="Jacob Wyngaard" userId="6181fcd471e98458" providerId="LiveId" clId="{788BA123-62C9-4DDC-86E5-A6BCA4600216}" dt="2026-02-25T04:02:08.413" v="110" actId="478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2-25T03:59:52.769" v="13" actId="20577"/>
          <ac:spMkLst>
            <pc:docMk/>
            <pc:sldMk cId="606609933" sldId="291"/>
            <ac:spMk id="9" creationId="{146DFEDC-5C40-1E05-3C8E-45F902F03177}"/>
          </ac:spMkLst>
        </pc:spChg>
      </pc:sldChg>
      <pc:sldChg chg="addSp delSp mod">
        <pc:chgData name="Jacob Wyngaard" userId="6181fcd471e98458" providerId="LiveId" clId="{788BA123-62C9-4DDC-86E5-A6BCA4600216}" dt="2026-02-25T04:00:29.203" v="20" actId="478"/>
        <pc:sldMkLst>
          <pc:docMk/>
          <pc:sldMk cId="1632653986" sldId="304"/>
        </pc:sldMkLst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3" creationId="{602E9BE4-2794-28A8-6D95-B34DC8DA3AC7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5" creationId="{D376B72D-08F1-DD6F-AA72-3A5FF4BC2735}"/>
          </ac:spMkLst>
        </pc:spChg>
        <pc:spChg chg="add del">
          <ac:chgData name="Jacob Wyngaard" userId="6181fcd471e98458" providerId="LiveId" clId="{788BA123-62C9-4DDC-86E5-A6BCA4600216}" dt="2026-02-25T04:00:29.203" v="20" actId="478"/>
          <ac:spMkLst>
            <pc:docMk/>
            <pc:sldMk cId="1632653986" sldId="304"/>
            <ac:spMk id="12" creationId="{F4452D3C-4D53-E66A-F2E8-112821E92CCF}"/>
          </ac:spMkLst>
        </pc:spChg>
        <pc:spChg chg="add del">
          <ac:chgData name="Jacob Wyngaard" userId="6181fcd471e98458" providerId="LiveId" clId="{788BA123-62C9-4DDC-86E5-A6BCA4600216}" dt="2026-02-25T04:00:28.039" v="18" actId="478"/>
          <ac:spMkLst>
            <pc:docMk/>
            <pc:sldMk cId="1632653986" sldId="304"/>
            <ac:spMk id="17" creationId="{1DDE05FE-F8FD-E58E-6187-E59895EBEFA8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18" creationId="{B579DED5-B0DC-5A43-9098-61EE81CA7CB2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2" creationId="{FB00E845-52DF-B902-93C2-85C10D3CA399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5" creationId="{FF999183-97E0-2DD6-F76B-D2B16C40EBE9}"/>
          </ac:spMkLst>
        </pc:spChg>
      </pc:sldChg>
      <pc:sldChg chg="addSp delSp modSp add mod">
        <pc:chgData name="Jacob Wyngaard" userId="6181fcd471e98458" providerId="LiveId" clId="{788BA123-62C9-4DDC-86E5-A6BCA4600216}" dt="2026-02-25T04:39:00.552" v="1351" actId="20577"/>
        <pc:sldMkLst>
          <pc:docMk/>
          <pc:sldMk cId="3167256528" sldId="325"/>
        </pc:sldMkLst>
        <pc:spChg chg="add mod">
          <ac:chgData name="Jacob Wyngaard" userId="6181fcd471e98458" providerId="LiveId" clId="{788BA123-62C9-4DDC-86E5-A6BCA4600216}" dt="2026-02-25T04:39:00.552" v="1351" actId="20577"/>
          <ac:spMkLst>
            <pc:docMk/>
            <pc:sldMk cId="3167256528" sldId="325"/>
            <ac:spMk id="7" creationId="{16809599-772B-7CD9-EBEF-88FF41BF00F2}"/>
          </ac:spMkLst>
        </pc:spChg>
        <pc:spChg chg="mod">
          <ac:chgData name="Jacob Wyngaard" userId="6181fcd471e98458" providerId="LiveId" clId="{788BA123-62C9-4DDC-86E5-A6BCA4600216}" dt="2026-02-25T04:03:20.241" v="262" actId="1076"/>
          <ac:spMkLst>
            <pc:docMk/>
            <pc:sldMk cId="3167256528" sldId="325"/>
            <ac:spMk id="9" creationId="{AE896D22-333A-A5D6-6D9F-2312237C45C5}"/>
          </ac:spMkLst>
        </pc:spChg>
        <pc:spChg chg="add mod">
          <ac:chgData name="Jacob Wyngaard" userId="6181fcd471e98458" providerId="LiveId" clId="{788BA123-62C9-4DDC-86E5-A6BCA4600216}" dt="2026-02-25T04:38:08.446" v="1287" actId="20577"/>
          <ac:spMkLst>
            <pc:docMk/>
            <pc:sldMk cId="3167256528" sldId="325"/>
            <ac:spMk id="11" creationId="{8DB0E1B1-0BE2-A2CF-A2B0-C6EAC650537F}"/>
          </ac:spMkLst>
        </pc:spChg>
        <pc:spChg chg="add mod">
          <ac:chgData name="Jacob Wyngaard" userId="6181fcd471e98458" providerId="LiveId" clId="{788BA123-62C9-4DDC-86E5-A6BCA4600216}" dt="2026-02-25T04:29:37.241" v="1050" actId="20577"/>
          <ac:spMkLst>
            <pc:docMk/>
            <pc:sldMk cId="3167256528" sldId="325"/>
            <ac:spMk id="29" creationId="{13C9BA7E-E634-6540-A8DC-41CD9793C726}"/>
          </ac:spMkLst>
        </pc:spChg>
      </pc:sldChg>
      <pc:sldChg chg="modSp add mod ord">
        <pc:chgData name="Jacob Wyngaard" userId="6181fcd471e98458" providerId="LiveId" clId="{788BA123-62C9-4DDC-86E5-A6BCA4600216}" dt="2026-02-25T04:27:40.959" v="1015" actId="1036"/>
        <pc:sldMkLst>
          <pc:docMk/>
          <pc:sldMk cId="1605861671" sldId="327"/>
        </pc:sldMkLst>
        <pc:spChg chg="mod">
          <ac:chgData name="Jacob Wyngaard" userId="6181fcd471e98458" providerId="LiveId" clId="{788BA123-62C9-4DDC-86E5-A6BCA4600216}" dt="2026-02-25T04:27:10.474" v="1001" actId="16959"/>
          <ac:spMkLst>
            <pc:docMk/>
            <pc:sldMk cId="1605861671" sldId="327"/>
            <ac:spMk id="7" creationId="{56E38361-542E-0289-456E-AA9FAC801D6A}"/>
          </ac:spMkLst>
        </pc:spChg>
        <pc:spChg chg="mod">
          <ac:chgData name="Jacob Wyngaard" userId="6181fcd471e98458" providerId="LiveId" clId="{788BA123-62C9-4DDC-86E5-A6BCA4600216}" dt="2026-02-25T04:27:14.601" v="1002"/>
          <ac:spMkLst>
            <pc:docMk/>
            <pc:sldMk cId="1605861671" sldId="327"/>
            <ac:spMk id="14" creationId="{82E5D290-EA84-DDA6-1900-8FA57881DDD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4" creationId="{5450E358-6FF2-7820-38B3-17861A1F470B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6" creationId="{1557F6B9-7FFE-D212-E1AC-BF806CC1E04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7" creationId="{9D98E94F-245A-118A-9E02-55B9F1C0F90F}"/>
          </ac:spMkLst>
        </pc:spChg>
        <pc:spChg chg="mod">
          <ac:chgData name="Jacob Wyngaard" userId="6181fcd471e98458" providerId="LiveId" clId="{788BA123-62C9-4DDC-86E5-A6BCA4600216}" dt="2026-02-25T04:27:28.678" v="1004"/>
          <ac:spMkLst>
            <pc:docMk/>
            <pc:sldMk cId="1605861671" sldId="327"/>
            <ac:spMk id="29" creationId="{FBFB7AF7-6A0E-9123-9005-FC3D4696549D}"/>
          </ac:spMkLst>
        </pc:spChg>
      </pc:sldChg>
      <pc:sldChg chg="addSp delSp modSp add mod">
        <pc:chgData name="Jacob Wyngaard" userId="6181fcd471e98458" providerId="LiveId" clId="{788BA123-62C9-4DDC-86E5-A6BCA4600216}" dt="2026-03-02T15:41:08.506" v="1601" actId="20577"/>
        <pc:sldMkLst>
          <pc:docMk/>
          <pc:sldMk cId="3160870811" sldId="328"/>
        </pc:sldMkLst>
        <pc:spChg chg="add mod">
          <ac:chgData name="Jacob Wyngaard" userId="6181fcd471e98458" providerId="LiveId" clId="{788BA123-62C9-4DDC-86E5-A6BCA4600216}" dt="2026-03-02T15:38:15.523" v="1511" actId="1076"/>
          <ac:spMkLst>
            <pc:docMk/>
            <pc:sldMk cId="3160870811" sldId="328"/>
            <ac:spMk id="2" creationId="{D8B59260-86F9-C45F-867A-89CF26E5AE99}"/>
          </ac:spMkLst>
        </pc:spChg>
        <pc:spChg chg="add mod">
          <ac:chgData name="Jacob Wyngaard" userId="6181fcd471e98458" providerId="LiveId" clId="{788BA123-62C9-4DDC-86E5-A6BCA4600216}" dt="2026-03-02T15:38:29.775" v="1514" actId="1076"/>
          <ac:spMkLst>
            <pc:docMk/>
            <pc:sldMk cId="3160870811" sldId="328"/>
            <ac:spMk id="3" creationId="{CA350D37-D931-F7E5-7E89-BB75BF7049DD}"/>
          </ac:spMkLst>
        </pc:spChg>
        <pc:spChg chg="add mod">
          <ac:chgData name="Jacob Wyngaard" userId="6181fcd471e98458" providerId="LiveId" clId="{788BA123-62C9-4DDC-86E5-A6BCA4600216}" dt="2026-03-02T15:38:50.222" v="1524" actId="1076"/>
          <ac:spMkLst>
            <pc:docMk/>
            <pc:sldMk cId="3160870811" sldId="328"/>
            <ac:spMk id="4" creationId="{C1A28DFB-63D9-201D-EF8D-5360625D1CE5}"/>
          </ac:spMkLst>
        </pc:spChg>
        <pc:spChg chg="del">
          <ac:chgData name="Jacob Wyngaard" userId="6181fcd471e98458" providerId="LiveId" clId="{788BA123-62C9-4DDC-86E5-A6BCA4600216}" dt="2026-03-02T15:23:38.840" v="1353" actId="478"/>
          <ac:spMkLst>
            <pc:docMk/>
            <pc:sldMk cId="3160870811" sldId="328"/>
            <ac:spMk id="7" creationId="{9C14DAA1-E853-DB83-EA91-0C6F243CE718}"/>
          </ac:spMkLst>
        </pc:spChg>
        <pc:spChg chg="mod">
          <ac:chgData name="Jacob Wyngaard" userId="6181fcd471e98458" providerId="LiveId" clId="{788BA123-62C9-4DDC-86E5-A6BCA4600216}" dt="2026-03-02T15:25:04.151" v="1389" actId="1076"/>
          <ac:spMkLst>
            <pc:docMk/>
            <pc:sldMk cId="3160870811" sldId="328"/>
            <ac:spMk id="9" creationId="{63422E65-D36F-4F23-6735-2EF06556A13A}"/>
          </ac:spMkLst>
        </pc:spChg>
        <pc:spChg chg="add mod">
          <ac:chgData name="Jacob Wyngaard" userId="6181fcd471e98458" providerId="LiveId" clId="{788BA123-62C9-4DDC-86E5-A6BCA4600216}" dt="2026-03-02T15:38:19.560" v="1513" actId="403"/>
          <ac:spMkLst>
            <pc:docMk/>
            <pc:sldMk cId="3160870811" sldId="328"/>
            <ac:spMk id="10" creationId="{9C62B76C-3B33-FE38-4F6D-E0255CF9E017}"/>
          </ac:spMkLst>
        </pc:spChg>
        <pc:spChg chg="del">
          <ac:chgData name="Jacob Wyngaard" userId="6181fcd471e98458" providerId="LiveId" clId="{788BA123-62C9-4DDC-86E5-A6BCA4600216}" dt="2026-03-02T15:23:40.004" v="1354" actId="478"/>
          <ac:spMkLst>
            <pc:docMk/>
            <pc:sldMk cId="3160870811" sldId="328"/>
            <ac:spMk id="11" creationId="{C9404A8D-8A0A-5A9B-2A4C-E3EA79D6759A}"/>
          </ac:spMkLst>
        </pc:spChg>
        <pc:spChg chg="add mod">
          <ac:chgData name="Jacob Wyngaard" userId="6181fcd471e98458" providerId="LiveId" clId="{788BA123-62C9-4DDC-86E5-A6BCA4600216}" dt="2026-03-02T15:38:10.247" v="1510" actId="1076"/>
          <ac:spMkLst>
            <pc:docMk/>
            <pc:sldMk cId="3160870811" sldId="328"/>
            <ac:spMk id="12" creationId="{49068EE0-5EC4-60E1-A425-C1E8D05C878D}"/>
          </ac:spMkLst>
        </pc:spChg>
        <pc:spChg chg="add mod">
          <ac:chgData name="Jacob Wyngaard" userId="6181fcd471e98458" providerId="LiveId" clId="{788BA123-62C9-4DDC-86E5-A6BCA4600216}" dt="2026-03-02T15:38:52.957" v="1528" actId="1035"/>
          <ac:spMkLst>
            <pc:docMk/>
            <pc:sldMk cId="3160870811" sldId="328"/>
            <ac:spMk id="13" creationId="{A5653989-540B-604C-1EB3-60AC1B228650}"/>
          </ac:spMkLst>
        </pc:spChg>
        <pc:spChg chg="add mod">
          <ac:chgData name="Jacob Wyngaard" userId="6181fcd471e98458" providerId="LiveId" clId="{788BA123-62C9-4DDC-86E5-A6BCA4600216}" dt="2026-03-02T15:40:34.709" v="1580" actId="403"/>
          <ac:spMkLst>
            <pc:docMk/>
            <pc:sldMk cId="3160870811" sldId="328"/>
            <ac:spMk id="17" creationId="{A7DE2D7A-6674-D01F-6109-DFBEA797AE19}"/>
          </ac:spMkLst>
        </pc:spChg>
        <pc:spChg chg="del">
          <ac:chgData name="Jacob Wyngaard" userId="6181fcd471e98458" providerId="LiveId" clId="{788BA123-62C9-4DDC-86E5-A6BCA4600216}" dt="2026-03-02T15:23:40.751" v="1355" actId="478"/>
          <ac:spMkLst>
            <pc:docMk/>
            <pc:sldMk cId="3160870811" sldId="328"/>
            <ac:spMk id="29" creationId="{6310C9DA-55CB-A130-1077-769CF9BCCC13}"/>
          </ac:spMkLst>
        </pc:spChg>
        <pc:graphicFrameChg chg="add mod modGraphic">
          <ac:chgData name="Jacob Wyngaard" userId="6181fcd471e98458" providerId="LiveId" clId="{788BA123-62C9-4DDC-86E5-A6BCA4600216}" dt="2026-03-02T15:40:02.905" v="1564" actId="1076"/>
          <ac:graphicFrameMkLst>
            <pc:docMk/>
            <pc:sldMk cId="3160870811" sldId="328"/>
            <ac:graphicFrameMk id="5" creationId="{E54ACC54-DA31-B62F-5B88-64E59299211C}"/>
          </ac:graphicFrameMkLst>
        </pc:graphicFrameChg>
        <pc:graphicFrameChg chg="add mod modGraphic">
          <ac:chgData name="Jacob Wyngaard" userId="6181fcd471e98458" providerId="LiveId" clId="{788BA123-62C9-4DDC-86E5-A6BCA4600216}" dt="2026-03-02T15:40:55.593" v="1592" actId="20577"/>
          <ac:graphicFrameMkLst>
            <pc:docMk/>
            <pc:sldMk cId="3160870811" sldId="328"/>
            <ac:graphicFrameMk id="14" creationId="{862149C5-A7CE-5D95-2698-C92B9E387C65}"/>
          </ac:graphicFrameMkLst>
        </pc:graphicFrameChg>
        <pc:graphicFrameChg chg="add mod">
          <ac:chgData name="Jacob Wyngaard" userId="6181fcd471e98458" providerId="LiveId" clId="{788BA123-62C9-4DDC-86E5-A6BCA4600216}" dt="2026-03-02T15:41:08.506" v="1601" actId="20577"/>
          <ac:graphicFrameMkLst>
            <pc:docMk/>
            <pc:sldMk cId="3160870811" sldId="328"/>
            <ac:graphicFrameMk id="15" creationId="{81EA60BA-2479-BF02-3BCC-68C8AC03DC07}"/>
          </ac:graphicFrameMkLst>
        </pc:graphicFrameChg>
      </pc:sldChg>
      <pc:sldChg chg="add del">
        <pc:chgData name="Jacob Wyngaard" userId="6181fcd471e98458" providerId="LiveId" clId="{788BA123-62C9-4DDC-86E5-A6BCA4600216}" dt="2026-03-02T15:41:31.387" v="1603" actId="47"/>
        <pc:sldMkLst>
          <pc:docMk/>
          <pc:sldMk cId="2621891374" sldId="32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D13E-5CEB-834F-A6C9-05E3153D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EAFE5-A97C-A262-8B77-E18E083CC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D03B4-18C4-D6FA-8F05-87D4160CB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B8688-D073-1D9A-5A1D-F4CD1B0E8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98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69785-C8C9-6652-685D-7385AF33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7C6DED-03F3-8A6C-A21E-1FAFA51B0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5A069-99DC-F2FF-C223-6B92CB72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D9A68-1A68-FD45-62BE-4BCCA514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7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12DF-8033-DE7C-D0B3-E0844275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FE97B5-8437-A143-AAB4-D10154F48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800DB-5187-FD74-CEE3-F8CC64063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134CB-01D2-3A36-F764-38F2EB62E0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4715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7087-F14C-0768-925F-05472B278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75D41-9A21-4E12-1E42-972216C81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61B963-6805-7339-F483-2BEE03017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6B1C7-5867-1E6B-8798-E44E933105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67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D3B77-456C-D8F1-BB8E-8087D4E7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C63FC-8C27-FAE2-BEC0-D15C08A7F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EBE69-F09E-F553-7A29-C0E93EE33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BDBD0-0495-56AC-CFF1-F5209CBD4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948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670AE-6EA4-0E01-B810-7FCC5EEA0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4D673-EA99-57CA-0D84-DB6303610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8525-3EA9-9F67-15F5-E1525BDA9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F19AC-46A1-46B7-0218-F5209C542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742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1B702-D698-5160-D74E-588C8CA47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FE18A-8B16-AC09-D587-4B1223218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ECEAFC-FD67-93B9-5F34-A31542AE9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38589-4DBD-BB43-CB67-6C8B19BEC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352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F791-02F0-8299-F51E-99408DCC6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FD9ECF-8490-E062-F1B7-0EA3D696AD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2C8D3-7003-B987-8938-47DAD2579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4128C-C994-9BFA-DAB2-4FC951956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742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6EAD9-D96E-2E21-F05E-213EF7DC3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EEA7BE-8FF9-2AE4-4167-86465FC91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BB3728-8A11-D414-7813-2F5CD3F30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30D66-FFC9-BB1E-1052-2665AA46C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971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1B124-A5D7-4BC8-607C-729A957D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032170-9D84-88A9-95DA-647BFFE56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E9DB3-F736-23E6-160B-94725566AB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937D9-4B0A-7F0A-6FB4-5B1813CA37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94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7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8.png"/><Relationship Id="rId5" Type="http://schemas.openxmlformats.org/officeDocument/2006/relationships/image" Target="../media/image45.png"/><Relationship Id="rId10" Type="http://schemas.openxmlformats.org/officeDocument/2006/relationships/image" Target="../media/image31.png"/><Relationship Id="rId4" Type="http://schemas.openxmlformats.org/officeDocument/2006/relationships/image" Target="../media/image44.png"/><Relationship Id="rId9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Advanced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292D-D46B-AA98-1308-8B63161B4A0B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4452D3C-4D53-E66A-F2E8-112821E92CCF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E05FE-F8FD-E58E-6187-E59895EBEFA8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EF15C59-E291-CC94-13AC-BBFC14A5984C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073F5-C998-4317-849F-50C4291A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BFE392-F6A1-42FE-FF4D-FC02180950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29EEE7-B302-90D4-857F-2C404A11CE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64BF5-99FC-8D44-BA9D-023317E00C5D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08985C-EAAF-C6FE-84C9-22964D780B7E}"/>
              </a:ext>
            </a:extLst>
          </p:cNvPr>
          <p:cNvSpPr txBox="1"/>
          <p:nvPr/>
        </p:nvSpPr>
        <p:spPr>
          <a:xfrm>
            <a:off x="-376090" y="1861393"/>
            <a:ext cx="8802330" cy="461665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How do we know that a player’s best response is on a vertex?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4F24ED-A566-3046-4314-1FB61C689AE8}"/>
              </a:ext>
            </a:extLst>
          </p:cNvPr>
          <p:cNvSpPr txBox="1"/>
          <p:nvPr/>
        </p:nvSpPr>
        <p:spPr>
          <a:xfrm>
            <a:off x="-376090" y="2399202"/>
            <a:ext cx="1161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</a:t>
            </a:r>
            <a:r>
              <a:rPr lang="en-US" sz="2400" b="1" dirty="0"/>
              <a:t>vertex</a:t>
            </a:r>
            <a:r>
              <a:rPr lang="en-US" sz="2400" dirty="0"/>
              <a:t> on a polytope is a point which cannot be written as a convex combination of other points in the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/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Player 1’s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not a vertex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blipFill>
                <a:blip r:embed="rId3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/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Note that the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blipFill>
                <a:blip r:embed="rId4"/>
                <a:stretch>
                  <a:fillRect t="-4348" b="-3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/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Any point within a convex hull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can be written as the convex combination of at most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vectices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557F6B9-7FFE-D212-E1AC-BF806CC1E04D}"/>
              </a:ext>
            </a:extLst>
          </p:cNvPr>
          <p:cNvSpPr txBox="1"/>
          <p:nvPr/>
        </p:nvSpPr>
        <p:spPr>
          <a:xfrm>
            <a:off x="441235" y="4604317"/>
            <a:ext cx="3641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Carathéodory's theorem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98E94F-245A-118A-9E02-55B9F1C0F90F}"/>
              </a:ext>
            </a:extLst>
          </p:cNvPr>
          <p:cNvSpPr/>
          <p:nvPr/>
        </p:nvSpPr>
        <p:spPr>
          <a:xfrm>
            <a:off x="441235" y="4604317"/>
            <a:ext cx="11082171" cy="129266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/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800" dirty="0"/>
                  <a:t>  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/>
                  <a:t>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blipFill>
                <a:blip r:embed="rId6"/>
                <a:stretch>
                  <a:fillRect t="-9195" b="-32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586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D9CC-6ACA-46EF-A5DB-65C21C9A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17407C-06CD-E3B2-B657-AEFB67C12DD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17C366-4138-A2DE-DD00-DCAFF4D72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896D22-333A-A5D6-6D9F-2312237C45C5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/>
              <p:nvPr/>
            </p:nvSpPr>
            <p:spPr>
              <a:xfrm>
                <a:off x="0" y="1746940"/>
                <a:ext cx="8417631" cy="1137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746940"/>
                <a:ext cx="8417631" cy="11378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/>
              <p:nvPr/>
            </p:nvSpPr>
            <p:spPr>
              <a:xfrm>
                <a:off x="134302" y="3820225"/>
                <a:ext cx="11923395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ea typeface="Cambria Math" panose="02040503050406030204" pitchFamily="18" charset="0"/>
                  </a:rPr>
                  <a:t>Proof by Contradiction: 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func>
                  </m:oMath>
                </a14:m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02" y="3820225"/>
                <a:ext cx="11923395" cy="635623"/>
              </a:xfrm>
              <a:prstGeom prst="rect">
                <a:avLst/>
              </a:prstGeom>
              <a:blipFill>
                <a:blip r:embed="rId4"/>
                <a:stretch>
                  <a:fillRect l="-767" t="-4808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/>
              <p:nvPr/>
            </p:nvSpPr>
            <p:spPr>
              <a:xfrm>
                <a:off x="36766" y="3111188"/>
                <a:ext cx="6108192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66" y="3111188"/>
                <a:ext cx="6108192" cy="635623"/>
              </a:xfrm>
              <a:prstGeom prst="rect">
                <a:avLst/>
              </a:prstGeom>
              <a:blipFill>
                <a:blip r:embed="rId5"/>
                <a:stretch>
                  <a:fillRect l="-1497" t="-4762" b="-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256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A87E0-846C-79F4-3427-1AA30D713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B10ACD-57DB-5A14-80D1-D8B0B27B0E5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BAC2D6-894D-F586-D9BA-CB33C0BD9F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422E65-D36F-4F23-6735-2EF06556A13A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B59260-86F9-C45F-867A-89CF26E5AE99}"/>
              </a:ext>
            </a:extLst>
          </p:cNvPr>
          <p:cNvSpPr txBox="1"/>
          <p:nvPr/>
        </p:nvSpPr>
        <p:spPr>
          <a:xfrm>
            <a:off x="114254" y="3635842"/>
            <a:ext cx="145007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/>
            <a:r>
              <a:rPr lang="en-US" sz="2800" dirty="0"/>
              <a:t>Maximize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54ACC54-DA31-B62F-5B88-64E5929921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0927527"/>
                  </p:ext>
                </p:extLst>
              </p:nvPr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54ACC54-DA31-B62F-5B88-64E5929921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0927527"/>
                  </p:ext>
                </p:extLst>
              </p:nvPr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370" r="-3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370" r="-2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370" r="-1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370" r="-1200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01370" r="-3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01370" r="-2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01370" r="-1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01370" r="-1200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201370" r="-3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201370" r="-2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201370" r="-1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201370" r="-1200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301370" r="-3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301370" r="-2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301370" r="-1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301370" r="-1200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9068EE0-5EC4-60E1-A425-C1E8D05C878D}"/>
              </a:ext>
            </a:extLst>
          </p:cNvPr>
          <p:cNvSpPr txBox="1"/>
          <p:nvPr/>
        </p:nvSpPr>
        <p:spPr>
          <a:xfrm>
            <a:off x="4602803" y="1709120"/>
            <a:ext cx="34370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Primal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62149C5-A7CE-5D95-2698-C92B9E387C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9648965"/>
                  </p:ext>
                </p:extLst>
              </p:nvPr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62149C5-A7CE-5D95-2698-C92B9E387C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9648965"/>
                  </p:ext>
                </p:extLst>
              </p:nvPr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37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0137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20137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30137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81EA60BA-2479-BF02-3BCC-68C8AC03DC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0123028"/>
                  </p:ext>
                </p:extLst>
              </p:nvPr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81EA60BA-2479-BF02-3BCC-68C8AC03DC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0123028"/>
                  </p:ext>
                </p:extLst>
              </p:nvPr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370" r="-722" b="-3041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00000" r="-72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DE2D7A-6674-D01F-6109-DFBEA797AE19}"/>
                  </a:ext>
                </a:extLst>
              </p:cNvPr>
              <p:cNvSpPr txBox="1"/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DE2D7A-6674-D01F-6109-DFBEA797A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4DE579CC-63E3-59D6-B8F5-58A132C838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72736664"/>
                  </p:ext>
                </p:extLst>
              </p:nvPr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4DE579CC-63E3-59D6-B8F5-58A132C838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72736664"/>
                  </p:ext>
                </p:extLst>
              </p:nvPr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400" t="-1351" r="-3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400" t="-1351" r="-2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200400" t="-1351" r="-1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00400" t="-1351" r="-1200" b="-27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75DC6F49-1221-C660-C187-B766642D3B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6393421"/>
                  </p:ext>
                </p:extLst>
              </p:nvPr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75DC6F49-1221-C660-C187-B766642D3B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6393421"/>
                  </p:ext>
                </p:extLst>
              </p:nvPr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74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10274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DF9A177-B4E1-F2AF-6C83-508CDD8C71EE}"/>
                  </a:ext>
                </a:extLst>
              </p:cNvPr>
              <p:cNvSpPr txBox="1"/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DF9A177-B4E1-F2AF-6C83-508CDD8C7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blipFill>
                <a:blip r:embed="rId9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9FC07EB-BC3C-DF4F-8772-302887FD1553}"/>
              </a:ext>
            </a:extLst>
          </p:cNvPr>
          <p:cNvSpPr txBox="1"/>
          <p:nvPr/>
        </p:nvSpPr>
        <p:spPr>
          <a:xfrm>
            <a:off x="36576" y="5059506"/>
            <a:ext cx="159992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/>
            <a:r>
              <a:rPr lang="en-US" sz="2800" dirty="0"/>
              <a:t>Subject To</a:t>
            </a:r>
          </a:p>
        </p:txBody>
      </p:sp>
    </p:spTree>
    <p:extLst>
      <p:ext uri="{BB962C8B-B14F-4D97-AF65-F5344CB8AC3E}">
        <p14:creationId xmlns:p14="http://schemas.microsoft.com/office/powerpoint/2010/main" val="3160870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5136E-0345-4DF8-497C-3D381E237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6C8AAF-84E1-D5B4-26E6-2F425C014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6799AC-F9F2-D201-3655-6613C2E8CC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39A61-BBA4-9E83-0157-6B4A8CB6D2E9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52BEA5-26F2-590D-E3D9-E6CF301C0EBA}"/>
              </a:ext>
            </a:extLst>
          </p:cNvPr>
          <p:cNvSpPr txBox="1"/>
          <p:nvPr/>
        </p:nvSpPr>
        <p:spPr>
          <a:xfrm>
            <a:off x="114254" y="3635842"/>
            <a:ext cx="145007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/>
              <a:t>Maximize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2CDB7079-5938-1889-2C69-FD3A9F1704B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2CDB7079-5938-1889-2C69-FD3A9F1704B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370" r="-3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370" r="-2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370" r="-1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370" r="-1200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01370" r="-3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01370" r="-2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01370" r="-1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01370" r="-1200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201370" r="-3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201370" r="-2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201370" r="-1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201370" r="-1200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301370" r="-3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301370" r="-2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301370" r="-1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301370" r="-1200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CC17D52-FF1C-4496-B054-50B3296F7F0F}"/>
              </a:ext>
            </a:extLst>
          </p:cNvPr>
          <p:cNvSpPr txBox="1"/>
          <p:nvPr/>
        </p:nvSpPr>
        <p:spPr>
          <a:xfrm>
            <a:off x="4602803" y="1709120"/>
            <a:ext cx="34370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Primal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765C18B0-2EED-0494-E9A9-E73D399EF6A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765C18B0-2EED-0494-E9A9-E73D399EF6A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37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0137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20137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30137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643817C5-2397-FB7E-05D0-F597B1616E0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643817C5-2397-FB7E-05D0-F597B1616E0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370" r="-722" b="-3041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00000" r="-72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24CBD6-62D4-4A90-44B9-21A171F708C8}"/>
                  </a:ext>
                </a:extLst>
              </p:cNvPr>
              <p:cNvSpPr txBox="1"/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24CBD6-62D4-4A90-44B9-21A171F70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DBC3945E-9984-45A3-AE0B-C5D402FCAA4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DBC3945E-9984-45A3-AE0B-C5D402FCAA4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400" t="-1351" r="-3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400" t="-1351" r="-2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200400" t="-1351" r="-1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00400" t="-1351" r="-1200" b="-27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B6FB4361-2E4C-D738-9B1D-30631DA936F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B6FB4361-2E4C-D738-9B1D-30631DA936F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74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10274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3E029E-625E-0A33-9A92-47EBFA512DC2}"/>
                  </a:ext>
                </a:extLst>
              </p:cNvPr>
              <p:cNvSpPr txBox="1"/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3E029E-625E-0A33-9A92-47EBFA512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blipFill>
                <a:blip r:embed="rId9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E2978009-1CEA-35C6-4431-47AC11D8FDDD}"/>
              </a:ext>
            </a:extLst>
          </p:cNvPr>
          <p:cNvSpPr txBox="1"/>
          <p:nvPr/>
        </p:nvSpPr>
        <p:spPr>
          <a:xfrm>
            <a:off x="36576" y="5059506"/>
            <a:ext cx="159992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/>
              <a:t>Subject To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218AD8-040A-13D0-8674-1EE2001CFFBF}"/>
              </a:ext>
            </a:extLst>
          </p:cNvPr>
          <p:cNvSpPr/>
          <p:nvPr/>
        </p:nvSpPr>
        <p:spPr>
          <a:xfrm>
            <a:off x="1690592" y="6396335"/>
            <a:ext cx="2046222" cy="4031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AFC6AF-024D-ADD5-0B87-BBBBDCAFE768}"/>
                  </a:ext>
                </a:extLst>
              </p:cNvPr>
              <p:cNvSpPr txBox="1"/>
              <p:nvPr/>
            </p:nvSpPr>
            <p:spPr>
              <a:xfrm>
                <a:off x="4207233" y="5797474"/>
                <a:ext cx="7355018" cy="954107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We can encode this by modifying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800" dirty="0"/>
              </a:p>
              <a:p>
                <a:pPr marL="457200" indent="-457200" algn="ctr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Add row [-1 0 0 … ] to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800" dirty="0"/>
                  <a:t> and row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AFC6AF-024D-ADD5-0B87-BBBBDCAFE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233" y="5797474"/>
                <a:ext cx="7355018" cy="954107"/>
              </a:xfrm>
              <a:prstGeom prst="rect">
                <a:avLst/>
              </a:prstGeom>
              <a:blipFill>
                <a:blip r:embed="rId10"/>
                <a:stretch>
                  <a:fillRect t="-4294" b="-1411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53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ED4A-9229-EB91-FE26-8A333925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22CA4-53C2-3B79-951A-F57004B6AAF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958D72-2E47-F1A3-2B3D-49AA4AA5858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E8625D-5886-B68E-2F4A-1FE37A0B8C0F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E52A15-4DDF-9D0C-6E87-C40A151B252D}"/>
              </a:ext>
            </a:extLst>
          </p:cNvPr>
          <p:cNvSpPr txBox="1"/>
          <p:nvPr/>
        </p:nvSpPr>
        <p:spPr>
          <a:xfrm>
            <a:off x="114254" y="3635842"/>
            <a:ext cx="145007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/>
              <a:t>Maximize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790AD82-505D-36C1-509F-3C4C84E8FF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80157912"/>
                  </p:ext>
                </p:extLst>
              </p:nvPr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790AD82-505D-36C1-509F-3C4C84E8FF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80157912"/>
                  </p:ext>
                </p:extLst>
              </p:nvPr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370" r="-3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370" r="-2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370" r="-1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370" r="-1200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01370" r="-3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01370" r="-2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01370" r="-1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01370" r="-1200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201370" r="-3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201370" r="-2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201370" r="-1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201370" r="-1200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301370" r="-3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301370" r="-2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301370" r="-1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301370" r="-1200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4159F9ED-F0DD-58E9-B28A-10F4602EBA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7471959"/>
                  </p:ext>
                </p:extLst>
              </p:nvPr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4159F9ED-F0DD-58E9-B28A-10F4602EBA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7471959"/>
                  </p:ext>
                </p:extLst>
              </p:nvPr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37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0137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20137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30137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A63F4E4B-0482-16BD-6BA3-5CA3575A63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0436009"/>
                  </p:ext>
                </p:extLst>
              </p:nvPr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A63F4E4B-0482-16BD-6BA3-5CA3575A63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0436009"/>
                  </p:ext>
                </p:extLst>
              </p:nvPr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370" r="-722" b="-3041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00000" r="-72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2FF2A0E-4F59-58BC-CAFE-D966639E5E4A}"/>
                  </a:ext>
                </a:extLst>
              </p:cNvPr>
              <p:cNvSpPr txBox="1"/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2FF2A0E-4F59-58BC-CAFE-D966639E5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27A1DA06-B388-EB9D-B653-0C832DC209B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5901258"/>
                  </p:ext>
                </p:extLst>
              </p:nvPr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27A1DA06-B388-EB9D-B653-0C832DC209B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5901258"/>
                  </p:ext>
                </p:extLst>
              </p:nvPr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400" t="-1351" r="-3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400" t="-1351" r="-2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200400" t="-1351" r="-1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00400" t="-1351" r="-1200" b="-27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A23347DB-682F-03EB-74C7-DABFDE5840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16448"/>
                  </p:ext>
                </p:extLst>
              </p:nvPr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A23347DB-682F-03EB-74C7-DABFDE5840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16448"/>
                  </p:ext>
                </p:extLst>
              </p:nvPr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74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10274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2FA8660-97AD-BC4A-11D5-A5C3E2128A2B}"/>
                  </a:ext>
                </a:extLst>
              </p:cNvPr>
              <p:cNvSpPr txBox="1"/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2FA8660-97AD-BC4A-11D5-A5C3E2128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blipFill>
                <a:blip r:embed="rId9"/>
                <a:stretch>
                  <a:fillRect l="-64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FA04940E-25A0-1044-B56A-9C9BFB7B46D6}"/>
              </a:ext>
            </a:extLst>
          </p:cNvPr>
          <p:cNvSpPr txBox="1"/>
          <p:nvPr/>
        </p:nvSpPr>
        <p:spPr>
          <a:xfrm>
            <a:off x="36576" y="5059506"/>
            <a:ext cx="159992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/>
              <a:t>Subject 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B7C538-2022-59F6-4C1C-D3DA55AD427F}"/>
              </a:ext>
            </a:extLst>
          </p:cNvPr>
          <p:cNvSpPr txBox="1"/>
          <p:nvPr/>
        </p:nvSpPr>
        <p:spPr>
          <a:xfrm>
            <a:off x="4913699" y="1709120"/>
            <a:ext cx="34370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Dual Problem</a:t>
            </a:r>
          </a:p>
        </p:txBody>
      </p:sp>
    </p:spTree>
    <p:extLst>
      <p:ext uri="{BB962C8B-B14F-4D97-AF65-F5344CB8AC3E}">
        <p14:creationId xmlns:p14="http://schemas.microsoft.com/office/powerpoint/2010/main" val="1993555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AB04-ABA8-9F88-040D-F01E31427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32F12D-C659-BFB0-5EEF-4F2589E3C7E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05D737-DC91-0A37-D40A-9752272113B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3F0670-A8CB-C700-37B3-A41FCA40D74E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F81CEA-55A6-C2F6-35D4-3EB92E48D552}"/>
              </a:ext>
            </a:extLst>
          </p:cNvPr>
          <p:cNvSpPr txBox="1"/>
          <p:nvPr/>
        </p:nvSpPr>
        <p:spPr>
          <a:xfrm>
            <a:off x="114254" y="3635842"/>
            <a:ext cx="145007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/>
              <a:t>Maximize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FC9DF6B-B4A7-7059-6A5B-D550F6C7237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FC9DF6B-B4A7-7059-6A5B-D550F6C7237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4387686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370" r="-3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370" r="-2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370" r="-1012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370" r="-1200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01370" r="-3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01370" r="-2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01370" r="-1012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01370" r="-1200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201370" r="-3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201370" r="-2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201370" r="-1012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201370" r="-1200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301370" r="-3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301370" r="-2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301370" r="-1012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301370" r="-1200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3975E78-26A6-D726-013F-3C6ABF89CD5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3975E78-26A6-D726-013F-3C6ABF89CD5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4384373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37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10137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20137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61" t="-30137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04EF6AD3-E0FD-EC79-CC28-FFEFF7F5D3E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04EF6AD3-E0FD-EC79-CC28-FFEFF7F5D3E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372357" y="4382939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370" r="-722" b="-3041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100000" r="-72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B51CFB-74D0-8CED-39AE-7E514DB605F9}"/>
                  </a:ext>
                </a:extLst>
              </p:cNvPr>
              <p:cNvSpPr txBox="1"/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B51CFB-74D0-8CED-39AE-7E514DB60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48" y="4921007"/>
                <a:ext cx="673509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94867362-0CDF-A033-800D-6347B03077A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94867362-0CDF-A033-800D-6347B03077A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42007" y="3612991"/>
              <a:ext cx="6091320" cy="443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573421160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115718239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400" t="-1351" r="-3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400" t="-1351" r="-2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200400" t="-1351" r="-10120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00400" t="-1351" r="-1200" b="-27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A5748D05-C0DF-DB2B-637C-07EEF3B2BBB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A5748D05-C0DF-DB2B-637C-07EEF3B2BBB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42375" y="2292201"/>
              <a:ext cx="1684594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740" r="-722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102740" r="-722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202740" r="-722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1" t="-302740" r="-722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035E810-5F1B-0AE8-EF2C-512AA4A6BBDA}"/>
                  </a:ext>
                </a:extLst>
              </p:cNvPr>
              <p:cNvSpPr txBox="1"/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035E810-5F1B-0AE8-EF2C-512AA4A6BB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2007" y="6396335"/>
                <a:ext cx="2860796" cy="461665"/>
              </a:xfrm>
              <a:prstGeom prst="rect">
                <a:avLst/>
              </a:prstGeom>
              <a:blipFill>
                <a:blip r:embed="rId9"/>
                <a:stretch>
                  <a:fillRect l="-64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F1675E79-5731-ADC2-6DB3-4D1E286A2C62}"/>
              </a:ext>
            </a:extLst>
          </p:cNvPr>
          <p:cNvSpPr txBox="1"/>
          <p:nvPr/>
        </p:nvSpPr>
        <p:spPr>
          <a:xfrm>
            <a:off x="36576" y="5059506"/>
            <a:ext cx="159992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/>
              <a:t>Subject 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CBC269-7837-E39E-D03E-403908F6FCAE}"/>
              </a:ext>
            </a:extLst>
          </p:cNvPr>
          <p:cNvSpPr txBox="1"/>
          <p:nvPr/>
        </p:nvSpPr>
        <p:spPr>
          <a:xfrm>
            <a:off x="4913699" y="1709120"/>
            <a:ext cx="34370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Dual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4C0EC-3E93-9275-828E-5FD1B6752B6A}"/>
              </a:ext>
            </a:extLst>
          </p:cNvPr>
          <p:cNvSpPr/>
          <p:nvPr/>
        </p:nvSpPr>
        <p:spPr>
          <a:xfrm>
            <a:off x="1751338" y="4388461"/>
            <a:ext cx="6081989" cy="176900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EFD63-A698-CA7C-13AB-DACCA91C736B}"/>
              </a:ext>
            </a:extLst>
          </p:cNvPr>
          <p:cNvSpPr txBox="1"/>
          <p:nvPr/>
        </p:nvSpPr>
        <p:spPr>
          <a:xfrm>
            <a:off x="701380" y="3599156"/>
            <a:ext cx="8172573" cy="523220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This is the transpose of the original constraint matrix</a:t>
            </a:r>
          </a:p>
        </p:txBody>
      </p:sp>
    </p:spTree>
    <p:extLst>
      <p:ext uri="{BB962C8B-B14F-4D97-AF65-F5344CB8AC3E}">
        <p14:creationId xmlns:p14="http://schemas.microsoft.com/office/powerpoint/2010/main" val="3666037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23141-D2F8-95B1-A99F-D581E5496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78B100F-C708-BD5C-4C22-1B57278EDE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E42F33-32E9-84DE-2E4C-967C3347ED8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2FF46B-16AF-289F-2D9B-F0C71AC6205B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54AE68-DF42-6E1D-726D-1576BF43236C}"/>
              </a:ext>
            </a:extLst>
          </p:cNvPr>
          <p:cNvSpPr txBox="1"/>
          <p:nvPr/>
        </p:nvSpPr>
        <p:spPr>
          <a:xfrm>
            <a:off x="4602804" y="1709120"/>
            <a:ext cx="2787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Primal Facets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A1ACA0E-EB79-8A61-12D5-97099879F3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9455192"/>
                  </p:ext>
                </p:extLst>
              </p:nvPr>
            </p:nvGraphicFramePr>
            <p:xfrm>
              <a:off x="2713703" y="2335092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A1ACA0E-EB79-8A61-12D5-97099879F3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9455192"/>
                  </p:ext>
                </p:extLst>
              </p:nvPr>
            </p:nvGraphicFramePr>
            <p:xfrm>
              <a:off x="2713703" y="2335092"/>
              <a:ext cx="6091320" cy="17745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2830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522830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370" r="-3008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370" r="-2008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370" r="-100800" b="-3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370" r="-800" b="-3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101370" r="-3008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101370" r="-2008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101370" r="-100800" b="-2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101370" r="-800" b="-2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201370" r="-3008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201370" r="-2008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201370" r="-100800" b="-10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201370" r="-800" b="-10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4363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0" t="-301370" r="-3008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400" t="-301370" r="-2008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400" t="-301370" r="-100800" b="-27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0400" t="-301370" r="-800" b="-27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14C0F13-B3EE-899E-FAEC-B027993216A3}"/>
              </a:ext>
            </a:extLst>
          </p:cNvPr>
          <p:cNvSpPr/>
          <p:nvPr/>
        </p:nvSpPr>
        <p:spPr>
          <a:xfrm>
            <a:off x="2713703" y="2330345"/>
            <a:ext cx="6091320" cy="450319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FE947-1EC6-55DE-8DBF-8748D475D795}"/>
              </a:ext>
            </a:extLst>
          </p:cNvPr>
          <p:cNvSpPr txBox="1"/>
          <p:nvPr/>
        </p:nvSpPr>
        <p:spPr>
          <a:xfrm>
            <a:off x="4127301" y="4549610"/>
            <a:ext cx="48588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ea typeface="Cambria Math" panose="02040503050406030204" pitchFamily="18" charset="0"/>
              </a:rPr>
              <a:t>Each row generates a face</a:t>
            </a:r>
            <a:endParaRPr lang="en-US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515F19-D7E4-57B3-C40B-ACF4D154FD0C}"/>
              </a:ext>
            </a:extLst>
          </p:cNvPr>
          <p:cNvSpPr txBox="1"/>
          <p:nvPr/>
        </p:nvSpPr>
        <p:spPr>
          <a:xfrm>
            <a:off x="4127301" y="5297989"/>
            <a:ext cx="6091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ea typeface="Cambria Math" panose="02040503050406030204" pitchFamily="18" charset="0"/>
              </a:rPr>
              <a:t>Each column row generates a vertex</a:t>
            </a:r>
            <a:endParaRPr lang="en-US" sz="28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A04374B-CF56-29FF-B012-7079833DDAF1}"/>
              </a:ext>
            </a:extLst>
          </p:cNvPr>
          <p:cNvSpPr/>
          <p:nvPr/>
        </p:nvSpPr>
        <p:spPr>
          <a:xfrm>
            <a:off x="3666552" y="4586060"/>
            <a:ext cx="460748" cy="450319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79BE2E0-EBDD-3B00-1840-CF64D2E2C689}"/>
              </a:ext>
            </a:extLst>
          </p:cNvPr>
          <p:cNvSpPr/>
          <p:nvPr/>
        </p:nvSpPr>
        <p:spPr>
          <a:xfrm>
            <a:off x="3666553" y="5340551"/>
            <a:ext cx="460748" cy="450319"/>
          </a:xfrm>
          <a:prstGeom prst="rect">
            <a:avLst/>
          </a:prstGeom>
          <a:solidFill>
            <a:srgbClr val="064EA1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43F25-D0A4-92B5-AE5C-FB71A3854ED0}"/>
              </a:ext>
            </a:extLst>
          </p:cNvPr>
          <p:cNvSpPr/>
          <p:nvPr/>
        </p:nvSpPr>
        <p:spPr>
          <a:xfrm>
            <a:off x="2713324" y="2339675"/>
            <a:ext cx="1514756" cy="1774528"/>
          </a:xfrm>
          <a:prstGeom prst="rect">
            <a:avLst/>
          </a:prstGeom>
          <a:solidFill>
            <a:srgbClr val="064EA1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1B0B3C-9886-7E02-CCD0-EE9C57CB4085}"/>
              </a:ext>
            </a:extLst>
          </p:cNvPr>
          <p:cNvSpPr txBox="1"/>
          <p:nvPr/>
        </p:nvSpPr>
        <p:spPr>
          <a:xfrm>
            <a:off x="307910" y="5036379"/>
            <a:ext cx="17541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THE COLUMN STUFF</a:t>
            </a:r>
          </a:p>
        </p:txBody>
      </p:sp>
    </p:spTree>
    <p:extLst>
      <p:ext uri="{BB962C8B-B14F-4D97-AF65-F5344CB8AC3E}">
        <p14:creationId xmlns:p14="http://schemas.microsoft.com/office/powerpoint/2010/main" val="1699147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0710-0BFB-F907-96ED-56DCBFFB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CD8F03B-C78E-0B37-0238-2CA36657039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B3212-CEBE-8C28-4606-9EC66FDE4C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A721B2-B0C9-9E00-8CCE-5A580D526221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208517-C1B6-6C44-86C8-629079F461EF}"/>
              </a:ext>
            </a:extLst>
          </p:cNvPr>
          <p:cNvSpPr txBox="1"/>
          <p:nvPr/>
        </p:nvSpPr>
        <p:spPr>
          <a:xfrm>
            <a:off x="4602804" y="1709120"/>
            <a:ext cx="2787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Primal Facets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B4D5A9-49E8-5175-3118-0CEF323C3DBC}"/>
              </a:ext>
            </a:extLst>
          </p:cNvPr>
          <p:cNvSpPr txBox="1"/>
          <p:nvPr/>
        </p:nvSpPr>
        <p:spPr>
          <a:xfrm>
            <a:off x="-25302" y="2320499"/>
            <a:ext cx="15533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ea typeface="Cambria Math" panose="02040503050406030204" pitchFamily="18" charset="0"/>
              </a:rPr>
              <a:t>Example:</a:t>
            </a:r>
            <a:endParaRPr lang="en-US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B9036B5-AB91-56B9-DBC9-024DEEB96E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5776996"/>
                  </p:ext>
                </p:extLst>
              </p:nvPr>
            </p:nvGraphicFramePr>
            <p:xfrm>
              <a:off x="1400314" y="4358213"/>
              <a:ext cx="2829988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143396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315598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B9036B5-AB91-56B9-DBC9-024DEEB96E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5776996"/>
                  </p:ext>
                </p:extLst>
              </p:nvPr>
            </p:nvGraphicFramePr>
            <p:xfrm>
              <a:off x="1400314" y="4358213"/>
              <a:ext cx="2829988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8955" r="-100858" b="-3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8955" r="-1293" b="-3134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107353" r="-100858" b="-2088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107353" r="-1293" b="-2088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210448" r="-100858" b="-1119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210448" r="-1293" b="-1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143396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310448" r="-100858" b="-119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310448" r="-1293" b="-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315598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45023D37-8AE8-C1AC-2569-914A412D25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1927888"/>
                  </p:ext>
                </p:extLst>
              </p:nvPr>
            </p:nvGraphicFramePr>
            <p:xfrm>
              <a:off x="6284334" y="4358213"/>
              <a:ext cx="1534324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3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9174773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4290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45023D37-8AE8-C1AC-2569-914A412D25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1927888"/>
                  </p:ext>
                </p:extLst>
              </p:nvPr>
            </p:nvGraphicFramePr>
            <p:xfrm>
              <a:off x="6284334" y="4358213"/>
              <a:ext cx="1534324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3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8955" r="-791" b="-3134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107353" r="-791" b="-2088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210448" r="-791" b="-1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9174773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310448" r="-791" b="-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42905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1DE3C497-071D-16F6-4651-DDD18D7484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58902662"/>
                  </p:ext>
                </p:extLst>
              </p:nvPr>
            </p:nvGraphicFramePr>
            <p:xfrm>
              <a:off x="1400314" y="3423461"/>
              <a:ext cx="2829988" cy="42839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</a:tblGrid>
                  <a:tr h="428391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1DE3C497-071D-16F6-4651-DDD18D7484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58902662"/>
                  </p:ext>
                </p:extLst>
              </p:nvPr>
            </p:nvGraphicFramePr>
            <p:xfrm>
              <a:off x="1400314" y="3423461"/>
              <a:ext cx="2829988" cy="42839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</a:tblGrid>
                  <a:tr h="42839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429" t="-1408" r="-100858" b="-28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862" t="-1408" r="-1293" b="-28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CE49432-8624-EE4F-3592-63B9930424C1}"/>
              </a:ext>
            </a:extLst>
          </p:cNvPr>
          <p:cNvSpPr txBox="1"/>
          <p:nvPr/>
        </p:nvSpPr>
        <p:spPr>
          <a:xfrm>
            <a:off x="35323" y="3466150"/>
            <a:ext cx="124566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400" dirty="0"/>
              <a:t>Maximize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9C17FC-0928-1D37-CFE9-2A7CC6B84CD0}"/>
              </a:ext>
            </a:extLst>
          </p:cNvPr>
          <p:cNvSpPr txBox="1"/>
          <p:nvPr/>
        </p:nvSpPr>
        <p:spPr>
          <a:xfrm>
            <a:off x="-69889" y="4358213"/>
            <a:ext cx="1350873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400" dirty="0"/>
              <a:t>Subject 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EE11DD8E-C408-7F6A-85A5-1CB5B15732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1357754"/>
                  </p:ext>
                </p:extLst>
              </p:nvPr>
            </p:nvGraphicFramePr>
            <p:xfrm>
              <a:off x="4319290" y="4360231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EE11DD8E-C408-7F6A-85A5-1CB5B15732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1357754"/>
                  </p:ext>
                </p:extLst>
              </p:nvPr>
            </p:nvGraphicFramePr>
            <p:xfrm>
              <a:off x="4319290" y="4360231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426" t="-1493" r="-851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426" t="-101493" r="-851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378416-1E65-5B6E-3C32-DD13969CA0BE}"/>
                  </a:ext>
                </a:extLst>
              </p:cNvPr>
              <p:cNvSpPr txBox="1"/>
              <p:nvPr/>
            </p:nvSpPr>
            <p:spPr>
              <a:xfrm>
                <a:off x="5641320" y="4473316"/>
                <a:ext cx="67350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378416-1E65-5B6E-3C32-DD13969CA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320" y="4473316"/>
                <a:ext cx="673509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B9E84D02-54FA-5ED1-8B93-19F3C0E55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2154395"/>
                  </p:ext>
                </p:extLst>
              </p:nvPr>
            </p:nvGraphicFramePr>
            <p:xfrm>
              <a:off x="4319290" y="3430009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B9E84D02-54FA-5ED1-8B93-19F3C0E55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2154395"/>
                  </p:ext>
                </p:extLst>
              </p:nvPr>
            </p:nvGraphicFramePr>
            <p:xfrm>
              <a:off x="4319290" y="3430009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426" t="-1493" r="-851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426" t="-101493" r="-851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5E99EC-3B7D-B593-DF30-E30480C322FE}"/>
                  </a:ext>
                </a:extLst>
              </p:cNvPr>
              <p:cNvSpPr txBox="1"/>
              <p:nvPr/>
            </p:nvSpPr>
            <p:spPr>
              <a:xfrm>
                <a:off x="11753461" y="5864548"/>
                <a:ext cx="438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5E99EC-3B7D-B593-DF30-E30480C322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3461" y="5864548"/>
                <a:ext cx="43853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042822-1384-EA77-DDC8-27644D9825C0}"/>
                  </a:ext>
                </a:extLst>
              </p:cNvPr>
              <p:cNvSpPr txBox="1"/>
              <p:nvPr/>
            </p:nvSpPr>
            <p:spPr>
              <a:xfrm>
                <a:off x="8407738" y="2576972"/>
                <a:ext cx="438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042822-1384-EA77-DDC8-27644D982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738" y="2576972"/>
                <a:ext cx="438539" cy="369332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852B9637-FBE0-63E3-93F0-6C18B5E3B35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68861" y="2946304"/>
            <a:ext cx="3444123" cy="340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08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4FEB1-A29C-8325-46B6-BD4A992B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7D61FD7-766D-046A-E13D-D305D6D3969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9D5314-80D4-D233-8624-DF0BE210F17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2138F1-DFC8-12FA-AED5-214BEFA0874A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011495-E4AB-7418-5C09-C062F53A9F55}"/>
              </a:ext>
            </a:extLst>
          </p:cNvPr>
          <p:cNvSpPr txBox="1"/>
          <p:nvPr/>
        </p:nvSpPr>
        <p:spPr>
          <a:xfrm>
            <a:off x="4602804" y="1709120"/>
            <a:ext cx="3215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Primal Vertices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FFD90-D374-58DD-CF85-2C2E157423E7}"/>
              </a:ext>
            </a:extLst>
          </p:cNvPr>
          <p:cNvSpPr txBox="1"/>
          <p:nvPr/>
        </p:nvSpPr>
        <p:spPr>
          <a:xfrm>
            <a:off x="-25302" y="2320499"/>
            <a:ext cx="15533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ea typeface="Cambria Math" panose="02040503050406030204" pitchFamily="18" charset="0"/>
              </a:rPr>
              <a:t>Example:</a:t>
            </a:r>
            <a:endParaRPr lang="en-US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A8AC48C-D074-455F-3985-82E655AA6F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2432961"/>
                  </p:ext>
                </p:extLst>
              </p:nvPr>
            </p:nvGraphicFramePr>
            <p:xfrm>
              <a:off x="1055081" y="2903581"/>
              <a:ext cx="2829988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143396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315598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A8AC48C-D074-455F-3985-82E655AA6F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2432961"/>
                  </p:ext>
                </p:extLst>
              </p:nvPr>
            </p:nvGraphicFramePr>
            <p:xfrm>
              <a:off x="1055081" y="2903581"/>
              <a:ext cx="2829988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1493" r="-100429" b="-304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1493" r="-862" b="-3044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100000" r="-10042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100000" r="-86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202985" r="-100429" b="-1029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202985" r="-862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143396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302985" r="-100429" b="-29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302985" r="-862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315598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1E797CDD-96E3-C730-1CA0-BC9947C3C2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5785774"/>
                  </p:ext>
                </p:extLst>
              </p:nvPr>
            </p:nvGraphicFramePr>
            <p:xfrm>
              <a:off x="5939101" y="2903581"/>
              <a:ext cx="1534324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3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9174773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4290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1E797CDD-96E3-C730-1CA0-BC9947C3C2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5785774"/>
                  </p:ext>
                </p:extLst>
              </p:nvPr>
            </p:nvGraphicFramePr>
            <p:xfrm>
              <a:off x="5939101" y="2903581"/>
              <a:ext cx="1534324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3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7" t="-1493" r="-1190" b="-3044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7" t="-100000" r="-11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7" t="-202985" r="-1190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9174773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7" t="-302985" r="-1190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42905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18826606-5E20-7B45-232D-D1E732C64D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06284019"/>
                  </p:ext>
                </p:extLst>
              </p:nvPr>
            </p:nvGraphicFramePr>
            <p:xfrm>
              <a:off x="3974057" y="2905599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18826606-5E20-7B45-232D-D1E732C64D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06284019"/>
                  </p:ext>
                </p:extLst>
              </p:nvPr>
            </p:nvGraphicFramePr>
            <p:xfrm>
              <a:off x="3974057" y="2905599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426" t="-1493" r="-851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426" t="-101493" r="-851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49E8597-A856-13F8-E7C5-25AAF72EB9B5}"/>
                  </a:ext>
                </a:extLst>
              </p:cNvPr>
              <p:cNvSpPr txBox="1"/>
              <p:nvPr/>
            </p:nvSpPr>
            <p:spPr>
              <a:xfrm>
                <a:off x="5296087" y="3018684"/>
                <a:ext cx="67350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49E8597-A856-13F8-E7C5-25AAF72EB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6087" y="3018684"/>
                <a:ext cx="67350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230F5C-DCC5-8ADC-604D-096B800B6FAE}"/>
                  </a:ext>
                </a:extLst>
              </p:cNvPr>
              <p:cNvSpPr txBox="1"/>
              <p:nvPr/>
            </p:nvSpPr>
            <p:spPr>
              <a:xfrm>
                <a:off x="11753461" y="5864548"/>
                <a:ext cx="438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230F5C-DCC5-8ADC-604D-096B800B6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3461" y="5864548"/>
                <a:ext cx="43853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E9642A-7A9C-C129-8D3E-434F0D10050F}"/>
                  </a:ext>
                </a:extLst>
              </p:cNvPr>
              <p:cNvSpPr txBox="1"/>
              <p:nvPr/>
            </p:nvSpPr>
            <p:spPr>
              <a:xfrm>
                <a:off x="8407738" y="2576972"/>
                <a:ext cx="438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E9642A-7A9C-C129-8D3E-434F0D100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738" y="2576972"/>
                <a:ext cx="438539" cy="369332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B72C02CF-E2E3-1A4B-B319-24AB0243DA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68861" y="2946304"/>
            <a:ext cx="3444123" cy="340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348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51B27-B819-ECDA-93C7-94D83D68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E6ABBDB-B2A9-BAD8-2CED-DF96C4DEA03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C273D8-A245-1807-7FCB-5AA5D992112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5B69AA-9446-3690-01A8-E493DCE0638A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6EBF27-38D8-1452-4B0D-7816B052D1D0}"/>
              </a:ext>
            </a:extLst>
          </p:cNvPr>
          <p:cNvSpPr txBox="1"/>
          <p:nvPr/>
        </p:nvSpPr>
        <p:spPr>
          <a:xfrm>
            <a:off x="4602804" y="1709120"/>
            <a:ext cx="2787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Dual Facets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9D5587-8810-3EE2-275C-EF0B7D06D172}"/>
              </a:ext>
            </a:extLst>
          </p:cNvPr>
          <p:cNvSpPr txBox="1"/>
          <p:nvPr/>
        </p:nvSpPr>
        <p:spPr>
          <a:xfrm>
            <a:off x="-25302" y="2320499"/>
            <a:ext cx="15533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ea typeface="Cambria Math" panose="02040503050406030204" pitchFamily="18" charset="0"/>
              </a:rPr>
              <a:t>Example:</a:t>
            </a:r>
            <a:endParaRPr lang="en-US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CA9E15B-AE1B-25A7-B86C-06244846ED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7064749"/>
                  </p:ext>
                </p:extLst>
              </p:nvPr>
            </p:nvGraphicFramePr>
            <p:xfrm>
              <a:off x="1400314" y="4358213"/>
              <a:ext cx="2829988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143396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315598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CA9E15B-AE1B-25A7-B86C-06244846ED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7064749"/>
                  </p:ext>
                </p:extLst>
              </p:nvPr>
            </p:nvGraphicFramePr>
            <p:xfrm>
              <a:off x="1400314" y="4358213"/>
              <a:ext cx="2829988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8955" r="-100858" b="-3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8955" r="-1293" b="-3134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107353" r="-100858" b="-2088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107353" r="-1293" b="-2088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210448" r="-100858" b="-1119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210448" r="-1293" b="-1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143396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29" t="-310448" r="-100858" b="-119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862" t="-310448" r="-1293" b="-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315598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E3E660CB-EC84-07F8-F6C4-515188570F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0597095"/>
                  </p:ext>
                </p:extLst>
              </p:nvPr>
            </p:nvGraphicFramePr>
            <p:xfrm>
              <a:off x="6284334" y="4358213"/>
              <a:ext cx="1534324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3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9174773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4290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E3E660CB-EC84-07F8-F6C4-515188570F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0597095"/>
                  </p:ext>
                </p:extLst>
              </p:nvPr>
            </p:nvGraphicFramePr>
            <p:xfrm>
              <a:off x="6284334" y="4358213"/>
              <a:ext cx="1534324" cy="16321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3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8955" r="-791" b="-3134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107353" r="-791" b="-2088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210448" r="-791" b="-1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9174773"/>
                      </a:ext>
                    </a:extLst>
                  </a:tr>
                  <a:tr h="408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5" t="-310448" r="-791" b="-119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42905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DBBCD6B5-9F35-0E72-CF92-9439DDE313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4776054"/>
                  </p:ext>
                </p:extLst>
              </p:nvPr>
            </p:nvGraphicFramePr>
            <p:xfrm>
              <a:off x="1400314" y="3423461"/>
              <a:ext cx="2829988" cy="42839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</a:tblGrid>
                  <a:tr h="428391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DBBCD6B5-9F35-0E72-CF92-9439DDE313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4776054"/>
                  </p:ext>
                </p:extLst>
              </p:nvPr>
            </p:nvGraphicFramePr>
            <p:xfrm>
              <a:off x="1400314" y="3423461"/>
              <a:ext cx="2829988" cy="42839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4994">
                      <a:extLst>
                        <a:ext uri="{9D8B030D-6E8A-4147-A177-3AD203B41FA5}">
                          <a16:colId xmlns:a16="http://schemas.microsoft.com/office/drawing/2014/main" val="3567984811"/>
                        </a:ext>
                      </a:extLst>
                    </a:gridCol>
                    <a:gridCol w="1414994">
                      <a:extLst>
                        <a:ext uri="{9D8B030D-6E8A-4147-A177-3AD203B41FA5}">
                          <a16:colId xmlns:a16="http://schemas.microsoft.com/office/drawing/2014/main" val="901601936"/>
                        </a:ext>
                      </a:extLst>
                    </a:gridCol>
                  </a:tblGrid>
                  <a:tr h="42839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429" t="-1408" r="-100858" b="-28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862" t="-1408" r="-1293" b="-28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7281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8AB22DBD-8F89-676F-09ED-D50DD4244ABD}"/>
              </a:ext>
            </a:extLst>
          </p:cNvPr>
          <p:cNvSpPr txBox="1"/>
          <p:nvPr/>
        </p:nvSpPr>
        <p:spPr>
          <a:xfrm>
            <a:off x="35323" y="3466150"/>
            <a:ext cx="118955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400" dirty="0"/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C82DA4-710B-446F-E267-8F9BBBA62E67}"/>
              </a:ext>
            </a:extLst>
          </p:cNvPr>
          <p:cNvSpPr txBox="1"/>
          <p:nvPr/>
        </p:nvSpPr>
        <p:spPr>
          <a:xfrm>
            <a:off x="-69889" y="4358213"/>
            <a:ext cx="1350873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400" dirty="0"/>
              <a:t>Subject 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3DA10A66-A2EC-BB46-71B1-94423B3983C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19290" y="4360231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3DA10A66-A2EC-BB46-71B1-94423B3983C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19290" y="4360231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426" t="-1493" r="-851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426" t="-101493" r="-851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80E711B-FDDF-4680-25E9-8AB688E69874}"/>
                  </a:ext>
                </a:extLst>
              </p:cNvPr>
              <p:cNvSpPr txBox="1"/>
              <p:nvPr/>
            </p:nvSpPr>
            <p:spPr>
              <a:xfrm>
                <a:off x="5641320" y="4473316"/>
                <a:ext cx="67350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80E711B-FDDF-4680-25E9-8AB688E69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320" y="4473316"/>
                <a:ext cx="673509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24366D75-F007-3184-D280-22C3169AE20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19290" y="3430009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24366D75-F007-3184-D280-22C3169AE20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19290" y="3430009"/>
              <a:ext cx="1425924" cy="8109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2592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426" t="-1493" r="-851" b="-1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054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426" t="-101493" r="-851" b="-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3D4D8E1-E31C-F69A-14A0-FEC40F831932}"/>
                  </a:ext>
                </a:extLst>
              </p:cNvPr>
              <p:cNvSpPr txBox="1"/>
              <p:nvPr/>
            </p:nvSpPr>
            <p:spPr>
              <a:xfrm>
                <a:off x="11737947" y="5908224"/>
                <a:ext cx="438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3D4D8E1-E31C-F69A-14A0-FEC40F831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7947" y="5908224"/>
                <a:ext cx="43853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B89AADB-12B9-1D10-FF0B-950F3866AA84}"/>
                  </a:ext>
                </a:extLst>
              </p:cNvPr>
              <p:cNvSpPr txBox="1"/>
              <p:nvPr/>
            </p:nvSpPr>
            <p:spPr>
              <a:xfrm>
                <a:off x="8407738" y="2576972"/>
                <a:ext cx="438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B89AADB-12B9-1D10-FF0B-950F3866A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738" y="2576972"/>
                <a:ext cx="438539" cy="369332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6B74F9E-53DD-BFDF-8BA5-4491081258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68861" y="2980029"/>
            <a:ext cx="3466209" cy="333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367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3415</TotalTime>
  <Words>626</Words>
  <Application>Microsoft Office PowerPoint</Application>
  <PresentationFormat>Widescreen</PresentationFormat>
  <Paragraphs>286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32</cp:revision>
  <cp:lastPrinted>2025-08-21T02:00:35Z</cp:lastPrinted>
  <dcterms:created xsi:type="dcterms:W3CDTF">2025-08-20T23:47:39Z</dcterms:created>
  <dcterms:modified xsi:type="dcterms:W3CDTF">2026-03-02T19:15:01Z</dcterms:modified>
</cp:coreProperties>
</file>