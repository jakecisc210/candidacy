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91" r:id="rId2"/>
    <p:sldId id="327" r:id="rId3"/>
    <p:sldId id="325" r:id="rId4"/>
    <p:sldId id="338" r:id="rId5"/>
    <p:sldId id="310" r:id="rId6"/>
    <p:sldId id="342" r:id="rId7"/>
    <p:sldId id="339" r:id="rId8"/>
    <p:sldId id="340" r:id="rId9"/>
    <p:sldId id="341" r:id="rId10"/>
    <p:sldId id="313" r:id="rId11"/>
    <p:sldId id="343" r:id="rId12"/>
    <p:sldId id="344" r:id="rId13"/>
    <p:sldId id="345" r:id="rId14"/>
    <p:sldId id="304" r:id="rId15"/>
    <p:sldId id="346" r:id="rId16"/>
    <p:sldId id="353" r:id="rId17"/>
    <p:sldId id="348" r:id="rId18"/>
    <p:sldId id="351" r:id="rId19"/>
    <p:sldId id="347" r:id="rId20"/>
    <p:sldId id="349" r:id="rId21"/>
    <p:sldId id="352" r:id="rId22"/>
    <p:sldId id="354" r:id="rId23"/>
    <p:sldId id="355" r:id="rId24"/>
    <p:sldId id="357" r:id="rId25"/>
    <p:sldId id="358" r:id="rId26"/>
    <p:sldId id="359" r:id="rId27"/>
    <p:sldId id="360" r:id="rId28"/>
    <p:sldId id="361" r:id="rId29"/>
    <p:sldId id="362" r:id="rId30"/>
    <p:sldId id="363" r:id="rId31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21C0B"/>
    <a:srgbClr val="5E83A6"/>
    <a:srgbClr val="EBF1F8"/>
    <a:srgbClr val="B2BFB9"/>
    <a:srgbClr val="E9F5E7"/>
    <a:srgbClr val="FFFFFF"/>
    <a:srgbClr val="CDE6EF"/>
    <a:srgbClr val="14A7D8"/>
    <a:srgbClr val="CDE6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722D95-ED78-4CA4-B975-9EB3D90BBE34}" v="2890" dt="2026-03-03T04:29:34.9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651" autoAdjust="0"/>
    <p:restoredTop sz="93462" autoAdjust="0"/>
  </p:normalViewPr>
  <p:slideViewPr>
    <p:cSldViewPr snapToGrid="0">
      <p:cViewPr varScale="1">
        <p:scale>
          <a:sx n="103" d="100"/>
          <a:sy n="103" d="100"/>
        </p:scale>
        <p:origin x="110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8/10/relationships/authors" Target="authors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03T04:33:32.038" v="6824" actId="20577"/>
      <pc:docMkLst>
        <pc:docMk/>
      </pc:docMkLst>
      <pc:sldChg chg="addSp delSp modSp mod">
        <pc:chgData name="Jacob Wyngaard" userId="6181fcd471e98458" providerId="LiveId" clId="{788BA123-62C9-4DDC-86E5-A6BCA4600216}" dt="2026-03-03T03:30:17.369" v="4711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2-25T03:59:52.769" v="13" actId="20577"/>
          <ac:spMkLst>
            <pc:docMk/>
            <pc:sldMk cId="606609933" sldId="291"/>
            <ac:spMk id="9" creationId="{146DFEDC-5C40-1E05-3C8E-45F902F03177}"/>
          </ac:spMkLst>
        </pc:spChg>
        <pc:picChg chg="add mod">
          <ac:chgData name="Jacob Wyngaard" userId="6181fcd471e98458" providerId="LiveId" clId="{788BA123-62C9-4DDC-86E5-A6BCA4600216}" dt="2026-03-03T03:30:17.369" v="4711" actId="1076"/>
          <ac:picMkLst>
            <pc:docMk/>
            <pc:sldMk cId="606609933" sldId="291"/>
            <ac:picMk id="2" creationId="{D76A7CA4-249F-39A7-40A5-E32F4DFBAFCC}"/>
          </ac:picMkLst>
        </pc:picChg>
      </pc:sldChg>
      <pc:sldChg chg="addSp delSp modSp mod ord">
        <pc:chgData name="Jacob Wyngaard" userId="6181fcd471e98458" providerId="LiveId" clId="{788BA123-62C9-4DDC-86E5-A6BCA4600216}" dt="2026-03-03T03:32:25" v="4851" actId="1076"/>
        <pc:sldMkLst>
          <pc:docMk/>
          <pc:sldMk cId="1632653986" sldId="304"/>
        </pc:sldMkLst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3" creationId="{602E9BE4-2794-28A8-6D95-B34DC8DA3AC7}"/>
          </ac:spMkLst>
        </pc:spChg>
        <pc:spChg chg="add mod">
          <ac:chgData name="Jacob Wyngaard" userId="6181fcd471e98458" providerId="LiveId" clId="{788BA123-62C9-4DDC-86E5-A6BCA4600216}" dt="2026-03-03T03:32:09.861" v="4805" actId="14100"/>
          <ac:spMkLst>
            <pc:docMk/>
            <pc:sldMk cId="1632653986" sldId="304"/>
            <ac:spMk id="4" creationId="{0721B757-3B9F-9094-A7AC-A3B958943B2D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5" creationId="{D376B72D-08F1-DD6F-AA72-3A5FF4BC2735}"/>
          </ac:spMkLst>
        </pc:spChg>
        <pc:spChg chg="add mod">
          <ac:chgData name="Jacob Wyngaard" userId="6181fcd471e98458" providerId="LiveId" clId="{788BA123-62C9-4DDC-86E5-A6BCA4600216}" dt="2026-03-03T03:32:25" v="4851" actId="1076"/>
          <ac:spMkLst>
            <pc:docMk/>
            <pc:sldMk cId="1632653986" sldId="304"/>
            <ac:spMk id="7" creationId="{B69D49E5-F149-33CA-1CA0-1A15D983B190}"/>
          </ac:spMkLst>
        </pc:spChg>
        <pc:spChg chg="add del">
          <ac:chgData name="Jacob Wyngaard" userId="6181fcd471e98458" providerId="LiveId" clId="{788BA123-62C9-4DDC-86E5-A6BCA4600216}" dt="2026-02-25T04:00:29.203" v="20" actId="478"/>
          <ac:spMkLst>
            <pc:docMk/>
            <pc:sldMk cId="1632653986" sldId="304"/>
            <ac:spMk id="12" creationId="{F4452D3C-4D53-E66A-F2E8-112821E92CCF}"/>
          </ac:spMkLst>
        </pc:spChg>
        <pc:spChg chg="add del">
          <ac:chgData name="Jacob Wyngaard" userId="6181fcd471e98458" providerId="LiveId" clId="{788BA123-62C9-4DDC-86E5-A6BCA4600216}" dt="2026-02-25T04:00:28.039" v="18" actId="478"/>
          <ac:spMkLst>
            <pc:docMk/>
            <pc:sldMk cId="1632653986" sldId="304"/>
            <ac:spMk id="17" creationId="{1DDE05FE-F8FD-E58E-6187-E59895EBEFA8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18" creationId="{B579DED5-B0DC-5A43-9098-61EE81CA7CB2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22" creationId="{FB00E845-52DF-B902-93C2-85C10D3CA399}"/>
          </ac:spMkLst>
        </pc:spChg>
        <pc:spChg chg="add del">
          <ac:chgData name="Jacob Wyngaard" userId="6181fcd471e98458" providerId="LiveId" clId="{788BA123-62C9-4DDC-86E5-A6BCA4600216}" dt="2026-02-25T04:00:28.340" v="19" actId="478"/>
          <ac:spMkLst>
            <pc:docMk/>
            <pc:sldMk cId="1632653986" sldId="304"/>
            <ac:spMk id="25" creationId="{FF999183-97E0-2DD6-F76B-D2B16C40EBE9}"/>
          </ac:spMkLst>
        </pc:spChg>
      </pc:sldChg>
      <pc:sldChg chg="addSp delSp modSp add mod">
        <pc:chgData name="Jacob Wyngaard" userId="6181fcd471e98458" providerId="LiveId" clId="{788BA123-62C9-4DDC-86E5-A6BCA4600216}" dt="2026-03-03T02:35:30.767" v="3038"/>
        <pc:sldMkLst>
          <pc:docMk/>
          <pc:sldMk cId="3006645019" sldId="310"/>
        </pc:sldMkLst>
        <pc:spChg chg="mod">
          <ac:chgData name="Jacob Wyngaard" userId="6181fcd471e98458" providerId="LiveId" clId="{788BA123-62C9-4DDC-86E5-A6BCA4600216}" dt="2026-03-03T01:27:56.195" v="2308" actId="14100"/>
          <ac:spMkLst>
            <pc:docMk/>
            <pc:sldMk cId="3006645019" sldId="310"/>
            <ac:spMk id="4" creationId="{F6468F42-7C24-A97F-E5F1-A7C10B7CADEB}"/>
          </ac:spMkLst>
        </pc:spChg>
        <pc:spChg chg="del">
          <ac:chgData name="Jacob Wyngaard" userId="6181fcd471e98458" providerId="LiveId" clId="{788BA123-62C9-4DDC-86E5-A6BCA4600216}" dt="2026-03-03T01:27:21.172" v="2283" actId="478"/>
          <ac:spMkLst>
            <pc:docMk/>
            <pc:sldMk cId="3006645019" sldId="310"/>
            <ac:spMk id="9" creationId="{83D25398-9BBB-9310-3B21-805FAAD880D8}"/>
          </ac:spMkLst>
        </pc:spChg>
        <pc:spChg chg="add del mod">
          <ac:chgData name="Jacob Wyngaard" userId="6181fcd471e98458" providerId="LiveId" clId="{788BA123-62C9-4DDC-86E5-A6BCA4600216}" dt="2026-03-03T02:35:30.465" v="3037" actId="478"/>
          <ac:spMkLst>
            <pc:docMk/>
            <pc:sldMk cId="3006645019" sldId="310"/>
            <ac:spMk id="13" creationId="{D8BEA355-1138-B6F0-481C-F4434C9DE89B}"/>
          </ac:spMkLst>
        </pc:spChg>
        <pc:spChg chg="add mod">
          <ac:chgData name="Jacob Wyngaard" userId="6181fcd471e98458" providerId="LiveId" clId="{788BA123-62C9-4DDC-86E5-A6BCA4600216}" dt="2026-03-03T02:35:30.767" v="3038"/>
          <ac:spMkLst>
            <pc:docMk/>
            <pc:sldMk cId="3006645019" sldId="310"/>
            <ac:spMk id="14" creationId="{F0EBE0D0-9EC2-1C96-7A4D-900EBC3ACA8D}"/>
          </ac:spMkLst>
        </pc:spChg>
      </pc:sldChg>
      <pc:sldChg chg="addSp delSp modSp add mod">
        <pc:chgData name="Jacob Wyngaard" userId="6181fcd471e98458" providerId="LiveId" clId="{788BA123-62C9-4DDC-86E5-A6BCA4600216}" dt="2026-03-03T02:35:57.571" v="3048"/>
        <pc:sldMkLst>
          <pc:docMk/>
          <pc:sldMk cId="3454015702" sldId="313"/>
        </pc:sldMkLst>
        <pc:spChg chg="add 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3" creationId="{D990B5E0-4F3B-76D4-0C5B-5542E0C2D1D0}"/>
          </ac:spMkLst>
        </pc:spChg>
        <pc:spChg chg="del">
          <ac:chgData name="Jacob Wyngaard" userId="6181fcd471e98458" providerId="LiveId" clId="{788BA123-62C9-4DDC-86E5-A6BCA4600216}" dt="2026-03-03T01:50:21.068" v="2763" actId="478"/>
          <ac:spMkLst>
            <pc:docMk/>
            <pc:sldMk cId="3454015702" sldId="313"/>
            <ac:spMk id="4" creationId="{182B70ED-8747-E28C-34ED-E9E4EED9B863}"/>
          </ac:spMkLst>
        </pc:spChg>
        <pc:spChg chg="add 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5" creationId="{6CF781EC-3046-B337-C478-5C4B7C13E5D2}"/>
          </ac:spMkLst>
        </pc:spChg>
        <pc:spChg chg="add 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7" creationId="{84162F19-FC84-4C58-258E-2DDD8787D192}"/>
          </ac:spMkLst>
        </pc:spChg>
        <pc:spChg chg="del">
          <ac:chgData name="Jacob Wyngaard" userId="6181fcd471e98458" providerId="LiveId" clId="{788BA123-62C9-4DDC-86E5-A6BCA4600216}" dt="2026-03-03T01:49:40.388" v="2755" actId="478"/>
          <ac:spMkLst>
            <pc:docMk/>
            <pc:sldMk cId="3454015702" sldId="313"/>
            <ac:spMk id="9" creationId="{75402EB8-E615-B015-5EFC-6632768BF5EF}"/>
          </ac:spMkLst>
        </pc:spChg>
        <pc:spChg chg="add 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10" creationId="{0EB1A215-F64F-BD38-FD12-439093CB9884}"/>
          </ac:spMkLst>
        </pc:spChg>
        <pc:spChg chg="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11" creationId="{6F27BB52-AB6D-6B48-68D5-C9523017DB05}"/>
          </ac:spMkLst>
        </pc:spChg>
        <pc:spChg chg="add del mod">
          <ac:chgData name="Jacob Wyngaard" userId="6181fcd471e98458" providerId="LiveId" clId="{788BA123-62C9-4DDC-86E5-A6BCA4600216}" dt="2026-03-03T02:35:57.300" v="3047" actId="478"/>
          <ac:spMkLst>
            <pc:docMk/>
            <pc:sldMk cId="3454015702" sldId="313"/>
            <ac:spMk id="13" creationId="{DACC7A35-C3F9-9033-38A7-303452F8341A}"/>
          </ac:spMkLst>
        </pc:spChg>
        <pc:spChg chg="add 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15" creationId="{A1E6565F-F485-FC4B-1C1A-3D6A040F78F1}"/>
          </ac:spMkLst>
        </pc:spChg>
        <pc:spChg chg="del">
          <ac:chgData name="Jacob Wyngaard" userId="6181fcd471e98458" providerId="LiveId" clId="{788BA123-62C9-4DDC-86E5-A6BCA4600216}" dt="2026-03-03T01:50:13.368" v="2758" actId="478"/>
          <ac:spMkLst>
            <pc:docMk/>
            <pc:sldMk cId="3454015702" sldId="313"/>
            <ac:spMk id="16" creationId="{4319FCC3-B273-08A4-1A38-B4FDE3BBF6C1}"/>
          </ac:spMkLst>
        </pc:spChg>
        <pc:spChg chg="add 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17" creationId="{4D7334E2-F21D-E1B2-BDE5-765204AF92F7}"/>
          </ac:spMkLst>
        </pc:spChg>
        <pc:spChg chg="add 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18" creationId="{49833336-06D0-295E-0E43-7BED3F6830E6}"/>
          </ac:spMkLst>
        </pc:spChg>
        <pc:spChg chg="add 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19" creationId="{FF8DA14A-8EF0-D3A9-951C-419BCE6217B1}"/>
          </ac:spMkLst>
        </pc:spChg>
        <pc:spChg chg="del">
          <ac:chgData name="Jacob Wyngaard" userId="6181fcd471e98458" providerId="LiveId" clId="{788BA123-62C9-4DDC-86E5-A6BCA4600216}" dt="2026-03-03T01:50:12.173" v="2757" actId="478"/>
          <ac:spMkLst>
            <pc:docMk/>
            <pc:sldMk cId="3454015702" sldId="313"/>
            <ac:spMk id="20" creationId="{314C3B83-B51E-6B8B-958C-E47683C1916B}"/>
          </ac:spMkLst>
        </pc:spChg>
        <pc:spChg chg="add del">
          <ac:chgData name="Jacob Wyngaard" userId="6181fcd471e98458" providerId="LiveId" clId="{788BA123-62C9-4DDC-86E5-A6BCA4600216}" dt="2026-03-03T01:50:20.032" v="2762" actId="478"/>
          <ac:spMkLst>
            <pc:docMk/>
            <pc:sldMk cId="3454015702" sldId="313"/>
            <ac:spMk id="22" creationId="{3CD6C20D-585F-ED3E-EED4-EAB88D793C08}"/>
          </ac:spMkLst>
        </pc:spChg>
        <pc:spChg chg="add mod">
          <ac:chgData name="Jacob Wyngaard" userId="6181fcd471e98458" providerId="LiveId" clId="{788BA123-62C9-4DDC-86E5-A6BCA4600216}" dt="2026-03-03T01:51:25.682" v="2780" actId="1076"/>
          <ac:spMkLst>
            <pc:docMk/>
            <pc:sldMk cId="3454015702" sldId="313"/>
            <ac:spMk id="24" creationId="{CA9A164E-92D1-4ADB-55B6-07A3EA48A4CF}"/>
          </ac:spMkLst>
        </pc:spChg>
        <pc:spChg chg="add mod">
          <ac:chgData name="Jacob Wyngaard" userId="6181fcd471e98458" providerId="LiveId" clId="{788BA123-62C9-4DDC-86E5-A6BCA4600216}" dt="2026-03-03T01:51:36.079" v="2781" actId="1076"/>
          <ac:spMkLst>
            <pc:docMk/>
            <pc:sldMk cId="3454015702" sldId="313"/>
            <ac:spMk id="25" creationId="{5792AC8F-26AA-7398-8D58-EB6EF88E14EA}"/>
          </ac:spMkLst>
        </pc:spChg>
        <pc:spChg chg="add mod">
          <ac:chgData name="Jacob Wyngaard" userId="6181fcd471e98458" providerId="LiveId" clId="{788BA123-62C9-4DDC-86E5-A6BCA4600216}" dt="2026-03-03T01:51:42.198" v="2782" actId="1076"/>
          <ac:spMkLst>
            <pc:docMk/>
            <pc:sldMk cId="3454015702" sldId="313"/>
            <ac:spMk id="26" creationId="{7CFE1EB2-820B-AB37-22B4-1A992024BD17}"/>
          </ac:spMkLst>
        </pc:spChg>
        <pc:spChg chg="add mod">
          <ac:chgData name="Jacob Wyngaard" userId="6181fcd471e98458" providerId="LiveId" clId="{788BA123-62C9-4DDC-86E5-A6BCA4600216}" dt="2026-03-03T01:51:18.972" v="2779" actId="1076"/>
          <ac:spMkLst>
            <pc:docMk/>
            <pc:sldMk cId="3454015702" sldId="313"/>
            <ac:spMk id="27" creationId="{A1ADDCA8-9181-0636-8D20-5973712A3A89}"/>
          </ac:spMkLst>
        </pc:spChg>
        <pc:spChg chg="add mod">
          <ac:chgData name="Jacob Wyngaard" userId="6181fcd471e98458" providerId="LiveId" clId="{788BA123-62C9-4DDC-86E5-A6BCA4600216}" dt="2026-03-03T01:51:48.428" v="2783" actId="1076"/>
          <ac:spMkLst>
            <pc:docMk/>
            <pc:sldMk cId="3454015702" sldId="313"/>
            <ac:spMk id="28" creationId="{B31DD8B1-BAD0-EFD2-F046-02D3CBFF6C96}"/>
          </ac:spMkLst>
        </pc:spChg>
        <pc:spChg chg="add mod">
          <ac:chgData name="Jacob Wyngaard" userId="6181fcd471e98458" providerId="LiveId" clId="{788BA123-62C9-4DDC-86E5-A6BCA4600216}" dt="2026-03-03T01:51:25.682" v="2780" actId="1076"/>
          <ac:spMkLst>
            <pc:docMk/>
            <pc:sldMk cId="3454015702" sldId="313"/>
            <ac:spMk id="29" creationId="{37D90C45-48F1-4E4B-568B-7A8D7370EAC0}"/>
          </ac:spMkLst>
        </pc:spChg>
        <pc:spChg chg="mod">
          <ac:chgData name="Jacob Wyngaard" userId="6181fcd471e98458" providerId="LiveId" clId="{788BA123-62C9-4DDC-86E5-A6BCA4600216}" dt="2026-03-03T01:50:43.761" v="2773" actId="1076"/>
          <ac:spMkLst>
            <pc:docMk/>
            <pc:sldMk cId="3454015702" sldId="313"/>
            <ac:spMk id="30" creationId="{A5CFB314-3D6F-2639-E62B-3512A462DEBA}"/>
          </ac:spMkLst>
        </pc:spChg>
        <pc:spChg chg="add del mod">
          <ac:chgData name="Jacob Wyngaard" userId="6181fcd471e98458" providerId="LiveId" clId="{788BA123-62C9-4DDC-86E5-A6BCA4600216}" dt="2026-03-03T01:50:50.557" v="2776" actId="1076"/>
          <ac:spMkLst>
            <pc:docMk/>
            <pc:sldMk cId="3454015702" sldId="313"/>
            <ac:spMk id="31" creationId="{87DBDEB5-4C5A-33C3-9757-FE6DC149E495}"/>
          </ac:spMkLst>
        </pc:spChg>
        <pc:spChg chg="add mod">
          <ac:chgData name="Jacob Wyngaard" userId="6181fcd471e98458" providerId="LiveId" clId="{788BA123-62C9-4DDC-86E5-A6BCA4600216}" dt="2026-03-03T01:51:42.198" v="2782" actId="1076"/>
          <ac:spMkLst>
            <pc:docMk/>
            <pc:sldMk cId="3454015702" sldId="313"/>
            <ac:spMk id="32" creationId="{DE07AE6A-9A12-6F0A-48C9-EC29E876DBAB}"/>
          </ac:spMkLst>
        </pc:spChg>
        <pc:spChg chg="add mod">
          <ac:chgData name="Jacob Wyngaard" userId="6181fcd471e98458" providerId="LiveId" clId="{788BA123-62C9-4DDC-86E5-A6BCA4600216}" dt="2026-03-03T01:51:36.079" v="2781" actId="1076"/>
          <ac:spMkLst>
            <pc:docMk/>
            <pc:sldMk cId="3454015702" sldId="313"/>
            <ac:spMk id="33" creationId="{35409466-1753-7F12-98C9-E6A9C06371EA}"/>
          </ac:spMkLst>
        </pc:spChg>
        <pc:spChg chg="add mod">
          <ac:chgData name="Jacob Wyngaard" userId="6181fcd471e98458" providerId="LiveId" clId="{788BA123-62C9-4DDC-86E5-A6BCA4600216}" dt="2026-03-03T01:51:18.972" v="2779" actId="1076"/>
          <ac:spMkLst>
            <pc:docMk/>
            <pc:sldMk cId="3454015702" sldId="313"/>
            <ac:spMk id="34" creationId="{98B33A37-BE77-49E1-607B-879064D63A40}"/>
          </ac:spMkLst>
        </pc:spChg>
        <pc:spChg chg="add mod">
          <ac:chgData name="Jacob Wyngaard" userId="6181fcd471e98458" providerId="LiveId" clId="{788BA123-62C9-4DDC-86E5-A6BCA4600216}" dt="2026-03-03T01:51:48.428" v="2783" actId="1076"/>
          <ac:spMkLst>
            <pc:docMk/>
            <pc:sldMk cId="3454015702" sldId="313"/>
            <ac:spMk id="35" creationId="{90E6623A-2499-052B-DD20-31A3950CBB00}"/>
          </ac:spMkLst>
        </pc:spChg>
        <pc:spChg chg="add mod">
          <ac:chgData name="Jacob Wyngaard" userId="6181fcd471e98458" providerId="LiveId" clId="{788BA123-62C9-4DDC-86E5-A6BCA4600216}" dt="2026-03-03T01:54:09.878" v="2830" actId="1036"/>
          <ac:spMkLst>
            <pc:docMk/>
            <pc:sldMk cId="3454015702" sldId="313"/>
            <ac:spMk id="36" creationId="{D66D1280-936D-F516-3BC2-673B952BF180}"/>
          </ac:spMkLst>
        </pc:spChg>
        <pc:spChg chg="add mod">
          <ac:chgData name="Jacob Wyngaard" userId="6181fcd471e98458" providerId="LiveId" clId="{788BA123-62C9-4DDC-86E5-A6BCA4600216}" dt="2026-03-03T01:54:09.878" v="2830" actId="1036"/>
          <ac:spMkLst>
            <pc:docMk/>
            <pc:sldMk cId="3454015702" sldId="313"/>
            <ac:spMk id="37" creationId="{DA50329F-8C83-1DC6-4D06-26D8CED83151}"/>
          </ac:spMkLst>
        </pc:spChg>
        <pc:spChg chg="add mod">
          <ac:chgData name="Jacob Wyngaard" userId="6181fcd471e98458" providerId="LiveId" clId="{788BA123-62C9-4DDC-86E5-A6BCA4600216}" dt="2026-03-03T01:54:09.878" v="2830" actId="1036"/>
          <ac:spMkLst>
            <pc:docMk/>
            <pc:sldMk cId="3454015702" sldId="313"/>
            <ac:spMk id="38" creationId="{08391E69-D4C3-6609-0DF8-09584078605F}"/>
          </ac:spMkLst>
        </pc:spChg>
        <pc:spChg chg="add mod">
          <ac:chgData name="Jacob Wyngaard" userId="6181fcd471e98458" providerId="LiveId" clId="{788BA123-62C9-4DDC-86E5-A6BCA4600216}" dt="2026-03-03T01:54:17.767" v="2831" actId="1076"/>
          <ac:spMkLst>
            <pc:docMk/>
            <pc:sldMk cId="3454015702" sldId="313"/>
            <ac:spMk id="39" creationId="{469E0E52-5869-D8FF-12AE-AE5A50338D90}"/>
          </ac:spMkLst>
        </pc:spChg>
        <pc:spChg chg="add mod">
          <ac:chgData name="Jacob Wyngaard" userId="6181fcd471e98458" providerId="LiveId" clId="{788BA123-62C9-4DDC-86E5-A6BCA4600216}" dt="2026-03-03T01:54:43.266" v="2834" actId="13822"/>
          <ac:spMkLst>
            <pc:docMk/>
            <pc:sldMk cId="3454015702" sldId="313"/>
            <ac:spMk id="40" creationId="{ADEF7FC5-B910-0B0C-A99C-1243D8B910C0}"/>
          </ac:spMkLst>
        </pc:spChg>
        <pc:spChg chg="add mod">
          <ac:chgData name="Jacob Wyngaard" userId="6181fcd471e98458" providerId="LiveId" clId="{788BA123-62C9-4DDC-86E5-A6BCA4600216}" dt="2026-03-03T01:54:53.816" v="2838" actId="1076"/>
          <ac:spMkLst>
            <pc:docMk/>
            <pc:sldMk cId="3454015702" sldId="313"/>
            <ac:spMk id="41" creationId="{1EC62BF8-5E35-FF60-7808-1B99BFE6CF6D}"/>
          </ac:spMkLst>
        </pc:spChg>
        <pc:spChg chg="add mod">
          <ac:chgData name="Jacob Wyngaard" userId="6181fcd471e98458" providerId="LiveId" clId="{788BA123-62C9-4DDC-86E5-A6BCA4600216}" dt="2026-03-03T01:55:13.563" v="2850" actId="1035"/>
          <ac:spMkLst>
            <pc:docMk/>
            <pc:sldMk cId="3454015702" sldId="313"/>
            <ac:spMk id="42" creationId="{7620F201-C687-8A46-AF47-C96966C57D8B}"/>
          </ac:spMkLst>
        </pc:spChg>
        <pc:spChg chg="add mod">
          <ac:chgData name="Jacob Wyngaard" userId="6181fcd471e98458" providerId="LiveId" clId="{788BA123-62C9-4DDC-86E5-A6BCA4600216}" dt="2026-03-03T01:55:30.084" v="2854" actId="1076"/>
          <ac:spMkLst>
            <pc:docMk/>
            <pc:sldMk cId="3454015702" sldId="313"/>
            <ac:spMk id="43" creationId="{51DFBE7D-A678-3E07-B3FA-74DAF1E28BE6}"/>
          </ac:spMkLst>
        </pc:spChg>
        <pc:spChg chg="add mod">
          <ac:chgData name="Jacob Wyngaard" userId="6181fcd471e98458" providerId="LiveId" clId="{788BA123-62C9-4DDC-86E5-A6BCA4600216}" dt="2026-03-03T01:55:40.936" v="2858" actId="1076"/>
          <ac:spMkLst>
            <pc:docMk/>
            <pc:sldMk cId="3454015702" sldId="313"/>
            <ac:spMk id="44" creationId="{246E7CA2-5257-16AF-C8F4-DACF7FCB960A}"/>
          </ac:spMkLst>
        </pc:spChg>
        <pc:spChg chg="add mod">
          <ac:chgData name="Jacob Wyngaard" userId="6181fcd471e98458" providerId="LiveId" clId="{788BA123-62C9-4DDC-86E5-A6BCA4600216}" dt="2026-03-03T01:55:51.789" v="2862" actId="1076"/>
          <ac:spMkLst>
            <pc:docMk/>
            <pc:sldMk cId="3454015702" sldId="313"/>
            <ac:spMk id="45" creationId="{79AE8014-CFC1-865E-C257-111F6F1B901A}"/>
          </ac:spMkLst>
        </pc:spChg>
        <pc:spChg chg="add mod">
          <ac:chgData name="Jacob Wyngaard" userId="6181fcd471e98458" providerId="LiveId" clId="{788BA123-62C9-4DDC-86E5-A6BCA4600216}" dt="2026-03-03T02:35:57.571" v="3048"/>
          <ac:spMkLst>
            <pc:docMk/>
            <pc:sldMk cId="3454015702" sldId="313"/>
            <ac:spMk id="46" creationId="{4722FA31-ABF6-37B3-0E12-70F69F4026B1}"/>
          </ac:spMkLst>
        </pc:spChg>
        <pc:graphicFrameChg chg="add">
          <ac:chgData name="Jacob Wyngaard" userId="6181fcd471e98458" providerId="LiveId" clId="{788BA123-62C9-4DDC-86E5-A6BCA4600216}" dt="2026-03-03T01:50:56.997" v="2777"/>
          <ac:graphicFrameMkLst>
            <pc:docMk/>
            <pc:sldMk cId="3454015702" sldId="313"/>
            <ac:graphicFrameMk id="23" creationId="{80B78E2C-F189-850A-C4D1-A337999D67C5}"/>
          </ac:graphicFrameMkLst>
        </pc:graphicFrameChg>
        <pc:picChg chg="del">
          <ac:chgData name="Jacob Wyngaard" userId="6181fcd471e98458" providerId="LiveId" clId="{788BA123-62C9-4DDC-86E5-A6BCA4600216}" dt="2026-03-03T01:50:14.017" v="2759" actId="478"/>
          <ac:picMkLst>
            <pc:docMk/>
            <pc:sldMk cId="3454015702" sldId="313"/>
            <ac:picMk id="2" creationId="{4F9197B1-509D-4604-C7DD-3C97E9463950}"/>
          </ac:picMkLst>
        </pc:picChg>
        <pc:picChg chg="mod">
          <ac:chgData name="Jacob Wyngaard" userId="6181fcd471e98458" providerId="LiveId" clId="{788BA123-62C9-4DDC-86E5-A6BCA4600216}" dt="2026-03-03T01:50:31.557" v="2768" actId="1076"/>
          <ac:picMkLst>
            <pc:docMk/>
            <pc:sldMk cId="3454015702" sldId="313"/>
            <ac:picMk id="14" creationId="{2954CEB2-F620-FA96-6307-949E8A31358C}"/>
          </ac:picMkLst>
        </pc:picChg>
      </pc:sldChg>
      <pc:sldChg chg="addSp delSp modSp add mod">
        <pc:chgData name="Jacob Wyngaard" userId="6181fcd471e98458" providerId="LiveId" clId="{788BA123-62C9-4DDC-86E5-A6BCA4600216}" dt="2026-03-03T03:27:37.481" v="4707" actId="14100"/>
        <pc:sldMkLst>
          <pc:docMk/>
          <pc:sldMk cId="3167256528" sldId="325"/>
        </pc:sldMkLst>
        <pc:spChg chg="add mod">
          <ac:chgData name="Jacob Wyngaard" userId="6181fcd471e98458" providerId="LiveId" clId="{788BA123-62C9-4DDC-86E5-A6BCA4600216}" dt="2026-03-03T03:26:57.786" v="4664" actId="1076"/>
          <ac:spMkLst>
            <pc:docMk/>
            <pc:sldMk cId="3167256528" sldId="325"/>
            <ac:spMk id="2" creationId="{6F3BC85D-DF76-A533-7A44-E875A8E5C12C}"/>
          </ac:spMkLst>
        </pc:spChg>
        <pc:spChg chg="add mod">
          <ac:chgData name="Jacob Wyngaard" userId="6181fcd471e98458" providerId="LiveId" clId="{788BA123-62C9-4DDC-86E5-A6BCA4600216}" dt="2026-03-03T03:27:02.226" v="4665" actId="1076"/>
          <ac:spMkLst>
            <pc:docMk/>
            <pc:sldMk cId="3167256528" sldId="325"/>
            <ac:spMk id="3" creationId="{5971A4AF-7662-31B4-5AD7-95F3CB2EF888}"/>
          </ac:spMkLst>
        </pc:spChg>
        <pc:spChg chg="add mod">
          <ac:chgData name="Jacob Wyngaard" userId="6181fcd471e98458" providerId="LiveId" clId="{788BA123-62C9-4DDC-86E5-A6BCA4600216}" dt="2026-03-03T03:27:37.481" v="4707" actId="14100"/>
          <ac:spMkLst>
            <pc:docMk/>
            <pc:sldMk cId="3167256528" sldId="325"/>
            <ac:spMk id="4" creationId="{FC08E46A-142E-A5B3-A54D-B52A69BA8A9C}"/>
          </ac:spMkLst>
        </pc:spChg>
        <pc:spChg chg="add mod">
          <ac:chgData name="Jacob Wyngaard" userId="6181fcd471e98458" providerId="LiveId" clId="{788BA123-62C9-4DDC-86E5-A6BCA4600216}" dt="2026-03-03T03:26:42.413" v="4658" actId="403"/>
          <ac:spMkLst>
            <pc:docMk/>
            <pc:sldMk cId="3167256528" sldId="325"/>
            <ac:spMk id="7" creationId="{16809599-772B-7CD9-EBEF-88FF41BF00F2}"/>
          </ac:spMkLst>
        </pc:spChg>
        <pc:spChg chg="mod">
          <ac:chgData name="Jacob Wyngaard" userId="6181fcd471e98458" providerId="LiveId" clId="{788BA123-62C9-4DDC-86E5-A6BCA4600216}" dt="2026-02-25T04:03:20.241" v="262" actId="1076"/>
          <ac:spMkLst>
            <pc:docMk/>
            <pc:sldMk cId="3167256528" sldId="325"/>
            <ac:spMk id="9" creationId="{AE896D22-333A-A5D6-6D9F-2312237C45C5}"/>
          </ac:spMkLst>
        </pc:spChg>
        <pc:spChg chg="add mod">
          <ac:chgData name="Jacob Wyngaard" userId="6181fcd471e98458" providerId="LiveId" clId="{788BA123-62C9-4DDC-86E5-A6BCA4600216}" dt="2026-03-03T03:26:39.211" v="4656" actId="1076"/>
          <ac:spMkLst>
            <pc:docMk/>
            <pc:sldMk cId="3167256528" sldId="325"/>
            <ac:spMk id="11" creationId="{8DB0E1B1-0BE2-A2CF-A2B0-C6EAC650537F}"/>
          </ac:spMkLst>
        </pc:spChg>
        <pc:spChg chg="add mod">
          <ac:chgData name="Jacob Wyngaard" userId="6181fcd471e98458" providerId="LiveId" clId="{788BA123-62C9-4DDC-86E5-A6BCA4600216}" dt="2026-03-03T03:26:32.175" v="4653" actId="1076"/>
          <ac:spMkLst>
            <pc:docMk/>
            <pc:sldMk cId="3167256528" sldId="325"/>
            <ac:spMk id="29" creationId="{13C9BA7E-E634-6540-A8DC-41CD9793C726}"/>
          </ac:spMkLst>
        </pc:spChg>
      </pc:sldChg>
      <pc:sldChg chg="modSp add mod ord">
        <pc:chgData name="Jacob Wyngaard" userId="6181fcd471e98458" providerId="LiveId" clId="{788BA123-62C9-4DDC-86E5-A6BCA4600216}" dt="2026-02-25T04:27:40.959" v="1015" actId="1036"/>
        <pc:sldMkLst>
          <pc:docMk/>
          <pc:sldMk cId="1605861671" sldId="327"/>
        </pc:sldMkLst>
        <pc:spChg chg="mod">
          <ac:chgData name="Jacob Wyngaard" userId="6181fcd471e98458" providerId="LiveId" clId="{788BA123-62C9-4DDC-86E5-A6BCA4600216}" dt="2026-02-25T04:27:10.474" v="1001" actId="16959"/>
          <ac:spMkLst>
            <pc:docMk/>
            <pc:sldMk cId="1605861671" sldId="327"/>
            <ac:spMk id="7" creationId="{56E38361-542E-0289-456E-AA9FAC801D6A}"/>
          </ac:spMkLst>
        </pc:spChg>
        <pc:spChg chg="mod">
          <ac:chgData name="Jacob Wyngaard" userId="6181fcd471e98458" providerId="LiveId" clId="{788BA123-62C9-4DDC-86E5-A6BCA4600216}" dt="2026-02-25T04:27:14.601" v="1002"/>
          <ac:spMkLst>
            <pc:docMk/>
            <pc:sldMk cId="1605861671" sldId="327"/>
            <ac:spMk id="14" creationId="{82E5D290-EA84-DDA6-1900-8FA57881DDDD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4" creationId="{5450E358-6FF2-7820-38B3-17861A1F470B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6" creationId="{1557F6B9-7FFE-D212-E1AC-BF806CC1E04D}"/>
          </ac:spMkLst>
        </pc:spChg>
        <pc:spChg chg="mod">
          <ac:chgData name="Jacob Wyngaard" userId="6181fcd471e98458" providerId="LiveId" clId="{788BA123-62C9-4DDC-86E5-A6BCA4600216}" dt="2026-02-25T04:27:40.959" v="1015" actId="1036"/>
          <ac:spMkLst>
            <pc:docMk/>
            <pc:sldMk cId="1605861671" sldId="327"/>
            <ac:spMk id="27" creationId="{9D98E94F-245A-118A-9E02-55B9F1C0F90F}"/>
          </ac:spMkLst>
        </pc:spChg>
        <pc:spChg chg="mod">
          <ac:chgData name="Jacob Wyngaard" userId="6181fcd471e98458" providerId="LiveId" clId="{788BA123-62C9-4DDC-86E5-A6BCA4600216}" dt="2026-02-25T04:27:28.678" v="1004"/>
          <ac:spMkLst>
            <pc:docMk/>
            <pc:sldMk cId="1605861671" sldId="327"/>
            <ac:spMk id="29" creationId="{FBFB7AF7-6A0E-9123-9005-FC3D4696549D}"/>
          </ac:spMkLst>
        </pc:spChg>
      </pc:sldChg>
      <pc:sldChg chg="addSp delSp modSp add del mod">
        <pc:chgData name="Jacob Wyngaard" userId="6181fcd471e98458" providerId="LiveId" clId="{788BA123-62C9-4DDC-86E5-A6BCA4600216}" dt="2026-03-03T04:16:31.633" v="6027" actId="47"/>
        <pc:sldMkLst>
          <pc:docMk/>
          <pc:sldMk cId="3160870811" sldId="328"/>
        </pc:sldMkLst>
        <pc:spChg chg="add mod">
          <ac:chgData name="Jacob Wyngaard" userId="6181fcd471e98458" providerId="LiveId" clId="{788BA123-62C9-4DDC-86E5-A6BCA4600216}" dt="2026-03-02T15:38:15.523" v="1511" actId="1076"/>
          <ac:spMkLst>
            <pc:docMk/>
            <pc:sldMk cId="3160870811" sldId="328"/>
            <ac:spMk id="2" creationId="{D8B59260-86F9-C45F-867A-89CF26E5AE99}"/>
          </ac:spMkLst>
        </pc:spChg>
        <pc:spChg chg="add mod">
          <ac:chgData name="Jacob Wyngaard" userId="6181fcd471e98458" providerId="LiveId" clId="{788BA123-62C9-4DDC-86E5-A6BCA4600216}" dt="2026-03-02T15:38:29.775" v="1514" actId="1076"/>
          <ac:spMkLst>
            <pc:docMk/>
            <pc:sldMk cId="3160870811" sldId="328"/>
            <ac:spMk id="3" creationId="{CA350D37-D931-F7E5-7E89-BB75BF7049DD}"/>
          </ac:spMkLst>
        </pc:spChg>
        <pc:spChg chg="add mod">
          <ac:chgData name="Jacob Wyngaard" userId="6181fcd471e98458" providerId="LiveId" clId="{788BA123-62C9-4DDC-86E5-A6BCA4600216}" dt="2026-03-02T15:38:50.222" v="1524" actId="1076"/>
          <ac:spMkLst>
            <pc:docMk/>
            <pc:sldMk cId="3160870811" sldId="328"/>
            <ac:spMk id="4" creationId="{C1A28DFB-63D9-201D-EF8D-5360625D1CE5}"/>
          </ac:spMkLst>
        </pc:spChg>
        <pc:spChg chg="del">
          <ac:chgData name="Jacob Wyngaard" userId="6181fcd471e98458" providerId="LiveId" clId="{788BA123-62C9-4DDC-86E5-A6BCA4600216}" dt="2026-03-02T15:23:38.840" v="1353" actId="478"/>
          <ac:spMkLst>
            <pc:docMk/>
            <pc:sldMk cId="3160870811" sldId="328"/>
            <ac:spMk id="7" creationId="{9C14DAA1-E853-DB83-EA91-0C6F243CE718}"/>
          </ac:spMkLst>
        </pc:spChg>
        <pc:spChg chg="mod">
          <ac:chgData name="Jacob Wyngaard" userId="6181fcd471e98458" providerId="LiveId" clId="{788BA123-62C9-4DDC-86E5-A6BCA4600216}" dt="2026-03-02T15:25:04.151" v="1389" actId="1076"/>
          <ac:spMkLst>
            <pc:docMk/>
            <pc:sldMk cId="3160870811" sldId="328"/>
            <ac:spMk id="9" creationId="{63422E65-D36F-4F23-6735-2EF06556A13A}"/>
          </ac:spMkLst>
        </pc:spChg>
        <pc:spChg chg="add mod">
          <ac:chgData name="Jacob Wyngaard" userId="6181fcd471e98458" providerId="LiveId" clId="{788BA123-62C9-4DDC-86E5-A6BCA4600216}" dt="2026-03-02T15:38:19.560" v="1513" actId="403"/>
          <ac:spMkLst>
            <pc:docMk/>
            <pc:sldMk cId="3160870811" sldId="328"/>
            <ac:spMk id="10" creationId="{9C62B76C-3B33-FE38-4F6D-E0255CF9E017}"/>
          </ac:spMkLst>
        </pc:spChg>
        <pc:spChg chg="del">
          <ac:chgData name="Jacob Wyngaard" userId="6181fcd471e98458" providerId="LiveId" clId="{788BA123-62C9-4DDC-86E5-A6BCA4600216}" dt="2026-03-02T15:23:40.004" v="1354" actId="478"/>
          <ac:spMkLst>
            <pc:docMk/>
            <pc:sldMk cId="3160870811" sldId="328"/>
            <ac:spMk id="11" creationId="{C9404A8D-8A0A-5A9B-2A4C-E3EA79D6759A}"/>
          </ac:spMkLst>
        </pc:spChg>
        <pc:spChg chg="add mod">
          <ac:chgData name="Jacob Wyngaard" userId="6181fcd471e98458" providerId="LiveId" clId="{788BA123-62C9-4DDC-86E5-A6BCA4600216}" dt="2026-03-02T15:38:10.247" v="1510" actId="1076"/>
          <ac:spMkLst>
            <pc:docMk/>
            <pc:sldMk cId="3160870811" sldId="328"/>
            <ac:spMk id="12" creationId="{49068EE0-5EC4-60E1-A425-C1E8D05C878D}"/>
          </ac:spMkLst>
        </pc:spChg>
        <pc:spChg chg="add mod">
          <ac:chgData name="Jacob Wyngaard" userId="6181fcd471e98458" providerId="LiveId" clId="{788BA123-62C9-4DDC-86E5-A6BCA4600216}" dt="2026-03-02T15:38:52.957" v="1528" actId="1035"/>
          <ac:spMkLst>
            <pc:docMk/>
            <pc:sldMk cId="3160870811" sldId="328"/>
            <ac:spMk id="13" creationId="{A5653989-540B-604C-1EB3-60AC1B228650}"/>
          </ac:spMkLst>
        </pc:spChg>
        <pc:spChg chg="add mod">
          <ac:chgData name="Jacob Wyngaard" userId="6181fcd471e98458" providerId="LiveId" clId="{788BA123-62C9-4DDC-86E5-A6BCA4600216}" dt="2026-03-02T15:40:34.709" v="1580" actId="403"/>
          <ac:spMkLst>
            <pc:docMk/>
            <pc:sldMk cId="3160870811" sldId="328"/>
            <ac:spMk id="17" creationId="{A7DE2D7A-6674-D01F-6109-DFBEA797AE19}"/>
          </ac:spMkLst>
        </pc:spChg>
        <pc:spChg chg="del">
          <ac:chgData name="Jacob Wyngaard" userId="6181fcd471e98458" providerId="LiveId" clId="{788BA123-62C9-4DDC-86E5-A6BCA4600216}" dt="2026-03-02T15:23:40.751" v="1355" actId="478"/>
          <ac:spMkLst>
            <pc:docMk/>
            <pc:sldMk cId="3160870811" sldId="328"/>
            <ac:spMk id="29" creationId="{6310C9DA-55CB-A130-1077-769CF9BCCC13}"/>
          </ac:spMkLst>
        </pc:spChg>
        <pc:graphicFrameChg chg="add mod modGraphic">
          <ac:chgData name="Jacob Wyngaard" userId="6181fcd471e98458" providerId="LiveId" clId="{788BA123-62C9-4DDC-86E5-A6BCA4600216}" dt="2026-03-02T15:40:02.905" v="1564" actId="1076"/>
          <ac:graphicFrameMkLst>
            <pc:docMk/>
            <pc:sldMk cId="3160870811" sldId="328"/>
            <ac:graphicFrameMk id="5" creationId="{E54ACC54-DA31-B62F-5B88-64E59299211C}"/>
          </ac:graphicFrameMkLst>
        </pc:graphicFrameChg>
        <pc:graphicFrameChg chg="add mod modGraphic">
          <ac:chgData name="Jacob Wyngaard" userId="6181fcd471e98458" providerId="LiveId" clId="{788BA123-62C9-4DDC-86E5-A6BCA4600216}" dt="2026-03-02T15:40:55.593" v="1592" actId="20577"/>
          <ac:graphicFrameMkLst>
            <pc:docMk/>
            <pc:sldMk cId="3160870811" sldId="328"/>
            <ac:graphicFrameMk id="14" creationId="{862149C5-A7CE-5D95-2698-C92B9E387C65}"/>
          </ac:graphicFrameMkLst>
        </pc:graphicFrameChg>
        <pc:graphicFrameChg chg="add mod">
          <ac:chgData name="Jacob Wyngaard" userId="6181fcd471e98458" providerId="LiveId" clId="{788BA123-62C9-4DDC-86E5-A6BCA4600216}" dt="2026-03-02T15:41:08.506" v="1601" actId="20577"/>
          <ac:graphicFrameMkLst>
            <pc:docMk/>
            <pc:sldMk cId="3160870811" sldId="328"/>
            <ac:graphicFrameMk id="15" creationId="{81EA60BA-2479-BF02-3BCC-68C8AC03DC07}"/>
          </ac:graphicFrameMkLst>
        </pc:graphicFrameChg>
      </pc:sldChg>
      <pc:sldChg chg="add del">
        <pc:chgData name="Jacob Wyngaard" userId="6181fcd471e98458" providerId="LiveId" clId="{788BA123-62C9-4DDC-86E5-A6BCA4600216}" dt="2026-03-02T15:41:31.387" v="1603" actId="47"/>
        <pc:sldMkLst>
          <pc:docMk/>
          <pc:sldMk cId="2621891374" sldId="329"/>
        </pc:sldMkLst>
      </pc:sldChg>
      <pc:sldChg chg="del">
        <pc:chgData name="Jacob Wyngaard" userId="6181fcd471e98458" providerId="LiveId" clId="{788BA123-62C9-4DDC-86E5-A6BCA4600216}" dt="2026-03-03T04:16:31.633" v="6027" actId="47"/>
        <pc:sldMkLst>
          <pc:docMk/>
          <pc:sldMk cId="1993555734" sldId="330"/>
        </pc:sldMkLst>
      </pc:sldChg>
      <pc:sldChg chg="del">
        <pc:chgData name="Jacob Wyngaard" userId="6181fcd471e98458" providerId="LiveId" clId="{788BA123-62C9-4DDC-86E5-A6BCA4600216}" dt="2026-03-03T04:16:31.633" v="6027" actId="47"/>
        <pc:sldMkLst>
          <pc:docMk/>
          <pc:sldMk cId="3666037056" sldId="331"/>
        </pc:sldMkLst>
      </pc:sldChg>
      <pc:sldChg chg="del">
        <pc:chgData name="Jacob Wyngaard" userId="6181fcd471e98458" providerId="LiveId" clId="{788BA123-62C9-4DDC-86E5-A6BCA4600216}" dt="2026-03-03T04:16:31.633" v="6027" actId="47"/>
        <pc:sldMkLst>
          <pc:docMk/>
          <pc:sldMk cId="1699147710" sldId="332"/>
        </pc:sldMkLst>
      </pc:sldChg>
      <pc:sldChg chg="del">
        <pc:chgData name="Jacob Wyngaard" userId="6181fcd471e98458" providerId="LiveId" clId="{788BA123-62C9-4DDC-86E5-A6BCA4600216}" dt="2026-03-03T04:16:31.633" v="6027" actId="47"/>
        <pc:sldMkLst>
          <pc:docMk/>
          <pc:sldMk cId="2294539923" sldId="333"/>
        </pc:sldMkLst>
      </pc:sldChg>
      <pc:sldChg chg="del">
        <pc:chgData name="Jacob Wyngaard" userId="6181fcd471e98458" providerId="LiveId" clId="{788BA123-62C9-4DDC-86E5-A6BCA4600216}" dt="2026-03-03T04:16:31.633" v="6027" actId="47"/>
        <pc:sldMkLst>
          <pc:docMk/>
          <pc:sldMk cId="511081154" sldId="334"/>
        </pc:sldMkLst>
      </pc:sldChg>
      <pc:sldChg chg="del">
        <pc:chgData name="Jacob Wyngaard" userId="6181fcd471e98458" providerId="LiveId" clId="{788BA123-62C9-4DDC-86E5-A6BCA4600216}" dt="2026-03-03T04:16:31.633" v="6027" actId="47"/>
        <pc:sldMkLst>
          <pc:docMk/>
          <pc:sldMk cId="1954367950" sldId="336"/>
        </pc:sldMkLst>
      </pc:sldChg>
      <pc:sldChg chg="del">
        <pc:chgData name="Jacob Wyngaard" userId="6181fcd471e98458" providerId="LiveId" clId="{788BA123-62C9-4DDC-86E5-A6BCA4600216}" dt="2026-03-03T04:16:31.633" v="6027" actId="47"/>
        <pc:sldMkLst>
          <pc:docMk/>
          <pc:sldMk cId="1693348115" sldId="337"/>
        </pc:sldMkLst>
      </pc:sldChg>
      <pc:sldChg chg="delSp modSp add mod">
        <pc:chgData name="Jacob Wyngaard" userId="6181fcd471e98458" providerId="LiveId" clId="{788BA123-62C9-4DDC-86E5-A6BCA4600216}" dt="2026-03-03T02:53:35.094" v="4116" actId="20577"/>
        <pc:sldMkLst>
          <pc:docMk/>
          <pc:sldMk cId="436822231" sldId="338"/>
        </pc:sldMkLst>
        <pc:spChg chg="mod">
          <ac:chgData name="Jacob Wyngaard" userId="6181fcd471e98458" providerId="LiveId" clId="{788BA123-62C9-4DDC-86E5-A6BCA4600216}" dt="2026-03-03T02:53:35.094" v="4116" actId="20577"/>
          <ac:spMkLst>
            <pc:docMk/>
            <pc:sldMk cId="436822231" sldId="338"/>
            <ac:spMk id="7" creationId="{943C6E7A-92D3-586E-ACB8-20BD4C7E51FB}"/>
          </ac:spMkLst>
        </pc:spChg>
        <pc:spChg chg="mod">
          <ac:chgData name="Jacob Wyngaard" userId="6181fcd471e98458" providerId="LiveId" clId="{788BA123-62C9-4DDC-86E5-A6BCA4600216}" dt="2026-03-03T02:35:21.441" v="3036" actId="20577"/>
          <ac:spMkLst>
            <pc:docMk/>
            <pc:sldMk cId="436822231" sldId="338"/>
            <ac:spMk id="9" creationId="{659B6A69-86DD-EE03-01BC-5D609A715FB6}"/>
          </ac:spMkLst>
        </pc:spChg>
        <pc:spChg chg="del">
          <ac:chgData name="Jacob Wyngaard" userId="6181fcd471e98458" providerId="LiveId" clId="{788BA123-62C9-4DDC-86E5-A6BCA4600216}" dt="2026-03-03T01:13:54.027" v="1642" actId="478"/>
          <ac:spMkLst>
            <pc:docMk/>
            <pc:sldMk cId="436822231" sldId="338"/>
            <ac:spMk id="11" creationId="{27E8AF88-092D-F375-3402-1B69F1EE2081}"/>
          </ac:spMkLst>
        </pc:spChg>
        <pc:spChg chg="del">
          <ac:chgData name="Jacob Wyngaard" userId="6181fcd471e98458" providerId="LiveId" clId="{788BA123-62C9-4DDC-86E5-A6BCA4600216}" dt="2026-03-03T01:13:51.997" v="1641" actId="478"/>
          <ac:spMkLst>
            <pc:docMk/>
            <pc:sldMk cId="436822231" sldId="338"/>
            <ac:spMk id="29" creationId="{B5BCB25F-AB6B-1C0F-478C-08843AA6486A}"/>
          </ac:spMkLst>
        </pc:spChg>
      </pc:sldChg>
      <pc:sldChg chg="addSp delSp modSp add mod">
        <pc:chgData name="Jacob Wyngaard" userId="6181fcd471e98458" providerId="LiveId" clId="{788BA123-62C9-4DDC-86E5-A6BCA4600216}" dt="2026-03-03T02:35:38.660" v="3042"/>
        <pc:sldMkLst>
          <pc:docMk/>
          <pc:sldMk cId="3916718522" sldId="339"/>
        </pc:sldMkLst>
        <pc:spChg chg="del">
          <ac:chgData name="Jacob Wyngaard" userId="6181fcd471e98458" providerId="LiveId" clId="{788BA123-62C9-4DDC-86E5-A6BCA4600216}" dt="2026-03-03T01:28:20.936" v="2311" actId="478"/>
          <ac:spMkLst>
            <pc:docMk/>
            <pc:sldMk cId="3916718522" sldId="339"/>
            <ac:spMk id="3" creationId="{22651609-C535-1DCE-FD0D-588B7278B99D}"/>
          </ac:spMkLst>
        </pc:spChg>
        <pc:spChg chg="add del mod">
          <ac:chgData name="Jacob Wyngaard" userId="6181fcd471e98458" providerId="LiveId" clId="{788BA123-62C9-4DDC-86E5-A6BCA4600216}" dt="2026-03-03T01:31:06.039" v="2460" actId="1076"/>
          <ac:spMkLst>
            <pc:docMk/>
            <pc:sldMk cId="3916718522" sldId="339"/>
            <ac:spMk id="4" creationId="{8A5C5F6E-DF44-6225-C736-344B697BEADF}"/>
          </ac:spMkLst>
        </pc:spChg>
        <pc:spChg chg="del">
          <ac:chgData name="Jacob Wyngaard" userId="6181fcd471e98458" providerId="LiveId" clId="{788BA123-62C9-4DDC-86E5-A6BCA4600216}" dt="2026-03-03T01:28:20.936" v="2311" actId="478"/>
          <ac:spMkLst>
            <pc:docMk/>
            <pc:sldMk cId="3916718522" sldId="339"/>
            <ac:spMk id="5" creationId="{460C5E16-D871-CA95-AD60-502622078EA2}"/>
          </ac:spMkLst>
        </pc:spChg>
        <pc:spChg chg="del">
          <ac:chgData name="Jacob Wyngaard" userId="6181fcd471e98458" providerId="LiveId" clId="{788BA123-62C9-4DDC-86E5-A6BCA4600216}" dt="2026-03-03T01:28:23.848" v="2315" actId="478"/>
          <ac:spMkLst>
            <pc:docMk/>
            <pc:sldMk cId="3916718522" sldId="339"/>
            <ac:spMk id="7" creationId="{774215E3-D327-B909-1916-6981DF3384FA}"/>
          </ac:spMkLst>
        </pc:spChg>
        <pc:spChg chg="add del mod">
          <ac:chgData name="Jacob Wyngaard" userId="6181fcd471e98458" providerId="LiveId" clId="{788BA123-62C9-4DDC-86E5-A6BCA4600216}" dt="2026-03-03T01:31:11.179" v="2461" actId="478"/>
          <ac:spMkLst>
            <pc:docMk/>
            <pc:sldMk cId="3916718522" sldId="339"/>
            <ac:spMk id="9" creationId="{38357231-D483-0F9A-8215-A848B7C8BCDD}"/>
          </ac:spMkLst>
        </pc:spChg>
        <pc:spChg chg="del">
          <ac:chgData name="Jacob Wyngaard" userId="6181fcd471e98458" providerId="LiveId" clId="{788BA123-62C9-4DDC-86E5-A6BCA4600216}" dt="2026-03-03T01:28:20.936" v="2311" actId="478"/>
          <ac:spMkLst>
            <pc:docMk/>
            <pc:sldMk cId="3916718522" sldId="339"/>
            <ac:spMk id="10" creationId="{65676788-F80F-7518-1953-36FB71517ADC}"/>
          </ac:spMkLst>
        </pc:spChg>
        <pc:spChg chg="del">
          <ac:chgData name="Jacob Wyngaard" userId="6181fcd471e98458" providerId="LiveId" clId="{788BA123-62C9-4DDC-86E5-A6BCA4600216}" dt="2026-03-03T01:28:20.936" v="2311" actId="478"/>
          <ac:spMkLst>
            <pc:docMk/>
            <pc:sldMk cId="3916718522" sldId="339"/>
            <ac:spMk id="11" creationId="{85A8BCFB-13A3-0214-337F-63E2923C3430}"/>
          </ac:spMkLst>
        </pc:spChg>
        <pc:spChg chg="del">
          <ac:chgData name="Jacob Wyngaard" userId="6181fcd471e98458" providerId="LiveId" clId="{788BA123-62C9-4DDC-86E5-A6BCA4600216}" dt="2026-03-03T01:28:23.276" v="2314" actId="478"/>
          <ac:spMkLst>
            <pc:docMk/>
            <pc:sldMk cId="3916718522" sldId="339"/>
            <ac:spMk id="12" creationId="{62EA21C3-AA2B-11FB-414C-22C90152FEDD}"/>
          </ac:spMkLst>
        </pc:spChg>
        <pc:spChg chg="del">
          <ac:chgData name="Jacob Wyngaard" userId="6181fcd471e98458" providerId="LiveId" clId="{788BA123-62C9-4DDC-86E5-A6BCA4600216}" dt="2026-03-03T02:35:38.372" v="3041" actId="478"/>
          <ac:spMkLst>
            <pc:docMk/>
            <pc:sldMk cId="3916718522" sldId="339"/>
            <ac:spMk id="13" creationId="{BE7E75C3-EE57-C224-B505-2F924FDB42A5}"/>
          </ac:spMkLst>
        </pc:spChg>
        <pc:spChg chg="add del mod">
          <ac:chgData name="Jacob Wyngaard" userId="6181fcd471e98458" providerId="LiveId" clId="{788BA123-62C9-4DDC-86E5-A6BCA4600216}" dt="2026-03-03T01:31:11.179" v="2461" actId="478"/>
          <ac:spMkLst>
            <pc:docMk/>
            <pc:sldMk cId="3916718522" sldId="339"/>
            <ac:spMk id="14" creationId="{13C56C18-0F7C-288B-B9B5-95AD3C40C9B3}"/>
          </ac:spMkLst>
        </pc:spChg>
        <pc:spChg chg="del">
          <ac:chgData name="Jacob Wyngaard" userId="6181fcd471e98458" providerId="LiveId" clId="{788BA123-62C9-4DDC-86E5-A6BCA4600216}" dt="2026-03-03T01:28:20.936" v="2311" actId="478"/>
          <ac:spMkLst>
            <pc:docMk/>
            <pc:sldMk cId="3916718522" sldId="339"/>
            <ac:spMk id="15" creationId="{E00D462F-1D80-959F-751C-9F6830452577}"/>
          </ac:spMkLst>
        </pc:spChg>
        <pc:spChg chg="del mod">
          <ac:chgData name="Jacob Wyngaard" userId="6181fcd471e98458" providerId="LiveId" clId="{788BA123-62C9-4DDC-86E5-A6BCA4600216}" dt="2026-03-03T01:29:47.793" v="2446" actId="478"/>
          <ac:spMkLst>
            <pc:docMk/>
            <pc:sldMk cId="3916718522" sldId="339"/>
            <ac:spMk id="16" creationId="{98ED180D-5667-9D32-C514-0B9A6983DCAF}"/>
          </ac:spMkLst>
        </pc:spChg>
        <pc:spChg chg="del">
          <ac:chgData name="Jacob Wyngaard" userId="6181fcd471e98458" providerId="LiveId" clId="{788BA123-62C9-4DDC-86E5-A6BCA4600216}" dt="2026-03-03T01:28:20.936" v="2311" actId="478"/>
          <ac:spMkLst>
            <pc:docMk/>
            <pc:sldMk cId="3916718522" sldId="339"/>
            <ac:spMk id="17" creationId="{B8A66C10-DB5A-9142-DD68-3D924AB8958B}"/>
          </ac:spMkLst>
        </pc:spChg>
        <pc:spChg chg="del">
          <ac:chgData name="Jacob Wyngaard" userId="6181fcd471e98458" providerId="LiveId" clId="{788BA123-62C9-4DDC-86E5-A6BCA4600216}" dt="2026-03-03T01:28:22.319" v="2313" actId="478"/>
          <ac:spMkLst>
            <pc:docMk/>
            <pc:sldMk cId="3916718522" sldId="339"/>
            <ac:spMk id="18" creationId="{CA34C01A-01F6-41D7-31D6-56BE88391891}"/>
          </ac:spMkLst>
        </pc:spChg>
        <pc:spChg chg="del">
          <ac:chgData name="Jacob Wyngaard" userId="6181fcd471e98458" providerId="LiveId" clId="{788BA123-62C9-4DDC-86E5-A6BCA4600216}" dt="2026-03-03T01:28:20.936" v="2311" actId="478"/>
          <ac:spMkLst>
            <pc:docMk/>
            <pc:sldMk cId="3916718522" sldId="339"/>
            <ac:spMk id="19" creationId="{182FB8F2-63AA-1E51-B35D-3EDE0F283381}"/>
          </ac:spMkLst>
        </pc:spChg>
        <pc:spChg chg="del">
          <ac:chgData name="Jacob Wyngaard" userId="6181fcd471e98458" providerId="LiveId" clId="{788BA123-62C9-4DDC-86E5-A6BCA4600216}" dt="2026-03-03T01:29:49.306" v="2447" actId="478"/>
          <ac:spMkLst>
            <pc:docMk/>
            <pc:sldMk cId="3916718522" sldId="339"/>
            <ac:spMk id="20" creationId="{1C986F7B-FA16-315A-7832-6A5386E8E221}"/>
          </ac:spMkLst>
        </pc:spChg>
        <pc:spChg chg="del">
          <ac:chgData name="Jacob Wyngaard" userId="6181fcd471e98458" providerId="LiveId" clId="{788BA123-62C9-4DDC-86E5-A6BCA4600216}" dt="2026-03-03T01:28:20.936" v="2311" actId="478"/>
          <ac:spMkLst>
            <pc:docMk/>
            <pc:sldMk cId="3916718522" sldId="339"/>
            <ac:spMk id="21" creationId="{47A19750-9E31-3F78-D39C-252765ACC656}"/>
          </ac:spMkLst>
        </pc:spChg>
        <pc:spChg chg="del">
          <ac:chgData name="Jacob Wyngaard" userId="6181fcd471e98458" providerId="LiveId" clId="{788BA123-62C9-4DDC-86E5-A6BCA4600216}" dt="2026-03-03T01:28:21.651" v="2312" actId="478"/>
          <ac:spMkLst>
            <pc:docMk/>
            <pc:sldMk cId="3916718522" sldId="339"/>
            <ac:spMk id="22" creationId="{9CCF92CB-93C7-EE3D-D255-AB441B694E1A}"/>
          </ac:spMkLst>
        </pc:spChg>
        <pc:spChg chg="mod">
          <ac:chgData name="Jacob Wyngaard" userId="6181fcd471e98458" providerId="LiveId" clId="{788BA123-62C9-4DDC-86E5-A6BCA4600216}" dt="2026-03-03T01:29:54.098" v="2448" actId="1076"/>
          <ac:spMkLst>
            <pc:docMk/>
            <pc:sldMk cId="3916718522" sldId="339"/>
            <ac:spMk id="23" creationId="{E500C933-394D-6C1B-9755-7E84A77D1EBE}"/>
          </ac:spMkLst>
        </pc:spChg>
        <pc:spChg chg="mod">
          <ac:chgData name="Jacob Wyngaard" userId="6181fcd471e98458" providerId="LiveId" clId="{788BA123-62C9-4DDC-86E5-A6BCA4600216}" dt="2026-03-03T01:29:54.098" v="2448" actId="1076"/>
          <ac:spMkLst>
            <pc:docMk/>
            <pc:sldMk cId="3916718522" sldId="339"/>
            <ac:spMk id="24" creationId="{CA23C72D-873B-B3E7-99DA-0EC0A90CB461}"/>
          </ac:spMkLst>
        </pc:spChg>
        <pc:spChg chg="mod">
          <ac:chgData name="Jacob Wyngaard" userId="6181fcd471e98458" providerId="LiveId" clId="{788BA123-62C9-4DDC-86E5-A6BCA4600216}" dt="2026-03-03T01:29:54.098" v="2448" actId="1076"/>
          <ac:spMkLst>
            <pc:docMk/>
            <pc:sldMk cId="3916718522" sldId="339"/>
            <ac:spMk id="25" creationId="{04835B80-1F31-822D-7A8B-D77FA92FB5A4}"/>
          </ac:spMkLst>
        </pc:spChg>
        <pc:spChg chg="mod">
          <ac:chgData name="Jacob Wyngaard" userId="6181fcd471e98458" providerId="LiveId" clId="{788BA123-62C9-4DDC-86E5-A6BCA4600216}" dt="2026-03-03T01:29:54.098" v="2448" actId="1076"/>
          <ac:spMkLst>
            <pc:docMk/>
            <pc:sldMk cId="3916718522" sldId="339"/>
            <ac:spMk id="26" creationId="{B9B6CACE-6979-EB79-F461-0730A260CEA0}"/>
          </ac:spMkLst>
        </pc:spChg>
        <pc:spChg chg="mod">
          <ac:chgData name="Jacob Wyngaard" userId="6181fcd471e98458" providerId="LiveId" clId="{788BA123-62C9-4DDC-86E5-A6BCA4600216}" dt="2026-03-03T01:29:54.098" v="2448" actId="1076"/>
          <ac:spMkLst>
            <pc:docMk/>
            <pc:sldMk cId="3916718522" sldId="339"/>
            <ac:spMk id="27" creationId="{CE31C567-D725-AF0B-4B5A-ED15C4FE1F8A}"/>
          </ac:spMkLst>
        </pc:spChg>
        <pc:spChg chg="mod">
          <ac:chgData name="Jacob Wyngaard" userId="6181fcd471e98458" providerId="LiveId" clId="{788BA123-62C9-4DDC-86E5-A6BCA4600216}" dt="2026-03-03T01:29:54.098" v="2448" actId="1076"/>
          <ac:spMkLst>
            <pc:docMk/>
            <pc:sldMk cId="3916718522" sldId="339"/>
            <ac:spMk id="28" creationId="{AEF8ACE8-3814-8C08-A3AF-EF056A4E8092}"/>
          </ac:spMkLst>
        </pc:spChg>
        <pc:spChg chg="add mod">
          <ac:chgData name="Jacob Wyngaard" userId="6181fcd471e98458" providerId="LiveId" clId="{788BA123-62C9-4DDC-86E5-A6BCA4600216}" dt="2026-03-03T01:30:19.712" v="2451"/>
          <ac:spMkLst>
            <pc:docMk/>
            <pc:sldMk cId="3916718522" sldId="339"/>
            <ac:spMk id="29" creationId="{B69B4CB7-D04D-D5D6-1682-1863BB00CBBC}"/>
          </ac:spMkLst>
        </pc:spChg>
        <pc:spChg chg="add mod">
          <ac:chgData name="Jacob Wyngaard" userId="6181fcd471e98458" providerId="LiveId" clId="{788BA123-62C9-4DDC-86E5-A6BCA4600216}" dt="2026-03-03T01:30:19.712" v="2451"/>
          <ac:spMkLst>
            <pc:docMk/>
            <pc:sldMk cId="3916718522" sldId="339"/>
            <ac:spMk id="30" creationId="{C69DF670-B72C-2503-87CC-4E8D9DA438A0}"/>
          </ac:spMkLst>
        </pc:spChg>
        <pc:spChg chg="add del mod">
          <ac:chgData name="Jacob Wyngaard" userId="6181fcd471e98458" providerId="LiveId" clId="{788BA123-62C9-4DDC-86E5-A6BCA4600216}" dt="2026-03-03T01:31:11.179" v="2461" actId="478"/>
          <ac:spMkLst>
            <pc:docMk/>
            <pc:sldMk cId="3916718522" sldId="339"/>
            <ac:spMk id="31" creationId="{D7C82AC0-65A4-3DBA-25B8-18D39C1D4ACF}"/>
          </ac:spMkLst>
        </pc:spChg>
        <pc:spChg chg="add del mod">
          <ac:chgData name="Jacob Wyngaard" userId="6181fcd471e98458" providerId="LiveId" clId="{788BA123-62C9-4DDC-86E5-A6BCA4600216}" dt="2026-03-03T01:31:11.179" v="2461" actId="478"/>
          <ac:spMkLst>
            <pc:docMk/>
            <pc:sldMk cId="3916718522" sldId="339"/>
            <ac:spMk id="32" creationId="{CD52AD97-936D-8441-7709-51440709D7BB}"/>
          </ac:spMkLst>
        </pc:spChg>
        <pc:spChg chg="add del mod">
          <ac:chgData name="Jacob Wyngaard" userId="6181fcd471e98458" providerId="LiveId" clId="{788BA123-62C9-4DDC-86E5-A6BCA4600216}" dt="2026-03-03T01:31:11.179" v="2461" actId="478"/>
          <ac:spMkLst>
            <pc:docMk/>
            <pc:sldMk cId="3916718522" sldId="339"/>
            <ac:spMk id="33" creationId="{6EE68F38-809B-763D-4FB2-7EDADDF7B74B}"/>
          </ac:spMkLst>
        </pc:spChg>
        <pc:spChg chg="add del mod">
          <ac:chgData name="Jacob Wyngaard" userId="6181fcd471e98458" providerId="LiveId" clId="{788BA123-62C9-4DDC-86E5-A6BCA4600216}" dt="2026-03-03T01:31:11.179" v="2461" actId="478"/>
          <ac:spMkLst>
            <pc:docMk/>
            <pc:sldMk cId="3916718522" sldId="339"/>
            <ac:spMk id="34" creationId="{61333B8F-30E6-25EC-E885-BB96F909FD4A}"/>
          </ac:spMkLst>
        </pc:spChg>
        <pc:spChg chg="add del mod">
          <ac:chgData name="Jacob Wyngaard" userId="6181fcd471e98458" providerId="LiveId" clId="{788BA123-62C9-4DDC-86E5-A6BCA4600216}" dt="2026-03-03T01:31:11.179" v="2461" actId="478"/>
          <ac:spMkLst>
            <pc:docMk/>
            <pc:sldMk cId="3916718522" sldId="339"/>
            <ac:spMk id="35" creationId="{9E3C04BE-53DB-F2F2-DED2-3DEB049F4E53}"/>
          </ac:spMkLst>
        </pc:spChg>
        <pc:spChg chg="add del mod">
          <ac:chgData name="Jacob Wyngaard" userId="6181fcd471e98458" providerId="LiveId" clId="{788BA123-62C9-4DDC-86E5-A6BCA4600216}" dt="2026-03-03T01:31:11.179" v="2461" actId="478"/>
          <ac:spMkLst>
            <pc:docMk/>
            <pc:sldMk cId="3916718522" sldId="339"/>
            <ac:spMk id="36" creationId="{825C5177-6912-E646-6DE1-655F54E45458}"/>
          </ac:spMkLst>
        </pc:spChg>
        <pc:spChg chg="add mod">
          <ac:chgData name="Jacob Wyngaard" userId="6181fcd471e98458" providerId="LiveId" clId="{788BA123-62C9-4DDC-86E5-A6BCA4600216}" dt="2026-03-03T01:32:09.207" v="2477" actId="1076"/>
          <ac:spMkLst>
            <pc:docMk/>
            <pc:sldMk cId="3916718522" sldId="339"/>
            <ac:spMk id="38" creationId="{E559EB65-C21C-CCB7-0EBE-CE94D35B2031}"/>
          </ac:spMkLst>
        </pc:spChg>
        <pc:spChg chg="add mod">
          <ac:chgData name="Jacob Wyngaard" userId="6181fcd471e98458" providerId="LiveId" clId="{788BA123-62C9-4DDC-86E5-A6BCA4600216}" dt="2026-03-03T01:32:21.367" v="2479" actId="1076"/>
          <ac:spMkLst>
            <pc:docMk/>
            <pc:sldMk cId="3916718522" sldId="339"/>
            <ac:spMk id="39" creationId="{8AC48CCD-907D-F373-FF54-C1F41E593C9F}"/>
          </ac:spMkLst>
        </pc:spChg>
        <pc:spChg chg="add mod">
          <ac:chgData name="Jacob Wyngaard" userId="6181fcd471e98458" providerId="LiveId" clId="{788BA123-62C9-4DDC-86E5-A6BCA4600216}" dt="2026-03-03T01:32:28.650" v="2481" actId="1076"/>
          <ac:spMkLst>
            <pc:docMk/>
            <pc:sldMk cId="3916718522" sldId="339"/>
            <ac:spMk id="40" creationId="{E1732701-838A-2173-7D12-C66576CAE0CB}"/>
          </ac:spMkLst>
        </pc:spChg>
        <pc:spChg chg="add mod">
          <ac:chgData name="Jacob Wyngaard" userId="6181fcd471e98458" providerId="LiveId" clId="{788BA123-62C9-4DDC-86E5-A6BCA4600216}" dt="2026-03-03T01:32:28.650" v="2481" actId="1076"/>
          <ac:spMkLst>
            <pc:docMk/>
            <pc:sldMk cId="3916718522" sldId="339"/>
            <ac:spMk id="41" creationId="{E984092A-B5AC-D2D0-4E4D-10FC1838F414}"/>
          </ac:spMkLst>
        </pc:spChg>
        <pc:spChg chg="add del mod">
          <ac:chgData name="Jacob Wyngaard" userId="6181fcd471e98458" providerId="LiveId" clId="{788BA123-62C9-4DDC-86E5-A6BCA4600216}" dt="2026-03-03T01:32:37.141" v="2484" actId="478"/>
          <ac:spMkLst>
            <pc:docMk/>
            <pc:sldMk cId="3916718522" sldId="339"/>
            <ac:spMk id="42" creationId="{960DA508-9DE1-1B4B-CCF2-9CD1E6412A4E}"/>
          </ac:spMkLst>
        </pc:spChg>
        <pc:spChg chg="add mod">
          <ac:chgData name="Jacob Wyngaard" userId="6181fcd471e98458" providerId="LiveId" clId="{788BA123-62C9-4DDC-86E5-A6BCA4600216}" dt="2026-03-03T01:32:59.589" v="2494" actId="1035"/>
          <ac:spMkLst>
            <pc:docMk/>
            <pc:sldMk cId="3916718522" sldId="339"/>
            <ac:spMk id="43" creationId="{8AA254C2-EE43-B52A-78FC-EBAAA16311A0}"/>
          </ac:spMkLst>
        </pc:spChg>
        <pc:spChg chg="add mod">
          <ac:chgData name="Jacob Wyngaard" userId="6181fcd471e98458" providerId="LiveId" clId="{788BA123-62C9-4DDC-86E5-A6BCA4600216}" dt="2026-03-03T01:33:08.390" v="2496" actId="1076"/>
          <ac:spMkLst>
            <pc:docMk/>
            <pc:sldMk cId="3916718522" sldId="339"/>
            <ac:spMk id="44" creationId="{06F32AFC-DCC9-A6E4-2FFB-A20EC6F09189}"/>
          </ac:spMkLst>
        </pc:spChg>
        <pc:spChg chg="add mod">
          <ac:chgData name="Jacob Wyngaard" userId="6181fcd471e98458" providerId="LiveId" clId="{788BA123-62C9-4DDC-86E5-A6BCA4600216}" dt="2026-03-03T01:33:18.417" v="2498" actId="1076"/>
          <ac:spMkLst>
            <pc:docMk/>
            <pc:sldMk cId="3916718522" sldId="339"/>
            <ac:spMk id="45" creationId="{153A7E43-0CA4-DFC8-2473-A1BB65A10CFF}"/>
          </ac:spMkLst>
        </pc:spChg>
        <pc:spChg chg="add mod">
          <ac:chgData name="Jacob Wyngaard" userId="6181fcd471e98458" providerId="LiveId" clId="{788BA123-62C9-4DDC-86E5-A6BCA4600216}" dt="2026-03-03T01:33:41.780" v="2505" actId="20577"/>
          <ac:spMkLst>
            <pc:docMk/>
            <pc:sldMk cId="3916718522" sldId="339"/>
            <ac:spMk id="46" creationId="{E4029A70-56C2-D33E-BDAC-048D85747C7E}"/>
          </ac:spMkLst>
        </pc:spChg>
        <pc:spChg chg="add mod">
          <ac:chgData name="Jacob Wyngaard" userId="6181fcd471e98458" providerId="LiveId" clId="{788BA123-62C9-4DDC-86E5-A6BCA4600216}" dt="2026-03-03T01:33:43.800" v="2506" actId="20577"/>
          <ac:spMkLst>
            <pc:docMk/>
            <pc:sldMk cId="3916718522" sldId="339"/>
            <ac:spMk id="47" creationId="{540C176E-CEB6-5A3C-4322-489CEBDDAC78}"/>
          </ac:spMkLst>
        </pc:spChg>
        <pc:spChg chg="add del mod">
          <ac:chgData name="Jacob Wyngaard" userId="6181fcd471e98458" providerId="LiveId" clId="{788BA123-62C9-4DDC-86E5-A6BCA4600216}" dt="2026-03-03T01:33:52.087" v="2509" actId="478"/>
          <ac:spMkLst>
            <pc:docMk/>
            <pc:sldMk cId="3916718522" sldId="339"/>
            <ac:spMk id="48" creationId="{F704B8C9-BB72-DC29-C259-FC0B6BF5003F}"/>
          </ac:spMkLst>
        </pc:spChg>
        <pc:spChg chg="add mod">
          <ac:chgData name="Jacob Wyngaard" userId="6181fcd471e98458" providerId="LiveId" clId="{788BA123-62C9-4DDC-86E5-A6BCA4600216}" dt="2026-03-03T01:34:00.475" v="2512" actId="20577"/>
          <ac:spMkLst>
            <pc:docMk/>
            <pc:sldMk cId="3916718522" sldId="339"/>
            <ac:spMk id="49" creationId="{284F41AA-F9C8-C2F5-4616-30461C2E2A7C}"/>
          </ac:spMkLst>
        </pc:spChg>
        <pc:spChg chg="add mod">
          <ac:chgData name="Jacob Wyngaard" userId="6181fcd471e98458" providerId="LiveId" clId="{788BA123-62C9-4DDC-86E5-A6BCA4600216}" dt="2026-03-03T01:34:22.030" v="2514" actId="1076"/>
          <ac:spMkLst>
            <pc:docMk/>
            <pc:sldMk cId="3916718522" sldId="339"/>
            <ac:spMk id="50" creationId="{66B08E75-662B-AD0D-F3A4-B00DED85551D}"/>
          </ac:spMkLst>
        </pc:spChg>
        <pc:spChg chg="add mod">
          <ac:chgData name="Jacob Wyngaard" userId="6181fcd471e98458" providerId="LiveId" clId="{788BA123-62C9-4DDC-86E5-A6BCA4600216}" dt="2026-03-03T01:34:33.003" v="2516" actId="1076"/>
          <ac:spMkLst>
            <pc:docMk/>
            <pc:sldMk cId="3916718522" sldId="339"/>
            <ac:spMk id="51" creationId="{6AEF4C36-050D-DA8F-5ACB-EDF5CE0BFC65}"/>
          </ac:spMkLst>
        </pc:spChg>
        <pc:spChg chg="add mod">
          <ac:chgData name="Jacob Wyngaard" userId="6181fcd471e98458" providerId="LiveId" clId="{788BA123-62C9-4DDC-86E5-A6BCA4600216}" dt="2026-03-03T01:34:46.142" v="2519" actId="1076"/>
          <ac:spMkLst>
            <pc:docMk/>
            <pc:sldMk cId="3916718522" sldId="339"/>
            <ac:spMk id="52" creationId="{3BC92F14-4C5E-824B-6054-9286FFDB3F7E}"/>
          </ac:spMkLst>
        </pc:spChg>
        <pc:spChg chg="add mod">
          <ac:chgData name="Jacob Wyngaard" userId="6181fcd471e98458" providerId="LiveId" clId="{788BA123-62C9-4DDC-86E5-A6BCA4600216}" dt="2026-03-03T01:34:58.728" v="2521" actId="1076"/>
          <ac:spMkLst>
            <pc:docMk/>
            <pc:sldMk cId="3916718522" sldId="339"/>
            <ac:spMk id="53" creationId="{11F27040-A425-2CB5-9F89-06583E8FFDF9}"/>
          </ac:spMkLst>
        </pc:spChg>
        <pc:spChg chg="add mod">
          <ac:chgData name="Jacob Wyngaard" userId="6181fcd471e98458" providerId="LiveId" clId="{788BA123-62C9-4DDC-86E5-A6BCA4600216}" dt="2026-03-03T01:35:08.974" v="2524" actId="20577"/>
          <ac:spMkLst>
            <pc:docMk/>
            <pc:sldMk cId="3916718522" sldId="339"/>
            <ac:spMk id="54" creationId="{717C348A-16D5-A365-09A0-06AFC24FF03A}"/>
          </ac:spMkLst>
        </pc:spChg>
        <pc:spChg chg="add mod">
          <ac:chgData name="Jacob Wyngaard" userId="6181fcd471e98458" providerId="LiveId" clId="{788BA123-62C9-4DDC-86E5-A6BCA4600216}" dt="2026-03-03T01:35:18.527" v="2526" actId="1076"/>
          <ac:spMkLst>
            <pc:docMk/>
            <pc:sldMk cId="3916718522" sldId="339"/>
            <ac:spMk id="55" creationId="{977F9478-35F9-A6BC-4D6E-9B92E09AFD99}"/>
          </ac:spMkLst>
        </pc:spChg>
        <pc:spChg chg="add mod">
          <ac:chgData name="Jacob Wyngaard" userId="6181fcd471e98458" providerId="LiveId" clId="{788BA123-62C9-4DDC-86E5-A6BCA4600216}" dt="2026-03-03T01:35:18.527" v="2526" actId="1076"/>
          <ac:spMkLst>
            <pc:docMk/>
            <pc:sldMk cId="3916718522" sldId="339"/>
            <ac:spMk id="56" creationId="{4FC0BBE8-56D1-6A37-BAA0-82DE4FC65144}"/>
          </ac:spMkLst>
        </pc:spChg>
        <pc:spChg chg="add mod">
          <ac:chgData name="Jacob Wyngaard" userId="6181fcd471e98458" providerId="LiveId" clId="{788BA123-62C9-4DDC-86E5-A6BCA4600216}" dt="2026-03-03T01:35:24.631" v="2528" actId="1076"/>
          <ac:spMkLst>
            <pc:docMk/>
            <pc:sldMk cId="3916718522" sldId="339"/>
            <ac:spMk id="57" creationId="{B5F124A0-D576-A55A-580D-5D6CA4232F91}"/>
          </ac:spMkLst>
        </pc:spChg>
        <pc:spChg chg="add mod">
          <ac:chgData name="Jacob Wyngaard" userId="6181fcd471e98458" providerId="LiveId" clId="{788BA123-62C9-4DDC-86E5-A6BCA4600216}" dt="2026-03-03T01:35:24.631" v="2528" actId="1076"/>
          <ac:spMkLst>
            <pc:docMk/>
            <pc:sldMk cId="3916718522" sldId="339"/>
            <ac:spMk id="58" creationId="{8B97390E-BECB-FFD1-71E8-463CC0526CE2}"/>
          </ac:spMkLst>
        </pc:spChg>
        <pc:spChg chg="add mod">
          <ac:chgData name="Jacob Wyngaard" userId="6181fcd471e98458" providerId="LiveId" clId="{788BA123-62C9-4DDC-86E5-A6BCA4600216}" dt="2026-03-03T01:35:35.072" v="2530" actId="1076"/>
          <ac:spMkLst>
            <pc:docMk/>
            <pc:sldMk cId="3916718522" sldId="339"/>
            <ac:spMk id="59" creationId="{B1D9FB68-82D1-1A7B-4AA0-093CB62280ED}"/>
          </ac:spMkLst>
        </pc:spChg>
        <pc:spChg chg="add mod">
          <ac:chgData name="Jacob Wyngaard" userId="6181fcd471e98458" providerId="LiveId" clId="{788BA123-62C9-4DDC-86E5-A6BCA4600216}" dt="2026-03-03T02:35:38.660" v="3042"/>
          <ac:spMkLst>
            <pc:docMk/>
            <pc:sldMk cId="3916718522" sldId="339"/>
            <ac:spMk id="60" creationId="{DDF42E83-EC0F-C6B1-BE0E-C447A95CAFC6}"/>
          </ac:spMkLst>
        </pc:spChg>
        <pc:graphicFrameChg chg="add mod modGraphic">
          <ac:chgData name="Jacob Wyngaard" userId="6181fcd471e98458" providerId="LiveId" clId="{788BA123-62C9-4DDC-86E5-A6BCA4600216}" dt="2026-03-03T01:31:49.930" v="2472"/>
          <ac:graphicFrameMkLst>
            <pc:docMk/>
            <pc:sldMk cId="3916718522" sldId="339"/>
            <ac:graphicFrameMk id="37" creationId="{0F87FC33-49D0-BCC5-C7AA-99295923D1C4}"/>
          </ac:graphicFrameMkLst>
        </pc:graphicFrameChg>
        <pc:picChg chg="del">
          <ac:chgData name="Jacob Wyngaard" userId="6181fcd471e98458" providerId="LiveId" clId="{788BA123-62C9-4DDC-86E5-A6BCA4600216}" dt="2026-03-03T01:28:17.621" v="2310" actId="478"/>
          <ac:picMkLst>
            <pc:docMk/>
            <pc:sldMk cId="3916718522" sldId="339"/>
            <ac:picMk id="2" creationId="{06CC224A-7263-B680-97F0-E48C3530FE10}"/>
          </ac:picMkLst>
        </pc:picChg>
      </pc:sldChg>
      <pc:sldChg chg="addSp delSp modSp add mod">
        <pc:chgData name="Jacob Wyngaard" userId="6181fcd471e98458" providerId="LiveId" clId="{788BA123-62C9-4DDC-86E5-A6BCA4600216}" dt="2026-03-03T02:35:43.639" v="3044"/>
        <pc:sldMkLst>
          <pc:docMk/>
          <pc:sldMk cId="2199970145" sldId="340"/>
        </pc:sldMkLst>
        <pc:spChg chg="add mod">
          <ac:chgData name="Jacob Wyngaard" userId="6181fcd471e98458" providerId="LiveId" clId="{788BA123-62C9-4DDC-86E5-A6BCA4600216}" dt="2026-03-03T02:35:43.639" v="3044"/>
          <ac:spMkLst>
            <pc:docMk/>
            <pc:sldMk cId="2199970145" sldId="340"/>
            <ac:spMk id="2" creationId="{69027174-FC87-8C52-BF54-8E75692CE7DC}"/>
          </ac:spMkLst>
        </pc:spChg>
        <pc:spChg chg="del">
          <ac:chgData name="Jacob Wyngaard" userId="6181fcd471e98458" providerId="LiveId" clId="{788BA123-62C9-4DDC-86E5-A6BCA4600216}" dt="2026-03-03T02:35:43.343" v="3043" actId="478"/>
          <ac:spMkLst>
            <pc:docMk/>
            <pc:sldMk cId="2199970145" sldId="340"/>
            <ac:spMk id="13" creationId="{C4536388-B2B9-5949-4F08-511ABBE75F03}"/>
          </ac:spMkLst>
        </pc:spChg>
        <pc:spChg chg="mod">
          <ac:chgData name="Jacob Wyngaard" userId="6181fcd471e98458" providerId="LiveId" clId="{788BA123-62C9-4DDC-86E5-A6BCA4600216}" dt="2026-03-03T01:37:47.616" v="2574" actId="20577"/>
          <ac:spMkLst>
            <pc:docMk/>
            <pc:sldMk cId="2199970145" sldId="340"/>
            <ac:spMk id="38" creationId="{039580C0-53CF-510E-5444-EA0BD2CE969B}"/>
          </ac:spMkLst>
        </pc:spChg>
        <pc:spChg chg="mod">
          <ac:chgData name="Jacob Wyngaard" userId="6181fcd471e98458" providerId="LiveId" clId="{788BA123-62C9-4DDC-86E5-A6BCA4600216}" dt="2026-03-03T01:38:58.558" v="2600" actId="1076"/>
          <ac:spMkLst>
            <pc:docMk/>
            <pc:sldMk cId="2199970145" sldId="340"/>
            <ac:spMk id="39" creationId="{390F6F52-F1CF-C4C4-7B22-A10635375D1A}"/>
          </ac:spMkLst>
        </pc:spChg>
        <pc:spChg chg="mod">
          <ac:chgData name="Jacob Wyngaard" userId="6181fcd471e98458" providerId="LiveId" clId="{788BA123-62C9-4DDC-86E5-A6BCA4600216}" dt="2026-03-03T01:41:25.413" v="2618" actId="1076"/>
          <ac:spMkLst>
            <pc:docMk/>
            <pc:sldMk cId="2199970145" sldId="340"/>
            <ac:spMk id="40" creationId="{4E0CF405-FDE1-2CE5-BE42-480E4015BDA7}"/>
          </ac:spMkLst>
        </pc:spChg>
        <pc:spChg chg="mod">
          <ac:chgData name="Jacob Wyngaard" userId="6181fcd471e98458" providerId="LiveId" clId="{788BA123-62C9-4DDC-86E5-A6BCA4600216}" dt="2026-03-03T01:37:36.492" v="2568" actId="1076"/>
          <ac:spMkLst>
            <pc:docMk/>
            <pc:sldMk cId="2199970145" sldId="340"/>
            <ac:spMk id="41" creationId="{A4029868-9635-CE5C-9BAF-82F3D14F88A3}"/>
          </ac:spMkLst>
        </pc:spChg>
        <pc:spChg chg="mod">
          <ac:chgData name="Jacob Wyngaard" userId="6181fcd471e98458" providerId="LiveId" clId="{788BA123-62C9-4DDC-86E5-A6BCA4600216}" dt="2026-03-03T01:39:23.663" v="2614" actId="1076"/>
          <ac:spMkLst>
            <pc:docMk/>
            <pc:sldMk cId="2199970145" sldId="340"/>
            <ac:spMk id="43" creationId="{C8E9428A-03F8-B1F1-F36E-0A90A1E76BC4}"/>
          </ac:spMkLst>
        </pc:spChg>
        <pc:spChg chg="mod">
          <ac:chgData name="Jacob Wyngaard" userId="6181fcd471e98458" providerId="LiveId" clId="{788BA123-62C9-4DDC-86E5-A6BCA4600216}" dt="2026-03-03T01:42:19.839" v="2626" actId="1076"/>
          <ac:spMkLst>
            <pc:docMk/>
            <pc:sldMk cId="2199970145" sldId="340"/>
            <ac:spMk id="44" creationId="{FF26CCBD-2A2A-E35B-83CB-1D0D22433A81}"/>
          </ac:spMkLst>
        </pc:spChg>
        <pc:spChg chg="mod">
          <ac:chgData name="Jacob Wyngaard" userId="6181fcd471e98458" providerId="LiveId" clId="{788BA123-62C9-4DDC-86E5-A6BCA4600216}" dt="2026-03-03T01:36:54.188" v="2554" actId="1076"/>
          <ac:spMkLst>
            <pc:docMk/>
            <pc:sldMk cId="2199970145" sldId="340"/>
            <ac:spMk id="45" creationId="{0DF8A80A-FB73-92AF-1456-B0C483636A01}"/>
          </ac:spMkLst>
        </pc:spChg>
        <pc:spChg chg="mod">
          <ac:chgData name="Jacob Wyngaard" userId="6181fcd471e98458" providerId="LiveId" clId="{788BA123-62C9-4DDC-86E5-A6BCA4600216}" dt="2026-03-03T01:41:43.214" v="2621" actId="1076"/>
          <ac:spMkLst>
            <pc:docMk/>
            <pc:sldMk cId="2199970145" sldId="340"/>
            <ac:spMk id="46" creationId="{7A4BA89D-5E4E-0B89-0402-7198EB0C415C}"/>
          </ac:spMkLst>
        </pc:spChg>
        <pc:spChg chg="mod">
          <ac:chgData name="Jacob Wyngaard" userId="6181fcd471e98458" providerId="LiveId" clId="{788BA123-62C9-4DDC-86E5-A6BCA4600216}" dt="2026-03-03T01:36:27.442" v="2537" actId="1076"/>
          <ac:spMkLst>
            <pc:docMk/>
            <pc:sldMk cId="2199970145" sldId="340"/>
            <ac:spMk id="47" creationId="{83A3B692-59C6-82B6-70AE-D1424E8125F0}"/>
          </ac:spMkLst>
        </pc:spChg>
        <pc:spChg chg="mod">
          <ac:chgData name="Jacob Wyngaard" userId="6181fcd471e98458" providerId="LiveId" clId="{788BA123-62C9-4DDC-86E5-A6BCA4600216}" dt="2026-03-03T01:38:01.397" v="2581" actId="1076"/>
          <ac:spMkLst>
            <pc:docMk/>
            <pc:sldMk cId="2199970145" sldId="340"/>
            <ac:spMk id="50" creationId="{35F54DA9-9C15-329A-B479-10AB2EE3F04B}"/>
          </ac:spMkLst>
        </pc:spChg>
        <pc:spChg chg="mod">
          <ac:chgData name="Jacob Wyngaard" userId="6181fcd471e98458" providerId="LiveId" clId="{788BA123-62C9-4DDC-86E5-A6BCA4600216}" dt="2026-03-03T01:38:47.630" v="2594" actId="20577"/>
          <ac:spMkLst>
            <pc:docMk/>
            <pc:sldMk cId="2199970145" sldId="340"/>
            <ac:spMk id="51" creationId="{C58F412D-43D2-CFA4-074B-264A02C12213}"/>
          </ac:spMkLst>
        </pc:spChg>
        <pc:spChg chg="mod">
          <ac:chgData name="Jacob Wyngaard" userId="6181fcd471e98458" providerId="LiveId" clId="{788BA123-62C9-4DDC-86E5-A6BCA4600216}" dt="2026-03-03T01:39:19.413" v="2613" actId="1076"/>
          <ac:spMkLst>
            <pc:docMk/>
            <pc:sldMk cId="2199970145" sldId="340"/>
            <ac:spMk id="52" creationId="{1924E57D-D433-64B4-C5DC-74A583D08680}"/>
          </ac:spMkLst>
        </pc:spChg>
        <pc:spChg chg="mod">
          <ac:chgData name="Jacob Wyngaard" userId="6181fcd471e98458" providerId="LiveId" clId="{788BA123-62C9-4DDC-86E5-A6BCA4600216}" dt="2026-03-03T01:41:20.353" v="2617" actId="1076"/>
          <ac:spMkLst>
            <pc:docMk/>
            <pc:sldMk cId="2199970145" sldId="340"/>
            <ac:spMk id="53" creationId="{5AFC6E2E-CD16-BB6A-DAAD-9A257D4D598A}"/>
          </ac:spMkLst>
        </pc:spChg>
        <pc:spChg chg="mod">
          <ac:chgData name="Jacob Wyngaard" userId="6181fcd471e98458" providerId="LiveId" clId="{788BA123-62C9-4DDC-86E5-A6BCA4600216}" dt="2026-03-03T01:42:15.819" v="2625" actId="1076"/>
          <ac:spMkLst>
            <pc:docMk/>
            <pc:sldMk cId="2199970145" sldId="340"/>
            <ac:spMk id="55" creationId="{E4B2613B-E23B-3364-8D5E-AFFF6D6D83C1}"/>
          </ac:spMkLst>
        </pc:spChg>
        <pc:spChg chg="mod">
          <ac:chgData name="Jacob Wyngaard" userId="6181fcd471e98458" providerId="LiveId" clId="{788BA123-62C9-4DDC-86E5-A6BCA4600216}" dt="2026-03-03T01:41:36.669" v="2620" actId="1076"/>
          <ac:spMkLst>
            <pc:docMk/>
            <pc:sldMk cId="2199970145" sldId="340"/>
            <ac:spMk id="57" creationId="{E1CD9658-3919-E6AB-C112-94E0DAE15C86}"/>
          </ac:spMkLst>
        </pc:spChg>
      </pc:sldChg>
      <pc:sldChg chg="addSp delSp modSp add mod">
        <pc:chgData name="Jacob Wyngaard" userId="6181fcd471e98458" providerId="LiveId" clId="{788BA123-62C9-4DDC-86E5-A6BCA4600216}" dt="2026-03-03T02:35:49.386" v="3046"/>
        <pc:sldMkLst>
          <pc:docMk/>
          <pc:sldMk cId="3403223485" sldId="341"/>
        </pc:sldMkLst>
        <pc:spChg chg="add mod">
          <ac:chgData name="Jacob Wyngaard" userId="6181fcd471e98458" providerId="LiveId" clId="{788BA123-62C9-4DDC-86E5-A6BCA4600216}" dt="2026-03-03T01:43:22.946" v="2685" actId="1582"/>
          <ac:spMkLst>
            <pc:docMk/>
            <pc:sldMk cId="3403223485" sldId="341"/>
            <ac:spMk id="2" creationId="{7F7CC051-EE11-0554-89D4-6F30C7447F09}"/>
          </ac:spMkLst>
        </pc:spChg>
        <pc:spChg chg="add mod">
          <ac:chgData name="Jacob Wyngaard" userId="6181fcd471e98458" providerId="LiveId" clId="{788BA123-62C9-4DDC-86E5-A6BCA4600216}" dt="2026-03-03T01:44:32.772" v="2703" actId="207"/>
          <ac:spMkLst>
            <pc:docMk/>
            <pc:sldMk cId="3403223485" sldId="341"/>
            <ac:spMk id="3" creationId="{2ACD119F-A591-E349-7E33-5274BAEAE5FC}"/>
          </ac:spMkLst>
        </pc:spChg>
        <pc:spChg chg="add mod">
          <ac:chgData name="Jacob Wyngaard" userId="6181fcd471e98458" providerId="LiveId" clId="{788BA123-62C9-4DDC-86E5-A6BCA4600216}" dt="2026-03-03T01:44:36.381" v="2704" actId="207"/>
          <ac:spMkLst>
            <pc:docMk/>
            <pc:sldMk cId="3403223485" sldId="341"/>
            <ac:spMk id="5" creationId="{33B98C4D-C152-F17E-FB33-F2A5D0510D0A}"/>
          </ac:spMkLst>
        </pc:spChg>
        <pc:spChg chg="add mod">
          <ac:chgData name="Jacob Wyngaard" userId="6181fcd471e98458" providerId="LiveId" clId="{788BA123-62C9-4DDC-86E5-A6BCA4600216}" dt="2026-03-03T01:44:07.359" v="2693" actId="1076"/>
          <ac:spMkLst>
            <pc:docMk/>
            <pc:sldMk cId="3403223485" sldId="341"/>
            <ac:spMk id="7" creationId="{518C6C82-C505-6772-97D9-DA44D43D88D4}"/>
          </ac:spMkLst>
        </pc:spChg>
        <pc:spChg chg="add mod">
          <ac:chgData name="Jacob Wyngaard" userId="6181fcd471e98458" providerId="LiveId" clId="{788BA123-62C9-4DDC-86E5-A6BCA4600216}" dt="2026-03-03T01:44:40.977" v="2705" actId="207"/>
          <ac:spMkLst>
            <pc:docMk/>
            <pc:sldMk cId="3403223485" sldId="341"/>
            <ac:spMk id="9" creationId="{2F324EF2-2C18-5135-95F2-B3C4EB128481}"/>
          </ac:spMkLst>
        </pc:spChg>
        <pc:spChg chg="add mod">
          <ac:chgData name="Jacob Wyngaard" userId="6181fcd471e98458" providerId="LiveId" clId="{788BA123-62C9-4DDC-86E5-A6BCA4600216}" dt="2026-03-03T01:44:44.235" v="2706" actId="207"/>
          <ac:spMkLst>
            <pc:docMk/>
            <pc:sldMk cId="3403223485" sldId="341"/>
            <ac:spMk id="10" creationId="{6E246BB6-9C0D-CAF6-912C-7165117161C7}"/>
          </ac:spMkLst>
        </pc:spChg>
        <pc:spChg chg="add mod">
          <ac:chgData name="Jacob Wyngaard" userId="6181fcd471e98458" providerId="LiveId" clId="{788BA123-62C9-4DDC-86E5-A6BCA4600216}" dt="2026-03-03T01:46:02.438" v="2720" actId="207"/>
          <ac:spMkLst>
            <pc:docMk/>
            <pc:sldMk cId="3403223485" sldId="341"/>
            <ac:spMk id="11" creationId="{B1CB4C13-47C2-5E86-4BD7-BA710937BA37}"/>
          </ac:spMkLst>
        </pc:spChg>
        <pc:spChg chg="add mod">
          <ac:chgData name="Jacob Wyngaard" userId="6181fcd471e98458" providerId="LiveId" clId="{788BA123-62C9-4DDC-86E5-A6BCA4600216}" dt="2026-03-03T01:46:39.956" v="2735" actId="1036"/>
          <ac:spMkLst>
            <pc:docMk/>
            <pc:sldMk cId="3403223485" sldId="341"/>
            <ac:spMk id="12" creationId="{D1B72139-8F3B-6F62-0B0C-DD2873168256}"/>
          </ac:spMkLst>
        </pc:spChg>
        <pc:spChg chg="del">
          <ac:chgData name="Jacob Wyngaard" userId="6181fcd471e98458" providerId="LiveId" clId="{788BA123-62C9-4DDC-86E5-A6BCA4600216}" dt="2026-03-03T02:35:49.079" v="3045" actId="478"/>
          <ac:spMkLst>
            <pc:docMk/>
            <pc:sldMk cId="3403223485" sldId="341"/>
            <ac:spMk id="13" creationId="{A4C74923-5FE2-71E3-5399-2AEAF32F8AC6}"/>
          </ac:spMkLst>
        </pc:spChg>
        <pc:spChg chg="add mod">
          <ac:chgData name="Jacob Wyngaard" userId="6181fcd471e98458" providerId="LiveId" clId="{788BA123-62C9-4DDC-86E5-A6BCA4600216}" dt="2026-03-03T01:46:46.225" v="2739" actId="1036"/>
          <ac:spMkLst>
            <pc:docMk/>
            <pc:sldMk cId="3403223485" sldId="341"/>
            <ac:spMk id="14" creationId="{6B9592B1-31F5-7E87-E2F3-2395FDBD2259}"/>
          </ac:spMkLst>
        </pc:spChg>
        <pc:spChg chg="add mod">
          <ac:chgData name="Jacob Wyngaard" userId="6181fcd471e98458" providerId="LiveId" clId="{788BA123-62C9-4DDC-86E5-A6BCA4600216}" dt="2026-03-03T01:46:55.132" v="2741" actId="207"/>
          <ac:spMkLst>
            <pc:docMk/>
            <pc:sldMk cId="3403223485" sldId="341"/>
            <ac:spMk id="15" creationId="{7DAB4D64-73E0-73F7-86B8-C3F26C082ACD}"/>
          </ac:spMkLst>
        </pc:spChg>
        <pc:spChg chg="add mod">
          <ac:chgData name="Jacob Wyngaard" userId="6181fcd471e98458" providerId="LiveId" clId="{788BA123-62C9-4DDC-86E5-A6BCA4600216}" dt="2026-03-03T01:47:45.008" v="2752" actId="1038"/>
          <ac:spMkLst>
            <pc:docMk/>
            <pc:sldMk cId="3403223485" sldId="341"/>
            <ac:spMk id="16" creationId="{10376E26-0F48-0D7B-746E-70D82A96C069}"/>
          </ac:spMkLst>
        </pc:spChg>
        <pc:spChg chg="add del mod">
          <ac:chgData name="Jacob Wyngaard" userId="6181fcd471e98458" providerId="LiveId" clId="{788BA123-62C9-4DDC-86E5-A6BCA4600216}" dt="2026-03-03T01:48:04.611" v="2753" actId="478"/>
          <ac:spMkLst>
            <pc:docMk/>
            <pc:sldMk cId="3403223485" sldId="341"/>
            <ac:spMk id="17" creationId="{FA6AFC29-735A-2F37-5194-84AB4FDF4726}"/>
          </ac:spMkLst>
        </pc:spChg>
        <pc:spChg chg="add mod">
          <ac:chgData name="Jacob Wyngaard" userId="6181fcd471e98458" providerId="LiveId" clId="{788BA123-62C9-4DDC-86E5-A6BCA4600216}" dt="2026-03-03T02:35:49.386" v="3046"/>
          <ac:spMkLst>
            <pc:docMk/>
            <pc:sldMk cId="3403223485" sldId="341"/>
            <ac:spMk id="18" creationId="{D1C87257-306F-F4F2-0D40-91D0095B2E4C}"/>
          </ac:spMkLst>
        </pc:spChg>
      </pc:sldChg>
      <pc:sldChg chg="addSp delSp modSp add mod">
        <pc:chgData name="Jacob Wyngaard" userId="6181fcd471e98458" providerId="LiveId" clId="{788BA123-62C9-4DDC-86E5-A6BCA4600216}" dt="2026-03-03T02:35:34.628" v="3040"/>
        <pc:sldMkLst>
          <pc:docMk/>
          <pc:sldMk cId="2521794888" sldId="342"/>
        </pc:sldMkLst>
        <pc:spChg chg="del">
          <ac:chgData name="Jacob Wyngaard" userId="6181fcd471e98458" providerId="LiveId" clId="{788BA123-62C9-4DDC-86E5-A6BCA4600216}" dt="2026-03-03T01:52:11.503" v="2785" actId="478"/>
          <ac:spMkLst>
            <pc:docMk/>
            <pc:sldMk cId="2521794888" sldId="342"/>
            <ac:spMk id="9" creationId="{75402EB8-E615-B015-5EFC-6632768BF5EF}"/>
          </ac:spMkLst>
        </pc:spChg>
        <pc:spChg chg="add del mod">
          <ac:chgData name="Jacob Wyngaard" userId="6181fcd471e98458" providerId="LiveId" clId="{788BA123-62C9-4DDC-86E5-A6BCA4600216}" dt="2026-03-03T02:35:34.373" v="3039" actId="478"/>
          <ac:spMkLst>
            <pc:docMk/>
            <pc:sldMk cId="2521794888" sldId="342"/>
            <ac:spMk id="13" creationId="{C14F7A92-0E98-696C-8E7D-1FBC701F14B7}"/>
          </ac:spMkLst>
        </pc:spChg>
        <pc:spChg chg="add mod">
          <ac:chgData name="Jacob Wyngaard" userId="6181fcd471e98458" providerId="LiveId" clId="{788BA123-62C9-4DDC-86E5-A6BCA4600216}" dt="2026-03-03T02:35:34.628" v="3040"/>
          <ac:spMkLst>
            <pc:docMk/>
            <pc:sldMk cId="2521794888" sldId="342"/>
            <ac:spMk id="23" creationId="{F66B4ABB-A67E-3A8D-9B4C-A46B5AEDF0E2}"/>
          </ac:spMkLst>
        </pc:spChg>
      </pc:sldChg>
      <pc:sldChg chg="addSp delSp modSp add mod">
        <pc:chgData name="Jacob Wyngaard" userId="6181fcd471e98458" providerId="LiveId" clId="{788BA123-62C9-4DDC-86E5-A6BCA4600216}" dt="2026-03-03T02:45:53.229" v="3864" actId="1036"/>
        <pc:sldMkLst>
          <pc:docMk/>
          <pc:sldMk cId="3046037645" sldId="343"/>
        </pc:sldMkLst>
        <pc:spChg chg="add mod">
          <ac:chgData name="Jacob Wyngaard" userId="6181fcd471e98458" providerId="LiveId" clId="{788BA123-62C9-4DDC-86E5-A6BCA4600216}" dt="2026-03-03T02:34:29.954" v="3004" actId="20577"/>
          <ac:spMkLst>
            <pc:docMk/>
            <pc:sldMk cId="3046037645" sldId="343"/>
            <ac:spMk id="2" creationId="{074F1D79-B11B-B2BB-52BE-EEA60600B8E8}"/>
          </ac:spMkLst>
        </pc:spChg>
        <pc:spChg chg="add mod">
          <ac:chgData name="Jacob Wyngaard" userId="6181fcd471e98458" providerId="LiveId" clId="{788BA123-62C9-4DDC-86E5-A6BCA4600216}" dt="2026-03-03T02:36:01.395" v="3050"/>
          <ac:spMkLst>
            <pc:docMk/>
            <pc:sldMk cId="3046037645" sldId="343"/>
            <ac:spMk id="3" creationId="{99E1E50C-D28F-2F73-2EAC-C4224E58FDD7}"/>
          </ac:spMkLst>
        </pc:spChg>
        <pc:spChg chg="add mod">
          <ac:chgData name="Jacob Wyngaard" userId="6181fcd471e98458" providerId="LiveId" clId="{788BA123-62C9-4DDC-86E5-A6BCA4600216}" dt="2026-03-03T02:36:49.906" v="3066" actId="1076"/>
          <ac:spMkLst>
            <pc:docMk/>
            <pc:sldMk cId="3046037645" sldId="343"/>
            <ac:spMk id="5" creationId="{8C6AFF41-BD0E-E618-DFB4-44D49646F3ED}"/>
          </ac:spMkLst>
        </pc:spChg>
        <pc:spChg chg="add mod">
          <ac:chgData name="Jacob Wyngaard" userId="6181fcd471e98458" providerId="LiveId" clId="{788BA123-62C9-4DDC-86E5-A6BCA4600216}" dt="2026-03-03T02:37:07.054" v="3090" actId="1076"/>
          <ac:spMkLst>
            <pc:docMk/>
            <pc:sldMk cId="3046037645" sldId="343"/>
            <ac:spMk id="7" creationId="{A841ADF3-0009-73B4-3810-9385652771BD}"/>
          </ac:spMkLst>
        </pc:spChg>
        <pc:spChg chg="add mod">
          <ac:chgData name="Jacob Wyngaard" userId="6181fcd471e98458" providerId="LiveId" clId="{788BA123-62C9-4DDC-86E5-A6BCA4600216}" dt="2026-03-03T02:45:53.229" v="3864" actId="1036"/>
          <ac:spMkLst>
            <pc:docMk/>
            <pc:sldMk cId="3046037645" sldId="343"/>
            <ac:spMk id="9" creationId="{3346594E-68DA-AC75-A4B9-7C8280C0A342}"/>
          </ac:spMkLst>
        </pc:spChg>
        <pc:spChg chg="add mod">
          <ac:chgData name="Jacob Wyngaard" userId="6181fcd471e98458" providerId="LiveId" clId="{788BA123-62C9-4DDC-86E5-A6BCA4600216}" dt="2026-03-03T02:45:49.790" v="3859" actId="1035"/>
          <ac:spMkLst>
            <pc:docMk/>
            <pc:sldMk cId="3046037645" sldId="343"/>
            <ac:spMk id="10" creationId="{597546D6-4628-6164-8E60-E84D12C3A1D0}"/>
          </ac:spMkLst>
        </pc:spChg>
        <pc:spChg chg="del">
          <ac:chgData name="Jacob Wyngaard" userId="6181fcd471e98458" providerId="LiveId" clId="{788BA123-62C9-4DDC-86E5-A6BCA4600216}" dt="2026-03-03T02:36:01.002" v="3049" actId="478"/>
          <ac:spMkLst>
            <pc:docMk/>
            <pc:sldMk cId="3046037645" sldId="343"/>
            <ac:spMk id="13" creationId="{928A778F-186B-9EB5-F6E5-85FE2004068F}"/>
          </ac:spMkLst>
        </pc:spChg>
        <pc:spChg chg="del">
          <ac:chgData name="Jacob Wyngaard" userId="6181fcd471e98458" providerId="LiveId" clId="{788BA123-62C9-4DDC-86E5-A6BCA4600216}" dt="2026-03-03T02:34:00.404" v="2865" actId="478"/>
          <ac:spMkLst>
            <pc:docMk/>
            <pc:sldMk cId="3046037645" sldId="343"/>
            <ac:spMk id="31" creationId="{76435998-7DB3-099B-0D39-8461B583C651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32" creationId="{3C71B131-86A1-7002-0BB2-15E933BEDC0B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33" creationId="{2CA94DD1-8775-9410-E434-BA7ACFAFC011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34" creationId="{7FE8EB3F-6626-F097-21C5-6950F195ACF8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35" creationId="{5EBF3D30-07A5-B5E6-8B01-90B06AFBBBB6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37" creationId="{0F84B16F-B84A-1F0D-1B5B-8710338D99D9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39" creationId="{431FF045-FFE0-0C9D-A8EA-734985E713D7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40" creationId="{7E4AA491-1BB5-27A8-3993-DE42D6BA5220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41" creationId="{DDAF3848-C328-AFDD-422A-DC764F195D7A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42" creationId="{C5B0B4BD-FF38-659D-EFB8-A06D9CE70B1B}"/>
          </ac:spMkLst>
        </pc:spChg>
        <pc:spChg chg="del">
          <ac:chgData name="Jacob Wyngaard" userId="6181fcd471e98458" providerId="LiveId" clId="{788BA123-62C9-4DDC-86E5-A6BCA4600216}" dt="2026-03-03T02:33:58.030" v="2864" actId="478"/>
          <ac:spMkLst>
            <pc:docMk/>
            <pc:sldMk cId="3046037645" sldId="343"/>
            <ac:spMk id="44" creationId="{C9D04067-FA9F-4AD9-1738-84191BEE97B5}"/>
          </ac:spMkLst>
        </pc:spChg>
        <pc:graphicFrameChg chg="add mod modGraphic">
          <ac:chgData name="Jacob Wyngaard" userId="6181fcd471e98458" providerId="LiveId" clId="{788BA123-62C9-4DDC-86E5-A6BCA4600216}" dt="2026-03-03T02:36:22.843" v="3056" actId="14100"/>
          <ac:graphicFrameMkLst>
            <pc:docMk/>
            <pc:sldMk cId="3046037645" sldId="343"/>
            <ac:graphicFrameMk id="4" creationId="{F906FB51-0567-F806-2A1A-500B7BD5F1A0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3-03T03:11:28.060" v="4457" actId="20577"/>
        <pc:sldMkLst>
          <pc:docMk/>
          <pc:sldMk cId="4181798848" sldId="344"/>
        </pc:sldMkLst>
        <pc:spChg chg="mod">
          <ac:chgData name="Jacob Wyngaard" userId="6181fcd471e98458" providerId="LiveId" clId="{788BA123-62C9-4DDC-86E5-A6BCA4600216}" dt="2026-03-03T02:46:19.780" v="3890" actId="20577"/>
          <ac:spMkLst>
            <pc:docMk/>
            <pc:sldMk cId="4181798848" sldId="344"/>
            <ac:spMk id="2" creationId="{8C969746-7AF8-0553-F2CE-B93A334574EB}"/>
          </ac:spMkLst>
        </pc:spChg>
        <pc:spChg chg="mod">
          <ac:chgData name="Jacob Wyngaard" userId="6181fcd471e98458" providerId="LiveId" clId="{788BA123-62C9-4DDC-86E5-A6BCA4600216}" dt="2026-03-03T03:00:48.495" v="4363" actId="1076"/>
          <ac:spMkLst>
            <pc:docMk/>
            <pc:sldMk cId="4181798848" sldId="344"/>
            <ac:spMk id="9" creationId="{6A43F81B-E245-FECC-08FB-DCAF150EA7CE}"/>
          </ac:spMkLst>
        </pc:spChg>
        <pc:spChg chg="del mod">
          <ac:chgData name="Jacob Wyngaard" userId="6181fcd471e98458" providerId="LiveId" clId="{788BA123-62C9-4DDC-86E5-A6BCA4600216}" dt="2026-03-03T02:57:49.302" v="4251" actId="478"/>
          <ac:spMkLst>
            <pc:docMk/>
            <pc:sldMk cId="4181798848" sldId="344"/>
            <ac:spMk id="10" creationId="{96513F9C-709B-35E3-A125-67948920314C}"/>
          </ac:spMkLst>
        </pc:spChg>
        <pc:spChg chg="add mod">
          <ac:chgData name="Jacob Wyngaard" userId="6181fcd471e98458" providerId="LiveId" clId="{788BA123-62C9-4DDC-86E5-A6BCA4600216}" dt="2026-03-03T03:09:57.341" v="4414" actId="20577"/>
          <ac:spMkLst>
            <pc:docMk/>
            <pc:sldMk cId="4181798848" sldId="344"/>
            <ac:spMk id="11" creationId="{99C8DA03-FBFF-EB94-12E3-74D1B2E3F82D}"/>
          </ac:spMkLst>
        </pc:spChg>
        <pc:spChg chg="add mod">
          <ac:chgData name="Jacob Wyngaard" userId="6181fcd471e98458" providerId="LiveId" clId="{788BA123-62C9-4DDC-86E5-A6BCA4600216}" dt="2026-03-03T03:10:42.705" v="4428" actId="6549"/>
          <ac:spMkLst>
            <pc:docMk/>
            <pc:sldMk cId="4181798848" sldId="344"/>
            <ac:spMk id="12" creationId="{DB3CDA8E-01ED-2432-7D11-8CAA49A92D40}"/>
          </ac:spMkLst>
        </pc:spChg>
        <pc:spChg chg="add del mod">
          <ac:chgData name="Jacob Wyngaard" userId="6181fcd471e98458" providerId="LiveId" clId="{788BA123-62C9-4DDC-86E5-A6BCA4600216}" dt="2026-03-03T02:54:21.985" v="4123" actId="478"/>
          <ac:spMkLst>
            <pc:docMk/>
            <pc:sldMk cId="4181798848" sldId="344"/>
            <ac:spMk id="14" creationId="{9656901F-A2F0-00F9-EFBE-DAEA0DAC6DDB}"/>
          </ac:spMkLst>
        </pc:spChg>
        <pc:spChg chg="add del mod">
          <ac:chgData name="Jacob Wyngaard" userId="6181fcd471e98458" providerId="LiveId" clId="{788BA123-62C9-4DDC-86E5-A6BCA4600216}" dt="2026-03-03T02:55:03.134" v="4134" actId="478"/>
          <ac:spMkLst>
            <pc:docMk/>
            <pc:sldMk cId="4181798848" sldId="344"/>
            <ac:spMk id="15" creationId="{312EB1D8-4906-8D01-EBAD-A2881378422B}"/>
          </ac:spMkLst>
        </pc:spChg>
        <pc:spChg chg="add mod">
          <ac:chgData name="Jacob Wyngaard" userId="6181fcd471e98458" providerId="LiveId" clId="{788BA123-62C9-4DDC-86E5-A6BCA4600216}" dt="2026-03-03T03:11:28.060" v="4457" actId="20577"/>
          <ac:spMkLst>
            <pc:docMk/>
            <pc:sldMk cId="4181798848" sldId="344"/>
            <ac:spMk id="16" creationId="{D60FA3D4-BEAB-993B-F2F6-66A322B13039}"/>
          </ac:spMkLst>
        </pc:spChg>
        <pc:spChg chg="add mod">
          <ac:chgData name="Jacob Wyngaard" userId="6181fcd471e98458" providerId="LiveId" clId="{788BA123-62C9-4DDC-86E5-A6BCA4600216}" dt="2026-03-03T03:00:37.780" v="4361" actId="1076"/>
          <ac:spMkLst>
            <pc:docMk/>
            <pc:sldMk cId="4181798848" sldId="344"/>
            <ac:spMk id="17" creationId="{54854E17-50C1-91BB-EB45-9AD26E940421}"/>
          </ac:spMkLst>
        </pc:spChg>
        <pc:graphicFrameChg chg="mod">
          <ac:chgData name="Jacob Wyngaard" userId="6181fcd471e98458" providerId="LiveId" clId="{788BA123-62C9-4DDC-86E5-A6BCA4600216}" dt="2026-03-03T02:46:35.987" v="3892"/>
          <ac:graphicFrameMkLst>
            <pc:docMk/>
            <pc:sldMk cId="4181798848" sldId="344"/>
            <ac:graphicFrameMk id="4" creationId="{99C9651C-F93E-943B-2159-9BB7FDF2B841}"/>
          </ac:graphicFrameMkLst>
        </pc:graphicFrameChg>
      </pc:sldChg>
      <pc:sldChg chg="addSp delSp modSp add mod">
        <pc:chgData name="Jacob Wyngaard" userId="6181fcd471e98458" providerId="LiveId" clId="{788BA123-62C9-4DDC-86E5-A6BCA4600216}" dt="2026-03-03T03:31:25.115" v="4800" actId="1076"/>
        <pc:sldMkLst>
          <pc:docMk/>
          <pc:sldMk cId="2030494443" sldId="345"/>
        </pc:sldMkLst>
        <pc:spChg chg="mod">
          <ac:chgData name="Jacob Wyngaard" userId="6181fcd471e98458" providerId="LiveId" clId="{788BA123-62C9-4DDC-86E5-A6BCA4600216}" dt="2026-03-03T03:08:33.871" v="4376" actId="20577"/>
          <ac:spMkLst>
            <pc:docMk/>
            <pc:sldMk cId="2030494443" sldId="345"/>
            <ac:spMk id="2" creationId="{F150DEBC-B8F0-DF35-9854-42696397DE12}"/>
          </ac:spMkLst>
        </pc:spChg>
        <pc:spChg chg="del">
          <ac:chgData name="Jacob Wyngaard" userId="6181fcd471e98458" providerId="LiveId" clId="{788BA123-62C9-4DDC-86E5-A6BCA4600216}" dt="2026-03-03T03:13:03.826" v="4460" actId="478"/>
          <ac:spMkLst>
            <pc:docMk/>
            <pc:sldMk cId="2030494443" sldId="345"/>
            <ac:spMk id="9" creationId="{732DEC90-A72C-393C-E097-B68D3CB16E5E}"/>
          </ac:spMkLst>
        </pc:spChg>
        <pc:spChg chg="add mod">
          <ac:chgData name="Jacob Wyngaard" userId="6181fcd471e98458" providerId="LiveId" clId="{788BA123-62C9-4DDC-86E5-A6BCA4600216}" dt="2026-03-03T03:09:21.546" v="4405" actId="1076"/>
          <ac:spMkLst>
            <pc:docMk/>
            <pc:sldMk cId="2030494443" sldId="345"/>
            <ac:spMk id="10" creationId="{5F87A08D-996A-9EAB-83E0-5A0859B5C8AE}"/>
          </ac:spMkLst>
        </pc:spChg>
        <pc:spChg chg="mod">
          <ac:chgData name="Jacob Wyngaard" userId="6181fcd471e98458" providerId="LiveId" clId="{788BA123-62C9-4DDC-86E5-A6BCA4600216}" dt="2026-03-03T03:15:16.567" v="4538" actId="20577"/>
          <ac:spMkLst>
            <pc:docMk/>
            <pc:sldMk cId="2030494443" sldId="345"/>
            <ac:spMk id="11" creationId="{38EF4574-BBA5-CFAD-92C6-3076A58B0FFF}"/>
          </ac:spMkLst>
        </pc:spChg>
        <pc:spChg chg="del">
          <ac:chgData name="Jacob Wyngaard" userId="6181fcd471e98458" providerId="LiveId" clId="{788BA123-62C9-4DDC-86E5-A6BCA4600216}" dt="2026-03-03T03:15:48.045" v="4544" actId="478"/>
          <ac:spMkLst>
            <pc:docMk/>
            <pc:sldMk cId="2030494443" sldId="345"/>
            <ac:spMk id="12" creationId="{B15E120F-68D4-3608-93ED-F06FE29D55DC}"/>
          </ac:spMkLst>
        </pc:spChg>
        <pc:spChg chg="add mod">
          <ac:chgData name="Jacob Wyngaard" userId="6181fcd471e98458" providerId="LiveId" clId="{788BA123-62C9-4DDC-86E5-A6BCA4600216}" dt="2026-03-03T03:15:30.962" v="4543" actId="20577"/>
          <ac:spMkLst>
            <pc:docMk/>
            <pc:sldMk cId="2030494443" sldId="345"/>
            <ac:spMk id="13" creationId="{4B5C1AD9-0C18-8BC5-F090-96D8F222B2E7}"/>
          </ac:spMkLst>
        </pc:spChg>
        <pc:spChg chg="add mod">
          <ac:chgData name="Jacob Wyngaard" userId="6181fcd471e98458" providerId="LiveId" clId="{788BA123-62C9-4DDC-86E5-A6BCA4600216}" dt="2026-03-03T03:17:19.288" v="4566" actId="20577"/>
          <ac:spMkLst>
            <pc:docMk/>
            <pc:sldMk cId="2030494443" sldId="345"/>
            <ac:spMk id="14" creationId="{1CEEE3F0-AE9F-7B0F-6238-B81810E880DD}"/>
          </ac:spMkLst>
        </pc:spChg>
        <pc:spChg chg="add mod">
          <ac:chgData name="Jacob Wyngaard" userId="6181fcd471e98458" providerId="LiveId" clId="{788BA123-62C9-4DDC-86E5-A6BCA4600216}" dt="2026-03-03T03:17:33.858" v="4567"/>
          <ac:spMkLst>
            <pc:docMk/>
            <pc:sldMk cId="2030494443" sldId="345"/>
            <ac:spMk id="15" creationId="{FEEBE934-F44C-48EE-0E57-2F780303E19E}"/>
          </ac:spMkLst>
        </pc:spChg>
        <pc:spChg chg="mod">
          <ac:chgData name="Jacob Wyngaard" userId="6181fcd471e98458" providerId="LiveId" clId="{788BA123-62C9-4DDC-86E5-A6BCA4600216}" dt="2026-03-03T03:14:24.490" v="4515" actId="1076"/>
          <ac:spMkLst>
            <pc:docMk/>
            <pc:sldMk cId="2030494443" sldId="345"/>
            <ac:spMk id="16" creationId="{07A7EB56-D119-B7EA-868C-0C6A1834DD43}"/>
          </ac:spMkLst>
        </pc:spChg>
        <pc:spChg chg="del">
          <ac:chgData name="Jacob Wyngaard" userId="6181fcd471e98458" providerId="LiveId" clId="{788BA123-62C9-4DDC-86E5-A6BCA4600216}" dt="2026-03-03T03:15:55.508" v="4546" actId="478"/>
          <ac:spMkLst>
            <pc:docMk/>
            <pc:sldMk cId="2030494443" sldId="345"/>
            <ac:spMk id="17" creationId="{8C3CB807-632D-99DE-E8DF-0690F098269D}"/>
          </ac:spMkLst>
        </pc:spChg>
        <pc:spChg chg="add mod">
          <ac:chgData name="Jacob Wyngaard" userId="6181fcd471e98458" providerId="LiveId" clId="{788BA123-62C9-4DDC-86E5-A6BCA4600216}" dt="2026-03-03T03:17:33.858" v="4567"/>
          <ac:spMkLst>
            <pc:docMk/>
            <pc:sldMk cId="2030494443" sldId="345"/>
            <ac:spMk id="18" creationId="{8C2A1799-C9FB-133D-C5E3-4887934BDEBA}"/>
          </ac:spMkLst>
        </pc:spChg>
        <pc:spChg chg="add mod">
          <ac:chgData name="Jacob Wyngaard" userId="6181fcd471e98458" providerId="LiveId" clId="{788BA123-62C9-4DDC-86E5-A6BCA4600216}" dt="2026-03-03T03:17:33.858" v="4567"/>
          <ac:spMkLst>
            <pc:docMk/>
            <pc:sldMk cId="2030494443" sldId="345"/>
            <ac:spMk id="19" creationId="{2F9E4786-D61A-1D4C-E693-7BA48DA20DF8}"/>
          </ac:spMkLst>
        </pc:spChg>
        <pc:spChg chg="add mod">
          <ac:chgData name="Jacob Wyngaard" userId="6181fcd471e98458" providerId="LiveId" clId="{788BA123-62C9-4DDC-86E5-A6BCA4600216}" dt="2026-03-03T03:31:25.115" v="4800" actId="1076"/>
          <ac:spMkLst>
            <pc:docMk/>
            <pc:sldMk cId="2030494443" sldId="345"/>
            <ac:spMk id="20" creationId="{929D1F24-8502-B7EB-BDD9-C2D174353AB6}"/>
          </ac:spMkLst>
        </pc:spChg>
      </pc:sldChg>
      <pc:sldChg chg="delSp modSp add mod">
        <pc:chgData name="Jacob Wyngaard" userId="6181fcd471e98458" providerId="LiveId" clId="{788BA123-62C9-4DDC-86E5-A6BCA4600216}" dt="2026-03-03T04:04:13.886" v="5365" actId="20577"/>
        <pc:sldMkLst>
          <pc:docMk/>
          <pc:sldMk cId="1785115030" sldId="346"/>
        </pc:sldMkLst>
        <pc:spChg chg="mod">
          <ac:chgData name="Jacob Wyngaard" userId="6181fcd471e98458" providerId="LiveId" clId="{788BA123-62C9-4DDC-86E5-A6BCA4600216}" dt="2026-03-03T04:04:13.886" v="5365" actId="20577"/>
          <ac:spMkLst>
            <pc:docMk/>
            <pc:sldMk cId="1785115030" sldId="346"/>
            <ac:spMk id="2" creationId="{2DCED672-D370-75E4-BEC5-38F48BA057F9}"/>
          </ac:spMkLst>
        </pc:spChg>
        <pc:spChg chg="del">
          <ac:chgData name="Jacob Wyngaard" userId="6181fcd471e98458" providerId="LiveId" clId="{788BA123-62C9-4DDC-86E5-A6BCA4600216}" dt="2026-03-03T03:34:06.874" v="4893" actId="478"/>
          <ac:spMkLst>
            <pc:docMk/>
            <pc:sldMk cId="1785115030" sldId="346"/>
            <ac:spMk id="3" creationId="{263719FB-F59B-E146-A21F-E3AA1425C095}"/>
          </ac:spMkLst>
        </pc:spChg>
        <pc:spChg chg="del">
          <ac:chgData name="Jacob Wyngaard" userId="6181fcd471e98458" providerId="LiveId" clId="{788BA123-62C9-4DDC-86E5-A6BCA4600216}" dt="2026-03-03T03:33:13.907" v="4892" actId="478"/>
          <ac:spMkLst>
            <pc:docMk/>
            <pc:sldMk cId="1785115030" sldId="346"/>
            <ac:spMk id="4" creationId="{FD5D82A2-3C48-1EDC-80AF-EEB1BA8D2074}"/>
          </ac:spMkLst>
        </pc:spChg>
        <pc:spChg chg="del">
          <ac:chgData name="Jacob Wyngaard" userId="6181fcd471e98458" providerId="LiveId" clId="{788BA123-62C9-4DDC-86E5-A6BCA4600216}" dt="2026-03-03T03:34:06.874" v="4893" actId="478"/>
          <ac:spMkLst>
            <pc:docMk/>
            <pc:sldMk cId="1785115030" sldId="346"/>
            <ac:spMk id="5" creationId="{2B3E78C7-85A1-F6CF-E7D0-E92DBB9CC100}"/>
          </ac:spMkLst>
        </pc:spChg>
        <pc:spChg chg="del">
          <ac:chgData name="Jacob Wyngaard" userId="6181fcd471e98458" providerId="LiveId" clId="{788BA123-62C9-4DDC-86E5-A6BCA4600216}" dt="2026-03-03T03:33:12.352" v="4891" actId="478"/>
          <ac:spMkLst>
            <pc:docMk/>
            <pc:sldMk cId="1785115030" sldId="346"/>
            <ac:spMk id="7" creationId="{32CD4F11-99B4-615F-C59F-D34A0F3FB5A3}"/>
          </ac:spMkLst>
        </pc:spChg>
        <pc:spChg chg="mod">
          <ac:chgData name="Jacob Wyngaard" userId="6181fcd471e98458" providerId="LiveId" clId="{788BA123-62C9-4DDC-86E5-A6BCA4600216}" dt="2026-03-03T03:33:06.495" v="4890" actId="1076"/>
          <ac:spMkLst>
            <pc:docMk/>
            <pc:sldMk cId="1785115030" sldId="346"/>
            <ac:spMk id="9" creationId="{35B42524-6F23-C471-30C8-651250FBEB3B}"/>
          </ac:spMkLst>
        </pc:spChg>
        <pc:spChg chg="del">
          <ac:chgData name="Jacob Wyngaard" userId="6181fcd471e98458" providerId="LiveId" clId="{788BA123-62C9-4DDC-86E5-A6BCA4600216}" dt="2026-03-03T03:34:06.874" v="4893" actId="478"/>
          <ac:spMkLst>
            <pc:docMk/>
            <pc:sldMk cId="1785115030" sldId="346"/>
            <ac:spMk id="10" creationId="{FBDAAAAB-DC40-2B87-EADF-4A5FAB74531B}"/>
          </ac:spMkLst>
        </pc:spChg>
        <pc:spChg chg="del">
          <ac:chgData name="Jacob Wyngaard" userId="6181fcd471e98458" providerId="LiveId" clId="{788BA123-62C9-4DDC-86E5-A6BCA4600216}" dt="2026-03-03T03:34:06.874" v="4893" actId="478"/>
          <ac:spMkLst>
            <pc:docMk/>
            <pc:sldMk cId="1785115030" sldId="346"/>
            <ac:spMk id="12" creationId="{83C1583E-CBB9-D1A1-BE7A-71DFCB77E872}"/>
          </ac:spMkLst>
        </pc:spChg>
        <pc:spChg chg="del">
          <ac:chgData name="Jacob Wyngaard" userId="6181fcd471e98458" providerId="LiveId" clId="{788BA123-62C9-4DDC-86E5-A6BCA4600216}" dt="2026-03-03T03:34:06.874" v="4893" actId="478"/>
          <ac:spMkLst>
            <pc:docMk/>
            <pc:sldMk cId="1785115030" sldId="346"/>
            <ac:spMk id="17" creationId="{E70A62AE-41F6-2EB9-4B43-C375B2EE6E1E}"/>
          </ac:spMkLst>
        </pc:spChg>
        <pc:spChg chg="del">
          <ac:chgData name="Jacob Wyngaard" userId="6181fcd471e98458" providerId="LiveId" clId="{788BA123-62C9-4DDC-86E5-A6BCA4600216}" dt="2026-03-03T03:34:06.874" v="4893" actId="478"/>
          <ac:spMkLst>
            <pc:docMk/>
            <pc:sldMk cId="1785115030" sldId="346"/>
            <ac:spMk id="18" creationId="{82BECFBD-DF61-C3B9-08E0-D8EFFE70C4D1}"/>
          </ac:spMkLst>
        </pc:spChg>
        <pc:spChg chg="del">
          <ac:chgData name="Jacob Wyngaard" userId="6181fcd471e98458" providerId="LiveId" clId="{788BA123-62C9-4DDC-86E5-A6BCA4600216}" dt="2026-03-03T03:34:06.874" v="4893" actId="478"/>
          <ac:spMkLst>
            <pc:docMk/>
            <pc:sldMk cId="1785115030" sldId="346"/>
            <ac:spMk id="21" creationId="{D4751CC9-9179-8C7C-55AA-097A993ED6A7}"/>
          </ac:spMkLst>
        </pc:spChg>
        <pc:spChg chg="del">
          <ac:chgData name="Jacob Wyngaard" userId="6181fcd471e98458" providerId="LiveId" clId="{788BA123-62C9-4DDC-86E5-A6BCA4600216}" dt="2026-03-03T03:34:06.874" v="4893" actId="478"/>
          <ac:spMkLst>
            <pc:docMk/>
            <pc:sldMk cId="1785115030" sldId="346"/>
            <ac:spMk id="22" creationId="{D73AF887-4199-87CB-C835-5D456DB035E1}"/>
          </ac:spMkLst>
        </pc:spChg>
        <pc:spChg chg="del">
          <ac:chgData name="Jacob Wyngaard" userId="6181fcd471e98458" providerId="LiveId" clId="{788BA123-62C9-4DDC-86E5-A6BCA4600216}" dt="2026-03-03T03:34:06.874" v="4893" actId="478"/>
          <ac:spMkLst>
            <pc:docMk/>
            <pc:sldMk cId="1785115030" sldId="346"/>
            <ac:spMk id="25" creationId="{2224E53D-56BD-F92D-DDD4-7C274C72A096}"/>
          </ac:spMkLst>
        </pc:spChg>
      </pc:sldChg>
      <pc:sldChg chg="modSp add mod">
        <pc:chgData name="Jacob Wyngaard" userId="6181fcd471e98458" providerId="LiveId" clId="{788BA123-62C9-4DDC-86E5-A6BCA4600216}" dt="2026-03-03T04:08:13.723" v="5795" actId="20577"/>
        <pc:sldMkLst>
          <pc:docMk/>
          <pc:sldMk cId="1180299956" sldId="347"/>
        </pc:sldMkLst>
        <pc:spChg chg="mod">
          <ac:chgData name="Jacob Wyngaard" userId="6181fcd471e98458" providerId="LiveId" clId="{788BA123-62C9-4DDC-86E5-A6BCA4600216}" dt="2026-03-03T04:08:13.723" v="5795" actId="20577"/>
          <ac:spMkLst>
            <pc:docMk/>
            <pc:sldMk cId="1180299956" sldId="347"/>
            <ac:spMk id="2" creationId="{CE504970-BBB3-298B-E56C-199DFCCD52B2}"/>
          </ac:spMkLst>
        </pc:spChg>
      </pc:sldChg>
      <pc:sldChg chg="addSp delSp modSp add mod">
        <pc:chgData name="Jacob Wyngaard" userId="6181fcd471e98458" providerId="LiveId" clId="{788BA123-62C9-4DDC-86E5-A6BCA4600216}" dt="2026-03-03T04:15:16.609" v="6026" actId="20577"/>
        <pc:sldMkLst>
          <pc:docMk/>
          <pc:sldMk cId="1434565876" sldId="348"/>
        </pc:sldMkLst>
        <pc:spChg chg="add mod">
          <ac:chgData name="Jacob Wyngaard" userId="6181fcd471e98458" providerId="LiveId" clId="{788BA123-62C9-4DDC-86E5-A6BCA4600216}" dt="2026-03-03T04:12:44.730" v="5949" actId="1076"/>
          <ac:spMkLst>
            <pc:docMk/>
            <pc:sldMk cId="1434565876" sldId="348"/>
            <ac:spMk id="2" creationId="{9117E10C-33B5-0623-83D8-8EBE929AAEAC}"/>
          </ac:spMkLst>
        </pc:spChg>
        <pc:spChg chg="add del mod">
          <ac:chgData name="Jacob Wyngaard" userId="6181fcd471e98458" providerId="LiveId" clId="{788BA123-62C9-4DDC-86E5-A6BCA4600216}" dt="2026-03-03T04:11:34.257" v="5937"/>
          <ac:spMkLst>
            <pc:docMk/>
            <pc:sldMk cId="1434565876" sldId="348"/>
            <ac:spMk id="3" creationId="{BEE4B58C-2B63-9648-D4E9-A5C06F3304D7}"/>
          </ac:spMkLst>
        </pc:spChg>
        <pc:spChg chg="add mod">
          <ac:chgData name="Jacob Wyngaard" userId="6181fcd471e98458" providerId="LiveId" clId="{788BA123-62C9-4DDC-86E5-A6BCA4600216}" dt="2026-03-03T04:12:23.958" v="5946" actId="113"/>
          <ac:spMkLst>
            <pc:docMk/>
            <pc:sldMk cId="1434565876" sldId="348"/>
            <ac:spMk id="4" creationId="{3C6B4DA0-B109-710D-DEF5-436FEBF9F85F}"/>
          </ac:spMkLst>
        </pc:spChg>
        <pc:spChg chg="add mod">
          <ac:chgData name="Jacob Wyngaard" userId="6181fcd471e98458" providerId="LiveId" clId="{788BA123-62C9-4DDC-86E5-A6BCA4600216}" dt="2026-03-03T04:14:46.329" v="6007" actId="1076"/>
          <ac:spMkLst>
            <pc:docMk/>
            <pc:sldMk cId="1434565876" sldId="348"/>
            <ac:spMk id="5" creationId="{5D8CA0F8-86AA-E17E-1025-87279351BD87}"/>
          </ac:spMkLst>
        </pc:spChg>
        <pc:spChg chg="mod">
          <ac:chgData name="Jacob Wyngaard" userId="6181fcd471e98458" providerId="LiveId" clId="{788BA123-62C9-4DDC-86E5-A6BCA4600216}" dt="2026-03-03T04:09:11.941" v="5798" actId="1076"/>
          <ac:spMkLst>
            <pc:docMk/>
            <pc:sldMk cId="1434565876" sldId="348"/>
            <ac:spMk id="6" creationId="{FB82B7C9-D68C-B0D6-5061-0B9FC09771F6}"/>
          </ac:spMkLst>
        </pc:spChg>
        <pc:spChg chg="add mod">
          <ac:chgData name="Jacob Wyngaard" userId="6181fcd471e98458" providerId="LiveId" clId="{788BA123-62C9-4DDC-86E5-A6BCA4600216}" dt="2026-03-03T04:15:00.075" v="6014" actId="1076"/>
          <ac:spMkLst>
            <pc:docMk/>
            <pc:sldMk cId="1434565876" sldId="348"/>
            <ac:spMk id="9" creationId="{15180FE5-9AEF-FE82-4467-B0C0B6D55BCD}"/>
          </ac:spMkLst>
        </pc:spChg>
        <pc:spChg chg="add mod">
          <ac:chgData name="Jacob Wyngaard" userId="6181fcd471e98458" providerId="LiveId" clId="{788BA123-62C9-4DDC-86E5-A6BCA4600216}" dt="2026-03-03T04:15:07.822" v="6020" actId="20577"/>
          <ac:spMkLst>
            <pc:docMk/>
            <pc:sldMk cId="1434565876" sldId="348"/>
            <ac:spMk id="10" creationId="{B7EFEEE8-F478-5921-DC7D-1BD673ADC93F}"/>
          </ac:spMkLst>
        </pc:spChg>
        <pc:spChg chg="add mod">
          <ac:chgData name="Jacob Wyngaard" userId="6181fcd471e98458" providerId="LiveId" clId="{788BA123-62C9-4DDC-86E5-A6BCA4600216}" dt="2026-03-03T04:15:16.609" v="6026" actId="20577"/>
          <ac:spMkLst>
            <pc:docMk/>
            <pc:sldMk cId="1434565876" sldId="348"/>
            <ac:spMk id="11" creationId="{94309165-F3B2-DD62-5C64-D43FC62C3FBF}"/>
          </ac:spMkLst>
        </pc:spChg>
        <pc:spChg chg="del">
          <ac:chgData name="Jacob Wyngaard" userId="6181fcd471e98458" providerId="LiveId" clId="{788BA123-62C9-4DDC-86E5-A6BCA4600216}" dt="2026-03-03T04:09:50.576" v="5827" actId="478"/>
          <ac:spMkLst>
            <pc:docMk/>
            <pc:sldMk cId="1434565876" sldId="348"/>
            <ac:spMk id="24" creationId="{12D60FBF-4249-9EC5-3DEB-5FDBD3D03FCD}"/>
          </ac:spMkLst>
        </pc:spChg>
        <pc:spChg chg="del">
          <ac:chgData name="Jacob Wyngaard" userId="6181fcd471e98458" providerId="LiveId" clId="{788BA123-62C9-4DDC-86E5-A6BCA4600216}" dt="2026-03-03T04:09:54.188" v="5831" actId="478"/>
          <ac:spMkLst>
            <pc:docMk/>
            <pc:sldMk cId="1434565876" sldId="348"/>
            <ac:spMk id="25" creationId="{590CB63A-C85B-9FA8-E133-4153C2D77087}"/>
          </ac:spMkLst>
        </pc:spChg>
        <pc:spChg chg="del">
          <ac:chgData name="Jacob Wyngaard" userId="6181fcd471e98458" providerId="LiveId" clId="{788BA123-62C9-4DDC-86E5-A6BCA4600216}" dt="2026-03-03T04:09:57.397" v="5834" actId="478"/>
          <ac:spMkLst>
            <pc:docMk/>
            <pc:sldMk cId="1434565876" sldId="348"/>
            <ac:spMk id="26" creationId="{6AA0A001-FF6C-BA41-09AB-92E477F54D0A}"/>
          </ac:spMkLst>
        </pc:spChg>
        <pc:spChg chg="del">
          <ac:chgData name="Jacob Wyngaard" userId="6181fcd471e98458" providerId="LiveId" clId="{788BA123-62C9-4DDC-86E5-A6BCA4600216}" dt="2026-03-03T04:09:48.726" v="5825" actId="478"/>
          <ac:spMkLst>
            <pc:docMk/>
            <pc:sldMk cId="1434565876" sldId="348"/>
            <ac:spMk id="27" creationId="{E1341A00-6A5C-335E-BDA1-F73A163913BA}"/>
          </ac:spMkLst>
        </pc:spChg>
        <pc:spChg chg="del mod">
          <ac:chgData name="Jacob Wyngaard" userId="6181fcd471e98458" providerId="LiveId" clId="{788BA123-62C9-4DDC-86E5-A6BCA4600216}" dt="2026-03-03T04:10:02.619" v="5838" actId="478"/>
          <ac:spMkLst>
            <pc:docMk/>
            <pc:sldMk cId="1434565876" sldId="348"/>
            <ac:spMk id="28" creationId="{F1E14B26-1CFC-2FA9-2A7A-5770CC022A47}"/>
          </ac:spMkLst>
        </pc:spChg>
        <pc:spChg chg="del">
          <ac:chgData name="Jacob Wyngaard" userId="6181fcd471e98458" providerId="LiveId" clId="{788BA123-62C9-4DDC-86E5-A6BCA4600216}" dt="2026-03-03T04:09:51.881" v="5828" actId="478"/>
          <ac:spMkLst>
            <pc:docMk/>
            <pc:sldMk cId="1434565876" sldId="348"/>
            <ac:spMk id="29" creationId="{1370E36E-56F0-1DD4-56F1-573B78767511}"/>
          </ac:spMkLst>
        </pc:spChg>
        <pc:spChg chg="del mod">
          <ac:chgData name="Jacob Wyngaard" userId="6181fcd471e98458" providerId="LiveId" clId="{788BA123-62C9-4DDC-86E5-A6BCA4600216}" dt="2026-03-03T04:10:00.114" v="5836" actId="478"/>
          <ac:spMkLst>
            <pc:docMk/>
            <pc:sldMk cId="1434565876" sldId="348"/>
            <ac:spMk id="32" creationId="{D43E6436-FFF0-721B-E692-CB10E2200BC5}"/>
          </ac:spMkLst>
        </pc:spChg>
        <pc:spChg chg="del">
          <ac:chgData name="Jacob Wyngaard" userId="6181fcd471e98458" providerId="LiveId" clId="{788BA123-62C9-4DDC-86E5-A6BCA4600216}" dt="2026-03-03T04:09:55.333" v="5832" actId="478"/>
          <ac:spMkLst>
            <pc:docMk/>
            <pc:sldMk cId="1434565876" sldId="348"/>
            <ac:spMk id="33" creationId="{0842B4EC-4060-609C-35A5-642C326D4542}"/>
          </ac:spMkLst>
        </pc:spChg>
        <pc:spChg chg="del">
          <ac:chgData name="Jacob Wyngaard" userId="6181fcd471e98458" providerId="LiveId" clId="{788BA123-62C9-4DDC-86E5-A6BCA4600216}" dt="2026-03-03T04:09:49.332" v="5826" actId="478"/>
          <ac:spMkLst>
            <pc:docMk/>
            <pc:sldMk cId="1434565876" sldId="348"/>
            <ac:spMk id="34" creationId="{D8D47B12-E20F-0E05-F4AA-C3C13D18C79F}"/>
          </ac:spMkLst>
        </pc:spChg>
        <pc:spChg chg="del">
          <ac:chgData name="Jacob Wyngaard" userId="6181fcd471e98458" providerId="LiveId" clId="{788BA123-62C9-4DDC-86E5-A6BCA4600216}" dt="2026-03-03T04:10:03.305" v="5839" actId="478"/>
          <ac:spMkLst>
            <pc:docMk/>
            <pc:sldMk cId="1434565876" sldId="348"/>
            <ac:spMk id="35" creationId="{3935DFC2-4546-0E7A-C027-D1D4716EF13E}"/>
          </ac:spMkLst>
        </pc:spChg>
        <pc:spChg chg="del">
          <ac:chgData name="Jacob Wyngaard" userId="6181fcd471e98458" providerId="LiveId" clId="{788BA123-62C9-4DDC-86E5-A6BCA4600216}" dt="2026-03-03T04:09:52.395" v="5829" actId="478"/>
          <ac:spMkLst>
            <pc:docMk/>
            <pc:sldMk cId="1434565876" sldId="348"/>
            <ac:spMk id="36" creationId="{2A746E79-6F25-B641-D5C1-4F7363178C4F}"/>
          </ac:spMkLst>
        </pc:spChg>
        <pc:spChg chg="del">
          <ac:chgData name="Jacob Wyngaard" userId="6181fcd471e98458" providerId="LiveId" clId="{788BA123-62C9-4DDC-86E5-A6BCA4600216}" dt="2026-03-03T04:09:53.153" v="5830" actId="478"/>
          <ac:spMkLst>
            <pc:docMk/>
            <pc:sldMk cId="1434565876" sldId="348"/>
            <ac:spMk id="37" creationId="{3C829D3C-F6EE-097E-06CF-45402FB3A5FA}"/>
          </ac:spMkLst>
        </pc:spChg>
        <pc:spChg chg="del">
          <ac:chgData name="Jacob Wyngaard" userId="6181fcd471e98458" providerId="LiveId" clId="{788BA123-62C9-4DDC-86E5-A6BCA4600216}" dt="2026-03-03T04:09:56.350" v="5833" actId="478"/>
          <ac:spMkLst>
            <pc:docMk/>
            <pc:sldMk cId="1434565876" sldId="348"/>
            <ac:spMk id="38" creationId="{E028C373-C18C-9084-0AEB-79672849808F}"/>
          </ac:spMkLst>
        </pc:spChg>
        <pc:spChg chg="del">
          <ac:chgData name="Jacob Wyngaard" userId="6181fcd471e98458" providerId="LiveId" clId="{788BA123-62C9-4DDC-86E5-A6BCA4600216}" dt="2026-03-03T04:09:47.338" v="5824" actId="478"/>
          <ac:spMkLst>
            <pc:docMk/>
            <pc:sldMk cId="1434565876" sldId="348"/>
            <ac:spMk id="39" creationId="{C6055F77-8DFC-6AC2-8179-E42D63E4B242}"/>
          </ac:spMkLst>
        </pc:spChg>
        <pc:spChg chg="del">
          <ac:chgData name="Jacob Wyngaard" userId="6181fcd471e98458" providerId="LiveId" clId="{788BA123-62C9-4DDC-86E5-A6BCA4600216}" dt="2026-03-03T04:10:03.867" v="5840" actId="478"/>
          <ac:spMkLst>
            <pc:docMk/>
            <pc:sldMk cId="1434565876" sldId="348"/>
            <ac:spMk id="40" creationId="{4C89683E-0C74-5D93-BA01-1EF547DD3AE8}"/>
          </ac:spMkLst>
        </pc:spChg>
        <pc:spChg chg="mod">
          <ac:chgData name="Jacob Wyngaard" userId="6181fcd471e98458" providerId="LiveId" clId="{788BA123-62C9-4DDC-86E5-A6BCA4600216}" dt="2026-03-03T04:09:22.704" v="5822" actId="1076"/>
          <ac:spMkLst>
            <pc:docMk/>
            <pc:sldMk cId="1434565876" sldId="348"/>
            <ac:spMk id="46" creationId="{00249C91-1DFA-70DD-3554-BF1FD8546A89}"/>
          </ac:spMkLst>
        </pc:spChg>
        <pc:graphicFrameChg chg="add mod modGraphic">
          <ac:chgData name="Jacob Wyngaard" userId="6181fcd471e98458" providerId="LiveId" clId="{788BA123-62C9-4DDC-86E5-A6BCA4600216}" dt="2026-03-03T04:14:22.283" v="6003" actId="20577"/>
          <ac:graphicFrameMkLst>
            <pc:docMk/>
            <pc:sldMk cId="1434565876" sldId="348"/>
            <ac:graphicFrameMk id="7" creationId="{94D30E0B-6E16-689E-A3A3-809B3219521F}"/>
          </ac:graphicFrameMkLst>
        </pc:graphicFrameChg>
        <pc:graphicFrameChg chg="del">
          <ac:chgData name="Jacob Wyngaard" userId="6181fcd471e98458" providerId="LiveId" clId="{788BA123-62C9-4DDC-86E5-A6BCA4600216}" dt="2026-03-03T04:09:44.896" v="5823" actId="478"/>
          <ac:graphicFrameMkLst>
            <pc:docMk/>
            <pc:sldMk cId="1434565876" sldId="348"/>
            <ac:graphicFrameMk id="23" creationId="{3B8F3988-5DB9-FE82-97E5-688C9D4FCC60}"/>
          </ac:graphicFrameMkLst>
        </pc:graphicFrameChg>
      </pc:sldChg>
      <pc:sldChg chg="addSp modSp add mod">
        <pc:chgData name="Jacob Wyngaard" userId="6181fcd471e98458" providerId="LiveId" clId="{788BA123-62C9-4DDC-86E5-A6BCA4600216}" dt="2026-03-03T04:24:15.993" v="6475" actId="1076"/>
        <pc:sldMkLst>
          <pc:docMk/>
          <pc:sldMk cId="1771206082" sldId="349"/>
        </pc:sldMkLst>
        <pc:spChg chg="mod">
          <ac:chgData name="Jacob Wyngaard" userId="6181fcd471e98458" providerId="LiveId" clId="{788BA123-62C9-4DDC-86E5-A6BCA4600216}" dt="2026-03-03T04:24:05.559" v="6471" actId="20577"/>
          <ac:spMkLst>
            <pc:docMk/>
            <pc:sldMk cId="1771206082" sldId="349"/>
            <ac:spMk id="2" creationId="{042AA798-13C1-41E3-ACC3-CB48D2411995}"/>
          </ac:spMkLst>
        </pc:spChg>
        <pc:spChg chg="mod">
          <ac:chgData name="Jacob Wyngaard" userId="6181fcd471e98458" providerId="LiveId" clId="{788BA123-62C9-4DDC-86E5-A6BCA4600216}" dt="2026-03-03T04:18:39.835" v="6070" actId="1076"/>
          <ac:spMkLst>
            <pc:docMk/>
            <pc:sldMk cId="1771206082" sldId="349"/>
            <ac:spMk id="9" creationId="{A4105712-D383-649D-D199-7CA758763E4B}"/>
          </ac:spMkLst>
        </pc:spChg>
        <pc:picChg chg="add mod">
          <ac:chgData name="Jacob Wyngaard" userId="6181fcd471e98458" providerId="LiveId" clId="{788BA123-62C9-4DDC-86E5-A6BCA4600216}" dt="2026-03-03T04:24:15.993" v="6475" actId="1076"/>
          <ac:picMkLst>
            <pc:docMk/>
            <pc:sldMk cId="1771206082" sldId="349"/>
            <ac:picMk id="3" creationId="{8F9D2235-C197-5CAD-AD42-BCE568CC3A77}"/>
          </ac:picMkLst>
        </pc:picChg>
      </pc:sldChg>
      <pc:sldChg chg="modSp add mod">
        <pc:chgData name="Jacob Wyngaard" userId="6181fcd471e98458" providerId="LiveId" clId="{788BA123-62C9-4DDC-86E5-A6BCA4600216}" dt="2026-03-03T04:33:32.038" v="6824" actId="20577"/>
        <pc:sldMkLst>
          <pc:docMk/>
          <pc:sldMk cId="3452299256" sldId="350"/>
        </pc:sldMkLst>
        <pc:spChg chg="mod">
          <ac:chgData name="Jacob Wyngaard" userId="6181fcd471e98458" providerId="LiveId" clId="{788BA123-62C9-4DDC-86E5-A6BCA4600216}" dt="2026-03-03T04:33:32.038" v="6824" actId="20577"/>
          <ac:spMkLst>
            <pc:docMk/>
            <pc:sldMk cId="3452299256" sldId="350"/>
            <ac:spMk id="2" creationId="{8DF462A7-7038-9E39-116A-AB1E1737D9E9}"/>
          </ac:spMkLst>
        </pc:spChg>
        <pc:spChg chg="mod">
          <ac:chgData name="Jacob Wyngaard" userId="6181fcd471e98458" providerId="LiveId" clId="{788BA123-62C9-4DDC-86E5-A6BCA4600216}" dt="2026-03-03T04:25:03.672" v="6499" actId="1076"/>
          <ac:spMkLst>
            <pc:docMk/>
            <pc:sldMk cId="3452299256" sldId="350"/>
            <ac:spMk id="9" creationId="{9B240358-6151-24BA-A1CE-946603531A4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2D13E-5CEB-834F-A6C9-05E3153D2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0EAFE5-A97C-A262-8B77-E18E083CC3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D03B4-18C4-D6FA-8F05-87D4160CB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AB8688-D073-1D9A-5A1D-F4CD1B0E81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398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69785-C8C9-6652-685D-7385AF331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7C6DED-03F3-8A6C-A21E-1FAFA51B0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5A069-99DC-F2FF-C223-6B92CB726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D9A68-1A68-FD45-62BE-4BCCA514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672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C7969-CD15-1CD3-7CD8-7569D6A50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A662AB-A87A-AE2C-D49D-7D9EF99767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03746C-1889-F602-4BA5-49197F89C8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3844F-6399-07CC-8772-7B347ACCD8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25707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A9203-9631-45AD-632D-E124CBA84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AD6E1-EDF3-E3D0-FD3D-6FD8E9ABD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BBEFD6-CEE6-3031-5A66-FAA131FBEA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3E1C9-A231-2EB5-E0BA-04720626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844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24261-AD9B-E9BB-4CF1-CA140E9D4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B23E4-2B96-A3B0-B184-AA4C03BE7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4D3CD-1B56-7276-B789-917A78FD2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DF36F-0B4A-700D-6587-E57BAA6E2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45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17080-6B9D-C17B-8D44-A57FC3B7F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7CD1D7-D4D8-E16D-BF35-E6E047D54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17E11B-AD6B-A437-A1DB-A8F09016D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76A8-3F83-9A2B-ECB1-28C0DAD35F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730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4C52E-80DA-B0BF-38AB-78DF014F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97DAC-D395-0E99-15E4-033154D0E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76253-7988-795F-C73A-21945CDD3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25DE32-9E3A-1B19-CA9C-CD1F28B51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2252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3CBA4-6F19-F1C0-BABF-BF25B60F1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F632F-0651-EBAB-97FA-5EFDD0297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06BC0-8727-3E49-D6C1-39E7F2EB4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27B3D-93F1-E0FF-3AF7-081DAD6B85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9654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24261-AD9B-E9BB-4CF1-CA140E9D4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B23E4-2B96-A3B0-B184-AA4C03BE7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4D3CD-1B56-7276-B789-917A78FD2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DF36F-0B4A-700D-6587-E57BAA6E2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451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19CD-E04B-A7B9-EB46-369120672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BC15DF-7781-B46C-48AE-05CF162372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33D117-472C-CF27-4F63-7B411A70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BE4D7A-184C-E974-461D-C9674CAC5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995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82F74-5DBF-3B0E-385A-BFAFAFBC2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F1146C-EB2A-9BB8-D03F-E84D0C1EE2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63ECDD-736A-63C1-F841-A14C07FB7F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66F99-C07F-4AA3-E48C-16DB74F9DE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40423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DC375-956A-C167-D535-73FBC18F9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724C11-8DD5-960E-949C-A4869F834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D1CC60-4CCE-CC24-8730-6A7AED8125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B5E48-193F-BB39-CFAE-730F9A405C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560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2D3C-9D57-507F-2E04-311C920E7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0B2007-6571-D1DF-85CA-CAD644B42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F2B93-8060-54FB-5534-4388C70909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A3F1F-2A0E-8B78-2EE3-27610536F1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234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3831C-A02C-F562-0F7A-30676BB9A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6CB388-2014-E974-FAE6-C0531D7EDB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9480ED-9D3F-0A2D-1619-45FA23B1BF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3BFAC-5B33-296D-E36D-E18173CFF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5805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361E6-445B-B9FE-AE30-0D893127D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5FDB90-3645-B001-D624-9C9F89BF74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F295D-8E3F-B1B9-14E7-CA80C2A2E1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7F035-4A54-430B-49AC-378D461C1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5006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60B92-CD98-C85B-8932-475337A67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AB2252-9C67-DE3C-81B0-EA5728A72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299E6A-98FC-303A-34FE-46323DBE56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CD38F2-208E-3F98-3AB0-41121FD572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29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243C2-B728-E7C9-89C6-5C9300E8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F5448F-8C08-73DF-E46C-101929416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DDAD9D-766F-69DF-7510-BD90B2C277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59CC5-5E46-C869-34CD-1A218EBAF8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6148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C638B-9049-51F3-2077-D3771B9F3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84D828-8B22-0D47-E999-135E1FBBB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938A62-A190-FBBD-2D1C-2FDD7E71CC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7C1F67-BDD5-733E-F60E-EBD743E790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8737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51018-A64D-5CED-97E6-5B42C6CDC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629B9-F249-BA35-AC33-82C310C74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7C58E-BF67-0C49-E70E-41AC43808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07CD9-079F-AD84-B65D-4E5787D2D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7338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9D51A-C782-BEB6-AC9E-CF8040151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C8C55-F1E1-2CC4-9CD1-4518891C9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DAC8D6-B0BC-8DF5-C255-784BB0C5A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2E70C-D790-FFC5-5B49-9E8AECB01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972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F1C2B-AB79-50B6-75B8-151F6D651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A8304-166A-D40E-67F9-312204A07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81D778-86B9-661E-AC65-6C1A93AD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562E6-5CB2-1872-A798-DFAD542472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90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14DBB-8FE2-7C7F-8AFC-417C64CE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8754B-EB9C-759F-DBD1-E9195FCA11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8C7C5-5C28-A71C-6C4C-FFB42FE65E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80D36-4025-079E-9A32-9FB69C6CA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62008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44E76-2B5B-D9FC-5FE5-EB27B9006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5649DA-2847-A35E-017E-36FB9DF3A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16EB90-C883-0065-B834-C0D10508D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FFBA8-937A-513B-6506-3009CA8885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1786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00B14-79FE-84DC-8D40-9096E5DB2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35208D-E1A3-9E86-1994-6A7ED7CDE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3CB02-7D3E-FCE1-C1A6-49E8DC4F9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9D091-6C48-4373-52BC-824D3864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5659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34E8A-4FC0-5E6C-A6FD-C7048BD1C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19645A-F136-602B-90B3-6F0619F3A2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5AFDE-0D5C-A6C1-8A1A-3219AE0FD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F9B85-4DF2-7998-E957-58B5C7B5A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02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ACD37-19A0-7D57-C04B-00A1E888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20FA4A-8BEB-A81A-C408-53AD9DA618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3CDA9-B816-B031-2CAA-E334F6550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452F4-1DD8-8293-E9AF-09003AE9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9423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78A35-9B4B-919C-DE67-34659082E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3CAC2-3BAD-455C-E302-56D9B4B19A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FEE98B-7096-3737-DAF0-7D90076BC2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4A17-D5B3-FFBD-F93C-CD1F654C5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9361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1B51B-04EE-2F19-6917-04E1D661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1FB0F-E3C4-8576-455B-948F0A52B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19E9C-B3EE-C575-6B76-119D6249F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C0F38-D842-610E-84E7-FBB7ADEE35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966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12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12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60.png"/><Relationship Id="rId4" Type="http://schemas.openxmlformats.org/officeDocument/2006/relationships/image" Target="../media/image5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29.png"/><Relationship Id="rId26" Type="http://schemas.openxmlformats.org/officeDocument/2006/relationships/image" Target="../media/image37.png"/><Relationship Id="rId3" Type="http://schemas.openxmlformats.org/officeDocument/2006/relationships/image" Target="../media/image14.png"/><Relationship Id="rId21" Type="http://schemas.openxmlformats.org/officeDocument/2006/relationships/image" Target="../media/image32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17" Type="http://schemas.openxmlformats.org/officeDocument/2006/relationships/image" Target="../media/image28.png"/><Relationship Id="rId25" Type="http://schemas.openxmlformats.org/officeDocument/2006/relationships/image" Target="../media/image3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27.png"/><Relationship Id="rId20" Type="http://schemas.openxmlformats.org/officeDocument/2006/relationships/image" Target="../media/image31.png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24" Type="http://schemas.openxmlformats.org/officeDocument/2006/relationships/image" Target="../media/image35.png"/><Relationship Id="rId5" Type="http://schemas.openxmlformats.org/officeDocument/2006/relationships/image" Target="../media/image16.png"/><Relationship Id="rId15" Type="http://schemas.openxmlformats.org/officeDocument/2006/relationships/image" Target="../media/image26.png"/><Relationship Id="rId23" Type="http://schemas.openxmlformats.org/officeDocument/2006/relationships/image" Target="../media/image34.png"/><Relationship Id="rId28" Type="http://schemas.openxmlformats.org/officeDocument/2006/relationships/image" Target="../media/image39.png"/><Relationship Id="rId10" Type="http://schemas.openxmlformats.org/officeDocument/2006/relationships/image" Target="../media/image21.png"/><Relationship Id="rId19" Type="http://schemas.openxmlformats.org/officeDocument/2006/relationships/image" Target="../media/image3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5.png"/><Relationship Id="rId22" Type="http://schemas.openxmlformats.org/officeDocument/2006/relationships/image" Target="../media/image33.png"/><Relationship Id="rId27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26" Type="http://schemas.openxmlformats.org/officeDocument/2006/relationships/image" Target="../media/image37.png"/><Relationship Id="rId3" Type="http://schemas.openxmlformats.org/officeDocument/2006/relationships/image" Target="../media/image14.png"/><Relationship Id="rId21" Type="http://schemas.openxmlformats.org/officeDocument/2006/relationships/image" Target="../media/image51.png"/><Relationship Id="rId7" Type="http://schemas.openxmlformats.org/officeDocument/2006/relationships/image" Target="../media/image18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5" Type="http://schemas.openxmlformats.org/officeDocument/2006/relationships/image" Target="../media/image65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47.png"/><Relationship Id="rId20" Type="http://schemas.openxmlformats.org/officeDocument/2006/relationships/image" Target="../media/image50.png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42.png"/><Relationship Id="rId24" Type="http://schemas.openxmlformats.org/officeDocument/2006/relationships/image" Target="../media/image35.png"/><Relationship Id="rId5" Type="http://schemas.openxmlformats.org/officeDocument/2006/relationships/image" Target="../media/image16.png"/><Relationship Id="rId15" Type="http://schemas.openxmlformats.org/officeDocument/2006/relationships/image" Target="../media/image46.png"/><Relationship Id="rId23" Type="http://schemas.openxmlformats.org/officeDocument/2006/relationships/image" Target="../media/image64.png"/><Relationship Id="rId28" Type="http://schemas.openxmlformats.org/officeDocument/2006/relationships/image" Target="../media/image39.png"/><Relationship Id="rId10" Type="http://schemas.openxmlformats.org/officeDocument/2006/relationships/image" Target="../media/image41.png"/><Relationship Id="rId19" Type="http://schemas.openxmlformats.org/officeDocument/2006/relationships/image" Target="../media/image3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45.png"/><Relationship Id="rId22" Type="http://schemas.openxmlformats.org/officeDocument/2006/relationships/image" Target="../media/image61.png"/><Relationship Id="rId27" Type="http://schemas.openxmlformats.org/officeDocument/2006/relationships/image" Target="../media/image6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26" Type="http://schemas.openxmlformats.org/officeDocument/2006/relationships/image" Target="../media/image37.png"/><Relationship Id="rId3" Type="http://schemas.openxmlformats.org/officeDocument/2006/relationships/image" Target="../media/image14.png"/><Relationship Id="rId21" Type="http://schemas.openxmlformats.org/officeDocument/2006/relationships/image" Target="../media/image51.png"/><Relationship Id="rId7" Type="http://schemas.openxmlformats.org/officeDocument/2006/relationships/image" Target="../media/image18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5" Type="http://schemas.openxmlformats.org/officeDocument/2006/relationships/image" Target="../media/image65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47.png"/><Relationship Id="rId20" Type="http://schemas.openxmlformats.org/officeDocument/2006/relationships/image" Target="../media/image50.png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42.png"/><Relationship Id="rId24" Type="http://schemas.openxmlformats.org/officeDocument/2006/relationships/image" Target="../media/image35.png"/><Relationship Id="rId5" Type="http://schemas.openxmlformats.org/officeDocument/2006/relationships/image" Target="../media/image16.png"/><Relationship Id="rId15" Type="http://schemas.openxmlformats.org/officeDocument/2006/relationships/image" Target="../media/image46.png"/><Relationship Id="rId23" Type="http://schemas.openxmlformats.org/officeDocument/2006/relationships/image" Target="../media/image64.png"/><Relationship Id="rId28" Type="http://schemas.openxmlformats.org/officeDocument/2006/relationships/image" Target="../media/image39.png"/><Relationship Id="rId10" Type="http://schemas.openxmlformats.org/officeDocument/2006/relationships/image" Target="../media/image41.png"/><Relationship Id="rId19" Type="http://schemas.openxmlformats.org/officeDocument/2006/relationships/image" Target="../media/image3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45.png"/><Relationship Id="rId22" Type="http://schemas.openxmlformats.org/officeDocument/2006/relationships/image" Target="../media/image61.png"/><Relationship Id="rId27" Type="http://schemas.openxmlformats.org/officeDocument/2006/relationships/image" Target="../media/image6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76.png"/><Relationship Id="rId3" Type="http://schemas.openxmlformats.org/officeDocument/2006/relationships/image" Target="../media/image13.png"/><Relationship Id="rId7" Type="http://schemas.openxmlformats.org/officeDocument/2006/relationships/image" Target="../media/image70.png"/><Relationship Id="rId12" Type="http://schemas.openxmlformats.org/officeDocument/2006/relationships/image" Target="../media/image7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11" Type="http://schemas.openxmlformats.org/officeDocument/2006/relationships/image" Target="../media/image74.png"/><Relationship Id="rId5" Type="http://schemas.openxmlformats.org/officeDocument/2006/relationships/image" Target="../media/image68.png"/><Relationship Id="rId15" Type="http://schemas.openxmlformats.org/officeDocument/2006/relationships/image" Target="../media/image7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Relationship Id="rId14" Type="http://schemas.openxmlformats.org/officeDocument/2006/relationships/image" Target="../media/image7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0.png"/><Relationship Id="rId3" Type="http://schemas.openxmlformats.org/officeDocument/2006/relationships/image" Target="../media/image380.png"/><Relationship Id="rId7" Type="http://schemas.openxmlformats.org/officeDocument/2006/relationships/image" Target="../media/image4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5" Type="http://schemas.openxmlformats.org/officeDocument/2006/relationships/image" Target="../media/image400.png"/><Relationship Id="rId4" Type="http://schemas.openxmlformats.org/officeDocument/2006/relationships/image" Target="../media/image39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20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12" Type="http://schemas.openxmlformats.org/officeDocument/2006/relationships/image" Target="../media/image10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0" Type="http://schemas.openxmlformats.org/officeDocument/2006/relationships/image" Target="../media/image107.png"/><Relationship Id="rId4" Type="http://schemas.openxmlformats.org/officeDocument/2006/relationships/image" Target="../media/image101.png"/><Relationship Id="rId9" Type="http://schemas.openxmlformats.org/officeDocument/2006/relationships/image" Target="../media/image10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6.png"/><Relationship Id="rId4" Type="http://schemas.openxmlformats.org/officeDocument/2006/relationships/image" Target="../media/image112.png"/><Relationship Id="rId9" Type="http://schemas.openxmlformats.org/officeDocument/2006/relationships/image" Target="../media/image118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5" Type="http://schemas.openxmlformats.org/officeDocument/2006/relationships/image" Target="../media/image113.png"/><Relationship Id="rId10" Type="http://schemas.openxmlformats.org/officeDocument/2006/relationships/image" Target="../media/image116.png"/><Relationship Id="rId4" Type="http://schemas.openxmlformats.org/officeDocument/2006/relationships/image" Target="../media/image112.png"/><Relationship Id="rId9" Type="http://schemas.openxmlformats.org/officeDocument/2006/relationships/image" Target="../media/image12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png"/><Relationship Id="rId3" Type="http://schemas.openxmlformats.org/officeDocument/2006/relationships/image" Target="../media/image111.png"/><Relationship Id="rId7" Type="http://schemas.openxmlformats.org/officeDocument/2006/relationships/image" Target="../media/image1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1" Type="http://schemas.openxmlformats.org/officeDocument/2006/relationships/image" Target="../media/image116.png"/><Relationship Id="rId5" Type="http://schemas.openxmlformats.org/officeDocument/2006/relationships/image" Target="../media/image113.png"/><Relationship Id="rId10" Type="http://schemas.openxmlformats.org/officeDocument/2006/relationships/image" Target="../media/image123.png"/><Relationship Id="rId4" Type="http://schemas.openxmlformats.org/officeDocument/2006/relationships/image" Target="../media/image112.png"/><Relationship Id="rId9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111.png"/><Relationship Id="rId7" Type="http://schemas.openxmlformats.org/officeDocument/2006/relationships/image" Target="../media/image1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1" Type="http://schemas.openxmlformats.org/officeDocument/2006/relationships/image" Target="../media/image126.png"/><Relationship Id="rId5" Type="http://schemas.openxmlformats.org/officeDocument/2006/relationships/image" Target="../media/image113.png"/><Relationship Id="rId10" Type="http://schemas.openxmlformats.org/officeDocument/2006/relationships/image" Target="../media/image125.png"/><Relationship Id="rId4" Type="http://schemas.openxmlformats.org/officeDocument/2006/relationships/image" Target="../media/image112.png"/><Relationship Id="rId9" Type="http://schemas.openxmlformats.org/officeDocument/2006/relationships/image" Target="../media/image12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.png"/><Relationship Id="rId3" Type="http://schemas.openxmlformats.org/officeDocument/2006/relationships/image" Target="../media/image111.png"/><Relationship Id="rId7" Type="http://schemas.openxmlformats.org/officeDocument/2006/relationships/image" Target="../media/image116.png"/><Relationship Id="rId12" Type="http://schemas.openxmlformats.org/officeDocument/2006/relationships/image" Target="../media/image1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.png"/><Relationship Id="rId11" Type="http://schemas.openxmlformats.org/officeDocument/2006/relationships/image" Target="../media/image129.png"/><Relationship Id="rId5" Type="http://schemas.openxmlformats.org/officeDocument/2006/relationships/image" Target="../media/image113.png"/><Relationship Id="rId10" Type="http://schemas.openxmlformats.org/officeDocument/2006/relationships/image" Target="../media/image128.png"/><Relationship Id="rId4" Type="http://schemas.openxmlformats.org/officeDocument/2006/relationships/image" Target="../media/image112.png"/><Relationship Id="rId9" Type="http://schemas.openxmlformats.org/officeDocument/2006/relationships/image" Target="../media/image12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131.png"/><Relationship Id="rId7" Type="http://schemas.openxmlformats.org/officeDocument/2006/relationships/image" Target="../media/image1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4.png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1809494"/>
            <a:ext cx="5506063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Advanced</a:t>
            </a:r>
          </a:p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6A7CA4-249F-39A7-40A5-E32F4DFBA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896" y="1254264"/>
            <a:ext cx="5154930" cy="4349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073F5-C998-4317-849F-50C4291A0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3BFE392-F6A1-42FE-FF4D-FC021809503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29EEE7-B302-90D4-857F-2C404A11CE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464BF5-99FC-8D44-BA9D-023317E00C5D}"/>
              </a:ext>
            </a:extLst>
          </p:cNvPr>
          <p:cNvSpPr txBox="1"/>
          <p:nvPr/>
        </p:nvSpPr>
        <p:spPr>
          <a:xfrm>
            <a:off x="2300748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Fundamentals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08985C-EAAF-C6FE-84C9-22964D780B7E}"/>
              </a:ext>
            </a:extLst>
          </p:cNvPr>
          <p:cNvSpPr txBox="1"/>
          <p:nvPr/>
        </p:nvSpPr>
        <p:spPr>
          <a:xfrm>
            <a:off x="-376090" y="1861393"/>
            <a:ext cx="8802330" cy="461665"/>
          </a:xfrm>
          <a:prstGeom prst="rect">
            <a:avLst/>
          </a:prstGeom>
          <a:noFill/>
          <a:ln w="38100">
            <a:noFill/>
          </a:ln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How do we know that a player’s best response is on a vertex?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4F24ED-A566-3046-4314-1FB61C689AE8}"/>
              </a:ext>
            </a:extLst>
          </p:cNvPr>
          <p:cNvSpPr txBox="1"/>
          <p:nvPr/>
        </p:nvSpPr>
        <p:spPr>
          <a:xfrm>
            <a:off x="-376090" y="2399202"/>
            <a:ext cx="116143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</a:t>
            </a:r>
            <a:r>
              <a:rPr lang="en-US" sz="2400" b="1" dirty="0"/>
              <a:t>vertex</a:t>
            </a:r>
            <a:r>
              <a:rPr lang="en-US" sz="2400" dirty="0"/>
              <a:t> on a polytope is a point which cannot be written as a convex combination of other points in the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E38361-542E-0289-456E-AA9FAC801D6A}"/>
                  </a:ext>
                </a:extLst>
              </p:cNvPr>
              <p:cNvSpPr txBox="1"/>
              <p:nvPr/>
            </p:nvSpPr>
            <p:spPr>
              <a:xfrm>
                <a:off x="-376090" y="3396969"/>
                <a:ext cx="1248943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Suppose that Player 1’s best response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not a vertex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E38361-542E-0289-456E-AA9FAC801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3396969"/>
                <a:ext cx="12489432" cy="461665"/>
              </a:xfrm>
              <a:prstGeom prst="rect">
                <a:avLst/>
              </a:prstGeom>
              <a:blipFill>
                <a:blip r:embed="rId3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E5D290-EA84-DDA6-1900-8FA57881DDDD}"/>
                  </a:ext>
                </a:extLst>
              </p:cNvPr>
              <p:cNvSpPr txBox="1"/>
              <p:nvPr/>
            </p:nvSpPr>
            <p:spPr>
              <a:xfrm>
                <a:off x="78658" y="3858634"/>
                <a:ext cx="12489432" cy="7003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Note that the best response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sz="2400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2E5D290-EA84-DDA6-1900-8FA57881DD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8" y="3858634"/>
                <a:ext cx="12489432" cy="700385"/>
              </a:xfrm>
              <a:prstGeom prst="rect">
                <a:avLst/>
              </a:prstGeom>
              <a:blipFill>
                <a:blip r:embed="rId4"/>
                <a:stretch>
                  <a:fillRect t="-4348" b="-3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450E358-6FF2-7820-38B3-17861A1F470B}"/>
                  </a:ext>
                </a:extLst>
              </p:cNvPr>
              <p:cNvSpPr txBox="1"/>
              <p:nvPr/>
            </p:nvSpPr>
            <p:spPr>
              <a:xfrm>
                <a:off x="78658" y="5065982"/>
                <a:ext cx="1161436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Any point within a convex hull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 can be written as the convex combination of at most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400" dirty="0"/>
                  <a:t> vectices 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450E358-6FF2-7820-38B3-17861A1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58" y="5065982"/>
                <a:ext cx="11614361" cy="830997"/>
              </a:xfrm>
              <a:prstGeom prst="rect">
                <a:avLst/>
              </a:prstGeom>
              <a:blipFill>
                <a:blip r:embed="rId5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1557F6B9-7FFE-D212-E1AC-BF806CC1E04D}"/>
              </a:ext>
            </a:extLst>
          </p:cNvPr>
          <p:cNvSpPr txBox="1"/>
          <p:nvPr/>
        </p:nvSpPr>
        <p:spPr>
          <a:xfrm>
            <a:off x="441235" y="4604317"/>
            <a:ext cx="36416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Carathéodory's theorem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D98E94F-245A-118A-9E02-55B9F1C0F90F}"/>
              </a:ext>
            </a:extLst>
          </p:cNvPr>
          <p:cNvSpPr/>
          <p:nvPr/>
        </p:nvSpPr>
        <p:spPr>
          <a:xfrm>
            <a:off x="441235" y="4604317"/>
            <a:ext cx="11082171" cy="129266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FB7AF7-6A0E-9123-9005-FC3D4696549D}"/>
                  </a:ext>
                </a:extLst>
              </p:cNvPr>
              <p:cNvSpPr txBox="1"/>
              <p:nvPr/>
            </p:nvSpPr>
            <p:spPr>
              <a:xfrm>
                <a:off x="441234" y="6006455"/>
                <a:ext cx="8417631" cy="5312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800" dirty="0"/>
                  <a:t>  with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800" dirty="0"/>
                  <a:t>   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FB7AF7-6A0E-9123-9005-FC3D469654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34" y="6006455"/>
                <a:ext cx="8417631" cy="531299"/>
              </a:xfrm>
              <a:prstGeom prst="rect">
                <a:avLst/>
              </a:prstGeom>
              <a:blipFill>
                <a:blip r:embed="rId6"/>
                <a:stretch>
                  <a:fillRect t="-9195" b="-32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05861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D9CC-6ACA-46EF-A5DB-65C21C9A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17407C-06CD-E3B2-B657-AEFB67C12DD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17C366-4138-A2DE-DD00-DCAFF4D728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896D22-333A-A5D6-6D9F-2312237C45C5}"/>
              </a:ext>
            </a:extLst>
          </p:cNvPr>
          <p:cNvSpPr txBox="1"/>
          <p:nvPr/>
        </p:nvSpPr>
        <p:spPr>
          <a:xfrm>
            <a:off x="2300748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Fundamentals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3C9BA7E-E634-6540-A8DC-41CD9793C726}"/>
                  </a:ext>
                </a:extLst>
              </p:cNvPr>
              <p:cNvSpPr txBox="1"/>
              <p:nvPr/>
            </p:nvSpPr>
            <p:spPr>
              <a:xfrm>
                <a:off x="4916" y="1700267"/>
                <a:ext cx="8417631" cy="11378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  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nary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func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3C9BA7E-E634-6540-A8DC-41CD9793C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6" y="1700267"/>
                <a:ext cx="8417631" cy="113787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809599-772B-7CD9-EBEF-88FF41BF00F2}"/>
                  </a:ext>
                </a:extLst>
              </p:cNvPr>
              <p:cNvSpPr txBox="1"/>
              <p:nvPr/>
            </p:nvSpPr>
            <p:spPr>
              <a:xfrm>
                <a:off x="0" y="3675348"/>
                <a:ext cx="11923395" cy="7259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>
                    <a:ea typeface="Cambria Math" panose="02040503050406030204" pitchFamily="18" charset="0"/>
                  </a:rPr>
                  <a:t>Proof by Contradiction: Suppose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&lt;</m:t>
                    </m:r>
                    <m:func>
                      <m:func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  </m:t>
                        </m:r>
                      </m:e>
                    </m:func>
                  </m:oMath>
                </a14:m>
                <a:r>
                  <a:rPr lang="en-US" sz="2800" dirty="0"/>
                  <a:t>for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6809599-772B-7CD9-EBEF-88FF41BF00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675348"/>
                <a:ext cx="11923395" cy="725968"/>
              </a:xfrm>
              <a:prstGeom prst="rect">
                <a:avLst/>
              </a:prstGeom>
              <a:blipFill>
                <a:blip r:embed="rId4"/>
                <a:stretch>
                  <a:fillRect l="-1022" t="-67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B0E1B1-0BE2-A2CF-A2B0-C6EAC650537F}"/>
                  </a:ext>
                </a:extLst>
              </p:cNvPr>
              <p:cNvSpPr txBox="1"/>
              <p:nvPr/>
            </p:nvSpPr>
            <p:spPr>
              <a:xfrm>
                <a:off x="0" y="2952024"/>
                <a:ext cx="6108192" cy="7259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800" dirty="0"/>
                  <a:t>Claim: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8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8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 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∀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e>
                    </m:func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DB0E1B1-0BE2-A2CF-A2B0-C6EAC6505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952024"/>
                <a:ext cx="6108192" cy="725968"/>
              </a:xfrm>
              <a:prstGeom prst="rect">
                <a:avLst/>
              </a:prstGeom>
              <a:blipFill>
                <a:blip r:embed="rId5"/>
                <a:stretch>
                  <a:fillRect l="-1996" t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F3BC85D-DF76-A533-7A44-E875A8E5C12C}"/>
                  </a:ext>
                </a:extLst>
              </p:cNvPr>
              <p:cNvSpPr txBox="1"/>
              <p:nvPr/>
            </p:nvSpPr>
            <p:spPr>
              <a:xfrm>
                <a:off x="1032041" y="4229069"/>
                <a:ext cx="9910846" cy="988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pHide m:val="on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nary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p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</m:s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∈</m:t>
                                  </m:r>
                                  <m:sSup>
                                    <m:sSup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ℝ</m:t>
                                      </m:r>
                                    </m:e>
                                    <m:sup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𝑚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F3BC85D-DF76-A533-7A44-E875A8E5C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041" y="4229069"/>
                <a:ext cx="9910846" cy="9885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971A4AF-7662-31B4-5AD7-95F3CB2EF888}"/>
                  </a:ext>
                </a:extLst>
              </p:cNvPr>
              <p:cNvSpPr txBox="1"/>
              <p:nvPr/>
            </p:nvSpPr>
            <p:spPr>
              <a:xfrm>
                <a:off x="897739" y="5157733"/>
                <a:ext cx="11025656" cy="9885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func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 </m:t>
                          </m:r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971A4AF-7662-31B4-5AD7-95F3CB2EF8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739" y="5157733"/>
                <a:ext cx="11025656" cy="9885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C08E46A-142E-A5B3-A54D-B52A69BA8A9C}"/>
                  </a:ext>
                </a:extLst>
              </p:cNvPr>
              <p:cNvSpPr txBox="1"/>
              <p:nvPr/>
            </p:nvSpPr>
            <p:spPr>
              <a:xfrm>
                <a:off x="2909719" y="6202499"/>
                <a:ext cx="6731238" cy="635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ℝ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e>
                    </m:func>
                  </m:oMath>
                </a14:m>
                <a:r>
                  <a:rPr lang="en-US" sz="2400" dirty="0"/>
                  <a:t>, a contradiction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C08E46A-142E-A5B3-A54D-B52A69BA8A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9719" y="6202499"/>
                <a:ext cx="6731238" cy="635623"/>
              </a:xfrm>
              <a:prstGeom prst="rect">
                <a:avLst/>
              </a:prstGeom>
              <a:blipFill>
                <a:blip r:embed="rId8"/>
                <a:stretch>
                  <a:fillRect l="-6968" t="-92381" b="-1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2565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9AA661-49A8-5805-F343-ADEE07F2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D33754B-7D54-3398-C50B-FBEBD45E89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4B7964-D7DA-1E80-C1D5-B12F4230712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9B6A69-86DD-EE03-01BC-5D609A715FB6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3C6E7A-92D3-586E-ACB8-20BD4C7E51FB}"/>
                  </a:ext>
                </a:extLst>
              </p:cNvPr>
              <p:cNvSpPr txBox="1"/>
              <p:nvPr/>
            </p:nvSpPr>
            <p:spPr>
              <a:xfrm>
                <a:off x="134302" y="1710813"/>
                <a:ext cx="11923395" cy="43785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ea typeface="Cambria Math" panose="02040503050406030204" pitchFamily="18" charset="0"/>
                  </a:rPr>
                  <a:t>Suppose we have a polytope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 that is formed from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 constraints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 vertex is formed by the intersection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active constraints (where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slack variables are equal to zero). Otherwise, we say that the system is degenerate 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There are at most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vertices (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non-negativity constraints and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400" dirty="0"/>
                  <a:t> indifference constraints)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To solve for each vertex, we turn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constraints into equalities and solve the square linear system. If the solution doesn’t violate the other constraints, then the solution is a vertex</a:t>
                </a: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43C6E7A-92D3-586E-ACB8-20BD4C7E51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302" y="1710813"/>
                <a:ext cx="11923395" cy="4378506"/>
              </a:xfrm>
              <a:prstGeom prst="rect">
                <a:avLst/>
              </a:prstGeom>
              <a:blipFill>
                <a:blip r:embed="rId3"/>
                <a:stretch>
                  <a:fillRect l="-767" t="-11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682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25A74-9A00-F6BD-5D90-63CDAEBE5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DCF93DD-E551-ACEC-0410-9B8D82ACD0C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B98675-B3B2-0CEB-89CF-AD68E218B3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68F42-7C24-A97F-E5F1-A7C10B7CADEB}"/>
              </a:ext>
            </a:extLst>
          </p:cNvPr>
          <p:cNvSpPr txBox="1"/>
          <p:nvPr/>
        </p:nvSpPr>
        <p:spPr>
          <a:xfrm>
            <a:off x="-376090" y="1744431"/>
            <a:ext cx="4566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Let’s go back to this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DC26D0-2718-8A96-376D-9335952D3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F4A97C-4103-51D4-C959-2EAFA74994A8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9FAFD5-814B-DE74-713A-F0A5E04B104E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B71EC2-757F-946D-E05E-6FA8EFD71CFB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6D1546-42DF-270B-B0FE-6E2625D9C708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443E5D-CE9C-4A48-5567-F7EA9044D049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F9D42F-C858-F9FD-2C51-73B9E5F20ED7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6B6689-4F0C-9793-B9EF-C157198F5C3A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592692-D028-C86A-0070-21C543C131B7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BB5134-EA76-BA4D-4D0E-DBC2FA6C6D19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877039-DBAE-FEEC-F7AD-C920C3DBB9C6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EE6892-82BE-F7A5-4906-EBE0C9667175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9CB58B-F7F7-A3D0-1B8B-42B4A4EA9986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/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/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/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/>
              <p:nvPr/>
            </p:nvSpPr>
            <p:spPr>
              <a:xfrm>
                <a:off x="6516393" y="4220769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220769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4167" r="-3819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/>
              <p:nvPr/>
            </p:nvSpPr>
            <p:spPr>
              <a:xfrm>
                <a:off x="6516393" y="4666630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666630"/>
                <a:ext cx="1918922" cy="369332"/>
              </a:xfrm>
              <a:prstGeom prst="rect">
                <a:avLst/>
              </a:prstGeom>
              <a:blipFill>
                <a:blip r:embed="rId8"/>
                <a:stretch>
                  <a:fillRect l="-635" t="-5000" r="-3175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/>
              <p:nvPr/>
            </p:nvSpPr>
            <p:spPr>
              <a:xfrm>
                <a:off x="6516393" y="511249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112491"/>
                <a:ext cx="1757019" cy="369332"/>
              </a:xfrm>
              <a:prstGeom prst="rect">
                <a:avLst/>
              </a:prstGeom>
              <a:blipFill>
                <a:blip r:embed="rId9"/>
                <a:stretch>
                  <a:fillRect l="-4167" r="-3819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/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blipFill>
                <a:blip r:embed="rId10"/>
                <a:stretch>
                  <a:fillRect l="-4895" r="-8392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/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blipFill>
                <a:blip r:embed="rId11"/>
                <a:stretch>
                  <a:fillRect l="-9091" r="-8392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0EBE0D0-9EC2-1C96-7A4D-900EBC3ACA8D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3006645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F40B4-4925-7EC8-6778-519C43DA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C8D895A-B06C-A8BD-E601-59B958E996C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A71D96-78CF-67BE-F92D-123ABF2C973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2B70ED-8747-E28C-34ED-E9E4EED9B863}"/>
              </a:ext>
            </a:extLst>
          </p:cNvPr>
          <p:cNvSpPr txBox="1"/>
          <p:nvPr/>
        </p:nvSpPr>
        <p:spPr>
          <a:xfrm>
            <a:off x="-376090" y="1744431"/>
            <a:ext cx="12280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Consider the following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9197B1-509D-4604-C7DD-3C97E9463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990B5E0-4F3B-76D4-0C5B-5542E0C2D1D0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F781EC-3046-B337-C478-5C4B7C13E5D2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162F19-FC84-4C58-258E-2DDD8787D192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B1A215-F64F-BD38-FD12-439093CB9884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27BB52-AB6D-6B48-68D5-C9523017DB05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F8B15D-47DC-AD75-87DB-A0D4F1731D57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E6565F-F485-FC4B-1C1A-3D6A040F78F1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7334E2-F21D-E1B2-BDE5-765204AF92F7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833336-06D0-295E-0E43-7BED3F6830E6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8DA14A-8EF0-D3A9-951C-419BCE6217B1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FA67E0-F146-ECF0-3417-B87CB0C88DE6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D6C20D-585F-ED3E-EED4-EAB88D793C08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19FCC3-B273-08A4-1A38-B4FDE3BBF6C1}"/>
                  </a:ext>
                </a:extLst>
              </p:cNvPr>
              <p:cNvSpPr txBox="1"/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19FCC3-B273-08A4-1A38-B4FDE3BBF6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4C3B83-B51E-6B8B-958C-E47683C1916B}"/>
                  </a:ext>
                </a:extLst>
              </p:cNvPr>
              <p:cNvSpPr txBox="1"/>
              <p:nvPr/>
            </p:nvSpPr>
            <p:spPr>
              <a:xfrm>
                <a:off x="5412658" y="3066528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4C3B83-B51E-6B8B-958C-E47683C191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066528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2954CEB2-F620-FA96-6307-949E8A3135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4801" y="3830718"/>
            <a:ext cx="3036361" cy="29098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/>
              <p:nvPr/>
            </p:nvSpPr>
            <p:spPr>
              <a:xfrm>
                <a:off x="10002338" y="6391719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2338" y="6391719"/>
                <a:ext cx="32904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/>
              <p:nvPr/>
            </p:nvSpPr>
            <p:spPr>
              <a:xfrm>
                <a:off x="7094627" y="3471218"/>
                <a:ext cx="3290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4627" y="3471218"/>
                <a:ext cx="329048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F66B4ABB-A67E-3A8D-9B4C-A46B5AEDF0E2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2521794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0CD30-F00C-1122-7B19-A9D1006BC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D838367-3CC6-B0C9-8905-3416913978A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4B2C8D-B8CD-CC4D-A919-757C81C9715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5C5F6E-DF44-6225-C736-344B697BEADF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5C5F6E-DF44-6225-C736-344B697BE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500C933-394D-6C1B-9755-7E84A77D1EBE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500C933-394D-6C1B-9755-7E84A77D1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23C72D-873B-B3E7-99DA-0EC0A90CB461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23C72D-873B-B3E7-99DA-0EC0A90CB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blipFill>
                <a:blip r:embed="rId5"/>
                <a:stretch>
                  <a:fillRect l="-3806" r="-3806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4835B80-1F31-822D-7A8B-D77FA92FB5A4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4835B80-1F31-822D-7A8B-D77FA92FB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blipFill>
                <a:blip r:embed="rId6"/>
                <a:stretch>
                  <a:fillRect l="-317" t="-3279" r="-349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B6CACE-6979-EB79-F461-0730A260CEA0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B6CACE-6979-EB79-F461-0730A260CE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3806" r="-380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31C567-D725-AF0B-4B5A-ED15C4FE1F8A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31C567-D725-AF0B-4B5A-ED15C4FE1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F8ACE8-3814-8C08-A3AF-EF056A4E8092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F8ACE8-3814-8C08-A3AF-EF056A4E8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F87FC33-49D0-BCC5-C7AA-99295923D1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752469"/>
              </p:ext>
            </p:extLst>
          </p:nvPr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559EB65-C21C-CCB7-0EBE-CE94D35B2031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559EB65-C21C-CCB7-0EBE-CE94D35B2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688091" cy="369332"/>
              </a:xfrm>
              <a:prstGeom prst="rect">
                <a:avLst/>
              </a:prstGeom>
              <a:blipFill>
                <a:blip r:embed="rId10"/>
                <a:stretch>
                  <a:fillRect l="-4348" r="-4348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C48CCD-907D-F373-FF54-C1F41E593C9F}"/>
                  </a:ext>
                </a:extLst>
              </p:cNvPr>
              <p:cNvSpPr txBox="1"/>
              <p:nvPr/>
            </p:nvSpPr>
            <p:spPr>
              <a:xfrm>
                <a:off x="5251953" y="3233623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C48CCD-907D-F373-FF54-C1F41E593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3" y="3233623"/>
                <a:ext cx="1688091" cy="369332"/>
              </a:xfrm>
              <a:prstGeom prst="rect">
                <a:avLst/>
              </a:prstGeom>
              <a:blipFill>
                <a:blip r:embed="rId11"/>
                <a:stretch>
                  <a:fillRect l="-4348" r="-4348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732701-838A-2173-7D12-C66576CAE0CB}"/>
                  </a:ext>
                </a:extLst>
              </p:cNvPr>
              <p:cNvSpPr txBox="1"/>
              <p:nvPr/>
            </p:nvSpPr>
            <p:spPr>
              <a:xfrm>
                <a:off x="5251953" y="4100717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732701-838A-2173-7D12-C66576CAE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3" y="4100717"/>
                <a:ext cx="1688091" cy="369332"/>
              </a:xfrm>
              <a:prstGeom prst="rect">
                <a:avLst/>
              </a:prstGeom>
              <a:blipFill>
                <a:blip r:embed="rId12"/>
                <a:stretch>
                  <a:fillRect l="-4348" r="-4348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984092A-B5AC-D2D0-4E4D-10FC1838F414}"/>
                  </a:ext>
                </a:extLst>
              </p:cNvPr>
              <p:cNvSpPr txBox="1"/>
              <p:nvPr/>
            </p:nvSpPr>
            <p:spPr>
              <a:xfrm>
                <a:off x="5251952" y="4989629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984092A-B5AC-D2D0-4E4D-10FC1838F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4989629"/>
                <a:ext cx="1688091" cy="369332"/>
              </a:xfrm>
              <a:prstGeom prst="rect">
                <a:avLst/>
              </a:prstGeom>
              <a:blipFill>
                <a:blip r:embed="rId13"/>
                <a:stretch>
                  <a:fillRect l="-4348" r="-4348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AA254C2-EE43-B52A-78FC-EBAAA16311A0}"/>
                  </a:ext>
                </a:extLst>
              </p:cNvPr>
              <p:cNvSpPr txBox="1"/>
              <p:nvPr/>
            </p:nvSpPr>
            <p:spPr>
              <a:xfrm>
                <a:off x="5136536" y="5897831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AA254C2-EE43-B52A-78FC-EBAAA1631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6536" y="5897831"/>
                <a:ext cx="1918922" cy="369332"/>
              </a:xfrm>
              <a:prstGeom prst="rect">
                <a:avLst/>
              </a:prstGeom>
              <a:blipFill>
                <a:blip r:embed="rId14"/>
                <a:stretch>
                  <a:fillRect l="-637" t="-3279" r="-3503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6F32AFC-DCC9-A6E4-2FFB-A20EC6F09189}"/>
                  </a:ext>
                </a:extLst>
              </p:cNvPr>
              <p:cNvSpPr txBox="1"/>
              <p:nvPr/>
            </p:nvSpPr>
            <p:spPr>
              <a:xfrm>
                <a:off x="8862261" y="2344711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6F32AFC-DCC9-A6E4-2FFB-A20EC6F09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61" y="2344711"/>
                <a:ext cx="1918922" cy="369332"/>
              </a:xfrm>
              <a:prstGeom prst="rect">
                <a:avLst/>
              </a:prstGeom>
              <a:blipFill>
                <a:blip r:embed="rId15"/>
                <a:stretch>
                  <a:fillRect l="-635" t="-5000" r="-3175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3A7E43-0CA4-DFC8-2473-A1BB65A10CFF}"/>
                  </a:ext>
                </a:extLst>
              </p:cNvPr>
              <p:cNvSpPr txBox="1"/>
              <p:nvPr/>
            </p:nvSpPr>
            <p:spPr>
              <a:xfrm>
                <a:off x="8862261" y="3206185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3A7E43-0CA4-DFC8-2473-A1BB65A10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61" y="3206185"/>
                <a:ext cx="1918922" cy="369332"/>
              </a:xfrm>
              <a:prstGeom prst="rect">
                <a:avLst/>
              </a:prstGeom>
              <a:blipFill>
                <a:blip r:embed="rId16"/>
                <a:stretch>
                  <a:fillRect l="-635" t="-3279" r="-317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029A70-56C2-D33E-BDAC-048D85747C7E}"/>
                  </a:ext>
                </a:extLst>
              </p:cNvPr>
              <p:cNvSpPr txBox="1"/>
              <p:nvPr/>
            </p:nvSpPr>
            <p:spPr>
              <a:xfrm>
                <a:off x="9024164" y="4121805"/>
                <a:ext cx="16880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029A70-56C2-D33E-BDAC-048D85747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64" y="4121805"/>
                <a:ext cx="1688090" cy="369332"/>
              </a:xfrm>
              <a:prstGeom prst="rect">
                <a:avLst/>
              </a:prstGeom>
              <a:blipFill>
                <a:blip r:embed="rId17"/>
                <a:stretch>
                  <a:fillRect l="-3971" r="-4332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40C176E-CEB6-5A3C-4322-489CEBDDAC78}"/>
                  </a:ext>
                </a:extLst>
              </p:cNvPr>
              <p:cNvSpPr txBox="1"/>
              <p:nvPr/>
            </p:nvSpPr>
            <p:spPr>
              <a:xfrm>
                <a:off x="9013133" y="4999960"/>
                <a:ext cx="16880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40C176E-CEB6-5A3C-4322-489CEBDDA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3133" y="4999960"/>
                <a:ext cx="1688090" cy="369332"/>
              </a:xfrm>
              <a:prstGeom prst="rect">
                <a:avLst/>
              </a:prstGeom>
              <a:blipFill>
                <a:blip r:embed="rId18"/>
                <a:stretch>
                  <a:fillRect l="-4348" r="-4348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84F41AA-F9C8-C2F5-4616-30461C2E2A7C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84F41AA-F9C8-C2F5-4616-30461C2E2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B08E75-662B-AD0D-F3A4-B00DED85551D}"/>
                  </a:ext>
                </a:extLst>
              </p:cNvPr>
              <p:cNvSpPr txBox="1"/>
              <p:nvPr/>
            </p:nvSpPr>
            <p:spPr>
              <a:xfrm>
                <a:off x="5021121" y="2755032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B08E75-662B-AD0D-F3A4-B00DED855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1121" y="2755032"/>
                <a:ext cx="1918922" cy="369332"/>
              </a:xfrm>
              <a:prstGeom prst="rect">
                <a:avLst/>
              </a:prstGeom>
              <a:blipFill>
                <a:blip r:embed="rId20"/>
                <a:stretch>
                  <a:fillRect l="-637" t="-3279" r="-3503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AEF4C36-050D-DA8F-5ACB-EDF5CE0BFC65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6880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AEF4C36-050D-DA8F-5ACB-EDF5CE0BF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688090" cy="369332"/>
              </a:xfrm>
              <a:prstGeom prst="rect">
                <a:avLst/>
              </a:prstGeom>
              <a:blipFill>
                <a:blip r:embed="rId21"/>
                <a:stretch>
                  <a:fillRect l="-4348" r="-4348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BC92F14-4C5E-824B-6054-9286FFDB3F7E}"/>
                  </a:ext>
                </a:extLst>
              </p:cNvPr>
              <p:cNvSpPr txBox="1"/>
              <p:nvPr/>
            </p:nvSpPr>
            <p:spPr>
              <a:xfrm>
                <a:off x="5251952" y="6286726"/>
                <a:ext cx="16880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BC92F14-4C5E-824B-6054-9286FFDB3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6286726"/>
                <a:ext cx="1688090" cy="369332"/>
              </a:xfrm>
              <a:prstGeom prst="rect">
                <a:avLst/>
              </a:prstGeom>
              <a:blipFill>
                <a:blip r:embed="rId22"/>
                <a:stretch>
                  <a:fillRect l="-4348" r="-4348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1F27040-A425-2CB5-9F89-06583E8FFDF9}"/>
                  </a:ext>
                </a:extLst>
              </p:cNvPr>
              <p:cNvSpPr txBox="1"/>
              <p:nvPr/>
            </p:nvSpPr>
            <p:spPr>
              <a:xfrm>
                <a:off x="5577875" y="4508014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1F27040-A425-2CB5-9F89-06583E8FF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4508014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4545" r="-9848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17C348A-16D5-A365-09A0-06AFC24FF03A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17C348A-16D5-A365-09A0-06AFC24FF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77F9478-35F9-A6BC-4D6E-9B92E09AFD99}"/>
                  </a:ext>
                </a:extLst>
              </p:cNvPr>
              <p:cNvSpPr txBox="1"/>
              <p:nvPr/>
            </p:nvSpPr>
            <p:spPr>
              <a:xfrm>
                <a:off x="9431038" y="2751834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77F9478-35F9-A6BC-4D6E-9B92E09AF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2751834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FC0BBE8-56D1-6A37-BAA0-82DE4FC65144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FC0BBE8-56D1-6A37-BAA0-82DE4FC65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5F124A0-D576-A55A-580D-5D6CA4232F91}"/>
                  </a:ext>
                </a:extLst>
              </p:cNvPr>
              <p:cNvSpPr txBox="1"/>
              <p:nvPr/>
            </p:nvSpPr>
            <p:spPr>
              <a:xfrm>
                <a:off x="9431038" y="449514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5F124A0-D576-A55A-580D-5D6CA4232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449514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B97390E-BECB-FFD1-71E8-463CC0526CE2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B97390E-BECB-FFD1-71E8-463CC0526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1D9FB68-82D1-1A7B-4AA0-093CB62280ED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1D9FB68-82D1-1A7B-4AA0-093CB62280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extBox 59">
            <a:extLst>
              <a:ext uri="{FF2B5EF4-FFF2-40B4-BE49-F238E27FC236}">
                <a16:creationId xmlns:a16="http://schemas.microsoft.com/office/drawing/2014/main" id="{DDF42E83-EC0F-C6B1-BE0E-C447A95CAFC6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3916718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78E54-5930-F4A4-7D3F-887CA200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D2941C-DD39-E99D-78E8-1ED6E5C9E65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E3D6B7-1583-B0FC-3182-999DAB0A528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AF62F3C-B287-E971-C846-36D8A5EF1CEB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AF62F3C-B287-E971-C846-36D8A5EF1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5835C2-E8C9-0B4F-5EFA-474CCBFA6A81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5835C2-E8C9-0B4F-5EFA-474CCBFA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D26A87B-DDF6-1713-E746-E2934B3D8C42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D26A87B-DDF6-1713-E746-E2934B3D8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blipFill>
                <a:blip r:embed="rId5"/>
                <a:stretch>
                  <a:fillRect l="-3806" r="-3806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7B1CD4-4E3C-4F92-0468-C90752693E68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47B1CD4-4E3C-4F92-0468-C90752693E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blipFill>
                <a:blip r:embed="rId6"/>
                <a:stretch>
                  <a:fillRect l="-317" t="-3279" r="-349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5611E4B-A334-2592-84A8-F0164E0720F4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5611E4B-A334-2592-84A8-F0164E072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3806" r="-380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2997A53-574A-375F-6CF3-9F6FD09E0D1A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2997A53-574A-375F-6CF3-9F6FD09E0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51B6ECD-8293-3E14-ADBA-978A66039F63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51B6ECD-8293-3E14-ADBA-978A66039F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DC93C32-0D78-8B50-7BF1-92298C652C2A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39580C0-53CF-510E-5444-EA0BD2CE969B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39580C0-53CF-510E-5444-EA0BD2CE9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blipFill>
                <a:blip r:embed="rId10"/>
                <a:stretch>
                  <a:fillRect l="-3302" t="-1667" r="-566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90F6F52-F1CF-C4C4-7B22-A10635375D1A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90F6F52-F1CF-C4C4-7B22-A10635375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blipFill>
                <a:blip r:embed="rId11"/>
                <a:stretch>
                  <a:fillRect l="-3804" t="-1639" r="-706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0CF405-FDE1-2CE5-BE42-480E4015BDA7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0CF405-FDE1-2CE5-BE42-480E4015B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4029868-9635-CE5C-9BAF-82F3D14F88A3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4029868-9635-CE5C-9BAF-82F3D14F8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blipFill>
                <a:blip r:embed="rId13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E9428A-03F8-B1F1-F36E-0A90A1E76BC4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E9428A-03F8-B1F1-F36E-0A90A1E76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blipFill>
                <a:blip r:embed="rId14"/>
                <a:stretch>
                  <a:fillRect l="-3286" t="-1639" r="-516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26CCBD-2A2A-E35B-83CB-1D0D22433A81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26CCBD-2A2A-E35B-83CB-1D0D22433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blipFill>
                <a:blip r:embed="rId15"/>
                <a:stretch>
                  <a:fillRect l="-6486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DF8A80A-FB73-92AF-1456-B0C483636A01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DF8A80A-FB73-92AF-1456-B0C483636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blipFill>
                <a:blip r:embed="rId16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A4BA89D-5E4E-0B89-0402-7198EB0C415C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A4BA89D-5E4E-0B89-0402-7198EB0C4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blipFill>
                <a:blip r:embed="rId17"/>
                <a:stretch>
                  <a:fillRect l="-6452" t="-1639" r="-645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A3B692-59C6-82B6-70AE-D1424E8125F0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A3B692-59C6-82B6-70AE-D1424E812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blipFill>
                <a:blip r:embed="rId18"/>
                <a:stretch>
                  <a:fillRect l="-3784" t="-1667" r="-648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94BF3C9-C8D2-12B8-0501-9725574139B0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94BF3C9-C8D2-12B8-0501-972557413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5F54DA9-9C15-329A-B479-10AB2EE3F04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5F54DA9-9C15-329A-B479-10AB2EE3F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blipFill>
                <a:blip r:embed="rId20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58F412D-43D2-CFA4-074B-264A02C12213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58F412D-43D2-CFA4-074B-264A02C1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blipFill>
                <a:blip r:embed="rId21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924E57D-D433-64B4-C5DC-74A583D08680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924E57D-D433-64B4-C5DC-74A583D0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blipFill>
                <a:blip r:embed="rId22"/>
                <a:stretch>
                  <a:fillRect l="-5607" t="-1639" r="-560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AFC6E2E-CD16-BB6A-DAAD-9A257D4D598A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AFC6E2E-CD16-BB6A-DAAD-9A257D4D5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04E80C1-F892-2227-CF03-05A1F57EB71C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04E80C1-F892-2227-CF03-05A1F57EB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4B2613B-E23B-3364-8D5E-AFFF6D6D83C1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4B2613B-E23B-3364-8D5E-AFFF6D6D8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A1E181D-478E-2C7A-5F26-9799CF48CCF3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A1E181D-478E-2C7A-5F26-9799CF48C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CD9658-3919-E6AB-C112-94E0DAE15C86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CD9658-3919-E6AB-C112-94E0DAE15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EE4E3B4-22DB-8EA6-8FF0-82174C3980A5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EE4E3B4-22DB-8EA6-8FF0-82174C398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F92DA9D-AC04-A83C-98F3-006672682282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F92DA9D-AC04-A83C-98F3-006672682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9027174-FC87-8C52-BF54-8E75692CE7DC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21999701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9F725-75C9-2F05-5191-50F05BDC9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1B1D95-3E23-C1A9-CB39-E9EDBF4AB3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4EC9BD-7EE7-E371-DFF9-638B7F9822D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8FC015-B580-88AE-777B-7598CC01A1A5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8FC015-B580-88AE-777B-7598CC01A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919406F-BA26-D475-747B-7D389FA962DC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919406F-BA26-D475-747B-7D389FA96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60B334D-8CCE-83B6-A0A8-103D4F9DB5CF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60B334D-8CCE-83B6-A0A8-103D4F9DB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blipFill>
                <a:blip r:embed="rId5"/>
                <a:stretch>
                  <a:fillRect l="-3806" r="-3806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4375C2F-9421-9107-1223-58166942B85B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4375C2F-9421-9107-1223-58166942B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blipFill>
                <a:blip r:embed="rId6"/>
                <a:stretch>
                  <a:fillRect l="-317" t="-3279" r="-349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801BF8D-F8EB-CF9F-8C89-9BDE6F316766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801BF8D-F8EB-CF9F-8C89-9BDE6F316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3806" r="-380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961370F-C502-2D57-54B8-F9C93DF545E8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961370F-C502-2D57-54B8-F9C93DF545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B8F9294-AE5B-727F-76AB-C308AC687F7F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B8F9294-AE5B-727F-76AB-C308AC687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7F375709-F220-86EA-0C16-B008CEC95C16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9C65CC1-5AB2-D8CB-EFC5-F45E53C7D472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9C65CC1-5AB2-D8CB-EFC5-F45E53C7D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blipFill>
                <a:blip r:embed="rId10"/>
                <a:stretch>
                  <a:fillRect l="-3302" t="-1667" r="-566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37BE01A-D129-B579-3A27-6050C3E05D4F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37BE01A-D129-B579-3A27-6050C3E05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blipFill>
                <a:blip r:embed="rId11"/>
                <a:stretch>
                  <a:fillRect l="-3804" t="-1639" r="-706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D442FED-68F7-0995-BC0A-6884DD1F72C1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D442FED-68F7-0995-BC0A-6884DD1F7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AF51FFC-F6FF-2F68-FB2B-698010D250D3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AF51FFC-F6FF-2F68-FB2B-698010D25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blipFill>
                <a:blip r:embed="rId13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DCF5C97-8CEA-E0A0-281A-D76A26098A4B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DCF5C97-8CEA-E0A0-281A-D76A26098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blipFill>
                <a:blip r:embed="rId14"/>
                <a:stretch>
                  <a:fillRect l="-3286" t="-1639" r="-516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0205AB1-9C7C-E4C1-DE94-8AFEB3FC39EA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0205AB1-9C7C-E4C1-DE94-8AFEB3FC3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blipFill>
                <a:blip r:embed="rId15"/>
                <a:stretch>
                  <a:fillRect l="-6486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C6908E5-BEED-17BF-7BEA-965046FA69D4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C6908E5-BEED-17BF-7BEA-965046FA6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blipFill>
                <a:blip r:embed="rId16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D6741A6-36CB-CECA-D379-8F0429CC068C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D6741A6-36CB-CECA-D379-8F0429CC0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blipFill>
                <a:blip r:embed="rId17"/>
                <a:stretch>
                  <a:fillRect l="-6452" t="-1639" r="-645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59ABEDE-D342-4FC0-CA8F-D58E4A9B1061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59ABEDE-D342-4FC0-CA8F-D58E4A9B1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blipFill>
                <a:blip r:embed="rId18"/>
                <a:stretch>
                  <a:fillRect l="-3784" t="-1667" r="-648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D784F57-4E9D-3DE9-F053-EFEDA84D9A40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D784F57-4E9D-3DE9-F053-EFEDA84D9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15EEE18-DF66-8C4D-68C7-FABC7DC5964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15EEE18-DF66-8C4D-68C7-FABC7DC5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blipFill>
                <a:blip r:embed="rId20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547F4B-564B-0F6A-A3FA-A8DF8D8B3265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547F4B-564B-0F6A-A3FA-A8DF8D8B3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blipFill>
                <a:blip r:embed="rId21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D0D81C1-BBEB-F74A-D500-A3874FEAE716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D0D81C1-BBEB-F74A-D500-A3874FEAE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blipFill>
                <a:blip r:embed="rId22"/>
                <a:stretch>
                  <a:fillRect l="-5607" t="-1639" r="-560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F12AAA3-AF8A-CDB2-9B8F-443FD87F185A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F12AAA3-AF8A-CDB2-9B8F-443FD87F1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C81AE-18B0-A9A5-FF6C-D460A3F130F4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C81AE-18B0-A9A5-FF6C-D460A3F13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A5D8856-BD1A-B3A5-695B-ED7941FC3642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A5D8856-BD1A-B3A5-695B-ED7941FC3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8F7C7C9-456A-C47F-C703-46F8B54760EF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8F7C7C9-456A-C47F-C703-46F8B54760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C62B5AD-AD05-BF5B-5F40-541FED8C357B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C62B5AD-AD05-BF5B-5F40-541FED8C3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669AB5F-1860-763A-FAC3-33495C7535FF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669AB5F-1860-763A-FAC3-33495C753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DD357C4-8B2D-7868-545D-F45C3DFA157F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DD357C4-8B2D-7868-545D-F45C3DFA1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F7CC051-EE11-0554-89D4-6F30C7447F09}"/>
              </a:ext>
            </a:extLst>
          </p:cNvPr>
          <p:cNvSpPr txBox="1"/>
          <p:nvPr/>
        </p:nvSpPr>
        <p:spPr>
          <a:xfrm>
            <a:off x="335139" y="5825061"/>
            <a:ext cx="3402003" cy="83099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Eliminate Vertices That Violate Constraints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CD119F-A591-E349-7E33-5274BAEAE5FC}"/>
              </a:ext>
            </a:extLst>
          </p:cNvPr>
          <p:cNvSpPr/>
          <p:nvPr/>
        </p:nvSpPr>
        <p:spPr>
          <a:xfrm>
            <a:off x="663178" y="3352247"/>
            <a:ext cx="1995949" cy="40793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98C4D-C152-F17E-FB33-F2A5D0510D0A}"/>
              </a:ext>
            </a:extLst>
          </p:cNvPr>
          <p:cNvSpPr/>
          <p:nvPr/>
        </p:nvSpPr>
        <p:spPr>
          <a:xfrm>
            <a:off x="663178" y="3818194"/>
            <a:ext cx="1995949" cy="407936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C6C82-C505-6772-97D9-DA44D43D88D4}"/>
              </a:ext>
            </a:extLst>
          </p:cNvPr>
          <p:cNvSpPr/>
          <p:nvPr/>
        </p:nvSpPr>
        <p:spPr>
          <a:xfrm>
            <a:off x="645489" y="4287975"/>
            <a:ext cx="1995949" cy="40793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324EF2-2C18-5135-95F2-B3C4EB128481}"/>
              </a:ext>
            </a:extLst>
          </p:cNvPr>
          <p:cNvSpPr/>
          <p:nvPr/>
        </p:nvSpPr>
        <p:spPr>
          <a:xfrm>
            <a:off x="632770" y="4736425"/>
            <a:ext cx="969217" cy="407936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246BB6-9C0D-CAF6-912C-7165117161C7}"/>
              </a:ext>
            </a:extLst>
          </p:cNvPr>
          <p:cNvSpPr/>
          <p:nvPr/>
        </p:nvSpPr>
        <p:spPr>
          <a:xfrm>
            <a:off x="627928" y="5189025"/>
            <a:ext cx="969217" cy="407936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CB4C13-47C2-5E86-4BD7-BA710937BA37}"/>
              </a:ext>
            </a:extLst>
          </p:cNvPr>
          <p:cNvSpPr/>
          <p:nvPr/>
        </p:nvSpPr>
        <p:spPr>
          <a:xfrm>
            <a:off x="4285994" y="4059303"/>
            <a:ext cx="3636532" cy="868110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B72139-8F3B-6F62-0B0C-DD2873168256}"/>
              </a:ext>
            </a:extLst>
          </p:cNvPr>
          <p:cNvSpPr/>
          <p:nvPr/>
        </p:nvSpPr>
        <p:spPr>
          <a:xfrm>
            <a:off x="7922526" y="3175434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9592B1-31F5-7E87-E2F3-2395FDBD2259}"/>
              </a:ext>
            </a:extLst>
          </p:cNvPr>
          <p:cNvSpPr/>
          <p:nvPr/>
        </p:nvSpPr>
        <p:spPr>
          <a:xfrm>
            <a:off x="7922526" y="4937258"/>
            <a:ext cx="3636532" cy="89774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AB4D64-73E0-73F7-86B8-C3F26C082ACD}"/>
              </a:ext>
            </a:extLst>
          </p:cNvPr>
          <p:cNvSpPr/>
          <p:nvPr/>
        </p:nvSpPr>
        <p:spPr>
          <a:xfrm>
            <a:off x="7927571" y="4046715"/>
            <a:ext cx="3636532" cy="897742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376E26-0F48-0D7B-746E-70D82A96C069}"/>
              </a:ext>
            </a:extLst>
          </p:cNvPr>
          <p:cNvSpPr/>
          <p:nvPr/>
        </p:nvSpPr>
        <p:spPr>
          <a:xfrm>
            <a:off x="4295933" y="2283866"/>
            <a:ext cx="3636532" cy="86811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C87257-306F-F4F2-0D40-91D0095B2E4C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3403223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F40B4-4925-7EC8-6778-519C43DA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C8D895A-B06C-A8BD-E601-59B958E996C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A71D96-78CF-67BE-F92D-123ABF2C973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54CEB2-F620-FA96-6307-949E8A3135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662" y="2003263"/>
            <a:ext cx="4964648" cy="47577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/>
              <p:nvPr/>
            </p:nvSpPr>
            <p:spPr>
              <a:xfrm>
                <a:off x="11393817" y="6282389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3817" y="6282389"/>
                <a:ext cx="329048" cy="461665"/>
              </a:xfrm>
              <a:prstGeom prst="rect">
                <a:avLst/>
              </a:prstGeom>
              <a:blipFill>
                <a:blip r:embed="rId4"/>
                <a:stretch>
                  <a:fillRect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/>
              <p:nvPr/>
            </p:nvSpPr>
            <p:spPr>
              <a:xfrm>
                <a:off x="6486356" y="1587910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6356" y="1587910"/>
                <a:ext cx="329048" cy="461665"/>
              </a:xfrm>
              <a:prstGeom prst="rect">
                <a:avLst/>
              </a:prstGeom>
              <a:blipFill>
                <a:blip r:embed="rId5"/>
                <a:stretch>
                  <a:fillRect l="-5556" r="-12963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0B78E2C-F189-850A-C4D1-A337999D67C5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1825625"/>
          <a:ext cx="3660361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08071724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5923211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4090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969256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4535384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054725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9A164E-92D1-4ADB-55B6-07A3EA48A4CF}"/>
                  </a:ext>
                </a:extLst>
              </p:cNvPr>
              <p:cNvSpPr txBox="1"/>
              <p:nvPr/>
            </p:nvSpPr>
            <p:spPr>
              <a:xfrm>
                <a:off x="2028876" y="2767288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9A164E-92D1-4ADB-55B6-07A3EA48A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8876" y="2767288"/>
                <a:ext cx="1126014" cy="369332"/>
              </a:xfrm>
              <a:prstGeom prst="rect">
                <a:avLst/>
              </a:prstGeom>
              <a:blipFill>
                <a:blip r:embed="rId6"/>
                <a:stretch>
                  <a:fillRect l="-3784" t="-1639" r="-6486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792AC8F-26AA-7398-8D58-EB6EF88E14EA}"/>
                  </a:ext>
                </a:extLst>
              </p:cNvPr>
              <p:cNvSpPr txBox="1"/>
              <p:nvPr/>
            </p:nvSpPr>
            <p:spPr>
              <a:xfrm>
                <a:off x="1942222" y="3698750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792AC8F-26AA-7398-8D58-EB6EF88E1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222" y="3698750"/>
                <a:ext cx="1126014" cy="369332"/>
              </a:xfrm>
              <a:prstGeom prst="rect">
                <a:avLst/>
              </a:prstGeom>
              <a:blipFill>
                <a:blip r:embed="rId7"/>
                <a:stretch>
                  <a:fillRect l="-3804" t="-1667" r="-706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CFE1EB2-820B-AB37-22B4-1A992024BD17}"/>
                  </a:ext>
                </a:extLst>
              </p:cNvPr>
              <p:cNvSpPr txBox="1"/>
              <p:nvPr/>
            </p:nvSpPr>
            <p:spPr>
              <a:xfrm>
                <a:off x="1927013" y="4549328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CFE1EB2-820B-AB37-22B4-1A992024B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7013" y="4549328"/>
                <a:ext cx="1295932" cy="369332"/>
              </a:xfrm>
              <a:prstGeom prst="rect">
                <a:avLst/>
              </a:prstGeom>
              <a:blipFill>
                <a:blip r:embed="rId8"/>
                <a:stretch>
                  <a:fillRect l="-2817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1ADDCA8-9181-0636-8D20-5973712A3A89}"/>
                  </a:ext>
                </a:extLst>
              </p:cNvPr>
              <p:cNvSpPr txBox="1"/>
              <p:nvPr/>
            </p:nvSpPr>
            <p:spPr>
              <a:xfrm>
                <a:off x="2022450" y="2233221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1ADDCA8-9181-0636-8D20-5973712A3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450" y="2233221"/>
                <a:ext cx="1129989" cy="369332"/>
              </a:xfrm>
              <a:prstGeom prst="rect">
                <a:avLst/>
              </a:prstGeom>
              <a:blipFill>
                <a:blip r:embed="rId9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31DD8B1-BAD0-EFD2-F046-02D3CBFF6C96}"/>
                  </a:ext>
                </a:extLst>
              </p:cNvPr>
              <p:cNvSpPr txBox="1"/>
              <p:nvPr/>
            </p:nvSpPr>
            <p:spPr>
              <a:xfrm>
                <a:off x="2184739" y="541328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31DD8B1-BAD0-EFD2-F046-02D3CBFF6C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739" y="5413286"/>
                <a:ext cx="805413" cy="369332"/>
              </a:xfrm>
              <a:prstGeom prst="rect">
                <a:avLst/>
              </a:prstGeom>
              <a:blipFill>
                <a:blip r:embed="rId10"/>
                <a:stretch>
                  <a:fillRect l="-4511" r="-9023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7D90C45-48F1-4E4B-568B-7A8D7370EAC0}"/>
                  </a:ext>
                </a:extLst>
              </p:cNvPr>
              <p:cNvSpPr txBox="1"/>
              <p:nvPr/>
            </p:nvSpPr>
            <p:spPr>
              <a:xfrm>
                <a:off x="1942222" y="3176737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37D90C45-48F1-4E4B-568B-7A8D7370EA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222" y="3176737"/>
                <a:ext cx="1299908" cy="369332"/>
              </a:xfrm>
              <a:prstGeom prst="rect">
                <a:avLst/>
              </a:prstGeom>
              <a:blipFill>
                <a:blip r:embed="rId11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E07AE6A-9A12-6F0A-48C9-EC29E876DBAB}"/>
                  </a:ext>
                </a:extLst>
              </p:cNvPr>
              <p:cNvSpPr txBox="1"/>
              <p:nvPr/>
            </p:nvSpPr>
            <p:spPr>
              <a:xfrm>
                <a:off x="1942222" y="4938223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E07AE6A-9A12-6F0A-48C9-EC29E876DB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222" y="4938223"/>
                <a:ext cx="1299908" cy="369332"/>
              </a:xfrm>
              <a:prstGeom prst="rect">
                <a:avLst/>
              </a:prstGeom>
              <a:blipFill>
                <a:blip r:embed="rId12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5409466-1753-7F12-98C9-E6A9C06371EA}"/>
                  </a:ext>
                </a:extLst>
              </p:cNvPr>
              <p:cNvSpPr txBox="1"/>
              <p:nvPr/>
            </p:nvSpPr>
            <p:spPr>
              <a:xfrm>
                <a:off x="2088077" y="4078283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5409466-1753-7F12-98C9-E6A9C0637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8077" y="4078283"/>
                <a:ext cx="805413" cy="369332"/>
              </a:xfrm>
              <a:prstGeom prst="rect">
                <a:avLst/>
              </a:prstGeom>
              <a:blipFill>
                <a:blip r:embed="rId13"/>
                <a:stretch>
                  <a:fillRect l="-9848" r="-9091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B33A37-BE77-49E1-607B-879064D63A40}"/>
                  </a:ext>
                </a:extLst>
              </p:cNvPr>
              <p:cNvSpPr txBox="1"/>
              <p:nvPr/>
            </p:nvSpPr>
            <p:spPr>
              <a:xfrm>
                <a:off x="2184739" y="1868184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8B33A37-BE77-49E1-607B-879064D63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739" y="1868184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11" r="-9023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0E6623A-2499-052B-DD20-31A3950CBB00}"/>
                  </a:ext>
                </a:extLst>
              </p:cNvPr>
              <p:cNvSpPr txBox="1"/>
              <p:nvPr/>
            </p:nvSpPr>
            <p:spPr>
              <a:xfrm>
                <a:off x="2184739" y="58021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90E6623A-2499-052B-DD20-31A3950CBB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4739" y="5802181"/>
                <a:ext cx="805413" cy="369332"/>
              </a:xfrm>
              <a:prstGeom prst="rect">
                <a:avLst/>
              </a:prstGeom>
              <a:blipFill>
                <a:blip r:embed="rId15"/>
                <a:stretch>
                  <a:fillRect l="-9774" r="-902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Flowchart: Process 35">
            <a:extLst>
              <a:ext uri="{FF2B5EF4-FFF2-40B4-BE49-F238E27FC236}">
                <a16:creationId xmlns:a16="http://schemas.microsoft.com/office/drawing/2014/main" id="{D66D1280-936D-F516-3BC2-673B952BF180}"/>
              </a:ext>
            </a:extLst>
          </p:cNvPr>
          <p:cNvSpPr/>
          <p:nvPr/>
        </p:nvSpPr>
        <p:spPr>
          <a:xfrm>
            <a:off x="1109760" y="2934158"/>
            <a:ext cx="367748" cy="369332"/>
          </a:xfrm>
          <a:prstGeom prst="flowChartProces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lowchart: Extract 36">
            <a:extLst>
              <a:ext uri="{FF2B5EF4-FFF2-40B4-BE49-F238E27FC236}">
                <a16:creationId xmlns:a16="http://schemas.microsoft.com/office/drawing/2014/main" id="{DA50329F-8C83-1DC6-4D06-26D8CED83151}"/>
              </a:ext>
            </a:extLst>
          </p:cNvPr>
          <p:cNvSpPr/>
          <p:nvPr/>
        </p:nvSpPr>
        <p:spPr>
          <a:xfrm>
            <a:off x="1053383" y="3782680"/>
            <a:ext cx="480501" cy="477046"/>
          </a:xfrm>
          <a:prstGeom prst="flowChartExtra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Star: 5 Points 37">
            <a:extLst>
              <a:ext uri="{FF2B5EF4-FFF2-40B4-BE49-F238E27FC236}">
                <a16:creationId xmlns:a16="http://schemas.microsoft.com/office/drawing/2014/main" id="{08391E69-D4C3-6609-0DF8-09584078605F}"/>
              </a:ext>
            </a:extLst>
          </p:cNvPr>
          <p:cNvSpPr/>
          <p:nvPr/>
        </p:nvSpPr>
        <p:spPr>
          <a:xfrm>
            <a:off x="1013627" y="4593272"/>
            <a:ext cx="605315" cy="633503"/>
          </a:xfrm>
          <a:prstGeom prst="star5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69E0E52-5869-D8FF-12AE-AE5A50338D90}"/>
              </a:ext>
            </a:extLst>
          </p:cNvPr>
          <p:cNvSpPr/>
          <p:nvPr/>
        </p:nvSpPr>
        <p:spPr>
          <a:xfrm>
            <a:off x="1101424" y="2044359"/>
            <a:ext cx="447261" cy="409449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Flowchart: Decision 39">
            <a:extLst>
              <a:ext uri="{FF2B5EF4-FFF2-40B4-BE49-F238E27FC236}">
                <a16:creationId xmlns:a16="http://schemas.microsoft.com/office/drawing/2014/main" id="{ADEF7FC5-B910-0B0C-A99C-1243D8B910C0}"/>
              </a:ext>
            </a:extLst>
          </p:cNvPr>
          <p:cNvSpPr/>
          <p:nvPr/>
        </p:nvSpPr>
        <p:spPr>
          <a:xfrm>
            <a:off x="1041526" y="5560321"/>
            <a:ext cx="605315" cy="573561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1EC62BF8-5E35-FF60-7808-1B99BFE6CF6D}"/>
              </a:ext>
            </a:extLst>
          </p:cNvPr>
          <p:cNvSpPr/>
          <p:nvPr/>
        </p:nvSpPr>
        <p:spPr>
          <a:xfrm>
            <a:off x="6565033" y="2934158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lowchart: Extract 41">
            <a:extLst>
              <a:ext uri="{FF2B5EF4-FFF2-40B4-BE49-F238E27FC236}">
                <a16:creationId xmlns:a16="http://schemas.microsoft.com/office/drawing/2014/main" id="{7620F201-C687-8A46-AF47-C96966C57D8B}"/>
              </a:ext>
            </a:extLst>
          </p:cNvPr>
          <p:cNvSpPr/>
          <p:nvPr/>
        </p:nvSpPr>
        <p:spPr>
          <a:xfrm>
            <a:off x="9524835" y="6395188"/>
            <a:ext cx="215513" cy="215809"/>
          </a:xfrm>
          <a:prstGeom prst="flowChartExtra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Star: 5 Points 42">
            <a:extLst>
              <a:ext uri="{FF2B5EF4-FFF2-40B4-BE49-F238E27FC236}">
                <a16:creationId xmlns:a16="http://schemas.microsoft.com/office/drawing/2014/main" id="{51DFBE7D-A678-3E07-B3FA-74DAF1E28BE6}"/>
              </a:ext>
            </a:extLst>
          </p:cNvPr>
          <p:cNvSpPr/>
          <p:nvPr/>
        </p:nvSpPr>
        <p:spPr>
          <a:xfrm>
            <a:off x="7288531" y="2546617"/>
            <a:ext cx="304965" cy="279812"/>
          </a:xfrm>
          <a:prstGeom prst="star5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lowchart: Decision 43">
            <a:extLst>
              <a:ext uri="{FF2B5EF4-FFF2-40B4-BE49-F238E27FC236}">
                <a16:creationId xmlns:a16="http://schemas.microsoft.com/office/drawing/2014/main" id="{246E7CA2-5257-16AF-C8F4-DACF7FCB960A}"/>
              </a:ext>
            </a:extLst>
          </p:cNvPr>
          <p:cNvSpPr/>
          <p:nvPr/>
        </p:nvSpPr>
        <p:spPr>
          <a:xfrm>
            <a:off x="6486355" y="6365450"/>
            <a:ext cx="329049" cy="295542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lowchart: Process 44">
            <a:extLst>
              <a:ext uri="{FF2B5EF4-FFF2-40B4-BE49-F238E27FC236}">
                <a16:creationId xmlns:a16="http://schemas.microsoft.com/office/drawing/2014/main" id="{79AE8014-CFC1-865E-C257-111F6F1B901A}"/>
              </a:ext>
            </a:extLst>
          </p:cNvPr>
          <p:cNvSpPr/>
          <p:nvPr/>
        </p:nvSpPr>
        <p:spPr>
          <a:xfrm>
            <a:off x="10474401" y="4994062"/>
            <a:ext cx="200226" cy="222297"/>
          </a:xfrm>
          <a:prstGeom prst="flowChartProces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722FA31-ABF6-37B3-0E12-70F69F4026B1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3454015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08F69-86C2-E6AF-D892-A696D1391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B3929D-0CE3-A586-EFCA-20F2609485C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B7C67A-5BD5-9677-4E65-00F05B06C46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4F1D79-B11B-B2BB-52BE-EEA60600B8E8}"/>
              </a:ext>
            </a:extLst>
          </p:cNvPr>
          <p:cNvSpPr txBox="1"/>
          <p:nvPr/>
        </p:nvSpPr>
        <p:spPr>
          <a:xfrm>
            <a:off x="-376091" y="1744431"/>
            <a:ext cx="120843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What makes this different from Support Enumeration?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E1E50C-D28F-2F73-2EAC-C4224E58FDD7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906FB51-0567-F806-2A1A-500B7BD5F1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6265353"/>
              </p:ext>
            </p:extLst>
          </p:nvPr>
        </p:nvGraphicFramePr>
        <p:xfrm>
          <a:off x="112642" y="2239714"/>
          <a:ext cx="11953462" cy="4499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76731">
                  <a:extLst>
                    <a:ext uri="{9D8B030D-6E8A-4147-A177-3AD203B41FA5}">
                      <a16:colId xmlns:a16="http://schemas.microsoft.com/office/drawing/2014/main" val="3243360233"/>
                    </a:ext>
                  </a:extLst>
                </a:gridCol>
                <a:gridCol w="5976731">
                  <a:extLst>
                    <a:ext uri="{9D8B030D-6E8A-4147-A177-3AD203B41FA5}">
                      <a16:colId xmlns:a16="http://schemas.microsoft.com/office/drawing/2014/main" val="2875417992"/>
                    </a:ext>
                  </a:extLst>
                </a:gridCol>
              </a:tblGrid>
              <a:tr h="449901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305119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C6AFF41-BD0E-E618-DFB4-44D49646F3ED}"/>
              </a:ext>
            </a:extLst>
          </p:cNvPr>
          <p:cNvSpPr txBox="1"/>
          <p:nvPr/>
        </p:nvSpPr>
        <p:spPr>
          <a:xfrm>
            <a:off x="1088275" y="2254688"/>
            <a:ext cx="38415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Support Enumeration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41ADF3-0009-73B4-3810-9385652771BD}"/>
              </a:ext>
            </a:extLst>
          </p:cNvPr>
          <p:cNvSpPr txBox="1"/>
          <p:nvPr/>
        </p:nvSpPr>
        <p:spPr>
          <a:xfrm>
            <a:off x="6089373" y="2254687"/>
            <a:ext cx="55278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Combinatorial Vertex Enumeration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346594E-68DA-AC75-A4B9-7C8280C0A342}"/>
                  </a:ext>
                </a:extLst>
              </p:cNvPr>
              <p:cNvSpPr txBox="1"/>
              <p:nvPr/>
            </p:nvSpPr>
            <p:spPr>
              <a:xfrm>
                <a:off x="-294862" y="2686535"/>
                <a:ext cx="6470374" cy="30469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=1,…,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func>
                  </m:oMath>
                </a14:m>
                <a:r>
                  <a:rPr lang="en-US" sz="2400" dirty="0"/>
                  <a:t>, choose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strategies, for both players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Solve the indifference equations (linear system) for both players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Determine if the solution is a Nash equilibrium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3346594E-68DA-AC75-A4B9-7C8280C0A3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4862" y="2686535"/>
                <a:ext cx="6470374" cy="3046988"/>
              </a:xfrm>
              <a:prstGeom prst="rect">
                <a:avLst/>
              </a:prstGeom>
              <a:blipFill>
                <a:blip r:embed="rId3"/>
                <a:stretch>
                  <a:fillRect t="-1600" b="-36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7546D6-4628-6164-8E60-E84D12C3A1D0}"/>
                  </a:ext>
                </a:extLst>
              </p:cNvPr>
              <p:cNvSpPr txBox="1"/>
              <p:nvPr/>
            </p:nvSpPr>
            <p:spPr>
              <a:xfrm>
                <a:off x="5721626" y="2681630"/>
                <a:ext cx="6470374" cy="4154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For each player, choose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constraints, 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is their number of strategies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For each choice, turn the constraints into equalities and solve the linear system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Eliminate any solutions that violate a constraint. Remaining solutions are vertices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Search over all possible pairs of vertices from both players’ polygons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97546D6-4628-6164-8E60-E84D12C3A1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626" y="2681630"/>
                <a:ext cx="6470374" cy="4154984"/>
              </a:xfrm>
              <a:prstGeom prst="rect">
                <a:avLst/>
              </a:prstGeom>
              <a:blipFill>
                <a:blip r:embed="rId4"/>
                <a:stretch>
                  <a:fillRect t="-1175" r="-94" b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46037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FA6791-EDCC-7E65-2DB8-59DD91ACA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85F99D-8720-4107-EFAD-E675FB60642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73E8B2-F709-B8E5-FBC1-BB64063A180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969746-7AF8-0553-F2CE-B93A334574EB}"/>
              </a:ext>
            </a:extLst>
          </p:cNvPr>
          <p:cNvSpPr txBox="1"/>
          <p:nvPr/>
        </p:nvSpPr>
        <p:spPr>
          <a:xfrm>
            <a:off x="-376091" y="1744431"/>
            <a:ext cx="1208438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Computational Runtime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4C1805-D559-1DC5-46F1-7666C4E50F3D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9C9651C-F93E-943B-2159-9BB7FDF2B8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5208637"/>
                  </p:ext>
                </p:extLst>
              </p:nvPr>
            </p:nvGraphicFramePr>
            <p:xfrm>
              <a:off x="112642" y="2239714"/>
              <a:ext cx="11953462" cy="44990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76731">
                      <a:extLst>
                        <a:ext uri="{9D8B030D-6E8A-4147-A177-3AD203B41FA5}">
                          <a16:colId xmlns:a16="http://schemas.microsoft.com/office/drawing/2014/main" val="3243360233"/>
                        </a:ext>
                      </a:extLst>
                    </a:gridCol>
                    <a:gridCol w="5976731">
                      <a:extLst>
                        <a:ext uri="{9D8B030D-6E8A-4147-A177-3AD203B41FA5}">
                          <a16:colId xmlns:a16="http://schemas.microsoft.com/office/drawing/2014/main" val="2875417992"/>
                        </a:ext>
                      </a:extLst>
                    </a:gridCol>
                  </a:tblGrid>
                  <a:tr h="449901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a:fld id="{825F15A7-03F4-43D7-82C5-3E23DA2F108C}" type="mathplaceholder"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a:t>Type equation here.</a:t>
                                </a:fl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330511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99C9651C-F93E-943B-2159-9BB7FDF2B84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65208637"/>
                  </p:ext>
                </p:extLst>
              </p:nvPr>
            </p:nvGraphicFramePr>
            <p:xfrm>
              <a:off x="112642" y="2239714"/>
              <a:ext cx="11953462" cy="44990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76731">
                      <a:extLst>
                        <a:ext uri="{9D8B030D-6E8A-4147-A177-3AD203B41FA5}">
                          <a16:colId xmlns:a16="http://schemas.microsoft.com/office/drawing/2014/main" val="3243360233"/>
                        </a:ext>
                      </a:extLst>
                    </a:gridCol>
                    <a:gridCol w="5976731">
                      <a:extLst>
                        <a:ext uri="{9D8B030D-6E8A-4147-A177-3AD203B41FA5}">
                          <a16:colId xmlns:a16="http://schemas.microsoft.com/office/drawing/2014/main" val="2875417992"/>
                        </a:ext>
                      </a:extLst>
                    </a:gridCol>
                  </a:tblGrid>
                  <a:tr h="449901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102" t="-135" r="-100204" b="-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330511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03481A6-45D6-F38E-AA72-B181C626BF14}"/>
              </a:ext>
            </a:extLst>
          </p:cNvPr>
          <p:cNvSpPr txBox="1"/>
          <p:nvPr/>
        </p:nvSpPr>
        <p:spPr>
          <a:xfrm>
            <a:off x="1088275" y="2254688"/>
            <a:ext cx="38415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Support Enumeration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92E298-5E77-339F-7F2E-49DEEFE01124}"/>
              </a:ext>
            </a:extLst>
          </p:cNvPr>
          <p:cNvSpPr txBox="1"/>
          <p:nvPr/>
        </p:nvSpPr>
        <p:spPr>
          <a:xfrm>
            <a:off x="6089373" y="2254687"/>
            <a:ext cx="55278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43F81B-E245-FECC-08FB-DCAF150EA7CE}"/>
                  </a:ext>
                </a:extLst>
              </p:cNvPr>
              <p:cNvSpPr txBox="1"/>
              <p:nvPr/>
            </p:nvSpPr>
            <p:spPr>
              <a:xfrm>
                <a:off x="-13254" y="4073723"/>
                <a:ext cx="581439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𝑆𝑜𝑙𝑣𝑒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the amount of time it takes to solve a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×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linear system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A43F81B-E245-FECC-08FB-DCAF150EA7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254" y="4073723"/>
                <a:ext cx="5814392" cy="830997"/>
              </a:xfrm>
              <a:prstGeom prst="rect">
                <a:avLst/>
              </a:prstGeom>
              <a:blipFill>
                <a:blip r:embed="rId4"/>
                <a:stretch>
                  <a:fillRect t="-5839" r="-83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C8DA03-FBFF-EB94-12E3-74D1B2E3F82D}"/>
                  </a:ext>
                </a:extLst>
              </p:cNvPr>
              <p:cNvSpPr txBox="1"/>
              <p:nvPr/>
            </p:nvSpPr>
            <p:spPr>
              <a:xfrm>
                <a:off x="-13254" y="2731325"/>
                <a:ext cx="6470374" cy="1163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func>
                            <m:func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2400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e>
                          </m:func>
                        </m:sup>
                        <m:e>
                          <m:d>
                            <m:d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𝑆𝑜𝑙𝑣𝑒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𝐶h𝑒𝑐𝑘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9C8DA03-FBFF-EB94-12E3-74D1B2E3F8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254" y="2731325"/>
                <a:ext cx="6470374" cy="1163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3CDA8E-01ED-2432-7D11-8CAA49A92D40}"/>
                  </a:ext>
                </a:extLst>
              </p:cNvPr>
              <p:cNvSpPr txBox="1"/>
              <p:nvPr/>
            </p:nvSpPr>
            <p:spPr>
              <a:xfrm>
                <a:off x="5927034" y="2940097"/>
                <a:ext cx="6182997" cy="20247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</m:m>
                      </m:e>
                    </m:d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𝑆𝑜𝑙𝑣𝑒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𝐶h𝑒𝑐𝑘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)+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mr>
                        </m:m>
                      </m:e>
                    </m:d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𝑆𝑜𝑙𝑣𝑒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𝐶h𝑒𝑐𝑘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𝐶h𝑒𝑐𝑘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DB3CDA8E-01ED-2432-7D11-8CAA49A92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27034" y="2940097"/>
                <a:ext cx="6182997" cy="202478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0FA3D4-BEAB-993B-F2F6-66A322B13039}"/>
                  </a:ext>
                </a:extLst>
              </p:cNvPr>
              <p:cNvSpPr txBox="1"/>
              <p:nvPr/>
            </p:nvSpPr>
            <p:spPr>
              <a:xfrm>
                <a:off x="11652" y="5066976"/>
                <a:ext cx="5814392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𝐶h𝑒𝑐𝑘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is the amount of time it takes check that two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-dimensional </a:t>
                </a:r>
                <a:r>
                  <a:rPr lang="en-US" sz="2400" i="1" dirty="0"/>
                  <a:t>p</a:t>
                </a:r>
                <a:r>
                  <a:rPr lang="en-US" sz="2400" dirty="0"/>
                  <a:t> vectors form a Nash equilibrium</a:t>
                </a:r>
              </a:p>
              <a:p>
                <a:pPr lvl="1"/>
                <a:endParaRPr lang="en-US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60FA3D4-BEAB-993B-F2F6-66A322B130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52" y="5066976"/>
                <a:ext cx="5814392" cy="1569660"/>
              </a:xfrm>
              <a:prstGeom prst="rect">
                <a:avLst/>
              </a:prstGeom>
              <a:blipFill>
                <a:blip r:embed="rId7"/>
                <a:stretch>
                  <a:fillRect t="-3101" r="-20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854E17-50C1-91BB-EB45-9AD26E940421}"/>
                  </a:ext>
                </a:extLst>
              </p:cNvPr>
              <p:cNvSpPr txBox="1"/>
              <p:nvPr/>
            </p:nvSpPr>
            <p:spPr>
              <a:xfrm>
                <a:off x="5826044" y="5066976"/>
                <a:ext cx="6054529" cy="15696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𝐶h𝑒𝑐𝑘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/>
                  <a:t>is the amount of time it takes check whether 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dimensional vector satisfies </a:t>
                </a:r>
                <a14:m>
                  <m:oMath xmlns:m="http://schemas.openxmlformats.org/officeDocument/2006/math">
                    <m:r>
                      <m:rPr>
                        <m:brk m:alnAt="7"/>
                      </m:rP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/>
                  <a:t> constraints</a:t>
                </a:r>
              </a:p>
              <a:p>
                <a:pPr lvl="1"/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854E17-50C1-91BB-EB45-9AD26E940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6044" y="5066976"/>
                <a:ext cx="6054529" cy="1569660"/>
              </a:xfrm>
              <a:prstGeom prst="rect">
                <a:avLst/>
              </a:prstGeom>
              <a:blipFill>
                <a:blip r:embed="rId8"/>
                <a:stretch>
                  <a:fillRect t="-3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17988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BAE-9184-A12C-CC32-1C5AEF581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4EB86FF-1EF6-A651-A961-D9296A55F9F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3C87C1-EF7C-D095-DC04-14EF06659A5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150DEBC-B8F0-DF35-9854-42696397DE12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Computational Runtime (if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150DEBC-B8F0-DF35-9854-42696397DE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F4C46EF-E5FB-8E0A-BF67-3AAE782C6C75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07FF3C4-6C90-01DA-BE23-3B65A0A2739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12642" y="2239714"/>
              <a:ext cx="11953462" cy="44990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76731">
                      <a:extLst>
                        <a:ext uri="{9D8B030D-6E8A-4147-A177-3AD203B41FA5}">
                          <a16:colId xmlns:a16="http://schemas.microsoft.com/office/drawing/2014/main" val="3243360233"/>
                        </a:ext>
                      </a:extLst>
                    </a:gridCol>
                    <a:gridCol w="5976731">
                      <a:extLst>
                        <a:ext uri="{9D8B030D-6E8A-4147-A177-3AD203B41FA5}">
                          <a16:colId xmlns:a16="http://schemas.microsoft.com/office/drawing/2014/main" val="2875417992"/>
                        </a:ext>
                      </a:extLst>
                    </a:gridCol>
                  </a:tblGrid>
                  <a:tr h="4499016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a:fld id="{825F15A7-03F4-43D7-82C5-3E23DA2F108C}" type="mathplaceholder"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  <a:t>Type equation here.</a:t>
                                </a:fld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330511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D07FF3C4-6C90-01DA-BE23-3B65A0A2739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12642" y="2239714"/>
              <a:ext cx="11953462" cy="4499016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976731">
                      <a:extLst>
                        <a:ext uri="{9D8B030D-6E8A-4147-A177-3AD203B41FA5}">
                          <a16:colId xmlns:a16="http://schemas.microsoft.com/office/drawing/2014/main" val="3243360233"/>
                        </a:ext>
                      </a:extLst>
                    </a:gridCol>
                    <a:gridCol w="5976731">
                      <a:extLst>
                        <a:ext uri="{9D8B030D-6E8A-4147-A177-3AD203B41FA5}">
                          <a16:colId xmlns:a16="http://schemas.microsoft.com/office/drawing/2014/main" val="2875417992"/>
                        </a:ext>
                      </a:extLst>
                    </a:gridCol>
                  </a:tblGrid>
                  <a:tr h="4499016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4"/>
                          <a:stretch>
                            <a:fillRect l="-102" t="-135" r="-100204" b="-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3305119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A00F6D6-806D-B5CB-24E0-56B8513C051F}"/>
              </a:ext>
            </a:extLst>
          </p:cNvPr>
          <p:cNvSpPr txBox="1"/>
          <p:nvPr/>
        </p:nvSpPr>
        <p:spPr>
          <a:xfrm>
            <a:off x="1088275" y="2254688"/>
            <a:ext cx="38415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Support Enumeration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1CBAF0-33E5-2CA5-0D10-7FF3F505E8A7}"/>
              </a:ext>
            </a:extLst>
          </p:cNvPr>
          <p:cNvSpPr txBox="1"/>
          <p:nvPr/>
        </p:nvSpPr>
        <p:spPr>
          <a:xfrm>
            <a:off x="6089373" y="2254687"/>
            <a:ext cx="55278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b="1" dirty="0"/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8EF4574-BBA5-CFAD-92C6-3076A58B0FFF}"/>
                  </a:ext>
                </a:extLst>
              </p:cNvPr>
              <p:cNvSpPr txBox="1"/>
              <p:nvPr/>
            </p:nvSpPr>
            <p:spPr>
              <a:xfrm>
                <a:off x="588063" y="2759156"/>
                <a:ext cx="6470374" cy="1100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nary>
                        <m:naryPr>
                          <m:chr m:val="∑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mr>
                                  </m:m>
                                </m:e>
                              </m:d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𝑆𝑜𝑙𝑣𝑒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𝐶h𝑒𝑐𝑘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8EF4574-BBA5-CFAD-92C6-3076A58B0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63" y="2759156"/>
                <a:ext cx="6470374" cy="11005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07A7EB56-D119-B7EA-868C-0C6A1834DD43}"/>
              </a:ext>
            </a:extLst>
          </p:cNvPr>
          <p:cNvSpPr txBox="1"/>
          <p:nvPr/>
        </p:nvSpPr>
        <p:spPr>
          <a:xfrm>
            <a:off x="-6629" y="3992418"/>
            <a:ext cx="5814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dirty="0"/>
              <a:t>Using the central binomial coefficient: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87A08D-996A-9EAB-83E0-5A0859B5C8AE}"/>
              </a:ext>
            </a:extLst>
          </p:cNvPr>
          <p:cNvSpPr txBox="1"/>
          <p:nvPr/>
        </p:nvSpPr>
        <p:spPr>
          <a:xfrm>
            <a:off x="-125900" y="2893937"/>
            <a:ext cx="142792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sz="2400" dirty="0"/>
              <a:t>Worst 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B5C1AD9-0C18-8BC5-F090-96D8F222B2E7}"/>
                  </a:ext>
                </a:extLst>
              </p:cNvPr>
              <p:cNvSpPr txBox="1"/>
              <p:nvPr/>
            </p:nvSpPr>
            <p:spPr>
              <a:xfrm>
                <a:off x="311427" y="4412775"/>
                <a:ext cx="6470374" cy="7082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𝑆𝑜𝑙𝑣𝑒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𝐶h𝑒𝑐𝑘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B5C1AD9-0C18-8BC5-F090-96D8F222B2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427" y="4412775"/>
                <a:ext cx="6470374" cy="70820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CEEE3F0-AE9F-7B0F-6238-B81810E880DD}"/>
                  </a:ext>
                </a:extLst>
              </p:cNvPr>
              <p:cNvSpPr txBox="1"/>
              <p:nvPr/>
            </p:nvSpPr>
            <p:spPr>
              <a:xfrm>
                <a:off x="6781801" y="2941666"/>
                <a:ext cx="4649859" cy="15509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mr>
                          </m:m>
                        </m:e>
                      </m:d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𝑆𝑜𝑙𝑣𝑒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𝐶h𝑒𝑐𝑘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en-US" sz="2400" b="0" i="1" dirty="0">
                  <a:latin typeface="Cambria Math" panose="02040503050406030204" pitchFamily="18" charset="0"/>
                </a:endParaRPr>
              </a:p>
              <a:p>
                <a:pPr lvl="1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𝐶h𝑒𝑐𝑘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CEEE3F0-AE9F-7B0F-6238-B81810E88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1801" y="2941666"/>
                <a:ext cx="4649859" cy="155093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929D1F24-8502-B7EB-BDD9-C2D174353AB6}"/>
              </a:ext>
            </a:extLst>
          </p:cNvPr>
          <p:cNvSpPr txBox="1"/>
          <p:nvPr/>
        </p:nvSpPr>
        <p:spPr>
          <a:xfrm>
            <a:off x="6862568" y="5538401"/>
            <a:ext cx="46498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This is a lot slower! I  need to implement in Python to confirm</a:t>
            </a:r>
          </a:p>
        </p:txBody>
      </p:sp>
    </p:spTree>
    <p:extLst>
      <p:ext uri="{BB962C8B-B14F-4D97-AF65-F5344CB8AC3E}">
        <p14:creationId xmlns:p14="http://schemas.microsoft.com/office/powerpoint/2010/main" val="20304944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5D9FD-7FFF-8309-B290-CC150EB60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C2DEEEE-712D-FBAB-24E2-0E9159BE098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5FD918-5EFE-AAF8-FC8D-2A40AC42E19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0F292D-D46B-AA98-1308-8B63161B4A0B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Enumeration Review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84B5EE-CE50-EF8C-8682-B56C8012F803}"/>
              </a:ext>
            </a:extLst>
          </p:cNvPr>
          <p:cNvSpPr txBox="1"/>
          <p:nvPr/>
        </p:nvSpPr>
        <p:spPr>
          <a:xfrm>
            <a:off x="-376090" y="1744431"/>
            <a:ext cx="122804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For non-degenerate, finite two player games, vertex enumeration obtains </a:t>
            </a:r>
            <a:r>
              <a:rPr lang="en-US" sz="2400" b="1" dirty="0"/>
              <a:t>best response polytopes for both players </a:t>
            </a:r>
            <a:r>
              <a:rPr lang="en-US" sz="2400" dirty="0"/>
              <a:t>and iterates through all possible pairs of vertices to obtain the Nash equilibrium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/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02E9BE4-2794-28A8-6D95-B34DC8DA3A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5444355"/>
                <a:ext cx="5122610" cy="531556"/>
              </a:xfrm>
              <a:prstGeom prst="rect">
                <a:avLst/>
              </a:prstGeom>
              <a:blipFill>
                <a:blip r:embed="rId3"/>
                <a:stretch>
                  <a:fillRect t="-3448" b="-18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/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Either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</m:oMath>
                </a14:m>
                <a:r>
                  <a:rPr lang="en-US" sz="2400" dirty="0"/>
                  <a:t> 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76B72D-08F1-DD6F-AA72-3A5FF4BC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2850" y="4889645"/>
                <a:ext cx="5122610" cy="524503"/>
              </a:xfrm>
              <a:prstGeom prst="rect">
                <a:avLst/>
              </a:prstGeom>
              <a:blipFill>
                <a:blip r:embed="rId4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/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correspond respectively to the equilibrium expected payoffs for Players 1 and 2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4BC73C2-1CD9-4F16-5248-A06E983E6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6071245"/>
                <a:ext cx="13403831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F4452D3C-4D53-E66A-F2E8-112821E92CCF}"/>
              </a:ext>
            </a:extLst>
          </p:cNvPr>
          <p:cNvSpPr/>
          <p:nvPr/>
        </p:nvSpPr>
        <p:spPr>
          <a:xfrm>
            <a:off x="222450" y="3429000"/>
            <a:ext cx="11287434" cy="2642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DE05FE-F8FD-E58E-6187-E59895EBEFA8}"/>
              </a:ext>
            </a:extLst>
          </p:cNvPr>
          <p:cNvSpPr txBox="1"/>
          <p:nvPr/>
        </p:nvSpPr>
        <p:spPr>
          <a:xfrm>
            <a:off x="2042645" y="3460856"/>
            <a:ext cx="7656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Complementary Conditions for Fully Labeled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/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correspond respectively to payoff matrices for Players 1 and 2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579DED5-B0DC-5A43-9098-61EE81CA7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428163"/>
                <a:ext cx="11287434" cy="461665"/>
              </a:xfrm>
              <a:prstGeom prst="rect">
                <a:avLst/>
              </a:prstGeom>
              <a:blipFill>
                <a:blip r:embed="rId6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6EF15C59-E291-CC94-13AC-BBFC14A5984C}"/>
              </a:ext>
            </a:extLst>
          </p:cNvPr>
          <p:cNvSpPr txBox="1"/>
          <p:nvPr/>
        </p:nvSpPr>
        <p:spPr>
          <a:xfrm>
            <a:off x="-376089" y="2937128"/>
            <a:ext cx="117910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A pair of vertices correspond to a Nash equilibrium if they are </a:t>
            </a:r>
            <a:r>
              <a:rPr lang="en-US" sz="2400" b="1" dirty="0"/>
              <a:t>fully labeled 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/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2∗</m:t>
                            </m:r>
                          </m:sup>
                        </m:sSubSup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</m:nary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,</m:t>
                    </m:r>
                    <m:nary>
                      <m:naryPr>
                        <m:chr m:val="∑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  <m:e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1∗</m:t>
                            </m:r>
                          </m:sup>
                        </m:sSubSup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p>
                              <m:sSupPr>
                                <m:ctrl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l-GR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Π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nary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probability vectors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B00E845-52DF-B902-93C2-85C10D3CA3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050" y="4346512"/>
                <a:ext cx="9618413" cy="524503"/>
              </a:xfrm>
              <a:prstGeom prst="rect">
                <a:avLst/>
              </a:prstGeom>
              <a:blipFill>
                <a:blip r:embed="rId7"/>
                <a:stretch>
                  <a:fillRect t="-3488" b="-19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/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For all Player 1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and Player 2 strategies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: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F999183-97E0-2DD6-F76B-D2B16C40EB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676" y="3891393"/>
                <a:ext cx="7869498" cy="461665"/>
              </a:xfrm>
              <a:prstGeom prst="rect">
                <a:avLst/>
              </a:prstGeom>
              <a:blipFill>
                <a:blip r:embed="rId8"/>
                <a:stretch>
                  <a:fillRect l="-1239"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721B757-3B9F-9094-A7AC-A3B958943B2D}"/>
              </a:ext>
            </a:extLst>
          </p:cNvPr>
          <p:cNvSpPr/>
          <p:nvPr/>
        </p:nvSpPr>
        <p:spPr>
          <a:xfrm>
            <a:off x="8105896" y="2998530"/>
            <a:ext cx="1942565" cy="366992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9D49E5-F149-33CA-1CA0-1A15D983B190}"/>
              </a:ext>
            </a:extLst>
          </p:cNvPr>
          <p:cNvSpPr txBox="1"/>
          <p:nvPr/>
        </p:nvSpPr>
        <p:spPr>
          <a:xfrm>
            <a:off x="1779880" y="3644833"/>
            <a:ext cx="8172573" cy="523220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What’s the intuition here??</a:t>
            </a:r>
          </a:p>
        </p:txBody>
      </p:sp>
    </p:spTree>
    <p:extLst>
      <p:ext uri="{BB962C8B-B14F-4D97-AF65-F5344CB8AC3E}">
        <p14:creationId xmlns:p14="http://schemas.microsoft.com/office/powerpoint/2010/main" val="1632653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0DA33-678B-FE34-DAD0-04496B614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2BC6D63-5928-32E3-34EB-AB8BA1BB2DE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A96A5C-53D6-6399-2841-9541BD5A52F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B42524-6F23-C471-30C8-651250FBEB3B}"/>
              </a:ext>
            </a:extLst>
          </p:cNvPr>
          <p:cNvSpPr txBox="1"/>
          <p:nvPr/>
        </p:nvSpPr>
        <p:spPr>
          <a:xfrm>
            <a:off x="2424876" y="402969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Fully Labeled Pairs of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DCED672-D370-75E4-BEC5-38F48BA057F9}"/>
                  </a:ext>
                </a:extLst>
              </p:cNvPr>
              <p:cNvSpPr txBox="1"/>
              <p:nvPr/>
            </p:nvSpPr>
            <p:spPr>
              <a:xfrm>
                <a:off x="-376090" y="1744431"/>
                <a:ext cx="12839760" cy="5396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Each vertex in a player polytope gets a label. Each vertex has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possible labels it can have 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Player 1 Vertices: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They receive a label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[Strategies not played]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They receive a label in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+1,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+2,…,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[Indifference]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Player 2 Vertices: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They receive a label in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  [Indifference]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They receive a label in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+1,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+2,…,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0</a:t>
                </a:r>
              </a:p>
              <a:p>
                <a:pPr lvl="1"/>
                <a:r>
                  <a:rPr lang="en-US" sz="2400" dirty="0"/>
                  <a:t> [Strategies not played]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DCED672-D370-75E4-BEC5-38F48BA057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1744431"/>
                <a:ext cx="12839760" cy="5396093"/>
              </a:xfrm>
              <a:prstGeom prst="rect">
                <a:avLst/>
              </a:prstGeom>
              <a:blipFill>
                <a:blip r:embed="rId3"/>
                <a:stretch>
                  <a:fillRect t="-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5115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0D612-C2BF-D838-BF19-C0720BE4E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25CB46D-D098-E400-3170-6352F9A6A0F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25A771-A7E8-6B19-668F-C2DBFA9164C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B71FC7-E83A-341C-6434-1D5C6BB2D024}"/>
              </a:ext>
            </a:extLst>
          </p:cNvPr>
          <p:cNvSpPr txBox="1"/>
          <p:nvPr/>
        </p:nvSpPr>
        <p:spPr>
          <a:xfrm>
            <a:off x="2424876" y="402969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Fully Labeled Pairs of Vertices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0E5DB6A-2961-59D4-F731-860207BEB8E4}"/>
                  </a:ext>
                </a:extLst>
              </p:cNvPr>
              <p:cNvSpPr txBox="1"/>
              <p:nvPr/>
            </p:nvSpPr>
            <p:spPr>
              <a:xfrm>
                <a:off x="-376090" y="1744431"/>
                <a:ext cx="12839760" cy="53960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Each vertex in a player polytope gets a label. Each vertex has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possible labels it can have 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Player 1 Vertices: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They receive a label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400" dirty="0"/>
                  <a:t>   [Strategies not played]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They receive a label in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+1,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+2,…,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[Indifference]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Player 2 Vertices: 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They receive a label in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/>
                  <a:t>   [Indifference]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They receive a label in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+1,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+2,…,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r>
                  <a:rPr lang="en-US" sz="2400" dirty="0"/>
                  <a:t>for every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400" dirty="0"/>
                  <a:t>0</a:t>
                </a:r>
              </a:p>
              <a:p>
                <a:pPr lvl="1"/>
                <a:r>
                  <a:rPr lang="en-US" sz="2400" dirty="0"/>
                  <a:t> [Strategies not played]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0E5DB6A-2961-59D4-F731-860207BEB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1744431"/>
                <a:ext cx="12839760" cy="5396093"/>
              </a:xfrm>
              <a:prstGeom prst="rect">
                <a:avLst/>
              </a:prstGeom>
              <a:blipFill>
                <a:blip r:embed="rId3"/>
                <a:stretch>
                  <a:fillRect t="-9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55ABA24-4FAC-A115-CFCF-CA7666AD6D34}"/>
              </a:ext>
            </a:extLst>
          </p:cNvPr>
          <p:cNvSpPr txBox="1"/>
          <p:nvPr/>
        </p:nvSpPr>
        <p:spPr>
          <a:xfrm>
            <a:off x="1798541" y="3047674"/>
            <a:ext cx="8172573" cy="954107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Each label (strategy) can come from Player 1’s polytope or Player 2’s polytope</a:t>
            </a:r>
          </a:p>
        </p:txBody>
      </p:sp>
    </p:spTree>
    <p:extLst>
      <p:ext uri="{BB962C8B-B14F-4D97-AF65-F5344CB8AC3E}">
        <p14:creationId xmlns:p14="http://schemas.microsoft.com/office/powerpoint/2010/main" val="3476215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71D89-D8C1-C3C4-6C33-4CC3EE35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B82B7C9-D68C-B0D6-5061-0B9FC09771F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0055E05-6445-7200-C361-749A9711299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0993E8-D63F-8357-A6C2-30A3478099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662" y="2003263"/>
            <a:ext cx="4964648" cy="47577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8205668E-39A6-58F9-37E7-7C06199ED8C0}"/>
                  </a:ext>
                </a:extLst>
              </p:cNvPr>
              <p:cNvSpPr txBox="1"/>
              <p:nvPr/>
            </p:nvSpPr>
            <p:spPr>
              <a:xfrm>
                <a:off x="11393817" y="6282389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3817" y="6282389"/>
                <a:ext cx="329048" cy="461665"/>
              </a:xfrm>
              <a:prstGeom prst="rect">
                <a:avLst/>
              </a:prstGeom>
              <a:blipFill>
                <a:blip r:embed="rId4"/>
                <a:stretch>
                  <a:fillRect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649D03C-AD86-FE56-251D-365E0D97A7B2}"/>
                  </a:ext>
                </a:extLst>
              </p:cNvPr>
              <p:cNvSpPr txBox="1"/>
              <p:nvPr/>
            </p:nvSpPr>
            <p:spPr>
              <a:xfrm>
                <a:off x="6486356" y="1587910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6356" y="1587910"/>
                <a:ext cx="329048" cy="461665"/>
              </a:xfrm>
              <a:prstGeom prst="rect">
                <a:avLst/>
              </a:prstGeom>
              <a:blipFill>
                <a:blip r:embed="rId5"/>
                <a:stretch>
                  <a:fillRect l="-5556" r="-12963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Oval 40">
            <a:extLst>
              <a:ext uri="{FF2B5EF4-FFF2-40B4-BE49-F238E27FC236}">
                <a16:creationId xmlns:a16="http://schemas.microsoft.com/office/drawing/2014/main" id="{EDB8E0B8-CF4E-54B7-0C2A-ADFE3CECD554}"/>
              </a:ext>
            </a:extLst>
          </p:cNvPr>
          <p:cNvSpPr/>
          <p:nvPr/>
        </p:nvSpPr>
        <p:spPr>
          <a:xfrm>
            <a:off x="6565033" y="2934158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lowchart: Extract 41">
            <a:extLst>
              <a:ext uri="{FF2B5EF4-FFF2-40B4-BE49-F238E27FC236}">
                <a16:creationId xmlns:a16="http://schemas.microsoft.com/office/drawing/2014/main" id="{C87F0F3A-8FC6-3AD8-8A33-91B6EB347820}"/>
              </a:ext>
            </a:extLst>
          </p:cNvPr>
          <p:cNvSpPr/>
          <p:nvPr/>
        </p:nvSpPr>
        <p:spPr>
          <a:xfrm>
            <a:off x="9524835" y="6395188"/>
            <a:ext cx="215513" cy="215809"/>
          </a:xfrm>
          <a:prstGeom prst="flowChartExtra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Star: 5 Points 42">
            <a:extLst>
              <a:ext uri="{FF2B5EF4-FFF2-40B4-BE49-F238E27FC236}">
                <a16:creationId xmlns:a16="http://schemas.microsoft.com/office/drawing/2014/main" id="{D968CF52-C613-A448-0AE3-163196568940}"/>
              </a:ext>
            </a:extLst>
          </p:cNvPr>
          <p:cNvSpPr/>
          <p:nvPr/>
        </p:nvSpPr>
        <p:spPr>
          <a:xfrm>
            <a:off x="7288531" y="2546617"/>
            <a:ext cx="304965" cy="279812"/>
          </a:xfrm>
          <a:prstGeom prst="star5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lowchart: Decision 43">
            <a:extLst>
              <a:ext uri="{FF2B5EF4-FFF2-40B4-BE49-F238E27FC236}">
                <a16:creationId xmlns:a16="http://schemas.microsoft.com/office/drawing/2014/main" id="{1DA5D426-D662-4E02-2549-1A2F2E7BF67C}"/>
              </a:ext>
            </a:extLst>
          </p:cNvPr>
          <p:cNvSpPr/>
          <p:nvPr/>
        </p:nvSpPr>
        <p:spPr>
          <a:xfrm>
            <a:off x="6486355" y="6365450"/>
            <a:ext cx="329049" cy="295542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lowchart: Process 44">
            <a:extLst>
              <a:ext uri="{FF2B5EF4-FFF2-40B4-BE49-F238E27FC236}">
                <a16:creationId xmlns:a16="http://schemas.microsoft.com/office/drawing/2014/main" id="{39087804-1E10-34CE-A9CD-B07F774FD9FE}"/>
              </a:ext>
            </a:extLst>
          </p:cNvPr>
          <p:cNvSpPr/>
          <p:nvPr/>
        </p:nvSpPr>
        <p:spPr>
          <a:xfrm>
            <a:off x="10474401" y="4994062"/>
            <a:ext cx="200226" cy="222297"/>
          </a:xfrm>
          <a:prstGeom prst="flowChartProces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0249C91-1DFA-70DD-3554-BF1FD8546A89}"/>
              </a:ext>
            </a:extLst>
          </p:cNvPr>
          <p:cNvSpPr txBox="1"/>
          <p:nvPr/>
        </p:nvSpPr>
        <p:spPr>
          <a:xfrm>
            <a:off x="3068236" y="423236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Labeling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17E10C-33B5-0623-83D8-8EBE929AAEAC}"/>
                  </a:ext>
                </a:extLst>
              </p:cNvPr>
              <p:cNvSpPr txBox="1"/>
              <p:nvPr/>
            </p:nvSpPr>
            <p:spPr>
              <a:xfrm>
                <a:off x="649356" y="1822458"/>
                <a:ext cx="544664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be the scaled probability that Player 1 chooses their first strategy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9117E10C-33B5-0623-83D8-8EBE929AA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356" y="1822458"/>
                <a:ext cx="5446644" cy="830997"/>
              </a:xfrm>
              <a:prstGeom prst="rect">
                <a:avLst/>
              </a:prstGeom>
              <a:blipFill>
                <a:blip r:embed="rId6"/>
                <a:stretch>
                  <a:fillRect l="-1792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C6B4DA0-B109-710D-DEF5-436FEBF9F85F}"/>
              </a:ext>
            </a:extLst>
          </p:cNvPr>
          <p:cNvSpPr txBox="1"/>
          <p:nvPr/>
        </p:nvSpPr>
        <p:spPr>
          <a:xfrm>
            <a:off x="6692377" y="6041427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8CA0F8-86AA-E17E-1025-87279351BD87}"/>
              </a:ext>
            </a:extLst>
          </p:cNvPr>
          <p:cNvSpPr txBox="1"/>
          <p:nvPr/>
        </p:nvSpPr>
        <p:spPr>
          <a:xfrm>
            <a:off x="6650879" y="3017619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4D30E0B-6E16-689E-A3A3-809B321952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5434143"/>
                  </p:ext>
                </p:extLst>
              </p:nvPr>
            </p:nvGraphicFramePr>
            <p:xfrm>
              <a:off x="159977" y="2826429"/>
              <a:ext cx="5843118" cy="373799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921559">
                      <a:extLst>
                        <a:ext uri="{9D8B030D-6E8A-4147-A177-3AD203B41FA5}">
                          <a16:colId xmlns:a16="http://schemas.microsoft.com/office/drawing/2014/main" val="1162605426"/>
                        </a:ext>
                      </a:extLst>
                    </a:gridCol>
                    <a:gridCol w="2921559">
                      <a:extLst>
                        <a:ext uri="{9D8B030D-6E8A-4147-A177-3AD203B41FA5}">
                          <a16:colId xmlns:a16="http://schemas.microsoft.com/office/drawing/2014/main" val="3750429774"/>
                        </a:ext>
                      </a:extLst>
                    </a:gridCol>
                  </a:tblGrid>
                  <a:tr h="62299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Condition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9024798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31153537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0568754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58398087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20602819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752513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94D30E0B-6E16-689E-A3A3-809B3219521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5434143"/>
                  </p:ext>
                </p:extLst>
              </p:nvPr>
            </p:nvGraphicFramePr>
            <p:xfrm>
              <a:off x="159977" y="2826429"/>
              <a:ext cx="5843118" cy="373799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921559">
                      <a:extLst>
                        <a:ext uri="{9D8B030D-6E8A-4147-A177-3AD203B41FA5}">
                          <a16:colId xmlns:a16="http://schemas.microsoft.com/office/drawing/2014/main" val="1162605426"/>
                        </a:ext>
                      </a:extLst>
                    </a:gridCol>
                    <a:gridCol w="2921559">
                      <a:extLst>
                        <a:ext uri="{9D8B030D-6E8A-4147-A177-3AD203B41FA5}">
                          <a16:colId xmlns:a16="http://schemas.microsoft.com/office/drawing/2014/main" val="3750429774"/>
                        </a:ext>
                      </a:extLst>
                    </a:gridCol>
                  </a:tblGrid>
                  <a:tr h="62299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Condition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9024798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102913" r="-835" b="-3990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1153537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204902" r="-835" b="-30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0568754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304902" r="-835" b="-20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58398087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400971" r="-835" b="-1009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0602819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505882" r="-835" b="-19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52513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15180FE5-9AEF-FE82-4467-B0C0B6D55BCD}"/>
              </a:ext>
            </a:extLst>
          </p:cNvPr>
          <p:cNvSpPr txBox="1"/>
          <p:nvPr/>
        </p:nvSpPr>
        <p:spPr>
          <a:xfrm>
            <a:off x="9065908" y="6051556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2,3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EFEEE8-F478-5921-DC7D-1BD673ADC93F}"/>
              </a:ext>
            </a:extLst>
          </p:cNvPr>
          <p:cNvSpPr txBox="1"/>
          <p:nvPr/>
        </p:nvSpPr>
        <p:spPr>
          <a:xfrm>
            <a:off x="9822450" y="4874377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3,5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309165-F3B2-DD62-5C64-D43FC62C3FBF}"/>
              </a:ext>
            </a:extLst>
          </p:cNvPr>
          <p:cNvSpPr txBox="1"/>
          <p:nvPr/>
        </p:nvSpPr>
        <p:spPr>
          <a:xfrm>
            <a:off x="7638352" y="2422622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4,5</a:t>
            </a:r>
          </a:p>
        </p:txBody>
      </p:sp>
    </p:spTree>
    <p:extLst>
      <p:ext uri="{BB962C8B-B14F-4D97-AF65-F5344CB8AC3E}">
        <p14:creationId xmlns:p14="http://schemas.microsoft.com/office/powerpoint/2010/main" val="1434565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C4632-448E-7311-4E5D-ED6A9058B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0B935A2-2F9D-5D91-41BA-41CDA40CCA8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ECDF94-4B10-B429-D8BE-AB9EF26DA68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E2CC5CF-C34E-E0D9-D35E-E9DB0181F4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662" y="2003263"/>
            <a:ext cx="4964648" cy="47577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AD51DF-E343-BAFE-5E9C-C6A96F0E04DA}"/>
                  </a:ext>
                </a:extLst>
              </p:cNvPr>
              <p:cNvSpPr txBox="1"/>
              <p:nvPr/>
            </p:nvSpPr>
            <p:spPr>
              <a:xfrm>
                <a:off x="11393817" y="6282389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CAD51DF-E343-BAFE-5E9C-C6A96F0E04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93817" y="6282389"/>
                <a:ext cx="329048" cy="461665"/>
              </a:xfrm>
              <a:prstGeom prst="rect">
                <a:avLst/>
              </a:prstGeom>
              <a:blipFill>
                <a:blip r:embed="rId4"/>
                <a:stretch>
                  <a:fillRect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BF39529-2490-E893-2362-290CEAC59114}"/>
                  </a:ext>
                </a:extLst>
              </p:cNvPr>
              <p:cNvSpPr txBox="1"/>
              <p:nvPr/>
            </p:nvSpPr>
            <p:spPr>
              <a:xfrm>
                <a:off x="6486356" y="1587910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BF39529-2490-E893-2362-290CEAC591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6356" y="1587910"/>
                <a:ext cx="329048" cy="461665"/>
              </a:xfrm>
              <a:prstGeom prst="rect">
                <a:avLst/>
              </a:prstGeom>
              <a:blipFill>
                <a:blip r:embed="rId5"/>
                <a:stretch>
                  <a:fillRect l="-5556" r="-12963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Oval 40">
            <a:extLst>
              <a:ext uri="{FF2B5EF4-FFF2-40B4-BE49-F238E27FC236}">
                <a16:creationId xmlns:a16="http://schemas.microsoft.com/office/drawing/2014/main" id="{613E63D8-C2B5-34E3-CB80-25FA375CF5C6}"/>
              </a:ext>
            </a:extLst>
          </p:cNvPr>
          <p:cNvSpPr/>
          <p:nvPr/>
        </p:nvSpPr>
        <p:spPr>
          <a:xfrm>
            <a:off x="6565033" y="2934158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lowchart: Extract 41">
            <a:extLst>
              <a:ext uri="{FF2B5EF4-FFF2-40B4-BE49-F238E27FC236}">
                <a16:creationId xmlns:a16="http://schemas.microsoft.com/office/drawing/2014/main" id="{42A9A2DE-327D-E86F-1E53-E8624E837612}"/>
              </a:ext>
            </a:extLst>
          </p:cNvPr>
          <p:cNvSpPr/>
          <p:nvPr/>
        </p:nvSpPr>
        <p:spPr>
          <a:xfrm>
            <a:off x="9524835" y="6395188"/>
            <a:ext cx="215513" cy="215809"/>
          </a:xfrm>
          <a:prstGeom prst="flowChartExtra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Star: 5 Points 42">
            <a:extLst>
              <a:ext uri="{FF2B5EF4-FFF2-40B4-BE49-F238E27FC236}">
                <a16:creationId xmlns:a16="http://schemas.microsoft.com/office/drawing/2014/main" id="{E6A21B5C-345F-3F4C-2F0F-580FE13042E0}"/>
              </a:ext>
            </a:extLst>
          </p:cNvPr>
          <p:cNvSpPr/>
          <p:nvPr/>
        </p:nvSpPr>
        <p:spPr>
          <a:xfrm>
            <a:off x="7288531" y="2546617"/>
            <a:ext cx="304965" cy="279812"/>
          </a:xfrm>
          <a:prstGeom prst="star5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lowchart: Decision 43">
            <a:extLst>
              <a:ext uri="{FF2B5EF4-FFF2-40B4-BE49-F238E27FC236}">
                <a16:creationId xmlns:a16="http://schemas.microsoft.com/office/drawing/2014/main" id="{FB12AF04-B80D-3BCF-934A-C593439B1191}"/>
              </a:ext>
            </a:extLst>
          </p:cNvPr>
          <p:cNvSpPr/>
          <p:nvPr/>
        </p:nvSpPr>
        <p:spPr>
          <a:xfrm>
            <a:off x="6486355" y="6365450"/>
            <a:ext cx="329049" cy="295542"/>
          </a:xfrm>
          <a:prstGeom prst="flowChartDecision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lowchart: Process 44">
            <a:extLst>
              <a:ext uri="{FF2B5EF4-FFF2-40B4-BE49-F238E27FC236}">
                <a16:creationId xmlns:a16="http://schemas.microsoft.com/office/drawing/2014/main" id="{1774DAE9-5327-FBAF-9054-59E5DF39FEE6}"/>
              </a:ext>
            </a:extLst>
          </p:cNvPr>
          <p:cNvSpPr/>
          <p:nvPr/>
        </p:nvSpPr>
        <p:spPr>
          <a:xfrm>
            <a:off x="10474401" y="4994062"/>
            <a:ext cx="200226" cy="222297"/>
          </a:xfrm>
          <a:prstGeom prst="flowChartProcess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DB3A0E3-3C58-2DAD-1F50-1036860D9667}"/>
              </a:ext>
            </a:extLst>
          </p:cNvPr>
          <p:cNvSpPr txBox="1"/>
          <p:nvPr/>
        </p:nvSpPr>
        <p:spPr>
          <a:xfrm>
            <a:off x="3068236" y="423236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Vertex Labeling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DA7214D-D904-0CF6-436E-1B0334D10FC3}"/>
                  </a:ext>
                </a:extLst>
              </p:cNvPr>
              <p:cNvSpPr txBox="1"/>
              <p:nvPr/>
            </p:nvSpPr>
            <p:spPr>
              <a:xfrm>
                <a:off x="649356" y="1822458"/>
                <a:ext cx="544664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be the scaled probability that Player 1 chooses their first strategy</a:t>
                </a: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DA7214D-D904-0CF6-436E-1B0334D10F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356" y="1822458"/>
                <a:ext cx="5446644" cy="830997"/>
              </a:xfrm>
              <a:prstGeom prst="rect">
                <a:avLst/>
              </a:prstGeom>
              <a:blipFill>
                <a:blip r:embed="rId6"/>
                <a:stretch>
                  <a:fillRect l="-1792"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200591A-8906-2BE0-0561-2AF2D4A9A95D}"/>
              </a:ext>
            </a:extLst>
          </p:cNvPr>
          <p:cNvSpPr txBox="1"/>
          <p:nvPr/>
        </p:nvSpPr>
        <p:spPr>
          <a:xfrm>
            <a:off x="6692377" y="6041427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FB5CAE-2A4D-3DF5-B39C-1194A12B646A}"/>
              </a:ext>
            </a:extLst>
          </p:cNvPr>
          <p:cNvSpPr txBox="1"/>
          <p:nvPr/>
        </p:nvSpPr>
        <p:spPr>
          <a:xfrm>
            <a:off x="6650879" y="3017619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1,4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E110DE3-F213-1BD7-BFB8-4E0426CB540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9977" y="2826429"/>
              <a:ext cx="5843118" cy="373799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921559">
                      <a:extLst>
                        <a:ext uri="{9D8B030D-6E8A-4147-A177-3AD203B41FA5}">
                          <a16:colId xmlns:a16="http://schemas.microsoft.com/office/drawing/2014/main" val="1162605426"/>
                        </a:ext>
                      </a:extLst>
                    </a:gridCol>
                    <a:gridCol w="2921559">
                      <a:extLst>
                        <a:ext uri="{9D8B030D-6E8A-4147-A177-3AD203B41FA5}">
                          <a16:colId xmlns:a16="http://schemas.microsoft.com/office/drawing/2014/main" val="3750429774"/>
                        </a:ext>
                      </a:extLst>
                    </a:gridCol>
                  </a:tblGrid>
                  <a:tr h="62299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Condition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9024798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31153537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00568754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𝟔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58398087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20602819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752513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FE110DE3-F213-1BD7-BFB8-4E0426CB540D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59977" y="2826429"/>
              <a:ext cx="5843118" cy="373799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921559">
                      <a:extLst>
                        <a:ext uri="{9D8B030D-6E8A-4147-A177-3AD203B41FA5}">
                          <a16:colId xmlns:a16="http://schemas.microsoft.com/office/drawing/2014/main" val="1162605426"/>
                        </a:ext>
                      </a:extLst>
                    </a:gridCol>
                    <a:gridCol w="2921559">
                      <a:extLst>
                        <a:ext uri="{9D8B030D-6E8A-4147-A177-3AD203B41FA5}">
                          <a16:colId xmlns:a16="http://schemas.microsoft.com/office/drawing/2014/main" val="3750429774"/>
                        </a:ext>
                      </a:extLst>
                    </a:gridCol>
                  </a:tblGrid>
                  <a:tr h="622999"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Label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dirty="0"/>
                            <a:t>Condition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9024798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102913" r="-835" b="-3990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1153537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204902" r="-835" b="-30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400568754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304902" r="-835" b="-20294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58398087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400971" r="-835" b="-1009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0602819"/>
                      </a:ext>
                    </a:extLst>
                  </a:tr>
                  <a:tr h="62299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7"/>
                          <a:stretch>
                            <a:fillRect l="-100418" t="-505882" r="-835" b="-19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52513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E24CF6C-8910-59B5-BEAF-CF929E59B435}"/>
              </a:ext>
            </a:extLst>
          </p:cNvPr>
          <p:cNvSpPr txBox="1"/>
          <p:nvPr/>
        </p:nvSpPr>
        <p:spPr>
          <a:xfrm>
            <a:off x="9065908" y="6051556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2,3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D6431E-6BE6-E0E3-0D37-98110B49D43B}"/>
              </a:ext>
            </a:extLst>
          </p:cNvPr>
          <p:cNvSpPr txBox="1"/>
          <p:nvPr/>
        </p:nvSpPr>
        <p:spPr>
          <a:xfrm>
            <a:off x="9822450" y="4874377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3,5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768422-F851-18FD-305B-58C93F31D061}"/>
              </a:ext>
            </a:extLst>
          </p:cNvPr>
          <p:cNvSpPr txBox="1"/>
          <p:nvPr/>
        </p:nvSpPr>
        <p:spPr>
          <a:xfrm>
            <a:off x="7638352" y="2422622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4,5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0557AE-D6F3-83EF-6098-6573E9436651}"/>
              </a:ext>
            </a:extLst>
          </p:cNvPr>
          <p:cNvSpPr txBox="1"/>
          <p:nvPr/>
        </p:nvSpPr>
        <p:spPr>
          <a:xfrm>
            <a:off x="1779880" y="3644833"/>
            <a:ext cx="8172573" cy="954107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Can we use labeling to prune the vertex pairs we have to check for Nash equilibrium?</a:t>
            </a:r>
          </a:p>
        </p:txBody>
      </p:sp>
    </p:spTree>
    <p:extLst>
      <p:ext uri="{BB962C8B-B14F-4D97-AF65-F5344CB8AC3E}">
        <p14:creationId xmlns:p14="http://schemas.microsoft.com/office/powerpoint/2010/main" val="4034914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77170-EAFA-228A-CB86-9F7354667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83C5F7C-1FF4-8EAC-BC44-56CE872489B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6977A5-0B82-E452-0EA5-E00FF32F600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5D9DFD-97C2-273D-6A88-1BBE028B29D3}"/>
              </a:ext>
            </a:extLst>
          </p:cNvPr>
          <p:cNvSpPr txBox="1"/>
          <p:nvPr/>
        </p:nvSpPr>
        <p:spPr>
          <a:xfrm>
            <a:off x="2424876" y="402969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Fully Labeled Pairs of Vertices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E504970-BBB3-298B-E56C-199DFCCD52B2}"/>
                  </a:ext>
                </a:extLst>
              </p:cNvPr>
              <p:cNvSpPr txBox="1"/>
              <p:nvPr/>
            </p:nvSpPr>
            <p:spPr>
              <a:xfrm>
                <a:off x="-376090" y="1744431"/>
                <a:ext cx="12839760" cy="4970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A pair containing a Player 1 vertex and a Player 2 vertex is </a:t>
                </a:r>
                <a:r>
                  <a:rPr lang="en-US" sz="2400" b="1" dirty="0"/>
                  <a:t>fully labeled </a:t>
                </a:r>
                <a:r>
                  <a:rPr lang="en-US" sz="2400" dirty="0"/>
                  <a:t>if: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Together, the pair contains all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labels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lvl="1"/>
                <a:r>
                  <a:rPr lang="en-US" sz="2400" b="1" u="sng" dirty="0"/>
                  <a:t>Intuition</a:t>
                </a:r>
              </a:p>
              <a:p>
                <a:pPr lvl="1"/>
                <a:r>
                  <a:rPr lang="en-US" sz="2400" dirty="0"/>
                  <a:t>For every Player 1 strategy, either: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Player 1 plays it with probability 0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strategy’s expected value is 1 under Player 2’s vertex strategy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For every Player 2 strategy, either: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Player 2 plays it with probability 0</a:t>
                </a:r>
              </a:p>
              <a:p>
                <a:pPr marL="800100" lvl="1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 strategy’s expected value is 1 under Player 1’s vertex strategy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This is analogous to the Strong Minimax Theorem!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E504970-BBB3-298B-E56C-199DFCCD52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0" y="1744431"/>
                <a:ext cx="12839760" cy="4970591"/>
              </a:xfrm>
              <a:prstGeom prst="rect">
                <a:avLst/>
              </a:prstGeom>
              <a:blipFill>
                <a:blip r:embed="rId3"/>
                <a:stretch>
                  <a:fillRect t="-980" b="-18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02999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750C6-4C9A-B564-76BA-1E0D19D58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2D833B-D1D3-9FBE-DC12-40D42181C99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C170C2-D24A-6709-F716-1ABD4680D4B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105712-D383-649D-D199-7CA758763E4B}"/>
              </a:ext>
            </a:extLst>
          </p:cNvPr>
          <p:cNvSpPr txBox="1"/>
          <p:nvPr/>
        </p:nvSpPr>
        <p:spPr>
          <a:xfrm>
            <a:off x="3024672" y="107950"/>
            <a:ext cx="61426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Simplex Algorithm and Nash Equilibrium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2AA798-13C1-41E3-ACC3-CB48D2411995}"/>
              </a:ext>
            </a:extLst>
          </p:cNvPr>
          <p:cNvSpPr txBox="1"/>
          <p:nvPr/>
        </p:nvSpPr>
        <p:spPr>
          <a:xfrm>
            <a:off x="-376090" y="1744431"/>
            <a:ext cx="124918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dirty="0"/>
              <a:t>Is there a way to use the mechanics of the simplex algorithm to find Nash equilibrium?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This is the intuition behind the </a:t>
            </a:r>
            <a:r>
              <a:rPr lang="en-US" sz="2400" b="1" dirty="0"/>
              <a:t>Lemke-Howson Algorithm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D2235-C197-5CAD-AD42-BCE568CC3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62" y="3224185"/>
            <a:ext cx="8707299" cy="332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2060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1501-58F7-B843-99D9-A5194DE5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902B9E-84DF-B214-06EE-CE6905EDB36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FA2129-5188-1FA5-1A1D-D811605FC2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FAB769-6E39-7536-E6A5-5460CDF2A7FE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316D0F-370F-69CA-6245-C20775387213}"/>
                  </a:ext>
                </a:extLst>
              </p:cNvPr>
              <p:cNvSpPr txBox="1"/>
              <p:nvPr/>
            </p:nvSpPr>
            <p:spPr>
              <a:xfrm>
                <a:off x="-299890" y="1710813"/>
                <a:ext cx="12491890" cy="52629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The algorithm starts by considering the pair of origin vertices. This pair is fully labeled since all probability values are equal to zero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We then begin a loop:</a:t>
                </a:r>
              </a:p>
              <a:p>
                <a:pPr lvl="1"/>
                <a:r>
                  <a:rPr lang="en-US" sz="2400" dirty="0"/>
                  <a:t>	Drop label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from Player 1’s vertex</a:t>
                </a:r>
              </a:p>
              <a:p>
                <a:pPr lvl="1"/>
                <a:r>
                  <a:rPr lang="en-US" sz="2400" dirty="0"/>
                  <a:t>	Move along edge to add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to Player 2’s vertex; lose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in the process</a:t>
                </a:r>
              </a:p>
              <a:p>
                <a:pPr lvl="1"/>
                <a:r>
                  <a:rPr lang="en-US" sz="2400" dirty="0"/>
                  <a:t>	If fully labeled, stop looping </a:t>
                </a:r>
              </a:p>
              <a:p>
                <a:pPr lvl="1"/>
                <a:r>
                  <a:rPr lang="en-US" sz="2400" dirty="0"/>
                  <a:t>	 Move along edge to add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to Player 1’s vertex; lose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in the process</a:t>
                </a:r>
              </a:p>
              <a:p>
                <a:pPr lvl="1"/>
                <a:r>
                  <a:rPr lang="en-US" sz="2400" dirty="0"/>
                  <a:t>	If fully labeled, stop looping </a:t>
                </a:r>
              </a:p>
              <a:p>
                <a:pPr lvl="1"/>
                <a:r>
                  <a:rPr lang="en-US" sz="2400" dirty="0"/>
                  <a:t>	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316D0F-370F-69CA-6245-C20775387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9890" y="1710813"/>
                <a:ext cx="12491890" cy="5262979"/>
              </a:xfrm>
              <a:prstGeom prst="rect">
                <a:avLst/>
              </a:prstGeom>
              <a:blipFill>
                <a:blip r:embed="rId3"/>
                <a:stretch>
                  <a:fillRect t="-927" r="-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9415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E806A-1883-842A-5BD0-5B2EE71E7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CFCC59-022F-A020-644A-CA717E5CAA3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C29625-DBDC-A377-20A5-2944AFEC4E7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B5234-8CFC-8931-042D-807F749948F2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B755A42-038C-0C8C-197F-D44110A32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017031"/>
              </p:ext>
            </p:extLst>
          </p:nvPr>
        </p:nvGraphicFramePr>
        <p:xfrm>
          <a:off x="2134636" y="2453346"/>
          <a:ext cx="3874276" cy="1668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38">
                  <a:extLst>
                    <a:ext uri="{9D8B030D-6E8A-4147-A177-3AD203B41FA5}">
                      <a16:colId xmlns:a16="http://schemas.microsoft.com/office/drawing/2014/main" val="490707801"/>
                    </a:ext>
                  </a:extLst>
                </a:gridCol>
                <a:gridCol w="1937138">
                  <a:extLst>
                    <a:ext uri="{9D8B030D-6E8A-4147-A177-3AD203B41FA5}">
                      <a16:colId xmlns:a16="http://schemas.microsoft.com/office/drawing/2014/main" val="812926897"/>
                    </a:ext>
                  </a:extLst>
                </a:gridCol>
              </a:tblGrid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95725"/>
                  </a:ext>
                </a:extLst>
              </a:tr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4214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D0DEFC6-9623-C536-F2F9-7A1AEB5019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563572"/>
              </p:ext>
            </p:extLst>
          </p:nvPr>
        </p:nvGraphicFramePr>
        <p:xfrm>
          <a:off x="7605486" y="2437283"/>
          <a:ext cx="3874276" cy="1668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38">
                  <a:extLst>
                    <a:ext uri="{9D8B030D-6E8A-4147-A177-3AD203B41FA5}">
                      <a16:colId xmlns:a16="http://schemas.microsoft.com/office/drawing/2014/main" val="490707801"/>
                    </a:ext>
                  </a:extLst>
                </a:gridCol>
                <a:gridCol w="1937138">
                  <a:extLst>
                    <a:ext uri="{9D8B030D-6E8A-4147-A177-3AD203B41FA5}">
                      <a16:colId xmlns:a16="http://schemas.microsoft.com/office/drawing/2014/main" val="812926897"/>
                    </a:ext>
                  </a:extLst>
                </a:gridCol>
              </a:tblGrid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95725"/>
                  </a:ext>
                </a:extLst>
              </a:tr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4214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4B1C1-9E22-DF1E-ED54-67C98C83EAD0}"/>
                  </a:ext>
                </a:extLst>
              </p:cNvPr>
              <p:cNvSpPr txBox="1"/>
              <p:nvPr/>
            </p:nvSpPr>
            <p:spPr>
              <a:xfrm>
                <a:off x="3217157" y="4849919"/>
                <a:ext cx="1939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4B1C1-9E22-DF1E-ED54-67C98C83E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157" y="4849919"/>
                <a:ext cx="1939185" cy="369332"/>
              </a:xfrm>
              <a:prstGeom prst="rect">
                <a:avLst/>
              </a:prstGeom>
              <a:blipFill>
                <a:blip r:embed="rId3"/>
                <a:stretch>
                  <a:fillRect l="-3459" r="-3459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1EEABB-86FC-0775-29DB-641E44CDB240}"/>
                  </a:ext>
                </a:extLst>
              </p:cNvPr>
              <p:cNvSpPr txBox="1"/>
              <p:nvPr/>
            </p:nvSpPr>
            <p:spPr>
              <a:xfrm>
                <a:off x="3217157" y="5295780"/>
                <a:ext cx="1939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1EEABB-86FC-0775-29DB-641E44CDB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157" y="5295780"/>
                <a:ext cx="1939185" cy="369332"/>
              </a:xfrm>
              <a:prstGeom prst="rect">
                <a:avLst/>
              </a:prstGeom>
              <a:blipFill>
                <a:blip r:embed="rId4"/>
                <a:stretch>
                  <a:fillRect l="-3459" r="-3459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EC3005-582F-20FC-0F72-DD33CA0670E0}"/>
                  </a:ext>
                </a:extLst>
              </p:cNvPr>
              <p:cNvSpPr txBox="1"/>
              <p:nvPr/>
            </p:nvSpPr>
            <p:spPr>
              <a:xfrm>
                <a:off x="3777484" y="5741641"/>
                <a:ext cx="9301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EC3005-582F-20FC-0F72-DD33CA067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7484" y="5741641"/>
                <a:ext cx="930190" cy="369332"/>
              </a:xfrm>
              <a:prstGeom prst="rect">
                <a:avLst/>
              </a:prstGeom>
              <a:blipFill>
                <a:blip r:embed="rId5"/>
                <a:stretch>
                  <a:fillRect l="-4605" r="-789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7CFC104-FCFA-0627-5D6C-9C46B800C2C1}"/>
                  </a:ext>
                </a:extLst>
              </p:cNvPr>
              <p:cNvSpPr txBox="1"/>
              <p:nvPr/>
            </p:nvSpPr>
            <p:spPr>
              <a:xfrm>
                <a:off x="3770366" y="6187502"/>
                <a:ext cx="9373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7CFC104-FCFA-0627-5D6C-9C46B800C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366" y="6187502"/>
                <a:ext cx="937308" cy="369332"/>
              </a:xfrm>
              <a:prstGeom prst="rect">
                <a:avLst/>
              </a:prstGeom>
              <a:blipFill>
                <a:blip r:embed="rId6"/>
                <a:stretch>
                  <a:fillRect l="-3896" r="-7792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8745C36-E4C9-4AA0-9BF2-423CC43F62F0}"/>
              </a:ext>
            </a:extLst>
          </p:cNvPr>
          <p:cNvSpPr txBox="1"/>
          <p:nvPr/>
        </p:nvSpPr>
        <p:spPr>
          <a:xfrm>
            <a:off x="2383834" y="1710813"/>
            <a:ext cx="29839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Payoffs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3AC83F-4FAC-0FB2-55E9-BD3985C0EDAC}"/>
              </a:ext>
            </a:extLst>
          </p:cNvPr>
          <p:cNvSpPr txBox="1"/>
          <p:nvPr/>
        </p:nvSpPr>
        <p:spPr>
          <a:xfrm>
            <a:off x="7854682" y="1710813"/>
            <a:ext cx="29839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Payoffs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F9CDD-24C8-5E3A-243C-7739903AD6F6}"/>
              </a:ext>
            </a:extLst>
          </p:cNvPr>
          <p:cNvSpPr txBox="1"/>
          <p:nvPr/>
        </p:nvSpPr>
        <p:spPr>
          <a:xfrm>
            <a:off x="2472612" y="2074722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C2EB63-A74E-89D6-D3E5-9A745F75CCB5}"/>
              </a:ext>
            </a:extLst>
          </p:cNvPr>
          <p:cNvSpPr txBox="1"/>
          <p:nvPr/>
        </p:nvSpPr>
        <p:spPr>
          <a:xfrm>
            <a:off x="7972159" y="2074722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771C62-C37F-7EB5-61B5-FC7BCEBA7E55}"/>
              </a:ext>
            </a:extLst>
          </p:cNvPr>
          <p:cNvSpPr txBox="1"/>
          <p:nvPr/>
        </p:nvSpPr>
        <p:spPr>
          <a:xfrm>
            <a:off x="9937331" y="207404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A3F583-105D-B4D2-9BB4-93AA60467DF9}"/>
              </a:ext>
            </a:extLst>
          </p:cNvPr>
          <p:cNvSpPr txBox="1"/>
          <p:nvPr/>
        </p:nvSpPr>
        <p:spPr>
          <a:xfrm>
            <a:off x="4378083" y="2074047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605D8E-165E-FF13-C1CA-619DBF9BF286}"/>
              </a:ext>
            </a:extLst>
          </p:cNvPr>
          <p:cNvSpPr txBox="1"/>
          <p:nvPr/>
        </p:nvSpPr>
        <p:spPr>
          <a:xfrm>
            <a:off x="1281403" y="269627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29E64F-ADD0-0BFE-B524-4EA13E80FE08}"/>
              </a:ext>
            </a:extLst>
          </p:cNvPr>
          <p:cNvSpPr txBox="1"/>
          <p:nvPr/>
        </p:nvSpPr>
        <p:spPr>
          <a:xfrm>
            <a:off x="1281403" y="346710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A33B27-7798-FFF6-AE85-C190FBAF0A4D}"/>
              </a:ext>
            </a:extLst>
          </p:cNvPr>
          <p:cNvSpPr txBox="1"/>
          <p:nvPr/>
        </p:nvSpPr>
        <p:spPr>
          <a:xfrm>
            <a:off x="6696268" y="269627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08A6CC-D864-8F17-B3C6-92D291E95D65}"/>
              </a:ext>
            </a:extLst>
          </p:cNvPr>
          <p:cNvSpPr txBox="1"/>
          <p:nvPr/>
        </p:nvSpPr>
        <p:spPr>
          <a:xfrm>
            <a:off x="6696268" y="346710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C269498-4CC9-30DF-D53B-1734C9FA6DE1}"/>
                  </a:ext>
                </a:extLst>
              </p:cNvPr>
              <p:cNvSpPr txBox="1"/>
              <p:nvPr/>
            </p:nvSpPr>
            <p:spPr>
              <a:xfrm>
                <a:off x="8673489" y="4851534"/>
                <a:ext cx="198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C269498-4CC9-30DF-D53B-1734C9FA6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489" y="4851534"/>
                <a:ext cx="1980863" cy="369332"/>
              </a:xfrm>
              <a:prstGeom prst="rect">
                <a:avLst/>
              </a:prstGeom>
              <a:blipFill>
                <a:blip r:embed="rId7"/>
                <a:stretch>
                  <a:fillRect l="-3385" r="-338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1F2FE1-302C-2E11-6BF1-454DB3DE1FBB}"/>
                  </a:ext>
                </a:extLst>
              </p:cNvPr>
              <p:cNvSpPr txBox="1"/>
              <p:nvPr/>
            </p:nvSpPr>
            <p:spPr>
              <a:xfrm>
                <a:off x="8673488" y="5290203"/>
                <a:ext cx="198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1F2FE1-302C-2E11-6BF1-454DB3DE1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488" y="5290203"/>
                <a:ext cx="1980863" cy="369332"/>
              </a:xfrm>
              <a:prstGeom prst="rect">
                <a:avLst/>
              </a:prstGeom>
              <a:blipFill>
                <a:blip r:embed="rId8"/>
                <a:stretch>
                  <a:fillRect l="-3385" r="-338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3FD5C6-1991-12E8-46E6-2DD837C7BB75}"/>
                  </a:ext>
                </a:extLst>
              </p:cNvPr>
              <p:cNvSpPr txBox="1"/>
              <p:nvPr/>
            </p:nvSpPr>
            <p:spPr>
              <a:xfrm>
                <a:off x="9263782" y="5728872"/>
                <a:ext cx="94339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3FD5C6-1991-12E8-46E6-2DD837C7BB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782" y="5728872"/>
                <a:ext cx="943399" cy="369332"/>
              </a:xfrm>
              <a:prstGeom prst="rect">
                <a:avLst/>
              </a:prstGeom>
              <a:blipFill>
                <a:blip r:embed="rId9"/>
                <a:stretch>
                  <a:fillRect l="-4545" r="-7792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EFE4B-8F80-7E4E-6479-4211B161B750}"/>
                  </a:ext>
                </a:extLst>
              </p:cNvPr>
              <p:cNvSpPr txBox="1"/>
              <p:nvPr/>
            </p:nvSpPr>
            <p:spPr>
              <a:xfrm>
                <a:off x="9263782" y="6187502"/>
                <a:ext cx="96577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EFE4B-8F80-7E4E-6479-4211B161B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782" y="6187502"/>
                <a:ext cx="965777" cy="369332"/>
              </a:xfrm>
              <a:prstGeom prst="rect">
                <a:avLst/>
              </a:prstGeom>
              <a:blipFill>
                <a:blip r:embed="rId10"/>
                <a:stretch>
                  <a:fillRect l="-4430" r="-759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ADE6C129-B009-1B32-5B8F-4112B329323C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AF99622-E005-E3EB-55F1-751A9AC17703}"/>
                  </a:ext>
                </a:extLst>
              </p:cNvPr>
              <p:cNvSpPr txBox="1"/>
              <p:nvPr/>
            </p:nvSpPr>
            <p:spPr>
              <a:xfrm>
                <a:off x="1782653" y="4301452"/>
                <a:ext cx="457824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en-US" sz="2400" dirty="0"/>
                  <a:t>Player 1 Probability Vector: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AF99622-E005-E3EB-55F1-751A9AC17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653" y="4301452"/>
                <a:ext cx="4578241" cy="369332"/>
              </a:xfrm>
              <a:prstGeom prst="rect">
                <a:avLst/>
              </a:prstGeom>
              <a:blipFill>
                <a:blip r:embed="rId11"/>
                <a:stretch>
                  <a:fillRect l="-3995" t="-26667" r="-226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D1E37BD-5052-C80A-E108-37C0A2D16F90}"/>
                  </a:ext>
                </a:extLst>
              </p:cNvPr>
              <p:cNvSpPr txBox="1"/>
              <p:nvPr/>
            </p:nvSpPr>
            <p:spPr>
              <a:xfrm>
                <a:off x="7253503" y="4301559"/>
                <a:ext cx="466211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:r>
                  <a:rPr lang="en-US" sz="2400" dirty="0"/>
                  <a:t>Player 2 Probability Vector: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D1E37BD-5052-C80A-E108-37C0A2D16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503" y="4301559"/>
                <a:ext cx="4662110" cy="369332"/>
              </a:xfrm>
              <a:prstGeom prst="rect">
                <a:avLst/>
              </a:prstGeom>
              <a:blipFill>
                <a:blip r:embed="rId12"/>
                <a:stretch>
                  <a:fillRect l="-4052" t="-26667" r="-1176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2369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85FD-9D5A-B70B-4A1E-119847BB3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4E72FEC-C95E-F11A-6060-DC99FA8BBE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93C1FA-1A6B-4C9E-7E96-E96F67F33BE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3E9F2B-2641-06BF-9BEA-ABE66E136898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6E79F5-8162-8C00-3533-9DD274B06690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37A3F7-2133-7CEA-26FE-125FD062E7DE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9E634BE-6D80-3D1B-D9DB-0FBF0CC7A7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D000E41-5ABB-9F22-F1C7-E3E0A03C80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50414D2-6513-034F-B6CF-D2977C60B12C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5A055C5-F5BB-8E94-CC93-401FAAA18F43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5A055C5-F5BB-8E94-CC93-401FAAA18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C5550E0-A59E-F4DA-EF9C-C6B5CA79612B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C5550E0-A59E-F4DA-EF9C-C6B5CA796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23C9B34-5F91-FDC2-C4F8-FE134FE0CCFD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23C9B34-5F91-FDC2-C4F8-FE134FE0C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D86FB7D-7350-394A-467E-76E56E1820E9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D86FB7D-7350-394A-467E-76E56E182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7278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3BB8-651A-9A9F-D353-5E62E4378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363905D-FB18-1187-8EA7-AE947DB5A47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C72242-1BD1-EDC8-31EB-954CE6B8ADF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6F0F8C-2B80-04C5-DBFD-E96AF98C7B5B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534334-2736-7ABF-9D1B-F6CC88936839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054218-6294-5D48-270F-CD8D8CDD5F83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09EB3AC-0FF8-8C32-128C-008EC39BE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E7653B4-403C-50A4-9F9E-A7BA06343C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17D9C91-94C2-D9A5-59EB-A9D0ADBF364F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3C1AA66-5C6D-AE29-9B04-B4AC7FEF1BCD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3C1AA66-5C6D-AE29-9B04-B4AC7FEF1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2D59C44-146B-1D22-EA85-B8FA9157A949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2D59C44-146B-1D22-EA85-B8FA9157A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7E9FE-1E67-706D-1303-ABC7F01C902F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7E9FE-1E67-706D-1303-ABC7F01C9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7F9CF14C-6DD5-1B68-2889-623E0DCA93B1}"/>
              </a:ext>
            </a:extLst>
          </p:cNvPr>
          <p:cNvSpPr/>
          <p:nvPr/>
        </p:nvSpPr>
        <p:spPr>
          <a:xfrm>
            <a:off x="738328" y="6398767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E40838B-B894-75F5-CF80-719A777BC9BC}"/>
              </a:ext>
            </a:extLst>
          </p:cNvPr>
          <p:cNvSpPr/>
          <p:nvPr/>
        </p:nvSpPr>
        <p:spPr>
          <a:xfrm>
            <a:off x="5668377" y="6395978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4A5C5-76F3-0CF0-9220-E691FEF3DBC4}"/>
              </a:ext>
            </a:extLst>
          </p:cNvPr>
          <p:cNvSpPr txBox="1"/>
          <p:nvPr/>
        </p:nvSpPr>
        <p:spPr>
          <a:xfrm>
            <a:off x="891360" y="6035533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57F051-CC5E-2C2F-DF67-E73BA72FB2AE}"/>
              </a:ext>
            </a:extLst>
          </p:cNvPr>
          <p:cNvSpPr txBox="1"/>
          <p:nvPr/>
        </p:nvSpPr>
        <p:spPr>
          <a:xfrm>
            <a:off x="5793520" y="6035533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31D575-8A78-1670-3F99-5BE264A37940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31D575-8A78-1670-3F99-5BE264A37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74532F86-E8B5-92F4-A412-4A1870215F23}"/>
              </a:ext>
            </a:extLst>
          </p:cNvPr>
          <p:cNvSpPr txBox="1"/>
          <p:nvPr/>
        </p:nvSpPr>
        <p:spPr>
          <a:xfrm>
            <a:off x="9611139" y="2619643"/>
            <a:ext cx="263356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Start with the pair of origin vertices</a:t>
            </a:r>
          </a:p>
        </p:txBody>
      </p:sp>
    </p:spTree>
    <p:extLst>
      <p:ext uri="{BB962C8B-B14F-4D97-AF65-F5344CB8AC3E}">
        <p14:creationId xmlns:p14="http://schemas.microsoft.com/office/powerpoint/2010/main" val="869036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68BFE-F13A-496E-70CF-C1AAC29D9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205F6D-2343-DED1-43F5-382104C40AF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248852-B76E-B9EE-E0F7-570C878945F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85F2D9-9E73-2F8B-118A-B4289C33272D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D5619-02A6-6D56-AFE4-9E2BE4277940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6DAFDA-425E-6027-1136-60FF62BB60B4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C4E2FA4-A694-0829-AC42-D6FD90C388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E753E19-E861-370F-366A-81E6FC574F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F18FB69-5FFC-7A2A-CC87-5C0ECB056911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DD421E5-7B14-6424-7E74-A763A0E39D14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DD421E5-7B14-6424-7E74-A763A0E39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B5F442D-A3A8-FB0D-F6C2-AA7785AA1D77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B5F442D-A3A8-FB0D-F6C2-AA7785AA1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C991CB7-BD50-F673-FC12-51AB1ABE30A5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C991CB7-BD50-F673-FC12-51AB1ABE3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6CE6A3A4-120F-5732-A30F-73FE7D4EC89C}"/>
              </a:ext>
            </a:extLst>
          </p:cNvPr>
          <p:cNvSpPr/>
          <p:nvPr/>
        </p:nvSpPr>
        <p:spPr>
          <a:xfrm>
            <a:off x="738328" y="6398767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84AF301-7F5B-DB85-BDD0-7C1DC9A4ACF6}"/>
              </a:ext>
            </a:extLst>
          </p:cNvPr>
          <p:cNvSpPr/>
          <p:nvPr/>
        </p:nvSpPr>
        <p:spPr>
          <a:xfrm>
            <a:off x="5668377" y="6395978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317D7C-6656-A5B8-8C21-A0183D589E10}"/>
              </a:ext>
            </a:extLst>
          </p:cNvPr>
          <p:cNvSpPr txBox="1"/>
          <p:nvPr/>
        </p:nvSpPr>
        <p:spPr>
          <a:xfrm>
            <a:off x="891360" y="6035533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163116-D904-2F10-2DBC-BEE4BEDBDFA1}"/>
              </a:ext>
            </a:extLst>
          </p:cNvPr>
          <p:cNvSpPr txBox="1"/>
          <p:nvPr/>
        </p:nvSpPr>
        <p:spPr>
          <a:xfrm>
            <a:off x="5793520" y="6035533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3AD14B-5791-0AA5-DBDD-316F9BA97B28}"/>
                  </a:ext>
                </a:extLst>
              </p:cNvPr>
              <p:cNvSpPr txBox="1"/>
              <p:nvPr/>
            </p:nvSpPr>
            <p:spPr>
              <a:xfrm>
                <a:off x="9971232" y="4404635"/>
                <a:ext cx="198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3AD14B-5791-0AA5-DBDD-316F9BA97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1232" y="4404635"/>
                <a:ext cx="1980863" cy="369332"/>
              </a:xfrm>
              <a:prstGeom prst="rect">
                <a:avLst/>
              </a:prstGeom>
              <a:blipFill>
                <a:blip r:embed="rId8"/>
                <a:stretch>
                  <a:fillRect l="-3385" r="-307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6F03AC2-A9F5-DEA7-399C-594BCE447979}"/>
              </a:ext>
            </a:extLst>
          </p:cNvPr>
          <p:cNvSpPr txBox="1"/>
          <p:nvPr/>
        </p:nvSpPr>
        <p:spPr>
          <a:xfrm>
            <a:off x="9712767" y="3236541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1 must have highest expected value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FD513BF-8364-1343-9AFB-5BDCD685F9FB}"/>
                  </a:ext>
                </a:extLst>
              </p:cNvPr>
              <p:cNvSpPr txBox="1"/>
              <p:nvPr/>
            </p:nvSpPr>
            <p:spPr>
              <a:xfrm>
                <a:off x="10335681" y="4874408"/>
                <a:ext cx="964175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FD513BF-8364-1343-9AFB-5BDCD685F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5681" y="4874408"/>
                <a:ext cx="964175" cy="6914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52CD60A-0E2D-006B-05BE-64C77E72D47F}"/>
              </a:ext>
            </a:extLst>
          </p:cNvPr>
          <p:cNvCxnSpPr/>
          <p:nvPr/>
        </p:nvCxnSpPr>
        <p:spPr>
          <a:xfrm flipH="1" flipV="1">
            <a:off x="5738411" y="4226767"/>
            <a:ext cx="15813" cy="2039598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6D51A0-7114-FA7C-FABC-72F487184EA8}"/>
              </a:ext>
            </a:extLst>
          </p:cNvPr>
          <p:cNvCxnSpPr/>
          <p:nvPr/>
        </p:nvCxnSpPr>
        <p:spPr>
          <a:xfrm>
            <a:off x="860612" y="6110880"/>
            <a:ext cx="356669" cy="30791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02A1BAD-1D92-37B9-10D0-6D13D7FDBA33}"/>
              </a:ext>
            </a:extLst>
          </p:cNvPr>
          <p:cNvCxnSpPr>
            <a:cxnSpLocks/>
          </p:cNvCxnSpPr>
          <p:nvPr/>
        </p:nvCxnSpPr>
        <p:spPr>
          <a:xfrm flipV="1">
            <a:off x="892139" y="6111394"/>
            <a:ext cx="254535" cy="30791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41DBE771-36F2-05E6-FF75-1F03C08614E0}"/>
              </a:ext>
            </a:extLst>
          </p:cNvPr>
          <p:cNvSpPr/>
          <p:nvPr/>
        </p:nvSpPr>
        <p:spPr>
          <a:xfrm>
            <a:off x="5649819" y="4046487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F82773-A883-11D8-6BA3-D58066B64F99}"/>
              </a:ext>
            </a:extLst>
          </p:cNvPr>
          <p:cNvSpPr txBox="1"/>
          <p:nvPr/>
        </p:nvSpPr>
        <p:spPr>
          <a:xfrm>
            <a:off x="5840071" y="3777190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A,1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612F91-349D-5292-95E2-AF5C051875E7}"/>
              </a:ext>
            </a:extLst>
          </p:cNvPr>
          <p:cNvSpPr txBox="1"/>
          <p:nvPr/>
        </p:nvSpPr>
        <p:spPr>
          <a:xfrm>
            <a:off x="9694209" y="2601778"/>
            <a:ext cx="24977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“Drop” Label 1 from Player 1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DC1F162-F70D-26A5-DA2F-F72F4B3F9347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DC1F162-F70D-26A5-DA2F-F72F4B3F9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72866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E34E-ED65-69B3-B5B7-F5A7A1586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D918D6-AFB1-C818-69D1-F723F3EE2E7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8391C0-D1CC-5F3C-E64B-6B327C7F1D3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966FF-D48E-110A-0962-819FDA8FFFE0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88BF8B-52A2-8D59-BB47-5291751D6ADF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4629F8-CC15-2565-FB66-AE21E24B3309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F9556D4D-693B-762C-7EDB-E0F0AC35F2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93C6D9C-D217-1FFC-D1DA-141C77D0CF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D4717F0-F09F-5F9A-20CF-AE2B6A107452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89D88E1-B86D-253F-3D25-FE17BE39535F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89D88E1-B86D-253F-3D25-FE17BE395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40978B-1334-0A24-A21D-C87C688F30C4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40978B-1334-0A24-A21D-C87C688F3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67C827-8166-F209-9D2F-315ACF601E55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67C827-8166-F209-9D2F-315ACF601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CE7BE467-CE2F-B56D-861D-EB281973025C}"/>
              </a:ext>
            </a:extLst>
          </p:cNvPr>
          <p:cNvSpPr/>
          <p:nvPr/>
        </p:nvSpPr>
        <p:spPr>
          <a:xfrm>
            <a:off x="738328" y="6398767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F11A23-CF5F-5ED3-917E-6CFD3B7C0759}"/>
              </a:ext>
            </a:extLst>
          </p:cNvPr>
          <p:cNvSpPr txBox="1"/>
          <p:nvPr/>
        </p:nvSpPr>
        <p:spPr>
          <a:xfrm>
            <a:off x="891360" y="6035533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EE63D35-6E73-A40C-5513-7248AB04F6EE}"/>
                  </a:ext>
                </a:extLst>
              </p:cNvPr>
              <p:cNvSpPr txBox="1"/>
              <p:nvPr/>
            </p:nvSpPr>
            <p:spPr>
              <a:xfrm>
                <a:off x="9973377" y="3901397"/>
                <a:ext cx="1937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EE63D35-6E73-A40C-5513-7248AB04F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3377" y="3901397"/>
                <a:ext cx="1937582" cy="369332"/>
              </a:xfrm>
              <a:prstGeom prst="rect">
                <a:avLst/>
              </a:prstGeom>
              <a:blipFill>
                <a:blip r:embed="rId8"/>
                <a:stretch>
                  <a:fillRect l="-3145" r="-377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C4F7651-4C81-3751-97F9-FB7322029273}"/>
              </a:ext>
            </a:extLst>
          </p:cNvPr>
          <p:cNvSpPr txBox="1"/>
          <p:nvPr/>
        </p:nvSpPr>
        <p:spPr>
          <a:xfrm>
            <a:off x="9692336" y="2682493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B must have highest expected value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6478708-2413-1BDB-8EFE-042663ECB173}"/>
                  </a:ext>
                </a:extLst>
              </p:cNvPr>
              <p:cNvSpPr txBox="1"/>
              <p:nvPr/>
            </p:nvSpPr>
            <p:spPr>
              <a:xfrm>
                <a:off x="10500450" y="4329162"/>
                <a:ext cx="93570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6478708-2413-1BDB-8EFE-042663ECB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0450" y="4329162"/>
                <a:ext cx="935704" cy="6938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1CB700C4-1193-E516-53E5-B2EA5D94297A}"/>
              </a:ext>
            </a:extLst>
          </p:cNvPr>
          <p:cNvSpPr/>
          <p:nvPr/>
        </p:nvSpPr>
        <p:spPr>
          <a:xfrm>
            <a:off x="5649819" y="4046487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16EDA4-993B-0BC3-D356-7258B70F695E}"/>
              </a:ext>
            </a:extLst>
          </p:cNvPr>
          <p:cNvSpPr txBox="1"/>
          <p:nvPr/>
        </p:nvSpPr>
        <p:spPr>
          <a:xfrm>
            <a:off x="5840071" y="3777190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359B34D-374D-B995-84CF-AF78FA57636A}"/>
              </a:ext>
            </a:extLst>
          </p:cNvPr>
          <p:cNvCxnSpPr>
            <a:cxnSpLocks/>
          </p:cNvCxnSpPr>
          <p:nvPr/>
        </p:nvCxnSpPr>
        <p:spPr>
          <a:xfrm flipH="1" flipV="1">
            <a:off x="821026" y="3445749"/>
            <a:ext cx="18962" cy="2953018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EBAA126-2BAE-79E1-63DD-DD7DEDDEA8A7}"/>
              </a:ext>
            </a:extLst>
          </p:cNvPr>
          <p:cNvSpPr/>
          <p:nvPr/>
        </p:nvSpPr>
        <p:spPr>
          <a:xfrm>
            <a:off x="754141" y="3253381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7B8DD2-1807-3C7B-BB46-30DBAD5EB4F2}"/>
              </a:ext>
            </a:extLst>
          </p:cNvPr>
          <p:cNvSpPr txBox="1"/>
          <p:nvPr/>
        </p:nvSpPr>
        <p:spPr>
          <a:xfrm>
            <a:off x="944393" y="29840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1,B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A51C6E-7300-2A61-CBD2-C021A79EF881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A51C6E-7300-2A61-CBD2-C021A79EF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161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0828-8418-0DC6-99A3-4EADBE3FB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8BCEFDB-E33C-C636-374D-CFB7C3CF368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AC92FC-71F1-CB22-3A94-441875FB4F0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BCEB56-40D5-5BB3-61BB-F877BE0F04B0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3E763E-4327-BE04-0786-7320D9647CA9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A3809F-2633-15C0-64E8-32F9D23ABE06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E31A654-C971-4EEE-01B5-5F160B72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D2D11D0-01EA-1211-203C-1B4CABBFD4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C0D0FAB-D548-4536-4CC2-0A469C63CDCC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1F90A55-28C7-DFC0-D713-DC337B2F6AB3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1F90A55-28C7-DFC0-D713-DC337B2F6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716971-6816-9CB9-041B-059A6B2ADCEA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716971-6816-9CB9-041B-059A6B2ADC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647CC8-5114-6C03-C156-FBE61911CC14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647CC8-5114-6C03-C156-FBE61911C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6CE549EA-5C71-089E-262F-0464CDD0A795}"/>
              </a:ext>
            </a:extLst>
          </p:cNvPr>
          <p:cNvSpPr txBox="1"/>
          <p:nvPr/>
        </p:nvSpPr>
        <p:spPr>
          <a:xfrm>
            <a:off x="9692336" y="2682493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2 must have highest expected value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3B8716-8A73-9E16-B731-B9D41EE5A173}"/>
                  </a:ext>
                </a:extLst>
              </p:cNvPr>
              <p:cNvSpPr txBox="1"/>
              <p:nvPr/>
            </p:nvSpPr>
            <p:spPr>
              <a:xfrm>
                <a:off x="10531877" y="4209403"/>
                <a:ext cx="94179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3B8716-8A73-9E16-B731-B9D41EE5A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1877" y="4209403"/>
                <a:ext cx="941796" cy="6938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784A2ADD-F235-161E-0CA0-4F628664FD04}"/>
              </a:ext>
            </a:extLst>
          </p:cNvPr>
          <p:cNvSpPr/>
          <p:nvPr/>
        </p:nvSpPr>
        <p:spPr>
          <a:xfrm>
            <a:off x="5649819" y="4046487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9EB36D-239D-1432-D96A-EE222026D934}"/>
              </a:ext>
            </a:extLst>
          </p:cNvPr>
          <p:cNvSpPr txBox="1"/>
          <p:nvPr/>
        </p:nvSpPr>
        <p:spPr>
          <a:xfrm>
            <a:off x="5840071" y="3777190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A,1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4EF0DA5-4279-84A1-BB3A-CB8C195FF000}"/>
              </a:ext>
            </a:extLst>
          </p:cNvPr>
          <p:cNvSpPr/>
          <p:nvPr/>
        </p:nvSpPr>
        <p:spPr>
          <a:xfrm>
            <a:off x="754141" y="3253381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4C6C54-568E-7E18-5EA0-32CAC0C789D9}"/>
              </a:ext>
            </a:extLst>
          </p:cNvPr>
          <p:cNvSpPr txBox="1"/>
          <p:nvPr/>
        </p:nvSpPr>
        <p:spPr>
          <a:xfrm>
            <a:off x="944393" y="29840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90B9E8-1572-9ACF-62F3-3E66C9D15C41}"/>
                  </a:ext>
                </a:extLst>
              </p:cNvPr>
              <p:cNvSpPr txBox="1"/>
              <p:nvPr/>
            </p:nvSpPr>
            <p:spPr>
              <a:xfrm>
                <a:off x="10010099" y="3813634"/>
                <a:ext cx="19792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90B9E8-1572-9ACF-62F3-3E66C9D15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0099" y="3813634"/>
                <a:ext cx="1979260" cy="369332"/>
              </a:xfrm>
              <a:prstGeom prst="rect">
                <a:avLst/>
              </a:prstGeom>
              <a:blipFill>
                <a:blip r:embed="rId9"/>
                <a:stretch>
                  <a:fillRect l="-3077" r="-338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839DE7-15C6-F8BB-6440-F80B7B87847D}"/>
                  </a:ext>
                </a:extLst>
              </p:cNvPr>
              <p:cNvSpPr txBox="1"/>
              <p:nvPr/>
            </p:nvSpPr>
            <p:spPr>
              <a:xfrm>
                <a:off x="10531877" y="4929684"/>
                <a:ext cx="96417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839DE7-15C6-F8BB-6440-F80B7B878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1877" y="4929684"/>
                <a:ext cx="964175" cy="69384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04DFFD-3E72-3B94-705A-274BAA1109FE}"/>
              </a:ext>
            </a:extLst>
          </p:cNvPr>
          <p:cNvCxnSpPr>
            <a:cxnSpLocks/>
          </p:cNvCxnSpPr>
          <p:nvPr/>
        </p:nvCxnSpPr>
        <p:spPr>
          <a:xfrm>
            <a:off x="5840071" y="4142792"/>
            <a:ext cx="1682404" cy="43071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2DB1AA2-91D6-041F-DAD0-A8AB9136E6D8}"/>
              </a:ext>
            </a:extLst>
          </p:cNvPr>
          <p:cNvSpPr/>
          <p:nvPr/>
        </p:nvSpPr>
        <p:spPr>
          <a:xfrm>
            <a:off x="7541033" y="4508152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B4E7C4-6E55-2678-FC9E-D50FDBA34E1F}"/>
              </a:ext>
            </a:extLst>
          </p:cNvPr>
          <p:cNvSpPr txBox="1"/>
          <p:nvPr/>
        </p:nvSpPr>
        <p:spPr>
          <a:xfrm>
            <a:off x="7731285" y="4238855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1,2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1050868-F6DE-8353-2648-A4F271CE474A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1050868-F6DE-8353-2648-A4F271CE4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50794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24A5D-1E01-86EA-9546-0972B4F10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5C7D058-5B86-AF5E-38BA-5FD71217D59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B6955F-2EB8-AD34-8B18-6B4D0616C6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FE154-D3AC-02C0-820B-7828CE1CEE7B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026236-44C2-0412-CCC9-F0B65DE07463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327C67-EDED-B39E-2924-2D368D2B9160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A00DA2A-FF24-06EA-D6BF-FED9C8B47B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3126A3-9878-D684-73B1-B09D2B870A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07CF89E-4191-C8E0-835A-D829DB15E1E6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5F2935E-56F1-E842-D2B3-D0AA3F410116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5F2935E-56F1-E842-D2B3-D0AA3F4101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3069B99-0CF0-876B-49E5-67346DD491C8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3069B99-0CF0-876B-49E5-67346DD49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F7609B-EE79-CD62-B5CC-9774BE51A54B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F7609B-EE79-CD62-B5CC-9774BE51A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6650DAF-56CC-40F4-391B-CED6A891258A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6650DAF-56CC-40F4-391B-CED6A8912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6D6AE8D-3BCA-44AC-61BB-FA8E464CDA7D}"/>
              </a:ext>
            </a:extLst>
          </p:cNvPr>
          <p:cNvSpPr txBox="1"/>
          <p:nvPr/>
        </p:nvSpPr>
        <p:spPr>
          <a:xfrm>
            <a:off x="9694209" y="2576924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A must have highest expected value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B73CE3A-CFDE-D8A9-AA03-366C84132216}"/>
                  </a:ext>
                </a:extLst>
              </p:cNvPr>
              <p:cNvSpPr txBox="1"/>
              <p:nvPr/>
            </p:nvSpPr>
            <p:spPr>
              <a:xfrm>
                <a:off x="10542797" y="4055071"/>
                <a:ext cx="109850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B73CE3A-CFDE-D8A9-AA03-366C84132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797" y="4055071"/>
                <a:ext cx="1098506" cy="6938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C9981EA1-11BD-0584-F0C7-E0AB6B962E30}"/>
              </a:ext>
            </a:extLst>
          </p:cNvPr>
          <p:cNvSpPr/>
          <p:nvPr/>
        </p:nvSpPr>
        <p:spPr>
          <a:xfrm>
            <a:off x="754141" y="3253381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6E8F4F-BBD4-D9FD-D918-0B6B57ACFF28}"/>
              </a:ext>
            </a:extLst>
          </p:cNvPr>
          <p:cNvSpPr txBox="1"/>
          <p:nvPr/>
        </p:nvSpPr>
        <p:spPr>
          <a:xfrm>
            <a:off x="944393" y="29840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013250-21CB-CF82-FE99-E50B8FCCB00C}"/>
                  </a:ext>
                </a:extLst>
              </p:cNvPr>
              <p:cNvSpPr txBox="1"/>
              <p:nvPr/>
            </p:nvSpPr>
            <p:spPr>
              <a:xfrm>
                <a:off x="10542797" y="4775352"/>
                <a:ext cx="110562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013250-21CB-CF82-FE99-E50B8FCCB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797" y="4775352"/>
                <a:ext cx="1105624" cy="69384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5CEC471D-4BC2-2A40-03A0-C7AD2E713779}"/>
              </a:ext>
            </a:extLst>
          </p:cNvPr>
          <p:cNvSpPr/>
          <p:nvPr/>
        </p:nvSpPr>
        <p:spPr>
          <a:xfrm>
            <a:off x="7541033" y="4508152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A57F85-7DB3-836F-7959-04AE74E54510}"/>
              </a:ext>
            </a:extLst>
          </p:cNvPr>
          <p:cNvSpPr txBox="1"/>
          <p:nvPr/>
        </p:nvSpPr>
        <p:spPr>
          <a:xfrm>
            <a:off x="7731285" y="4238855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0572AF-35FE-4854-08AC-5B8FCE464711}"/>
                  </a:ext>
                </a:extLst>
              </p:cNvPr>
              <p:cNvSpPr txBox="1"/>
              <p:nvPr/>
            </p:nvSpPr>
            <p:spPr>
              <a:xfrm>
                <a:off x="9967969" y="3634112"/>
                <a:ext cx="1937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0572AF-35FE-4854-08AC-5B8FCE464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969" y="3634112"/>
                <a:ext cx="1937582" cy="369332"/>
              </a:xfrm>
              <a:prstGeom prst="rect">
                <a:avLst/>
              </a:prstGeom>
              <a:blipFill>
                <a:blip r:embed="rId11"/>
                <a:stretch>
                  <a:fillRect l="-3145" r="-377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966253D-785E-DBAE-4C2C-3538060DCB55}"/>
              </a:ext>
            </a:extLst>
          </p:cNvPr>
          <p:cNvCxnSpPr>
            <a:cxnSpLocks/>
          </p:cNvCxnSpPr>
          <p:nvPr/>
        </p:nvCxnSpPr>
        <p:spPr>
          <a:xfrm>
            <a:off x="925835" y="3378268"/>
            <a:ext cx="793789" cy="25899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CB3EDA22-4E52-2597-C5BB-09B9B32EBA65}"/>
              </a:ext>
            </a:extLst>
          </p:cNvPr>
          <p:cNvSpPr/>
          <p:nvPr/>
        </p:nvSpPr>
        <p:spPr>
          <a:xfrm>
            <a:off x="1719624" y="3603356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921DAC-803E-CCE0-F620-45E0BACB55AC}"/>
              </a:ext>
            </a:extLst>
          </p:cNvPr>
          <p:cNvSpPr txBox="1"/>
          <p:nvPr/>
        </p:nvSpPr>
        <p:spPr>
          <a:xfrm>
            <a:off x="1875965" y="32678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A,B</a:t>
            </a:r>
          </a:p>
        </p:txBody>
      </p:sp>
    </p:spTree>
    <p:extLst>
      <p:ext uri="{BB962C8B-B14F-4D97-AF65-F5344CB8AC3E}">
        <p14:creationId xmlns:p14="http://schemas.microsoft.com/office/powerpoint/2010/main" val="13846906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17276-0EB0-0790-3509-C59573DBB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E567C9-E0AE-4353-1558-BA28C775B2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FAEFE5-5A05-26EC-6982-270672DB26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B6F0F7-B62B-C4ED-E2C5-A24E56A5CB60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0CB4AE-A9A2-37C8-BD5F-DF5C3ACD7E84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A1DBDC-7B6C-76A5-8438-111816D5216C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F47E219-466E-D839-2DD2-CE4E64C91F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75DB209-40DB-4FE8-B446-247F6EF512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3421845-31B7-1E10-75F3-E0F74B97CFD0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F632AC-0580-310E-2662-CFB224D7DA11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F632AC-0580-310E-2662-CFB224D7D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6B5B1E0-0B1B-3F9D-25F9-0116EADC5466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6B5B1E0-0B1B-3F9D-25F9-0116EADC5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A4BD41-1458-26EE-F8CE-2DADAE230838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A4BD41-1458-26EE-F8CE-2DADAE230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3F2B3C-BDA4-0382-59E3-857CE0891930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3F2B3C-BDA4-0382-59E3-857CE0891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CB016D9-8AC6-3B33-BB72-EE4F953D118E}"/>
              </a:ext>
            </a:extLst>
          </p:cNvPr>
          <p:cNvSpPr txBox="1"/>
          <p:nvPr/>
        </p:nvSpPr>
        <p:spPr>
          <a:xfrm>
            <a:off x="9694208" y="2002299"/>
            <a:ext cx="24977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We stop because we are fully labeled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9C729F3-B217-47FB-E8C8-43868E5DF8A9}"/>
              </a:ext>
            </a:extLst>
          </p:cNvPr>
          <p:cNvSpPr/>
          <p:nvPr/>
        </p:nvSpPr>
        <p:spPr>
          <a:xfrm>
            <a:off x="7541033" y="4508152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139D17-E9B3-9A26-E2C4-A120E75C8A04}"/>
              </a:ext>
            </a:extLst>
          </p:cNvPr>
          <p:cNvSpPr txBox="1"/>
          <p:nvPr/>
        </p:nvSpPr>
        <p:spPr>
          <a:xfrm>
            <a:off x="7731285" y="4238855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A641FC-DE82-CAAD-349F-D4E631678D9E}"/>
              </a:ext>
            </a:extLst>
          </p:cNvPr>
          <p:cNvSpPr/>
          <p:nvPr/>
        </p:nvSpPr>
        <p:spPr>
          <a:xfrm>
            <a:off x="1719624" y="3603356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E53C81-1307-964B-8BF2-2E7A6653F2C9}"/>
              </a:ext>
            </a:extLst>
          </p:cNvPr>
          <p:cNvSpPr txBox="1"/>
          <p:nvPr/>
        </p:nvSpPr>
        <p:spPr>
          <a:xfrm>
            <a:off x="1875965" y="32678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15CB01-0228-117B-CC3E-B3EE5B02535D}"/>
                  </a:ext>
                </a:extLst>
              </p:cNvPr>
              <p:cNvSpPr txBox="1"/>
              <p:nvPr/>
            </p:nvSpPr>
            <p:spPr>
              <a:xfrm>
                <a:off x="9802066" y="2700237"/>
                <a:ext cx="2252587" cy="670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15CB01-0228-117B-CC3E-B3EE5B025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2066" y="2700237"/>
                <a:ext cx="2252587" cy="6705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8F707F4-0DB7-A663-038F-A668CF55C885}"/>
                  </a:ext>
                </a:extLst>
              </p:cNvPr>
              <p:cNvSpPr txBox="1"/>
              <p:nvPr/>
            </p:nvSpPr>
            <p:spPr>
              <a:xfrm>
                <a:off x="9736772" y="3408123"/>
                <a:ext cx="2252587" cy="6705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8F707F4-0DB7-A663-038F-A668CF55C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6772" y="3408123"/>
                <a:ext cx="2252587" cy="67050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9C4B54-D96B-A818-D24A-8478C7FDF76D}"/>
                  </a:ext>
                </a:extLst>
              </p:cNvPr>
              <p:cNvSpPr txBox="1"/>
              <p:nvPr/>
            </p:nvSpPr>
            <p:spPr>
              <a:xfrm>
                <a:off x="9755508" y="4391812"/>
                <a:ext cx="2375190" cy="670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9C4B54-D96B-A818-D24A-8478C7FDF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5508" y="4391812"/>
                <a:ext cx="2375190" cy="6705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F7DA6C-6CD4-FB36-FFB8-B2141680CF98}"/>
                  </a:ext>
                </a:extLst>
              </p:cNvPr>
              <p:cNvSpPr txBox="1"/>
              <p:nvPr/>
            </p:nvSpPr>
            <p:spPr>
              <a:xfrm>
                <a:off x="9736771" y="5062380"/>
                <a:ext cx="2252587" cy="6705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F7DA6C-6CD4-FB36-FFB8-B2141680C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6771" y="5062380"/>
                <a:ext cx="2252587" cy="67050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5EE69BC3-279F-AAD6-A821-C044F22A2524}"/>
              </a:ext>
            </a:extLst>
          </p:cNvPr>
          <p:cNvSpPr txBox="1"/>
          <p:nvPr/>
        </p:nvSpPr>
        <p:spPr>
          <a:xfrm>
            <a:off x="9656074" y="5760255"/>
            <a:ext cx="24977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This is our Nash Equilibrium</a:t>
            </a: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E5919B2-0B9C-4195-E13D-B150808AB4E8}"/>
              </a:ext>
            </a:extLst>
          </p:cNvPr>
          <p:cNvSpPr/>
          <p:nvPr/>
        </p:nvSpPr>
        <p:spPr>
          <a:xfrm rot="5400000">
            <a:off x="10672771" y="4076496"/>
            <a:ext cx="484442" cy="41419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5806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227BA0-F6B2-5FBC-8609-82D18638DA1F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Brown-von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E7F55C-6C66-ABB7-D8E5-2484D01D2827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use the set of continuous functions that Nash defined for his existence proof: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D31C93-42FD-F34A-1016-47C3062960C8}"/>
                  </a:ext>
                </a:extLst>
              </p:cNvPr>
              <p:cNvSpPr txBox="1"/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D31C93-42FD-F34A-1016-47C306296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FB216F-8FF8-B234-8420-9A5BBD8CBEAD}"/>
                  </a:ext>
                </a:extLst>
              </p:cNvPr>
              <p:cNvSpPr txBox="1"/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FB216F-8FF8-B234-8420-9A5BBD8CB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blipFill>
                <a:blip r:embed="rId4"/>
                <a:stretch>
                  <a:fillRect l="-292" b="-19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358746-954F-7246-735F-B4492E56C4AE}"/>
                  </a:ext>
                </a:extLst>
              </p:cNvPr>
              <p:cNvSpPr txBox="1"/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358746-954F-7246-735F-B4492E56C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blipFill>
                <a:blip r:embed="rId5"/>
                <a:stretch>
                  <a:fillRect l="-292"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74D3B4E-74DD-E2F3-AAF9-9D2E69CBEFB6}"/>
                  </a:ext>
                </a:extLst>
              </p:cNvPr>
              <p:cNvSpPr txBox="1"/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either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or the value gained by switching to pure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74D3B4E-74DD-E2F3-AAF9-9D2E69CB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blipFill>
                <a:blip r:embed="rId6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F759D5-C0D9-D78C-2557-529EC2A1BEB1}"/>
                  </a:ext>
                </a:extLst>
              </p:cNvPr>
              <p:cNvSpPr txBox="1"/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F759D5-C0D9-D78C-2557-529EC2A1B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0FA2D8B3-D402-822F-39B9-84F9FF10F013}"/>
              </a:ext>
            </a:extLst>
          </p:cNvPr>
          <p:cNvSpPr txBox="1"/>
          <p:nvPr/>
        </p:nvSpPr>
        <p:spPr>
          <a:xfrm>
            <a:off x="322919" y="4496689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evolve each player’s probabilities according to the following ODE: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2E06E09-50E8-C2C5-B198-D97BC770A99D}"/>
                  </a:ext>
                </a:extLst>
              </p:cNvPr>
              <p:cNvSpPr txBox="1"/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the probability that player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chooses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2E06E09-50E8-C2C5-B198-D97BC770A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blipFill>
                <a:blip r:embed="rId8"/>
                <a:stretch>
                  <a:fillRect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3831</TotalTime>
  <Words>2387</Words>
  <Application>Microsoft Office PowerPoint</Application>
  <PresentationFormat>Widescreen</PresentationFormat>
  <Paragraphs>475</Paragraphs>
  <Slides>30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41</cp:revision>
  <cp:lastPrinted>2025-08-21T02:00:35Z</cp:lastPrinted>
  <dcterms:created xsi:type="dcterms:W3CDTF">2025-08-20T23:47:39Z</dcterms:created>
  <dcterms:modified xsi:type="dcterms:W3CDTF">2026-03-03T17:28:35Z</dcterms:modified>
</cp:coreProperties>
</file>