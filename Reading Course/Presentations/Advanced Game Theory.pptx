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6"/>
  </p:notesMasterIdLst>
  <p:sldIdLst>
    <p:sldId id="291" r:id="rId2"/>
    <p:sldId id="304" r:id="rId3"/>
    <p:sldId id="327" r:id="rId4"/>
    <p:sldId id="325" r:id="rId5"/>
  </p:sldIdLst>
  <p:sldSz cx="12192000" cy="6858000"/>
  <p:notesSz cx="6858000" cy="8891588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27D359C8-AACA-2EA8-D24E-0AAD455781CC}" name="Jacob Wyngaard" initials="JW" userId="6181fcd471e98458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64EA1"/>
    <a:srgbClr val="F21C0B"/>
    <a:srgbClr val="5E83A6"/>
    <a:srgbClr val="EBF1F8"/>
    <a:srgbClr val="B2BFB9"/>
    <a:srgbClr val="E9F5E7"/>
    <a:srgbClr val="FFFFFF"/>
    <a:srgbClr val="CDE6EF"/>
    <a:srgbClr val="14A7D8"/>
    <a:srgbClr val="CDE6F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B722D95-ED78-4CA4-B975-9EB3D90BBE34}" v="660" dt="2026-02-25T04:39:00.552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651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102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13" Type="http://schemas.microsoft.com/office/2018/10/relationships/authors" Target="author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12" Type="http://schemas.microsoft.com/office/2015/10/relationships/revisionInfo" Target="revisionInfo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11" Type="http://schemas.microsoft.com/office/2016/11/relationships/changesInfo" Target="changesInfos/changesInfo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acob Wyngaard" userId="6181fcd471e98458" providerId="LiveId" clId="{788BA123-62C9-4DDC-86E5-A6BCA4600216}"/>
    <pc:docChg chg="undo custSel addSld delSld modSld sldOrd">
      <pc:chgData name="Jacob Wyngaard" userId="6181fcd471e98458" providerId="LiveId" clId="{788BA123-62C9-4DDC-86E5-A6BCA4600216}" dt="2026-02-25T04:39:00.552" v="1351" actId="20577"/>
      <pc:docMkLst>
        <pc:docMk/>
      </pc:docMkLst>
      <pc:sldChg chg="add del">
        <pc:chgData name="Jacob Wyngaard" userId="6181fcd471e98458" providerId="LiveId" clId="{788BA123-62C9-4DDC-86E5-A6BCA4600216}" dt="2026-02-25T04:00:37.286" v="22" actId="47"/>
        <pc:sldMkLst>
          <pc:docMk/>
          <pc:sldMk cId="2457022423" sldId="277"/>
        </pc:sldMkLst>
      </pc:sldChg>
      <pc:sldChg chg="delSp modSp mod">
        <pc:chgData name="Jacob Wyngaard" userId="6181fcd471e98458" providerId="LiveId" clId="{788BA123-62C9-4DDC-86E5-A6BCA4600216}" dt="2026-02-25T04:02:08.413" v="110" actId="478"/>
        <pc:sldMkLst>
          <pc:docMk/>
          <pc:sldMk cId="606609933" sldId="291"/>
        </pc:sldMkLst>
        <pc:spChg chg="mod">
          <ac:chgData name="Jacob Wyngaard" userId="6181fcd471e98458" providerId="LiveId" clId="{788BA123-62C9-4DDC-86E5-A6BCA4600216}" dt="2026-02-25T03:59:52.769" v="13" actId="20577"/>
          <ac:spMkLst>
            <pc:docMk/>
            <pc:sldMk cId="606609933" sldId="291"/>
            <ac:spMk id="9" creationId="{146DFEDC-5C40-1E05-3C8E-45F902F03177}"/>
          </ac:spMkLst>
        </pc:spChg>
        <pc:picChg chg="del">
          <ac:chgData name="Jacob Wyngaard" userId="6181fcd471e98458" providerId="LiveId" clId="{788BA123-62C9-4DDC-86E5-A6BCA4600216}" dt="2026-02-25T04:02:08.413" v="110" actId="478"/>
          <ac:picMkLst>
            <pc:docMk/>
            <pc:sldMk cId="606609933" sldId="291"/>
            <ac:picMk id="3" creationId="{CE09EE05-A5B9-1FBF-2DBB-C555BB643101}"/>
          </ac:picMkLst>
        </pc:picChg>
        <pc:picChg chg="del">
          <ac:chgData name="Jacob Wyngaard" userId="6181fcd471e98458" providerId="LiveId" clId="{788BA123-62C9-4DDC-86E5-A6BCA4600216}" dt="2026-02-25T04:02:07.867" v="109" actId="478"/>
          <ac:picMkLst>
            <pc:docMk/>
            <pc:sldMk cId="606609933" sldId="291"/>
            <ac:picMk id="5" creationId="{4C457158-DF9F-C419-9A83-2FA4F37689F7}"/>
          </ac:picMkLst>
        </pc:picChg>
      </pc:sldChg>
      <pc:sldChg chg="add del">
        <pc:chgData name="Jacob Wyngaard" userId="6181fcd471e98458" providerId="LiveId" clId="{788BA123-62C9-4DDC-86E5-A6BCA4600216}" dt="2026-02-25T04:00:37.286" v="22" actId="47"/>
        <pc:sldMkLst>
          <pc:docMk/>
          <pc:sldMk cId="3199105467" sldId="292"/>
        </pc:sldMkLst>
      </pc:sldChg>
      <pc:sldChg chg="add del">
        <pc:chgData name="Jacob Wyngaard" userId="6181fcd471e98458" providerId="LiveId" clId="{788BA123-62C9-4DDC-86E5-A6BCA4600216}" dt="2026-02-25T04:00:37.286" v="22" actId="47"/>
        <pc:sldMkLst>
          <pc:docMk/>
          <pc:sldMk cId="1828421699" sldId="297"/>
        </pc:sldMkLst>
      </pc:sldChg>
      <pc:sldChg chg="add del">
        <pc:chgData name="Jacob Wyngaard" userId="6181fcd471e98458" providerId="LiveId" clId="{788BA123-62C9-4DDC-86E5-A6BCA4600216}" dt="2026-02-25T04:00:37.286" v="22" actId="47"/>
        <pc:sldMkLst>
          <pc:docMk/>
          <pc:sldMk cId="3026030696" sldId="298"/>
        </pc:sldMkLst>
      </pc:sldChg>
      <pc:sldChg chg="add del">
        <pc:chgData name="Jacob Wyngaard" userId="6181fcd471e98458" providerId="LiveId" clId="{788BA123-62C9-4DDC-86E5-A6BCA4600216}" dt="2026-02-25T04:00:37.286" v="22" actId="47"/>
        <pc:sldMkLst>
          <pc:docMk/>
          <pc:sldMk cId="105783776" sldId="299"/>
        </pc:sldMkLst>
      </pc:sldChg>
      <pc:sldChg chg="add del">
        <pc:chgData name="Jacob Wyngaard" userId="6181fcd471e98458" providerId="LiveId" clId="{788BA123-62C9-4DDC-86E5-A6BCA4600216}" dt="2026-02-25T04:00:37.286" v="22" actId="47"/>
        <pc:sldMkLst>
          <pc:docMk/>
          <pc:sldMk cId="1159773281" sldId="300"/>
        </pc:sldMkLst>
      </pc:sldChg>
      <pc:sldChg chg="add del">
        <pc:chgData name="Jacob Wyngaard" userId="6181fcd471e98458" providerId="LiveId" clId="{788BA123-62C9-4DDC-86E5-A6BCA4600216}" dt="2026-02-25T04:00:37.286" v="22" actId="47"/>
        <pc:sldMkLst>
          <pc:docMk/>
          <pc:sldMk cId="2955935516" sldId="301"/>
        </pc:sldMkLst>
      </pc:sldChg>
      <pc:sldChg chg="add del">
        <pc:chgData name="Jacob Wyngaard" userId="6181fcd471e98458" providerId="LiveId" clId="{788BA123-62C9-4DDC-86E5-A6BCA4600216}" dt="2026-02-25T04:00:37.286" v="22" actId="47"/>
        <pc:sldMkLst>
          <pc:docMk/>
          <pc:sldMk cId="969326362" sldId="302"/>
        </pc:sldMkLst>
      </pc:sldChg>
      <pc:sldChg chg="add del">
        <pc:chgData name="Jacob Wyngaard" userId="6181fcd471e98458" providerId="LiveId" clId="{788BA123-62C9-4DDC-86E5-A6BCA4600216}" dt="2026-02-25T04:00:37.286" v="22" actId="47"/>
        <pc:sldMkLst>
          <pc:docMk/>
          <pc:sldMk cId="1276044030" sldId="303"/>
        </pc:sldMkLst>
      </pc:sldChg>
      <pc:sldChg chg="addSp delSp mod">
        <pc:chgData name="Jacob Wyngaard" userId="6181fcd471e98458" providerId="LiveId" clId="{788BA123-62C9-4DDC-86E5-A6BCA4600216}" dt="2026-02-25T04:00:29.203" v="20" actId="478"/>
        <pc:sldMkLst>
          <pc:docMk/>
          <pc:sldMk cId="1632653986" sldId="304"/>
        </pc:sldMkLst>
        <pc:spChg chg="add del">
          <ac:chgData name="Jacob Wyngaard" userId="6181fcd471e98458" providerId="LiveId" clId="{788BA123-62C9-4DDC-86E5-A6BCA4600216}" dt="2026-02-25T04:00:28.340" v="19" actId="478"/>
          <ac:spMkLst>
            <pc:docMk/>
            <pc:sldMk cId="1632653986" sldId="304"/>
            <ac:spMk id="3" creationId="{602E9BE4-2794-28A8-6D95-B34DC8DA3AC7}"/>
          </ac:spMkLst>
        </pc:spChg>
        <pc:spChg chg="add del">
          <ac:chgData name="Jacob Wyngaard" userId="6181fcd471e98458" providerId="LiveId" clId="{788BA123-62C9-4DDC-86E5-A6BCA4600216}" dt="2026-02-25T04:00:28.340" v="19" actId="478"/>
          <ac:spMkLst>
            <pc:docMk/>
            <pc:sldMk cId="1632653986" sldId="304"/>
            <ac:spMk id="5" creationId="{D376B72D-08F1-DD6F-AA72-3A5FF4BC2735}"/>
          </ac:spMkLst>
        </pc:spChg>
        <pc:spChg chg="add del">
          <ac:chgData name="Jacob Wyngaard" userId="6181fcd471e98458" providerId="LiveId" clId="{788BA123-62C9-4DDC-86E5-A6BCA4600216}" dt="2026-02-25T04:00:29.203" v="20" actId="478"/>
          <ac:spMkLst>
            <pc:docMk/>
            <pc:sldMk cId="1632653986" sldId="304"/>
            <ac:spMk id="12" creationId="{F4452D3C-4D53-E66A-F2E8-112821E92CCF}"/>
          </ac:spMkLst>
        </pc:spChg>
        <pc:spChg chg="add del">
          <ac:chgData name="Jacob Wyngaard" userId="6181fcd471e98458" providerId="LiveId" clId="{788BA123-62C9-4DDC-86E5-A6BCA4600216}" dt="2026-02-25T04:00:28.039" v="18" actId="478"/>
          <ac:spMkLst>
            <pc:docMk/>
            <pc:sldMk cId="1632653986" sldId="304"/>
            <ac:spMk id="17" creationId="{1DDE05FE-F8FD-E58E-6187-E59895EBEFA8}"/>
          </ac:spMkLst>
        </pc:spChg>
        <pc:spChg chg="add del">
          <ac:chgData name="Jacob Wyngaard" userId="6181fcd471e98458" providerId="LiveId" clId="{788BA123-62C9-4DDC-86E5-A6BCA4600216}" dt="2026-02-25T04:00:28.340" v="19" actId="478"/>
          <ac:spMkLst>
            <pc:docMk/>
            <pc:sldMk cId="1632653986" sldId="304"/>
            <ac:spMk id="18" creationId="{B579DED5-B0DC-5A43-9098-61EE81CA7CB2}"/>
          </ac:spMkLst>
        </pc:spChg>
        <pc:spChg chg="add del">
          <ac:chgData name="Jacob Wyngaard" userId="6181fcd471e98458" providerId="LiveId" clId="{788BA123-62C9-4DDC-86E5-A6BCA4600216}" dt="2026-02-25T04:00:28.340" v="19" actId="478"/>
          <ac:spMkLst>
            <pc:docMk/>
            <pc:sldMk cId="1632653986" sldId="304"/>
            <ac:spMk id="22" creationId="{FB00E845-52DF-B902-93C2-85C10D3CA399}"/>
          </ac:spMkLst>
        </pc:spChg>
        <pc:spChg chg="add del">
          <ac:chgData name="Jacob Wyngaard" userId="6181fcd471e98458" providerId="LiveId" clId="{788BA123-62C9-4DDC-86E5-A6BCA4600216}" dt="2026-02-25T04:00:28.340" v="19" actId="478"/>
          <ac:spMkLst>
            <pc:docMk/>
            <pc:sldMk cId="1632653986" sldId="304"/>
            <ac:spMk id="25" creationId="{FF999183-97E0-2DD6-F76B-D2B16C40EBE9}"/>
          </ac:spMkLst>
        </pc:spChg>
      </pc:sldChg>
      <pc:sldChg chg="del">
        <pc:chgData name="Jacob Wyngaard" userId="6181fcd471e98458" providerId="LiveId" clId="{788BA123-62C9-4DDC-86E5-A6BCA4600216}" dt="2026-02-25T04:00:59.367" v="31" actId="47"/>
        <pc:sldMkLst>
          <pc:docMk/>
          <pc:sldMk cId="3396362434" sldId="306"/>
        </pc:sldMkLst>
      </pc:sldChg>
      <pc:sldChg chg="del">
        <pc:chgData name="Jacob Wyngaard" userId="6181fcd471e98458" providerId="LiveId" clId="{788BA123-62C9-4DDC-86E5-A6BCA4600216}" dt="2026-02-25T04:00:59.367" v="31" actId="47"/>
        <pc:sldMkLst>
          <pc:docMk/>
          <pc:sldMk cId="2869556279" sldId="307"/>
        </pc:sldMkLst>
      </pc:sldChg>
      <pc:sldChg chg="del">
        <pc:chgData name="Jacob Wyngaard" userId="6181fcd471e98458" providerId="LiveId" clId="{788BA123-62C9-4DDC-86E5-A6BCA4600216}" dt="2026-02-25T04:00:59.367" v="31" actId="47"/>
        <pc:sldMkLst>
          <pc:docMk/>
          <pc:sldMk cId="74585992" sldId="308"/>
        </pc:sldMkLst>
      </pc:sldChg>
      <pc:sldChg chg="del">
        <pc:chgData name="Jacob Wyngaard" userId="6181fcd471e98458" providerId="LiveId" clId="{788BA123-62C9-4DDC-86E5-A6BCA4600216}" dt="2026-02-25T04:00:59.367" v="31" actId="47"/>
        <pc:sldMkLst>
          <pc:docMk/>
          <pc:sldMk cId="2843278506" sldId="309"/>
        </pc:sldMkLst>
      </pc:sldChg>
      <pc:sldChg chg="del">
        <pc:chgData name="Jacob Wyngaard" userId="6181fcd471e98458" providerId="LiveId" clId="{788BA123-62C9-4DDC-86E5-A6BCA4600216}" dt="2026-02-25T04:00:59.367" v="31" actId="47"/>
        <pc:sldMkLst>
          <pc:docMk/>
          <pc:sldMk cId="3006645019" sldId="310"/>
        </pc:sldMkLst>
      </pc:sldChg>
      <pc:sldChg chg="del">
        <pc:chgData name="Jacob Wyngaard" userId="6181fcd471e98458" providerId="LiveId" clId="{788BA123-62C9-4DDC-86E5-A6BCA4600216}" dt="2026-02-25T04:00:59.367" v="31" actId="47"/>
        <pc:sldMkLst>
          <pc:docMk/>
          <pc:sldMk cId="1247703661" sldId="311"/>
        </pc:sldMkLst>
      </pc:sldChg>
      <pc:sldChg chg="del">
        <pc:chgData name="Jacob Wyngaard" userId="6181fcd471e98458" providerId="LiveId" clId="{788BA123-62C9-4DDC-86E5-A6BCA4600216}" dt="2026-02-25T04:00:59.367" v="31" actId="47"/>
        <pc:sldMkLst>
          <pc:docMk/>
          <pc:sldMk cId="464485421" sldId="312"/>
        </pc:sldMkLst>
      </pc:sldChg>
      <pc:sldChg chg="del">
        <pc:chgData name="Jacob Wyngaard" userId="6181fcd471e98458" providerId="LiveId" clId="{788BA123-62C9-4DDC-86E5-A6BCA4600216}" dt="2026-02-25T04:00:59.367" v="31" actId="47"/>
        <pc:sldMkLst>
          <pc:docMk/>
          <pc:sldMk cId="3454015702" sldId="313"/>
        </pc:sldMkLst>
      </pc:sldChg>
      <pc:sldChg chg="del">
        <pc:chgData name="Jacob Wyngaard" userId="6181fcd471e98458" providerId="LiveId" clId="{788BA123-62C9-4DDC-86E5-A6BCA4600216}" dt="2026-02-25T04:00:59.367" v="31" actId="47"/>
        <pc:sldMkLst>
          <pc:docMk/>
          <pc:sldMk cId="3304399246" sldId="314"/>
        </pc:sldMkLst>
      </pc:sldChg>
      <pc:sldChg chg="del">
        <pc:chgData name="Jacob Wyngaard" userId="6181fcd471e98458" providerId="LiveId" clId="{788BA123-62C9-4DDC-86E5-A6BCA4600216}" dt="2026-02-25T04:00:59.367" v="31" actId="47"/>
        <pc:sldMkLst>
          <pc:docMk/>
          <pc:sldMk cId="63278093" sldId="315"/>
        </pc:sldMkLst>
      </pc:sldChg>
      <pc:sldChg chg="del">
        <pc:chgData name="Jacob Wyngaard" userId="6181fcd471e98458" providerId="LiveId" clId="{788BA123-62C9-4DDC-86E5-A6BCA4600216}" dt="2026-02-25T04:00:59.367" v="31" actId="47"/>
        <pc:sldMkLst>
          <pc:docMk/>
          <pc:sldMk cId="2270300997" sldId="316"/>
        </pc:sldMkLst>
      </pc:sldChg>
      <pc:sldChg chg="del">
        <pc:chgData name="Jacob Wyngaard" userId="6181fcd471e98458" providerId="LiveId" clId="{788BA123-62C9-4DDC-86E5-A6BCA4600216}" dt="2026-02-25T04:00:59.367" v="31" actId="47"/>
        <pc:sldMkLst>
          <pc:docMk/>
          <pc:sldMk cId="2445621450" sldId="317"/>
        </pc:sldMkLst>
      </pc:sldChg>
      <pc:sldChg chg="del">
        <pc:chgData name="Jacob Wyngaard" userId="6181fcd471e98458" providerId="LiveId" clId="{788BA123-62C9-4DDC-86E5-A6BCA4600216}" dt="2026-02-25T04:00:59.367" v="31" actId="47"/>
        <pc:sldMkLst>
          <pc:docMk/>
          <pc:sldMk cId="625058028" sldId="318"/>
        </pc:sldMkLst>
      </pc:sldChg>
      <pc:sldChg chg="del">
        <pc:chgData name="Jacob Wyngaard" userId="6181fcd471e98458" providerId="LiveId" clId="{788BA123-62C9-4DDC-86E5-A6BCA4600216}" dt="2026-02-25T04:00:59.367" v="31" actId="47"/>
        <pc:sldMkLst>
          <pc:docMk/>
          <pc:sldMk cId="1294231129" sldId="319"/>
        </pc:sldMkLst>
      </pc:sldChg>
      <pc:sldChg chg="del">
        <pc:chgData name="Jacob Wyngaard" userId="6181fcd471e98458" providerId="LiveId" clId="{788BA123-62C9-4DDC-86E5-A6BCA4600216}" dt="2026-02-25T04:00:59.367" v="31" actId="47"/>
        <pc:sldMkLst>
          <pc:docMk/>
          <pc:sldMk cId="3861588753" sldId="320"/>
        </pc:sldMkLst>
      </pc:sldChg>
      <pc:sldChg chg="del">
        <pc:chgData name="Jacob Wyngaard" userId="6181fcd471e98458" providerId="LiveId" clId="{788BA123-62C9-4DDC-86E5-A6BCA4600216}" dt="2026-02-25T04:00:59.367" v="31" actId="47"/>
        <pc:sldMkLst>
          <pc:docMk/>
          <pc:sldMk cId="838202772" sldId="321"/>
        </pc:sldMkLst>
      </pc:sldChg>
      <pc:sldChg chg="del">
        <pc:chgData name="Jacob Wyngaard" userId="6181fcd471e98458" providerId="LiveId" clId="{788BA123-62C9-4DDC-86E5-A6BCA4600216}" dt="2026-02-25T04:00:59.367" v="31" actId="47"/>
        <pc:sldMkLst>
          <pc:docMk/>
          <pc:sldMk cId="3397499750" sldId="322"/>
        </pc:sldMkLst>
      </pc:sldChg>
      <pc:sldChg chg="del">
        <pc:chgData name="Jacob Wyngaard" userId="6181fcd471e98458" providerId="LiveId" clId="{788BA123-62C9-4DDC-86E5-A6BCA4600216}" dt="2026-02-25T04:00:59.367" v="31" actId="47"/>
        <pc:sldMkLst>
          <pc:docMk/>
          <pc:sldMk cId="3555738580" sldId="323"/>
        </pc:sldMkLst>
      </pc:sldChg>
      <pc:sldChg chg="del">
        <pc:chgData name="Jacob Wyngaard" userId="6181fcd471e98458" providerId="LiveId" clId="{788BA123-62C9-4DDC-86E5-A6BCA4600216}" dt="2026-02-25T04:00:59.367" v="31" actId="47"/>
        <pc:sldMkLst>
          <pc:docMk/>
          <pc:sldMk cId="1447560798" sldId="324"/>
        </pc:sldMkLst>
      </pc:sldChg>
      <pc:sldChg chg="addSp delSp modSp add mod">
        <pc:chgData name="Jacob Wyngaard" userId="6181fcd471e98458" providerId="LiveId" clId="{788BA123-62C9-4DDC-86E5-A6BCA4600216}" dt="2026-02-25T04:39:00.552" v="1351" actId="20577"/>
        <pc:sldMkLst>
          <pc:docMk/>
          <pc:sldMk cId="3167256528" sldId="325"/>
        </pc:sldMkLst>
        <pc:spChg chg="del mod">
          <ac:chgData name="Jacob Wyngaard" userId="6181fcd471e98458" providerId="LiveId" clId="{788BA123-62C9-4DDC-86E5-A6BCA4600216}" dt="2026-02-25T04:27:48.929" v="1018" actId="478"/>
          <ac:spMkLst>
            <pc:docMk/>
            <pc:sldMk cId="3167256528" sldId="325"/>
            <ac:spMk id="2" creationId="{7F448A0B-7C41-4189-EDC2-1D28554EDCDB}"/>
          </ac:spMkLst>
        </pc:spChg>
        <pc:spChg chg="add del mod">
          <ac:chgData name="Jacob Wyngaard" userId="6181fcd471e98458" providerId="LiveId" clId="{788BA123-62C9-4DDC-86E5-A6BCA4600216}" dt="2026-02-25T04:36:38.106" v="1265" actId="478"/>
          <ac:spMkLst>
            <pc:docMk/>
            <pc:sldMk cId="3167256528" sldId="325"/>
            <ac:spMk id="3" creationId="{34809210-4E26-F8DB-0222-134FA18D8157}"/>
          </ac:spMkLst>
        </pc:spChg>
        <pc:spChg chg="del">
          <ac:chgData name="Jacob Wyngaard" userId="6181fcd471e98458" providerId="LiveId" clId="{788BA123-62C9-4DDC-86E5-A6BCA4600216}" dt="2026-02-25T04:00:53.122" v="27" actId="478"/>
          <ac:spMkLst>
            <pc:docMk/>
            <pc:sldMk cId="3167256528" sldId="325"/>
            <ac:spMk id="3" creationId="{89DF4E2F-C27A-7EC9-2449-64BC7971B4B2}"/>
          </ac:spMkLst>
        </pc:spChg>
        <pc:spChg chg="add del mod">
          <ac:chgData name="Jacob Wyngaard" userId="6181fcd471e98458" providerId="LiveId" clId="{788BA123-62C9-4DDC-86E5-A6BCA4600216}" dt="2026-02-25T04:27:48.033" v="1017" actId="478"/>
          <ac:spMkLst>
            <pc:docMk/>
            <pc:sldMk cId="3167256528" sldId="325"/>
            <ac:spMk id="4" creationId="{8E84D567-C31D-140A-DA7F-5A70B0B897C7}"/>
          </ac:spMkLst>
        </pc:spChg>
        <pc:spChg chg="add del mod">
          <ac:chgData name="Jacob Wyngaard" userId="6181fcd471e98458" providerId="LiveId" clId="{788BA123-62C9-4DDC-86E5-A6BCA4600216}" dt="2026-02-25T04:38:10.940" v="1288" actId="478"/>
          <ac:spMkLst>
            <pc:docMk/>
            <pc:sldMk cId="3167256528" sldId="325"/>
            <ac:spMk id="5" creationId="{5D235108-FBC3-6AC2-BC99-D3A127EFD331}"/>
          </ac:spMkLst>
        </pc:spChg>
        <pc:spChg chg="del">
          <ac:chgData name="Jacob Wyngaard" userId="6181fcd471e98458" providerId="LiveId" clId="{788BA123-62C9-4DDC-86E5-A6BCA4600216}" dt="2026-02-25T04:00:53.757" v="28" actId="478"/>
          <ac:spMkLst>
            <pc:docMk/>
            <pc:sldMk cId="3167256528" sldId="325"/>
            <ac:spMk id="5" creationId="{FE19F218-7A01-BB8D-5528-A8F39F72AA01}"/>
          </ac:spMkLst>
        </pc:spChg>
        <pc:spChg chg="add mod">
          <ac:chgData name="Jacob Wyngaard" userId="6181fcd471e98458" providerId="LiveId" clId="{788BA123-62C9-4DDC-86E5-A6BCA4600216}" dt="2026-02-25T04:39:00.552" v="1351" actId="20577"/>
          <ac:spMkLst>
            <pc:docMk/>
            <pc:sldMk cId="3167256528" sldId="325"/>
            <ac:spMk id="7" creationId="{16809599-772B-7CD9-EBEF-88FF41BF00F2}"/>
          </ac:spMkLst>
        </pc:spChg>
        <pc:spChg chg="add del mod">
          <ac:chgData name="Jacob Wyngaard" userId="6181fcd471e98458" providerId="LiveId" clId="{788BA123-62C9-4DDC-86E5-A6BCA4600216}" dt="2026-02-25T04:27:47.162" v="1016" actId="478"/>
          <ac:spMkLst>
            <pc:docMk/>
            <pc:sldMk cId="3167256528" sldId="325"/>
            <ac:spMk id="7" creationId="{95380266-A955-6737-EBD9-794CCDEBBE25}"/>
          </ac:spMkLst>
        </pc:spChg>
        <pc:spChg chg="mod">
          <ac:chgData name="Jacob Wyngaard" userId="6181fcd471e98458" providerId="LiveId" clId="{788BA123-62C9-4DDC-86E5-A6BCA4600216}" dt="2026-02-25T04:03:20.241" v="262" actId="1076"/>
          <ac:spMkLst>
            <pc:docMk/>
            <pc:sldMk cId="3167256528" sldId="325"/>
            <ac:spMk id="9" creationId="{AE896D22-333A-A5D6-6D9F-2312237C45C5}"/>
          </ac:spMkLst>
        </pc:spChg>
        <pc:spChg chg="del">
          <ac:chgData name="Jacob Wyngaard" userId="6181fcd471e98458" providerId="LiveId" clId="{788BA123-62C9-4DDC-86E5-A6BCA4600216}" dt="2026-02-25T04:01:22.655" v="106" actId="478"/>
          <ac:spMkLst>
            <pc:docMk/>
            <pc:sldMk cId="3167256528" sldId="325"/>
            <ac:spMk id="10" creationId="{B0CD8E4F-DFC8-7CCE-FBD8-CDA99054E9E8}"/>
          </ac:spMkLst>
        </pc:spChg>
        <pc:spChg chg="add del mod">
          <ac:chgData name="Jacob Wyngaard" userId="6181fcd471e98458" providerId="LiveId" clId="{788BA123-62C9-4DDC-86E5-A6BCA4600216}" dt="2026-02-25T04:20:40.053" v="801" actId="478"/>
          <ac:spMkLst>
            <pc:docMk/>
            <pc:sldMk cId="3167256528" sldId="325"/>
            <ac:spMk id="11" creationId="{3B548B2B-DC75-13CC-27A0-9CC959815D54}"/>
          </ac:spMkLst>
        </pc:spChg>
        <pc:spChg chg="add mod">
          <ac:chgData name="Jacob Wyngaard" userId="6181fcd471e98458" providerId="LiveId" clId="{788BA123-62C9-4DDC-86E5-A6BCA4600216}" dt="2026-02-25T04:38:08.446" v="1287" actId="20577"/>
          <ac:spMkLst>
            <pc:docMk/>
            <pc:sldMk cId="3167256528" sldId="325"/>
            <ac:spMk id="11" creationId="{8DB0E1B1-0BE2-A2CF-A2B0-C6EAC650537F}"/>
          </ac:spMkLst>
        </pc:spChg>
        <pc:spChg chg="del">
          <ac:chgData name="Jacob Wyngaard" userId="6181fcd471e98458" providerId="LiveId" clId="{788BA123-62C9-4DDC-86E5-A6BCA4600216}" dt="2026-02-25T04:00:50.818" v="26" actId="478"/>
          <ac:spMkLst>
            <pc:docMk/>
            <pc:sldMk cId="3167256528" sldId="325"/>
            <ac:spMk id="12" creationId="{42FEBAF6-EDB7-EA4B-E369-1E3F8EFF44D6}"/>
          </ac:spMkLst>
        </pc:spChg>
        <pc:spChg chg="add del mod">
          <ac:chgData name="Jacob Wyngaard" userId="6181fcd471e98458" providerId="LiveId" clId="{788BA123-62C9-4DDC-86E5-A6BCA4600216}" dt="2026-02-25T04:20:42.975" v="802" actId="478"/>
          <ac:spMkLst>
            <pc:docMk/>
            <pc:sldMk cId="3167256528" sldId="325"/>
            <ac:spMk id="13" creationId="{ABF51497-9BB0-0C0D-7EA5-B9252762B40D}"/>
          </ac:spMkLst>
        </pc:spChg>
        <pc:spChg chg="add del mod">
          <ac:chgData name="Jacob Wyngaard" userId="6181fcd471e98458" providerId="LiveId" clId="{788BA123-62C9-4DDC-86E5-A6BCA4600216}" dt="2026-02-25T04:29:22.023" v="1038" actId="478"/>
          <ac:spMkLst>
            <pc:docMk/>
            <pc:sldMk cId="3167256528" sldId="325"/>
            <ac:spMk id="14" creationId="{2D016ED0-7766-592E-F4C6-BA7F0B16EDBF}"/>
          </ac:spMkLst>
        </pc:spChg>
        <pc:spChg chg="add del mod">
          <ac:chgData name="Jacob Wyngaard" userId="6181fcd471e98458" providerId="LiveId" clId="{788BA123-62C9-4DDC-86E5-A6BCA4600216}" dt="2026-02-25T04:20:47.180" v="803" actId="478"/>
          <ac:spMkLst>
            <pc:docMk/>
            <pc:sldMk cId="3167256528" sldId="325"/>
            <ac:spMk id="16" creationId="{5F972120-977A-F112-335D-0A28AB647F5A}"/>
          </ac:spMkLst>
        </pc:spChg>
        <pc:spChg chg="del">
          <ac:chgData name="Jacob Wyngaard" userId="6181fcd471e98458" providerId="LiveId" clId="{788BA123-62C9-4DDC-86E5-A6BCA4600216}" dt="2026-02-25T04:01:21.959" v="105" actId="478"/>
          <ac:spMkLst>
            <pc:docMk/>
            <pc:sldMk cId="3167256528" sldId="325"/>
            <ac:spMk id="17" creationId="{0CF498D4-2F4E-1621-DBFD-0B1E4BC085DB}"/>
          </ac:spMkLst>
        </pc:spChg>
        <pc:spChg chg="del">
          <ac:chgData name="Jacob Wyngaard" userId="6181fcd471e98458" providerId="LiveId" clId="{788BA123-62C9-4DDC-86E5-A6BCA4600216}" dt="2026-02-25T04:01:23.303" v="107" actId="478"/>
          <ac:spMkLst>
            <pc:docMk/>
            <pc:sldMk cId="3167256528" sldId="325"/>
            <ac:spMk id="18" creationId="{41AC073E-E765-4EB5-73A2-29A07A8038DB}"/>
          </ac:spMkLst>
        </pc:spChg>
        <pc:spChg chg="add del mod">
          <ac:chgData name="Jacob Wyngaard" userId="6181fcd471e98458" providerId="LiveId" clId="{788BA123-62C9-4DDC-86E5-A6BCA4600216}" dt="2026-02-25T04:20:47.180" v="803" actId="478"/>
          <ac:spMkLst>
            <pc:docMk/>
            <pc:sldMk cId="3167256528" sldId="325"/>
            <ac:spMk id="19" creationId="{9D11F360-76F2-22FD-C05D-F0EA9F416EE2}"/>
          </ac:spMkLst>
        </pc:spChg>
        <pc:spChg chg="add del mod">
          <ac:chgData name="Jacob Wyngaard" userId="6181fcd471e98458" providerId="LiveId" clId="{788BA123-62C9-4DDC-86E5-A6BCA4600216}" dt="2026-02-25T04:20:47.180" v="803" actId="478"/>
          <ac:spMkLst>
            <pc:docMk/>
            <pc:sldMk cId="3167256528" sldId="325"/>
            <ac:spMk id="20" creationId="{EEFD2F39-30D6-AC5D-616B-0CF76A892AB5}"/>
          </ac:spMkLst>
        </pc:spChg>
        <pc:spChg chg="del mod">
          <ac:chgData name="Jacob Wyngaard" userId="6181fcd471e98458" providerId="LiveId" clId="{788BA123-62C9-4DDC-86E5-A6BCA4600216}" dt="2026-02-25T04:01:21.291" v="104" actId="478"/>
          <ac:spMkLst>
            <pc:docMk/>
            <pc:sldMk cId="3167256528" sldId="325"/>
            <ac:spMk id="21" creationId="{8DC8A0E6-2EB8-CE13-468C-AD828285FBD1}"/>
          </ac:spMkLst>
        </pc:spChg>
        <pc:spChg chg="del">
          <ac:chgData name="Jacob Wyngaard" userId="6181fcd471e98458" providerId="LiveId" clId="{788BA123-62C9-4DDC-86E5-A6BCA4600216}" dt="2026-02-25T04:00:54.660" v="29" actId="478"/>
          <ac:spMkLst>
            <pc:docMk/>
            <pc:sldMk cId="3167256528" sldId="325"/>
            <ac:spMk id="22" creationId="{D28B59F9-122B-5EBA-1388-CAA4BA7D1B96}"/>
          </ac:spMkLst>
        </pc:spChg>
        <pc:spChg chg="add del mod">
          <ac:chgData name="Jacob Wyngaard" userId="6181fcd471e98458" providerId="LiveId" clId="{788BA123-62C9-4DDC-86E5-A6BCA4600216}" dt="2026-02-25T04:20:47.180" v="803" actId="478"/>
          <ac:spMkLst>
            <pc:docMk/>
            <pc:sldMk cId="3167256528" sldId="325"/>
            <ac:spMk id="23" creationId="{EBFA049B-0F9E-09B3-A026-1775C4233C23}"/>
          </ac:spMkLst>
        </pc:spChg>
        <pc:spChg chg="add del mod">
          <ac:chgData name="Jacob Wyngaard" userId="6181fcd471e98458" providerId="LiveId" clId="{788BA123-62C9-4DDC-86E5-A6BCA4600216}" dt="2026-02-25T04:29:25.309" v="1040" actId="478"/>
          <ac:spMkLst>
            <pc:docMk/>
            <pc:sldMk cId="3167256528" sldId="325"/>
            <ac:spMk id="24" creationId="{884273BD-133C-07A0-B357-F1326C17695D}"/>
          </ac:spMkLst>
        </pc:spChg>
        <pc:spChg chg="del">
          <ac:chgData name="Jacob Wyngaard" userId="6181fcd471e98458" providerId="LiveId" clId="{788BA123-62C9-4DDC-86E5-A6BCA4600216}" dt="2026-02-25T04:00:55.500" v="30" actId="478"/>
          <ac:spMkLst>
            <pc:docMk/>
            <pc:sldMk cId="3167256528" sldId="325"/>
            <ac:spMk id="25" creationId="{FFE94170-44CF-7241-8F2D-105D4C19411C}"/>
          </ac:spMkLst>
        </pc:spChg>
        <pc:spChg chg="add del mod">
          <ac:chgData name="Jacob Wyngaard" userId="6181fcd471e98458" providerId="LiveId" clId="{788BA123-62C9-4DDC-86E5-A6BCA4600216}" dt="2026-02-25T04:29:25.309" v="1040" actId="478"/>
          <ac:spMkLst>
            <pc:docMk/>
            <pc:sldMk cId="3167256528" sldId="325"/>
            <ac:spMk id="26" creationId="{9EF53F6A-0239-67E5-44C2-C720D700EC86}"/>
          </ac:spMkLst>
        </pc:spChg>
        <pc:spChg chg="add del mod">
          <ac:chgData name="Jacob Wyngaard" userId="6181fcd471e98458" providerId="LiveId" clId="{788BA123-62C9-4DDC-86E5-A6BCA4600216}" dt="2026-02-25T04:29:23.132" v="1039" actId="478"/>
          <ac:spMkLst>
            <pc:docMk/>
            <pc:sldMk cId="3167256528" sldId="325"/>
            <ac:spMk id="27" creationId="{8D44E026-099E-B3C4-7CFA-69C9DA3DAC7D}"/>
          </ac:spMkLst>
        </pc:spChg>
        <pc:spChg chg="add mod">
          <ac:chgData name="Jacob Wyngaard" userId="6181fcd471e98458" providerId="LiveId" clId="{788BA123-62C9-4DDC-86E5-A6BCA4600216}" dt="2026-02-25T04:29:37.241" v="1050" actId="20577"/>
          <ac:spMkLst>
            <pc:docMk/>
            <pc:sldMk cId="3167256528" sldId="325"/>
            <ac:spMk id="29" creationId="{13C9BA7E-E634-6540-A8DC-41CD9793C726}"/>
          </ac:spMkLst>
        </pc:spChg>
        <pc:spChg chg="add del mod">
          <ac:chgData name="Jacob Wyngaard" userId="6181fcd471e98458" providerId="LiveId" clId="{788BA123-62C9-4DDC-86E5-A6BCA4600216}" dt="2026-02-25T04:32:17.104" v="1088" actId="478"/>
          <ac:spMkLst>
            <pc:docMk/>
            <pc:sldMk cId="3167256528" sldId="325"/>
            <ac:spMk id="30" creationId="{B8D286F9-300C-A60C-7FE1-D8DA68BEE863}"/>
          </ac:spMkLst>
        </pc:spChg>
        <pc:spChg chg="add del mod">
          <ac:chgData name="Jacob Wyngaard" userId="6181fcd471e98458" providerId="LiveId" clId="{788BA123-62C9-4DDC-86E5-A6BCA4600216}" dt="2026-02-25T04:33:25.230" v="1103" actId="478"/>
          <ac:spMkLst>
            <pc:docMk/>
            <pc:sldMk cId="3167256528" sldId="325"/>
            <ac:spMk id="31" creationId="{8A4D3D95-F166-EAF9-1DE6-E63F8444891D}"/>
          </ac:spMkLst>
        </pc:spChg>
      </pc:sldChg>
      <pc:sldChg chg="add del">
        <pc:chgData name="Jacob Wyngaard" userId="6181fcd471e98458" providerId="LiveId" clId="{788BA123-62C9-4DDC-86E5-A6BCA4600216}" dt="2026-02-25T04:35:27.242" v="1262" actId="47"/>
        <pc:sldMkLst>
          <pc:docMk/>
          <pc:sldMk cId="2811799499" sldId="326"/>
        </pc:sldMkLst>
      </pc:sldChg>
      <pc:sldChg chg="modSp add mod ord">
        <pc:chgData name="Jacob Wyngaard" userId="6181fcd471e98458" providerId="LiveId" clId="{788BA123-62C9-4DDC-86E5-A6BCA4600216}" dt="2026-02-25T04:27:40.959" v="1015" actId="1036"/>
        <pc:sldMkLst>
          <pc:docMk/>
          <pc:sldMk cId="1605861671" sldId="327"/>
        </pc:sldMkLst>
        <pc:spChg chg="mod">
          <ac:chgData name="Jacob Wyngaard" userId="6181fcd471e98458" providerId="LiveId" clId="{788BA123-62C9-4DDC-86E5-A6BCA4600216}" dt="2026-02-25T04:27:10.474" v="1001" actId="16959"/>
          <ac:spMkLst>
            <pc:docMk/>
            <pc:sldMk cId="1605861671" sldId="327"/>
            <ac:spMk id="7" creationId="{56E38361-542E-0289-456E-AA9FAC801D6A}"/>
          </ac:spMkLst>
        </pc:spChg>
        <pc:spChg chg="mod">
          <ac:chgData name="Jacob Wyngaard" userId="6181fcd471e98458" providerId="LiveId" clId="{788BA123-62C9-4DDC-86E5-A6BCA4600216}" dt="2026-02-25T04:27:14.601" v="1002"/>
          <ac:spMkLst>
            <pc:docMk/>
            <pc:sldMk cId="1605861671" sldId="327"/>
            <ac:spMk id="14" creationId="{82E5D290-EA84-DDA6-1900-8FA57881DDDD}"/>
          </ac:spMkLst>
        </pc:spChg>
        <pc:spChg chg="mod">
          <ac:chgData name="Jacob Wyngaard" userId="6181fcd471e98458" providerId="LiveId" clId="{788BA123-62C9-4DDC-86E5-A6BCA4600216}" dt="2026-02-25T04:27:40.959" v="1015" actId="1036"/>
          <ac:spMkLst>
            <pc:docMk/>
            <pc:sldMk cId="1605861671" sldId="327"/>
            <ac:spMk id="24" creationId="{5450E358-6FF2-7820-38B3-17861A1F470B}"/>
          </ac:spMkLst>
        </pc:spChg>
        <pc:spChg chg="mod">
          <ac:chgData name="Jacob Wyngaard" userId="6181fcd471e98458" providerId="LiveId" clId="{788BA123-62C9-4DDC-86E5-A6BCA4600216}" dt="2026-02-25T04:27:40.959" v="1015" actId="1036"/>
          <ac:spMkLst>
            <pc:docMk/>
            <pc:sldMk cId="1605861671" sldId="327"/>
            <ac:spMk id="26" creationId="{1557F6B9-7FFE-D212-E1AC-BF806CC1E04D}"/>
          </ac:spMkLst>
        </pc:spChg>
        <pc:spChg chg="mod">
          <ac:chgData name="Jacob Wyngaard" userId="6181fcd471e98458" providerId="LiveId" clId="{788BA123-62C9-4DDC-86E5-A6BCA4600216}" dt="2026-02-25T04:27:40.959" v="1015" actId="1036"/>
          <ac:spMkLst>
            <pc:docMk/>
            <pc:sldMk cId="1605861671" sldId="327"/>
            <ac:spMk id="27" creationId="{9D98E94F-245A-118A-9E02-55B9F1C0F90F}"/>
          </ac:spMkLst>
        </pc:spChg>
        <pc:spChg chg="mod">
          <ac:chgData name="Jacob Wyngaard" userId="6181fcd471e98458" providerId="LiveId" clId="{788BA123-62C9-4DDC-86E5-A6BCA4600216}" dt="2026-02-25T04:27:28.678" v="1004"/>
          <ac:spMkLst>
            <pc:docMk/>
            <pc:sldMk cId="1605861671" sldId="327"/>
            <ac:spMk id="29" creationId="{FBFB7AF7-6A0E-9123-9005-FC3D4696549D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460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460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51EB116-73EE-4936-876D-CA6054346043}" type="datetimeFigureOut">
              <a:rPr lang="en-US" smtClean="0"/>
              <a:t>2/24/2026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762000" y="1111250"/>
            <a:ext cx="5334000" cy="30003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278313"/>
            <a:ext cx="5486400" cy="350202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445500"/>
            <a:ext cx="2971800" cy="44608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445500"/>
            <a:ext cx="2971800" cy="44608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94C46F5-682E-4C43-810E-48CF7D15B8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438552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E42D3C-9D57-507F-2E04-311C920E7D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30B2007-6571-D1DF-85CA-CAD644B420F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90F2B93-8060-54FB-5534-4388C709092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BBA3F1F-2A0E-8B78-2EE3-27610536F16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623439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42D13E-5CEB-834F-A6C9-05E3153D2B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10EAFE5-A97C-A262-8B77-E18E083CC32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1AD03B4-18C4-D6FA-8F05-87D4160CB52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AAB8688-D073-1D9A-5A1D-F4CD1B0E81D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33988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969785-C8C9-6652-685D-7385AF3318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37C6DED-03F3-8A6C-A21E-1FAFA51B074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AE5A069-99DC-F2FF-C223-6B92CB7267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3AD9A68-1A68-FD45-62BE-4BCCA51418C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206728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1F67DA-EF88-764F-4BB2-90DD369ECA1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831CB49-A6FF-5490-06FF-C691E6E108F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E66D7E6-71BD-58F2-CBF4-E78503AECE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9DFCA7-2E84-49E5-A4F2-77D92A699F3D}" type="datetimeFigureOut">
              <a:rPr lang="en-US" smtClean="0"/>
              <a:t>2/24/2026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AAD95E3-7A82-5D3E-BFDC-1AE7B47486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F89A11E-99A9-F23F-4238-A31D781DA3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84F9D-A3CF-4BD7-80E5-0BDA8B1DC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692771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EF64B2-129B-23A1-2674-8563348AEA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87FD9C-0A2E-B601-59FC-3A526EBBCB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E6DEFB-358E-B6E9-602E-E50D1A5BA6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9DFCA7-2E84-49E5-A4F2-77D92A699F3D}" type="datetimeFigureOut">
              <a:rPr lang="en-US" smtClean="0"/>
              <a:t>2/24/2026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89837DC-70E9-4BCE-762A-A3016527FC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0F871CA-989F-854F-0506-DBC06C396B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84F9D-A3CF-4BD7-80E5-0BDA8B1DC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359373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E24B9F-5339-2DC7-EF1C-7ADE66AAFC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03F5A0D-A60D-B108-1000-8AB1BEDDECB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AFA1A79-101A-F9D5-2D58-008D939400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9DFCA7-2E84-49E5-A4F2-77D92A699F3D}" type="datetimeFigureOut">
              <a:rPr lang="en-US" smtClean="0"/>
              <a:t>2/24/2026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E496FEA-451C-9BD7-FE85-ABE7721EAB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7168E22-35AC-C4A7-7DF0-25148A4FDF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84F9D-A3CF-4BD7-80E5-0BDA8B1DC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27894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678D99-A43C-243B-C4C8-DD6A377ED5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34F5C7-3E98-385C-D4CC-79AA9A57610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4A97EA5-02FD-3408-9C44-22CA696BEBF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8A5EB16-71B7-FEF2-D131-1DC6215A0E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9DFCA7-2E84-49E5-A4F2-77D92A699F3D}" type="datetimeFigureOut">
              <a:rPr lang="en-US" smtClean="0"/>
              <a:t>2/24/2026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65B5499-CE45-E51E-C9F3-B31DCD75CD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45EEEB8-6109-294D-EB1A-32BC9A6C50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84F9D-A3CF-4BD7-80E5-0BDA8B1DC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48452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916EFE-93E5-8BCF-08CB-2CFD45401A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7CD2989-0587-FFA8-CA9B-6B1FC280859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EAADFDD-D356-34C7-ABB2-12E204D7CCC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845A8C9-58F4-D8A2-E078-6C86700EBB5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05961E0-F79F-DC8A-8942-3409FF4ACC8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CE262B5-71DA-9BC0-4EA2-2B7D366C6E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9DFCA7-2E84-49E5-A4F2-77D92A699F3D}" type="datetimeFigureOut">
              <a:rPr lang="en-US" smtClean="0"/>
              <a:t>2/24/2026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7ED025E-4D61-3485-686F-F7FDC83BCB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8E1E9E3-1C2A-3967-AB7D-37A593FD19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84F9D-A3CF-4BD7-80E5-0BDA8B1DC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109945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317C0D-B790-78A5-844C-07DA00A7B1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A8B3C7A-A272-8A74-FDB0-FF10B7AF77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9DFCA7-2E84-49E5-A4F2-77D92A699F3D}" type="datetimeFigureOut">
              <a:rPr lang="en-US" smtClean="0"/>
              <a:t>2/24/2026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FEE517F-231E-473E-2A52-0DBD0429B4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9D0E8D7-AEF1-33EF-5C16-F459BB1F5E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84F9D-A3CF-4BD7-80E5-0BDA8B1DC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550792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A3CB47C-D1EE-D077-3BEF-928DF21223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9DFCA7-2E84-49E5-A4F2-77D92A699F3D}" type="datetimeFigureOut">
              <a:rPr lang="en-US" smtClean="0"/>
              <a:t>2/24/2026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C751ED4-DC95-A9E0-24B4-C2DCA6CB58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320BDA7-CF32-77AD-D5CE-23B56BC2F9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84F9D-A3CF-4BD7-80E5-0BDA8B1DC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4123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C742E5-59E4-6D3E-78BE-A1E0FD169C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C9E5C4-4836-AEE1-B05E-74FDAD2EF0F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481F0D4-A283-375A-35D9-26B05BFBDA6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A6B98DC-0C98-0E90-27A7-75B4CAFEE8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9DFCA7-2E84-49E5-A4F2-77D92A699F3D}" type="datetimeFigureOut">
              <a:rPr lang="en-US" smtClean="0"/>
              <a:t>2/24/2026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5F80928-22DB-5761-6D60-267606D08D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9FFF7E1-E86C-19C0-0A2C-5A4E7FB387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84F9D-A3CF-4BD7-80E5-0BDA8B1DC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21305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3E0DA3-7875-1508-B11E-26D67ED2C7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74211B7-5EEF-8BCE-B12B-6DEA70B8F06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DAEC012-F909-E4E6-108A-9A27D6B2EE3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400A5A7-09B3-7AD1-786E-53E8404464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9DFCA7-2E84-49E5-A4F2-77D92A699F3D}" type="datetimeFigureOut">
              <a:rPr lang="en-US" smtClean="0"/>
              <a:t>2/24/2026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3ECA55B-44A9-BB54-0C67-0AFC84A38E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8D7F222-9F9A-9E7F-90EE-737ADC31C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84F9D-A3CF-4BD7-80E5-0BDA8B1DC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79572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DB68E4-12C6-EA01-70EB-D1FAC1AF9C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F1CB90F-6B0E-ACFF-CC12-B1507D46E32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0B0E2F-8C14-7F4B-68F3-EE72E41F17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9DFCA7-2E84-49E5-A4F2-77D92A699F3D}" type="datetimeFigureOut">
              <a:rPr lang="en-US" smtClean="0"/>
              <a:t>2/24/2026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03771C8-4AEB-0EA1-C952-CDA04AAD37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8CEBF8-7B84-5F80-4F7D-AF4F5DBD74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84F9D-A3CF-4BD7-80E5-0BDA8B1DC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098007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8531484-78AC-FB0F-7630-C4370575FEF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12053D0-EB63-CDF3-BF9D-35E71B339AF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32C4B92-42E9-67BF-9B36-EA7CF56773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9DFCA7-2E84-49E5-A4F2-77D92A699F3D}" type="datetimeFigureOut">
              <a:rPr lang="en-US" smtClean="0"/>
              <a:t>2/24/2026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889637F-4C75-7B24-2A1D-152979DF62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3ECF603-77C0-B9F2-A64B-E73520BA82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84F9D-A3CF-4BD7-80E5-0BDA8B1DC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179976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500D885-ED30-8EA9-7F49-AFA92BBC56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45E0D96-F750-2F67-FAFA-EA3A47809C2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5AADF68-C2D2-7D96-F604-E6D5948605E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E9DFCA7-2E84-49E5-A4F2-77D92A699F3D}" type="datetimeFigureOut">
              <a:rPr lang="en-US" smtClean="0"/>
              <a:t>2/24/2026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B8578D3-0307-EBF0-53AA-0815083E163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8FE9A0A-1B61-6FF9-649F-8F9311932A6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C084F9D-A3CF-4BD7-80E5-0BDA8B1DC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611846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43.png"/><Relationship Id="rId3" Type="http://schemas.openxmlformats.org/officeDocument/2006/relationships/image" Target="../media/image38.png"/><Relationship Id="rId7" Type="http://schemas.openxmlformats.org/officeDocument/2006/relationships/image" Target="../media/image4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1.png"/><Relationship Id="rId5" Type="http://schemas.openxmlformats.org/officeDocument/2006/relationships/image" Target="../media/image40.png"/><Relationship Id="rId4" Type="http://schemas.openxmlformats.org/officeDocument/2006/relationships/image" Target="../media/image39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E8EFE3-AECE-0A3E-F708-3B138EC37A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C72625B0-9C50-5F21-824B-42EEFCC925B0}"/>
              </a:ext>
            </a:extLst>
          </p:cNvPr>
          <p:cNvSpPr/>
          <p:nvPr/>
        </p:nvSpPr>
        <p:spPr>
          <a:xfrm>
            <a:off x="0" y="0"/>
            <a:ext cx="6096000" cy="6858000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7517C76-1160-6A2D-B8A6-15DDA1E83A22}"/>
              </a:ext>
            </a:extLst>
          </p:cNvPr>
          <p:cNvSpPr/>
          <p:nvPr/>
        </p:nvSpPr>
        <p:spPr>
          <a:xfrm>
            <a:off x="6095999" y="0"/>
            <a:ext cx="383459" cy="6858000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46DFEDC-5C40-1E05-3C8E-45F902F03177}"/>
              </a:ext>
            </a:extLst>
          </p:cNvPr>
          <p:cNvSpPr txBox="1"/>
          <p:nvPr/>
        </p:nvSpPr>
        <p:spPr>
          <a:xfrm>
            <a:off x="206478" y="1809494"/>
            <a:ext cx="5506063" cy="29238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400" b="1" dirty="0">
                <a:solidFill>
                  <a:schemeClr val="bg1"/>
                </a:solidFill>
              </a:rPr>
              <a:t>Advanced</a:t>
            </a:r>
          </a:p>
          <a:p>
            <a:pPr algn="ctr"/>
            <a:r>
              <a:rPr lang="en-US" sz="4400" b="1" dirty="0">
                <a:solidFill>
                  <a:schemeClr val="bg1"/>
                </a:solidFill>
              </a:rPr>
              <a:t>Game Theory</a:t>
            </a:r>
          </a:p>
          <a:p>
            <a:pPr algn="ctr"/>
            <a:r>
              <a:rPr lang="en-US" sz="3200" b="1" dirty="0">
                <a:solidFill>
                  <a:schemeClr val="bg1"/>
                </a:solidFill>
              </a:rPr>
              <a:t>From</a:t>
            </a:r>
          </a:p>
          <a:p>
            <a:pPr algn="ctr"/>
            <a:r>
              <a:rPr lang="en-US" sz="3200" b="1" dirty="0">
                <a:solidFill>
                  <a:schemeClr val="bg1"/>
                </a:solidFill>
              </a:rPr>
              <a:t>Mathematical Optimization and Economic Theory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B411B8F-F3DD-7217-C318-4E4BB0649028}"/>
              </a:ext>
            </a:extLst>
          </p:cNvPr>
          <p:cNvSpPr txBox="1"/>
          <p:nvPr/>
        </p:nvSpPr>
        <p:spPr>
          <a:xfrm>
            <a:off x="294968" y="5998682"/>
            <a:ext cx="550606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>
                <a:solidFill>
                  <a:schemeClr val="bg1"/>
                </a:solidFill>
              </a:rPr>
              <a:t>Jacob Wyngaard</a:t>
            </a:r>
            <a:endParaRPr lang="en-US" sz="2000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0660993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E5D9FD-7FFF-8309-B290-CC150EB600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9C2DEEEE-712D-FBAB-24E2-0E9159BE098D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C5FD918-5EFE-AAF8-FC8D-2A40AC42E192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E0F292D-D46B-AA98-1308-8B63161B4A0B}"/>
              </a:ext>
            </a:extLst>
          </p:cNvPr>
          <p:cNvSpPr txBox="1"/>
          <p:nvPr/>
        </p:nvSpPr>
        <p:spPr>
          <a:xfrm>
            <a:off x="3092244" y="351682"/>
            <a:ext cx="780189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chemeClr val="bg1"/>
                </a:solidFill>
              </a:rPr>
              <a:t>Vertex Enumeration Review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684B5EE-CE50-EF8C-8682-B56C8012F803}"/>
              </a:ext>
            </a:extLst>
          </p:cNvPr>
          <p:cNvSpPr txBox="1"/>
          <p:nvPr/>
        </p:nvSpPr>
        <p:spPr>
          <a:xfrm>
            <a:off x="-376090" y="1744431"/>
            <a:ext cx="1228049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spcAft>
                <a:spcPts val="600"/>
              </a:spcAft>
            </a:pPr>
            <a:r>
              <a:rPr lang="en-US" sz="2400" dirty="0"/>
              <a:t>For non-degenerate, finite two player games, vertex enumeration obtains </a:t>
            </a:r>
            <a:r>
              <a:rPr lang="en-US" sz="2400" b="1" dirty="0"/>
              <a:t>best response polytopes for both players </a:t>
            </a:r>
            <a:r>
              <a:rPr lang="en-US" sz="2400" dirty="0"/>
              <a:t>and iterates through all possible pairs of vertices to obtain the Nash equilibrium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602E9BE4-2794-28A8-6D95-B34DC8DA3AC7}"/>
                  </a:ext>
                </a:extLst>
              </p:cNvPr>
              <p:cNvSpPr txBox="1"/>
              <p:nvPr/>
            </p:nvSpPr>
            <p:spPr>
              <a:xfrm>
                <a:off x="3202850" y="5444355"/>
                <a:ext cx="5122610" cy="53155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/>
                <a:r>
                  <a:rPr lang="en-US" sz="2400" dirty="0"/>
                  <a:t>Either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ctrlPr>
                          <a:rPr lang="en-US" sz="240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sz="24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sup>
                      <m:e>
                        <m:sSubSup>
                          <m:sSubSupPr>
                            <m:ctrlPr>
                              <a:rPr lang="en-US" sz="2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  <m:sup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1∗</m:t>
                            </m:r>
                          </m:sup>
                        </m:sSubSup>
                        <m:sSub>
                          <m:sSubPr>
                            <m:ctrlPr>
                              <a:rPr lang="en-US" sz="2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sSup>
                              <m:sSupPr>
                                <m:ctrlPr>
                                  <a:rPr lang="el-GR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m:rPr>
                                    <m:sty m:val="p"/>
                                  </m:rPr>
                                  <a:rPr lang="el-GR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Π</m:t>
                                </m:r>
                              </m:e>
                              <m:sup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e>
                          <m:sub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𝑖𝑗</m:t>
                            </m:r>
                          </m:sub>
                        </m:s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</m:nary>
                  </m:oMath>
                </a14:m>
                <a:r>
                  <a:rPr lang="en-US" sz="2400" dirty="0"/>
                  <a:t> or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bSup>
                    <m:r>
                      <a:rPr lang="en-US" sz="2400" b="0" i="0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endParaRPr lang="en-US" sz="240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602E9BE4-2794-28A8-6D95-B34DC8DA3AC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02850" y="5444355"/>
                <a:ext cx="5122610" cy="531556"/>
              </a:xfrm>
              <a:prstGeom prst="rect">
                <a:avLst/>
              </a:prstGeom>
              <a:blipFill>
                <a:blip r:embed="rId3"/>
                <a:stretch>
                  <a:fillRect t="-3448" b="-1839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D376B72D-08F1-DD6F-AA72-3A5FF4BC2735}"/>
                  </a:ext>
                </a:extLst>
              </p:cNvPr>
              <p:cNvSpPr txBox="1"/>
              <p:nvPr/>
            </p:nvSpPr>
            <p:spPr>
              <a:xfrm>
                <a:off x="3202850" y="4889645"/>
                <a:ext cx="5122610" cy="52450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/>
                <a:r>
                  <a:rPr lang="en-US" sz="2400" dirty="0"/>
                  <a:t>Either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  <m:e>
                        <m:sSub>
                          <m:sSub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sSup>
                              <m:sSupPr>
                                <m:ctrlPr>
                                  <a:rPr lang="el-GR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m:rPr>
                                    <m:sty m:val="p"/>
                                  </m:rPr>
                                  <a:rPr lang="el-GR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Π</m:t>
                                </m:r>
                              </m:e>
                              <m:sup>
                                <m:r>
                                  <a:rPr lang="en-US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</m:t>
                                </m:r>
                              </m:sup>
                            </m:sSup>
                          </m:e>
                          <m:sub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𝑖𝑗</m:t>
                            </m:r>
                          </m:sub>
                        </m:sSub>
                        <m:sSubSup>
                          <m:sSubSup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  <m:sup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2∗</m:t>
                            </m:r>
                          </m:sup>
                        </m:sSub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</m:nary>
                  </m:oMath>
                </a14:m>
                <a:r>
                  <a:rPr lang="en-US" sz="2400" dirty="0"/>
                  <a:t> or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bSup>
                    <m:r>
                      <a:rPr lang="en-US" sz="240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endParaRPr lang="en-US" sz="24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D376B72D-08F1-DD6F-AA72-3A5FF4BC273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02850" y="4889645"/>
                <a:ext cx="5122610" cy="524503"/>
              </a:xfrm>
              <a:prstGeom prst="rect">
                <a:avLst/>
              </a:prstGeom>
              <a:blipFill>
                <a:blip r:embed="rId4"/>
                <a:stretch>
                  <a:fillRect t="-3488" b="-197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A4BC73C2-1CD9-4F16-5248-A06E983E68F6}"/>
                  </a:ext>
                </a:extLst>
              </p:cNvPr>
              <p:cNvSpPr txBox="1"/>
              <p:nvPr/>
            </p:nvSpPr>
            <p:spPr>
              <a:xfrm>
                <a:off x="-376090" y="6071245"/>
                <a:ext cx="13403831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/>
                <a:r>
                  <a:rPr lang="en-US" sz="2400" dirty="0"/>
                  <a:t>where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𝑢</m:t>
                    </m:r>
                    <m:r>
                      <a:rPr lang="en-US" sz="2400" b="0" i="0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400" i="1" smtClean="0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en-US" sz="2400" dirty="0"/>
                  <a:t> correspond respectively to the equilibrium expected payoffs for Players 1 and 2</a:t>
                </a: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A4BC73C2-1CD9-4F16-5248-A06E983E68F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376090" y="6071245"/>
                <a:ext cx="13403831" cy="461665"/>
              </a:xfrm>
              <a:prstGeom prst="rect">
                <a:avLst/>
              </a:prstGeom>
              <a:blipFill>
                <a:blip r:embed="rId5"/>
                <a:stretch>
                  <a:fillRect t="-10526" b="-289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Rectangle 11">
            <a:extLst>
              <a:ext uri="{FF2B5EF4-FFF2-40B4-BE49-F238E27FC236}">
                <a16:creationId xmlns:a16="http://schemas.microsoft.com/office/drawing/2014/main" id="{F4452D3C-4D53-E66A-F2E8-112821E92CCF}"/>
              </a:ext>
            </a:extLst>
          </p:cNvPr>
          <p:cNvSpPr/>
          <p:nvPr/>
        </p:nvSpPr>
        <p:spPr>
          <a:xfrm>
            <a:off x="222450" y="3429000"/>
            <a:ext cx="11287434" cy="264224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DDE05FE-F8FD-E58E-6187-E59895EBEFA8}"/>
              </a:ext>
            </a:extLst>
          </p:cNvPr>
          <p:cNvSpPr txBox="1"/>
          <p:nvPr/>
        </p:nvSpPr>
        <p:spPr>
          <a:xfrm>
            <a:off x="2042645" y="3460856"/>
            <a:ext cx="765625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/>
              <a:t>Complementary Conditions for Fully Labeled Vertices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B579DED5-B0DC-5A43-9098-61EE81CA7CB2}"/>
                  </a:ext>
                </a:extLst>
              </p:cNvPr>
              <p:cNvSpPr txBox="1"/>
              <p:nvPr/>
            </p:nvSpPr>
            <p:spPr>
              <a:xfrm>
                <a:off x="0" y="6428163"/>
                <a:ext cx="11287434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/>
                <a:r>
                  <a:rPr lang="en-US" sz="2400" dirty="0"/>
                  <a:t>and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l-GR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l-GR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Π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sz="2400" b="0" i="0" smtClean="0">
                        <a:latin typeface="Cambria Math" panose="02040503050406030204" pitchFamily="18" charset="0"/>
                      </a:rPr>
                      <m:t>,</m:t>
                    </m:r>
                    <m:sSup>
                      <m:sSupPr>
                        <m:ctrlPr>
                          <a:rPr lang="el-GR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l-GR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Π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sz="2400" dirty="0"/>
                  <a:t>correspond respectively to payoff matrices for Players 1 and 2</a:t>
                </a:r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B579DED5-B0DC-5A43-9098-61EE81CA7CB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6428163"/>
                <a:ext cx="11287434" cy="461665"/>
              </a:xfrm>
              <a:prstGeom prst="rect">
                <a:avLst/>
              </a:prstGeom>
              <a:blipFill>
                <a:blip r:embed="rId6"/>
                <a:stretch>
                  <a:fillRect t="-9211" b="-302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1" name="TextBox 20">
            <a:extLst>
              <a:ext uri="{FF2B5EF4-FFF2-40B4-BE49-F238E27FC236}">
                <a16:creationId xmlns:a16="http://schemas.microsoft.com/office/drawing/2014/main" id="{6EF15C59-E291-CC94-13AC-BBFC14A5984C}"/>
              </a:ext>
            </a:extLst>
          </p:cNvPr>
          <p:cNvSpPr txBox="1"/>
          <p:nvPr/>
        </p:nvSpPr>
        <p:spPr>
          <a:xfrm>
            <a:off x="-376089" y="2937128"/>
            <a:ext cx="1179108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spcAft>
                <a:spcPts val="600"/>
              </a:spcAft>
            </a:pPr>
            <a:r>
              <a:rPr lang="en-US" sz="2400" dirty="0"/>
              <a:t>A pair of vertices correspond to a Nash equilibrium if they are </a:t>
            </a:r>
            <a:r>
              <a:rPr lang="en-US" sz="2400" b="1" dirty="0"/>
              <a:t>fully labeled </a:t>
            </a:r>
            <a:endParaRPr lang="en-US" sz="2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FB00E845-52DF-B902-93C2-85C10D3CA399}"/>
                  </a:ext>
                </a:extLst>
              </p:cNvPr>
              <p:cNvSpPr txBox="1"/>
              <p:nvPr/>
            </p:nvSpPr>
            <p:spPr>
              <a:xfrm>
                <a:off x="1374050" y="4346512"/>
                <a:ext cx="9618413" cy="52450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/>
                <a14:m>
                  <m:oMath xmlns:m="http://schemas.openxmlformats.org/officeDocument/2006/math">
                    <m:nary>
                      <m:naryPr>
                        <m:chr m:val="∑"/>
                        <m:ctrlPr>
                          <a:rPr lang="en-US" sz="240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  <m:e>
                        <m:sSub>
                          <m:sSub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sSup>
                              <m:sSupPr>
                                <m:ctrlPr>
                                  <a:rPr lang="el-GR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m:rPr>
                                    <m:sty m:val="p"/>
                                  </m:rPr>
                                  <a:rPr lang="el-GR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Π</m:t>
                                </m:r>
                              </m:e>
                              <m:sup>
                                <m:r>
                                  <a:rPr lang="en-US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</m:t>
                                </m:r>
                              </m:sup>
                            </m:sSup>
                          </m:e>
                          <m:sub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𝑖𝑗</m:t>
                            </m:r>
                          </m:sub>
                        </m:sSub>
                        <m:sSubSup>
                          <m:sSubSup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  <m:sup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2∗</m:t>
                            </m:r>
                          </m:sup>
                        </m:sSubSup>
                        <m:r>
                          <a:rPr lang="en-US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≤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</m:nary>
                    <m:r>
                      <a:rPr lang="en-US" sz="2400" b="0" i="0" smtClean="0">
                        <a:latin typeface="Cambria Math" panose="02040503050406030204" pitchFamily="18" charset="0"/>
                      </a:rPr>
                      <m:t>,</m:t>
                    </m:r>
                    <m:nary>
                      <m:naryPr>
                        <m:chr m:val="∑"/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sz="24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𝑚</m:t>
                        </m:r>
                      </m:sup>
                      <m:e>
                        <m:sSubSup>
                          <m:sSubSup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  <m:sup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1∗</m:t>
                            </m:r>
                          </m:sup>
                        </m:sSubSup>
                        <m:sSub>
                          <m:sSub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sSup>
                              <m:sSupPr>
                                <m:ctrlPr>
                                  <a:rPr lang="el-GR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m:rPr>
                                    <m:sty m:val="p"/>
                                  </m:rPr>
                                  <a:rPr lang="el-GR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Π</m:t>
                                </m:r>
                              </m:e>
                              <m:sup>
                                <m:r>
                                  <a:rPr lang="en-US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e>
                          <m:sub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𝑖𝑗</m:t>
                            </m:r>
                          </m:sub>
                        </m:sSub>
                        <m:r>
                          <a:rPr lang="en-US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≤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</m:nary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,</m:t>
                    </m:r>
                    <m:sSup>
                      <m:sSup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sz="2400" dirty="0"/>
                  <a:t>and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sz="2400" dirty="0"/>
                  <a:t> probability vectors</a:t>
                </a:r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FB00E845-52DF-B902-93C2-85C10D3CA39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74050" y="4346512"/>
                <a:ext cx="9618413" cy="524503"/>
              </a:xfrm>
              <a:prstGeom prst="rect">
                <a:avLst/>
              </a:prstGeom>
              <a:blipFill>
                <a:blip r:embed="rId7"/>
                <a:stretch>
                  <a:fillRect t="-3488" b="-197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FF999183-97E0-2DD6-F76B-D2B16C40EBE9}"/>
                  </a:ext>
                </a:extLst>
              </p:cNvPr>
              <p:cNvSpPr txBox="1"/>
              <p:nvPr/>
            </p:nvSpPr>
            <p:spPr>
              <a:xfrm>
                <a:off x="875676" y="3891393"/>
                <a:ext cx="7869498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2400" dirty="0"/>
                  <a:t>For all Player 1 strategies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sz="2400" dirty="0"/>
                  <a:t> and Player 2 strategies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r>
                  <a:rPr lang="en-US" sz="2400" dirty="0"/>
                  <a:t>:</a:t>
                </a:r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FF999183-97E0-2DD6-F76B-D2B16C40EBE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5676" y="3891393"/>
                <a:ext cx="7869498" cy="461665"/>
              </a:xfrm>
              <a:prstGeom prst="rect">
                <a:avLst/>
              </a:prstGeom>
              <a:blipFill>
                <a:blip r:embed="rId8"/>
                <a:stretch>
                  <a:fillRect l="-1239" t="-10526" b="-289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3265398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F073F5-C998-4317-849F-50C4291A02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43BFE392-F6A1-42FE-FF4D-FC021809503D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829EEE7-B302-90D4-857F-2C404A11CE96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F464BF5-99FC-8D44-BA9D-023317E00C5D}"/>
              </a:ext>
            </a:extLst>
          </p:cNvPr>
          <p:cNvSpPr txBox="1"/>
          <p:nvPr/>
        </p:nvSpPr>
        <p:spPr>
          <a:xfrm>
            <a:off x="2300748" y="403178"/>
            <a:ext cx="881953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chemeClr val="bg1"/>
                </a:solidFill>
              </a:rPr>
              <a:t>Vertex Enumeration Fundamentals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008985C-EAAF-C6FE-84C9-22964D780B7E}"/>
              </a:ext>
            </a:extLst>
          </p:cNvPr>
          <p:cNvSpPr txBox="1"/>
          <p:nvPr/>
        </p:nvSpPr>
        <p:spPr>
          <a:xfrm>
            <a:off x="-376090" y="1861393"/>
            <a:ext cx="8802330" cy="461665"/>
          </a:xfrm>
          <a:prstGeom prst="rect">
            <a:avLst/>
          </a:prstGeom>
          <a:noFill/>
          <a:ln w="38100">
            <a:noFill/>
          </a:ln>
        </p:spPr>
        <p:txBody>
          <a:bodyPr wrap="square">
            <a:spAutoFit/>
          </a:bodyPr>
          <a:lstStyle/>
          <a:p>
            <a:pPr lvl="1">
              <a:spcAft>
                <a:spcPts val="600"/>
              </a:spcAft>
            </a:pPr>
            <a:r>
              <a:rPr lang="en-US" sz="2400" dirty="0"/>
              <a:t>How do we know that a player’s best response is on a vertex?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F4F24ED-A566-3046-4314-1FB61C689AE8}"/>
              </a:ext>
            </a:extLst>
          </p:cNvPr>
          <p:cNvSpPr txBox="1"/>
          <p:nvPr/>
        </p:nvSpPr>
        <p:spPr>
          <a:xfrm>
            <a:off x="-376090" y="2399202"/>
            <a:ext cx="11614361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spcAft>
                <a:spcPts val="600"/>
              </a:spcAft>
            </a:pPr>
            <a:r>
              <a:rPr lang="en-US" sz="2400" dirty="0"/>
              <a:t>A </a:t>
            </a:r>
            <a:r>
              <a:rPr lang="en-US" sz="2400" b="1" dirty="0"/>
              <a:t>vertex</a:t>
            </a:r>
            <a:r>
              <a:rPr lang="en-US" sz="2400" dirty="0"/>
              <a:t> on a polytope is a point which cannot be written as a convex combination of other points in the polytope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56E38361-542E-0289-456E-AA9FAC801D6A}"/>
                  </a:ext>
                </a:extLst>
              </p:cNvPr>
              <p:cNvSpPr txBox="1"/>
              <p:nvPr/>
            </p:nvSpPr>
            <p:spPr>
              <a:xfrm>
                <a:off x="-376090" y="3396969"/>
                <a:ext cx="12489432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>
                  <a:spcAft>
                    <a:spcPts val="600"/>
                  </a:spcAft>
                </a:pPr>
                <a:r>
                  <a:rPr lang="en-US" sz="2400" dirty="0"/>
                  <a:t>Suppose that Player 1’s best response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sz="2400" dirty="0"/>
                  <a:t> is not a vertex</a:t>
                </a: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56E38361-542E-0289-456E-AA9FAC801D6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376090" y="3396969"/>
                <a:ext cx="12489432" cy="461665"/>
              </a:xfrm>
              <a:prstGeom prst="rect">
                <a:avLst/>
              </a:prstGeom>
              <a:blipFill>
                <a:blip r:embed="rId3"/>
                <a:stretch>
                  <a:fillRect t="-9211" b="-302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82E5D290-EA84-DDA6-1900-8FA57881DDDD}"/>
                  </a:ext>
                </a:extLst>
              </p:cNvPr>
              <p:cNvSpPr txBox="1"/>
              <p:nvPr/>
            </p:nvSpPr>
            <p:spPr>
              <a:xfrm>
                <a:off x="78658" y="3858634"/>
                <a:ext cx="12489432" cy="70038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>
                  <a:spcAft>
                    <a:spcPts val="600"/>
                  </a:spcAft>
                </a:pPr>
                <a:r>
                  <a:rPr lang="en-US" sz="2400" dirty="0"/>
                  <a:t>Note that the best response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en-US" sz="2400" b="0" i="0" smtClean="0">
                                <a:latin typeface="Cambria Math" panose="02040503050406030204" pitchFamily="18" charset="0"/>
                              </a:rPr>
                              <m:t>arg</m:t>
                            </m:r>
                            <m:r>
                              <a:rPr lang="en-US" sz="2400" b="0" i="0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m:rPr>
                                <m:sty m:val="p"/>
                              </m:rPr>
                              <a:rPr lang="en-US" sz="2400" b="0" i="0" smtClean="0">
                                <a:latin typeface="Cambria Math" panose="02040503050406030204" pitchFamily="18" charset="0"/>
                              </a:rPr>
                              <m:t>max</m:t>
                            </m:r>
                          </m:e>
                          <m:lim>
                            <m:sSup>
                              <m:sSupPr>
                                <m:ctrlPr>
                                  <a:rPr lang="en-US" sz="2400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</m:e>
                              <m:sup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p>
                            </m:sSup>
                            <m:r>
                              <a:rPr lang="en-US" sz="24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∈</m:t>
                            </m:r>
                            <m:sSup>
                              <m:sSupPr>
                                <m:ctrlPr>
                                  <a:rPr lang="en-US" sz="24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24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ℝ</m:t>
                                </m:r>
                              </m:e>
                              <m:sup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𝑚</m:t>
                                </m:r>
                              </m:sup>
                            </m:sSup>
                          </m:lim>
                        </m:limLow>
                      </m:fName>
                      <m:e>
                        <m:sSup>
                          <m:sSup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p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sSup>
                          <m:sSup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p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sSup>
                          <m:sSupPr>
                            <m:ctrlPr>
                              <a:rPr lang="en-US" sz="240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  <m:sup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p>
                        </m:sSup>
                      </m:e>
                    </m:func>
                  </m:oMath>
                </a14:m>
                <a:endParaRPr lang="en-US" sz="2400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82E5D290-EA84-DDA6-1900-8FA57881DDD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658" y="3858634"/>
                <a:ext cx="12489432" cy="700385"/>
              </a:xfrm>
              <a:prstGeom prst="rect">
                <a:avLst/>
              </a:prstGeom>
              <a:blipFill>
                <a:blip r:embed="rId4"/>
                <a:stretch>
                  <a:fillRect t="-4348" b="-347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5450E358-6FF2-7820-38B3-17861A1F470B}"/>
                  </a:ext>
                </a:extLst>
              </p:cNvPr>
              <p:cNvSpPr txBox="1"/>
              <p:nvPr/>
            </p:nvSpPr>
            <p:spPr>
              <a:xfrm>
                <a:off x="78658" y="5065982"/>
                <a:ext cx="11614361" cy="83099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>
                  <a:spcAft>
                    <a:spcPts val="600"/>
                  </a:spcAft>
                </a:pPr>
                <a:r>
                  <a:rPr lang="en-US" sz="2400" dirty="0"/>
                  <a:t>Any point within a convex hull in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</m:oMath>
                </a14:m>
                <a:r>
                  <a:rPr lang="en-US" sz="2400" dirty="0"/>
                  <a:t> can be written as the convex combination of at most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+1</m:t>
                    </m:r>
                  </m:oMath>
                </a14:m>
                <a:r>
                  <a:rPr lang="en-US" sz="2400" dirty="0"/>
                  <a:t> vectices </a:t>
                </a:r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5450E358-6FF2-7820-38B3-17861A1F470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658" y="5065982"/>
                <a:ext cx="11614361" cy="830997"/>
              </a:xfrm>
              <a:prstGeom prst="rect">
                <a:avLst/>
              </a:prstGeom>
              <a:blipFill>
                <a:blip r:embed="rId5"/>
                <a:stretch>
                  <a:fillRect t="-5882" b="-1617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6" name="TextBox 25">
            <a:extLst>
              <a:ext uri="{FF2B5EF4-FFF2-40B4-BE49-F238E27FC236}">
                <a16:creationId xmlns:a16="http://schemas.microsoft.com/office/drawing/2014/main" id="{1557F6B9-7FFE-D212-E1AC-BF806CC1E04D}"/>
              </a:ext>
            </a:extLst>
          </p:cNvPr>
          <p:cNvSpPr txBox="1"/>
          <p:nvPr/>
        </p:nvSpPr>
        <p:spPr>
          <a:xfrm>
            <a:off x="441235" y="4604317"/>
            <a:ext cx="364163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/>
              <a:t>Carathéodory's theorem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9D98E94F-245A-118A-9E02-55B9F1C0F90F}"/>
              </a:ext>
            </a:extLst>
          </p:cNvPr>
          <p:cNvSpPr/>
          <p:nvPr/>
        </p:nvSpPr>
        <p:spPr>
          <a:xfrm>
            <a:off x="441235" y="4604317"/>
            <a:ext cx="11082171" cy="1292662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FBFB7AF7-6A0E-9123-9005-FC3D4696549D}"/>
                  </a:ext>
                </a:extLst>
              </p:cNvPr>
              <p:cNvSpPr txBox="1"/>
              <p:nvPr/>
            </p:nvSpPr>
            <p:spPr>
              <a:xfrm>
                <a:off x="441234" y="6006455"/>
                <a:ext cx="8417631" cy="5312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sSup>
                      <m:sSupPr>
                        <m:ctrlPr>
                          <a:rPr lang="en-US" sz="280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⇒</m:t>
                        </m:r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p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supHide m:val="on"/>
                        <m:ctrlPr>
                          <a:rPr lang="en-US" sz="2800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7"/>
                          </m:rPr>
                          <a:rPr lang="en-US" sz="28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sSub>
                          <m:sSubPr>
                            <m:ctrlP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  <m:sub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nary>
                  </m:oMath>
                </a14:m>
                <a:r>
                  <a:rPr lang="en-US" sz="2800" dirty="0"/>
                  <a:t>  with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7"/>
                          </m:rPr>
                          <a:rPr lang="en-US" sz="28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en-US" sz="2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800" i="1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en-US" sz="28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nary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US" sz="2800" dirty="0"/>
                  <a:t>    where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≠</m:t>
                    </m:r>
                    <m:sSup>
                      <m:sSup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p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    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∀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𝑖</m:t>
                    </m:r>
                  </m:oMath>
                </a14:m>
                <a:endParaRPr lang="en-US" sz="2800" dirty="0"/>
              </a:p>
            </p:txBody>
          </p:sp>
        </mc:Choice>
        <mc:Fallback xmlns="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FBFB7AF7-6A0E-9123-9005-FC3D4696549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1234" y="6006455"/>
                <a:ext cx="8417631" cy="531299"/>
              </a:xfrm>
              <a:prstGeom prst="rect">
                <a:avLst/>
              </a:prstGeom>
              <a:blipFill>
                <a:blip r:embed="rId6"/>
                <a:stretch>
                  <a:fillRect t="-9195" b="-3218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0586167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54D9CC-6ACA-46EF-A5DB-65C21C9A28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6917407C-06CD-E3B2-B657-AEFB67C12DDA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717C366-4138-A2DE-DD00-DCAFF4D72893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E896D22-333A-A5D6-6D9F-2312237C45C5}"/>
              </a:ext>
            </a:extLst>
          </p:cNvPr>
          <p:cNvSpPr txBox="1"/>
          <p:nvPr/>
        </p:nvSpPr>
        <p:spPr>
          <a:xfrm>
            <a:off x="2300748" y="403178"/>
            <a:ext cx="881953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chemeClr val="bg1"/>
                </a:solidFill>
              </a:rPr>
              <a:t>Vertex Enumeration Fundamentals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13C9BA7E-E634-6540-A8DC-41CD9793C726}"/>
                  </a:ext>
                </a:extLst>
              </p:cNvPr>
              <p:cNvSpPr txBox="1"/>
              <p:nvPr/>
            </p:nvSpPr>
            <p:spPr>
              <a:xfrm>
                <a:off x="0" y="1746940"/>
                <a:ext cx="8417631" cy="113787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p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   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⇒   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sz="28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US" sz="2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sSub>
                                <m:sSubPr>
                                  <m:ctrlPr>
                                    <a:rPr lang="en-US" sz="2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𝑤</m:t>
                                  </m:r>
                                </m:e>
                                <m:sub>
                                  <m:r>
                                    <a:rPr lang="en-US" sz="28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sz="28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(</m:t>
                          </m:r>
                          <m:sSup>
                            <m:sSupPr>
                              <m:ctrlPr>
                                <a:rPr lang="en-US" sz="28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800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p>
                              <m:r>
                                <a:rPr lang="en-US" sz="28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sSup>
                            <m:sSupPr>
                              <m:ctrlPr>
                                <a:rPr lang="en-US" sz="28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800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  <m:sup>
                              <m:r>
                                <a:rPr lang="en-US" sz="2800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sup>
                          </m:sSup>
                        </m:e>
                      </m:nary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sz="2800" i="1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sz="2800">
                                  <a:latin typeface="Cambria Math" panose="02040503050406030204" pitchFamily="18" charset="0"/>
                                </a:rPr>
                                <m:t>max</m:t>
                              </m:r>
                            </m:e>
                            <m:lim>
                              <m:sSup>
                                <m:sSupPr>
                                  <m:ctrlPr>
                                    <a:rPr lang="en-US" sz="28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800" i="1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</m:e>
                                <m:sup>
                                  <m:r>
                                    <a:rPr lang="en-US" sz="28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p>
                              </m:sSup>
                              <m:r>
                                <a:rPr lang="en-US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∈</m:t>
                              </m:r>
                              <m:sSup>
                                <m:sSupPr>
                                  <m:ctrlPr>
                                    <a:rPr lang="en-US" sz="28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8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ℝ</m:t>
                                  </m:r>
                                </m:e>
                                <m:sup>
                                  <m:r>
                                    <a:rPr lang="en-US" sz="28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𝑚</m:t>
                                  </m:r>
                                </m:sup>
                              </m:sSup>
                            </m:lim>
                          </m:limLow>
                        </m:fName>
                        <m:e>
                          <m:sSup>
                            <m:sSupPr>
                              <m:ctrlPr>
                                <a:rPr lang="en-US" sz="28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800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p>
                              <m:r>
                                <a:rPr lang="en-US" sz="28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p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(</m:t>
                          </m:r>
                          <m:sSup>
                            <m:sSupPr>
                              <m:ctrlPr>
                                <a:rPr lang="en-US" sz="28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800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p>
                              <m:r>
                                <a:rPr lang="en-US" sz="28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sSup>
                            <m:sSupPr>
                              <m:ctrlPr>
                                <a:rPr lang="en-US" sz="28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800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  <m:sup>
                              <m:r>
                                <a:rPr lang="en-US" sz="2800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sup>
                          </m:sSup>
                        </m:e>
                      </m:func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13C9BA7E-E634-6540-A8DC-41CD9793C72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1746940"/>
                <a:ext cx="8417631" cy="1137876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16809599-772B-7CD9-EBEF-88FF41BF00F2}"/>
                  </a:ext>
                </a:extLst>
              </p:cNvPr>
              <p:cNvSpPr txBox="1"/>
              <p:nvPr/>
            </p:nvSpPr>
            <p:spPr>
              <a:xfrm>
                <a:off x="134302" y="3820225"/>
                <a:ext cx="11923395" cy="63562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:r>
                  <a:rPr lang="en-US" sz="2400" dirty="0">
                    <a:ea typeface="Cambria Math" panose="02040503050406030204" pitchFamily="18" charset="0"/>
                  </a:rPr>
                  <a:t>Proof by Contradiction: Suppose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400" i="1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&lt;</m:t>
                    </m:r>
                    <m:func>
                      <m:func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en-US" sz="2400">
                                <a:latin typeface="Cambria Math" panose="02040503050406030204" pitchFamily="18" charset="0"/>
                              </a:rPr>
                              <m:t>max</m:t>
                            </m:r>
                          </m:e>
                          <m:lim>
                            <m:sSup>
                              <m:sSupPr>
                                <m:ctrlPr>
                                  <a:rPr lang="en-US" sz="2400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</m:e>
                              <m:sup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p>
                            </m:sSup>
                            <m: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∈</m:t>
                            </m:r>
                            <m:sSup>
                              <m:sSupPr>
                                <m:ctrlPr>
                                  <a:rPr lang="en-US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ℝ</m:t>
                                </m:r>
                              </m:e>
                              <m:sup>
                                <m:r>
                                  <a:rPr lang="en-US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𝑚</m:t>
                                </m:r>
                              </m:sup>
                            </m:sSup>
                          </m:lim>
                        </m:limLow>
                      </m:fName>
                      <m:e>
                        <m:sSup>
                          <m:sSup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p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(</m:t>
                        </m:r>
                        <m:sSup>
                          <m:sSup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p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sSup>
                          <m:sSup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  <m:sup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p>
                        </m:s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  </m:t>
                        </m:r>
                      </m:e>
                    </m:func>
                  </m:oMath>
                </a14:m>
                <a:r>
                  <a:rPr lang="en-US" sz="2400" dirty="0"/>
                  <a:t>for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endParaRPr lang="en-US" sz="2400" dirty="0"/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16809599-772B-7CD9-EBEF-88FF41BF00F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4302" y="3820225"/>
                <a:ext cx="11923395" cy="635623"/>
              </a:xfrm>
              <a:prstGeom prst="rect">
                <a:avLst/>
              </a:prstGeom>
              <a:blipFill>
                <a:blip r:embed="rId4"/>
                <a:stretch>
                  <a:fillRect l="-767" t="-4808" b="-384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8DB0E1B1-0BE2-A2CF-A2B0-C6EAC650537F}"/>
                  </a:ext>
                </a:extLst>
              </p:cNvPr>
              <p:cNvSpPr txBox="1"/>
              <p:nvPr/>
            </p:nvSpPr>
            <p:spPr>
              <a:xfrm>
                <a:off x="36766" y="3111188"/>
                <a:ext cx="6108192" cy="63562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:r>
                  <a:rPr lang="en-US" sz="2400" dirty="0"/>
                  <a:t>Claim: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400" i="1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US" sz="240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en-US" sz="2400">
                                <a:latin typeface="Cambria Math" panose="02040503050406030204" pitchFamily="18" charset="0"/>
                              </a:rPr>
                              <m:t>max</m:t>
                            </m:r>
                          </m:e>
                          <m:lim>
                            <m:sSup>
                              <m:sSupPr>
                                <m:ctrlPr>
                                  <a:rPr lang="en-US" sz="2400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</m:e>
                              <m:sup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p>
                            </m:sSup>
                            <m: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∈</m:t>
                            </m:r>
                            <m:sSup>
                              <m:sSupPr>
                                <m:ctrlPr>
                                  <a:rPr lang="en-US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ℝ</m:t>
                                </m:r>
                              </m:e>
                              <m:sup>
                                <m:r>
                                  <a:rPr lang="en-US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𝑚</m:t>
                                </m:r>
                              </m:sup>
                            </m:sSup>
                          </m:lim>
                        </m:limLow>
                      </m:fName>
                      <m:e>
                        <m:sSup>
                          <m:sSup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p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(</m:t>
                        </m:r>
                        <m:sSup>
                          <m:sSup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p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sSup>
                          <m:sSup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  <m:sup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p>
                        </m:s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   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∀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</m:e>
                    </m:func>
                  </m:oMath>
                </a14:m>
                <a:endParaRPr lang="en-US" sz="2400" dirty="0"/>
              </a:p>
            </p:txBody>
          </p:sp>
        </mc:Choice>
        <mc:Fallback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8DB0E1B1-0BE2-A2CF-A2B0-C6EAC65053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766" y="3111188"/>
                <a:ext cx="6108192" cy="635623"/>
              </a:xfrm>
              <a:prstGeom prst="rect">
                <a:avLst/>
              </a:prstGeom>
              <a:blipFill>
                <a:blip r:embed="rId5"/>
                <a:stretch>
                  <a:fillRect l="-1497" t="-4762" b="-381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6725652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3312</TotalTime>
  <Words>260</Words>
  <Application>Microsoft Office PowerPoint</Application>
  <PresentationFormat>Widescreen</PresentationFormat>
  <Paragraphs>30</Paragraphs>
  <Slides>4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Aptos</vt:lpstr>
      <vt:lpstr>Aptos Display</vt:lpstr>
      <vt:lpstr>Arial</vt:lpstr>
      <vt:lpstr>Cambria Math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Jacob Wyngaard</dc:creator>
  <cp:lastModifiedBy>Jacob Wyngaard</cp:lastModifiedBy>
  <cp:revision>31</cp:revision>
  <cp:lastPrinted>2025-08-21T02:00:35Z</cp:lastPrinted>
  <dcterms:created xsi:type="dcterms:W3CDTF">2025-08-20T23:47:39Z</dcterms:created>
  <dcterms:modified xsi:type="dcterms:W3CDTF">2026-02-25T04:39:07Z</dcterms:modified>
</cp:coreProperties>
</file>