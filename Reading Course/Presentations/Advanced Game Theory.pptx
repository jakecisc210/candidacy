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91" r:id="rId2"/>
    <p:sldId id="327" r:id="rId3"/>
    <p:sldId id="325" r:id="rId4"/>
    <p:sldId id="338" r:id="rId5"/>
    <p:sldId id="310" r:id="rId6"/>
    <p:sldId id="342" r:id="rId7"/>
    <p:sldId id="339" r:id="rId8"/>
    <p:sldId id="340" r:id="rId9"/>
    <p:sldId id="341" r:id="rId10"/>
    <p:sldId id="313" r:id="rId11"/>
    <p:sldId id="343" r:id="rId12"/>
    <p:sldId id="344" r:id="rId13"/>
    <p:sldId id="345" r:id="rId14"/>
    <p:sldId id="304" r:id="rId15"/>
    <p:sldId id="346" r:id="rId16"/>
    <p:sldId id="348" r:id="rId17"/>
    <p:sldId id="347" r:id="rId18"/>
    <p:sldId id="349" r:id="rId19"/>
    <p:sldId id="350" r:id="rId20"/>
  </p:sldIdLst>
  <p:sldSz cx="12192000" cy="6858000"/>
  <p:notesSz cx="6858000" cy="88915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D359C8-AACA-2EA8-D24E-0AAD455781CC}" name="Jacob Wyngaard" initials="JW" userId="6181fcd471e9845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4EA1"/>
    <a:srgbClr val="F21C0B"/>
    <a:srgbClr val="5E83A6"/>
    <a:srgbClr val="EBF1F8"/>
    <a:srgbClr val="B2BFB9"/>
    <a:srgbClr val="E9F5E7"/>
    <a:srgbClr val="FFFFFF"/>
    <a:srgbClr val="CDE6EF"/>
    <a:srgbClr val="14A7D8"/>
    <a:srgbClr val="CDE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722D95-ED78-4CA4-B975-9EB3D90BBE34}" v="2890" dt="2026-03-03T04:29:34.9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3462" autoAdjust="0"/>
  </p:normalViewPr>
  <p:slideViewPr>
    <p:cSldViewPr snapToGrid="0">
      <p:cViewPr varScale="1">
        <p:scale>
          <a:sx n="77" d="100"/>
          <a:sy n="77" d="100"/>
        </p:scale>
        <p:origin x="10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Wyngaard" userId="6181fcd471e98458" providerId="LiveId" clId="{788BA123-62C9-4DDC-86E5-A6BCA4600216}"/>
    <pc:docChg chg="undo custSel addSld delSld modSld sldOrd">
      <pc:chgData name="Jacob Wyngaard" userId="6181fcd471e98458" providerId="LiveId" clId="{788BA123-62C9-4DDC-86E5-A6BCA4600216}" dt="2026-03-03T04:33:32.038" v="6824" actId="20577"/>
      <pc:docMkLst>
        <pc:docMk/>
      </pc:docMkLst>
      <pc:sldChg chg="addSp delSp modSp mod">
        <pc:chgData name="Jacob Wyngaard" userId="6181fcd471e98458" providerId="LiveId" clId="{788BA123-62C9-4DDC-86E5-A6BCA4600216}" dt="2026-03-03T03:30:17.369" v="4711" actId="1076"/>
        <pc:sldMkLst>
          <pc:docMk/>
          <pc:sldMk cId="606609933" sldId="291"/>
        </pc:sldMkLst>
        <pc:spChg chg="mod">
          <ac:chgData name="Jacob Wyngaard" userId="6181fcd471e98458" providerId="LiveId" clId="{788BA123-62C9-4DDC-86E5-A6BCA4600216}" dt="2026-02-25T03:59:52.769" v="13" actId="20577"/>
          <ac:spMkLst>
            <pc:docMk/>
            <pc:sldMk cId="606609933" sldId="291"/>
            <ac:spMk id="9" creationId="{146DFEDC-5C40-1E05-3C8E-45F902F03177}"/>
          </ac:spMkLst>
        </pc:spChg>
        <pc:picChg chg="add mod">
          <ac:chgData name="Jacob Wyngaard" userId="6181fcd471e98458" providerId="LiveId" clId="{788BA123-62C9-4DDC-86E5-A6BCA4600216}" dt="2026-03-03T03:30:17.369" v="4711" actId="1076"/>
          <ac:picMkLst>
            <pc:docMk/>
            <pc:sldMk cId="606609933" sldId="291"/>
            <ac:picMk id="2" creationId="{D76A7CA4-249F-39A7-40A5-E32F4DFBAFCC}"/>
          </ac:picMkLst>
        </pc:picChg>
      </pc:sldChg>
      <pc:sldChg chg="addSp delSp modSp mod ord">
        <pc:chgData name="Jacob Wyngaard" userId="6181fcd471e98458" providerId="LiveId" clId="{788BA123-62C9-4DDC-86E5-A6BCA4600216}" dt="2026-03-03T03:32:25" v="4851" actId="1076"/>
        <pc:sldMkLst>
          <pc:docMk/>
          <pc:sldMk cId="1632653986" sldId="304"/>
        </pc:sldMkLst>
        <pc:spChg chg="add del">
          <ac:chgData name="Jacob Wyngaard" userId="6181fcd471e98458" providerId="LiveId" clId="{788BA123-62C9-4DDC-86E5-A6BCA4600216}" dt="2026-02-25T04:00:28.340" v="19" actId="478"/>
          <ac:spMkLst>
            <pc:docMk/>
            <pc:sldMk cId="1632653986" sldId="304"/>
            <ac:spMk id="3" creationId="{602E9BE4-2794-28A8-6D95-B34DC8DA3AC7}"/>
          </ac:spMkLst>
        </pc:spChg>
        <pc:spChg chg="add mod">
          <ac:chgData name="Jacob Wyngaard" userId="6181fcd471e98458" providerId="LiveId" clId="{788BA123-62C9-4DDC-86E5-A6BCA4600216}" dt="2026-03-03T03:32:09.861" v="4805" actId="14100"/>
          <ac:spMkLst>
            <pc:docMk/>
            <pc:sldMk cId="1632653986" sldId="304"/>
            <ac:spMk id="4" creationId="{0721B757-3B9F-9094-A7AC-A3B958943B2D}"/>
          </ac:spMkLst>
        </pc:spChg>
        <pc:spChg chg="add del">
          <ac:chgData name="Jacob Wyngaard" userId="6181fcd471e98458" providerId="LiveId" clId="{788BA123-62C9-4DDC-86E5-A6BCA4600216}" dt="2026-02-25T04:00:28.340" v="19" actId="478"/>
          <ac:spMkLst>
            <pc:docMk/>
            <pc:sldMk cId="1632653986" sldId="304"/>
            <ac:spMk id="5" creationId="{D376B72D-08F1-DD6F-AA72-3A5FF4BC2735}"/>
          </ac:spMkLst>
        </pc:spChg>
        <pc:spChg chg="add mod">
          <ac:chgData name="Jacob Wyngaard" userId="6181fcd471e98458" providerId="LiveId" clId="{788BA123-62C9-4DDC-86E5-A6BCA4600216}" dt="2026-03-03T03:32:25" v="4851" actId="1076"/>
          <ac:spMkLst>
            <pc:docMk/>
            <pc:sldMk cId="1632653986" sldId="304"/>
            <ac:spMk id="7" creationId="{B69D49E5-F149-33CA-1CA0-1A15D983B190}"/>
          </ac:spMkLst>
        </pc:spChg>
        <pc:spChg chg="add del">
          <ac:chgData name="Jacob Wyngaard" userId="6181fcd471e98458" providerId="LiveId" clId="{788BA123-62C9-4DDC-86E5-A6BCA4600216}" dt="2026-02-25T04:00:29.203" v="20" actId="478"/>
          <ac:spMkLst>
            <pc:docMk/>
            <pc:sldMk cId="1632653986" sldId="304"/>
            <ac:spMk id="12" creationId="{F4452D3C-4D53-E66A-F2E8-112821E92CCF}"/>
          </ac:spMkLst>
        </pc:spChg>
        <pc:spChg chg="add del">
          <ac:chgData name="Jacob Wyngaard" userId="6181fcd471e98458" providerId="LiveId" clId="{788BA123-62C9-4DDC-86E5-A6BCA4600216}" dt="2026-02-25T04:00:28.039" v="18" actId="478"/>
          <ac:spMkLst>
            <pc:docMk/>
            <pc:sldMk cId="1632653986" sldId="304"/>
            <ac:spMk id="17" creationId="{1DDE05FE-F8FD-E58E-6187-E59895EBEFA8}"/>
          </ac:spMkLst>
        </pc:spChg>
        <pc:spChg chg="add del">
          <ac:chgData name="Jacob Wyngaard" userId="6181fcd471e98458" providerId="LiveId" clId="{788BA123-62C9-4DDC-86E5-A6BCA4600216}" dt="2026-02-25T04:00:28.340" v="19" actId="478"/>
          <ac:spMkLst>
            <pc:docMk/>
            <pc:sldMk cId="1632653986" sldId="304"/>
            <ac:spMk id="18" creationId="{B579DED5-B0DC-5A43-9098-61EE81CA7CB2}"/>
          </ac:spMkLst>
        </pc:spChg>
        <pc:spChg chg="add del">
          <ac:chgData name="Jacob Wyngaard" userId="6181fcd471e98458" providerId="LiveId" clId="{788BA123-62C9-4DDC-86E5-A6BCA4600216}" dt="2026-02-25T04:00:28.340" v="19" actId="478"/>
          <ac:spMkLst>
            <pc:docMk/>
            <pc:sldMk cId="1632653986" sldId="304"/>
            <ac:spMk id="22" creationId="{FB00E845-52DF-B902-93C2-85C10D3CA399}"/>
          </ac:spMkLst>
        </pc:spChg>
        <pc:spChg chg="add del">
          <ac:chgData name="Jacob Wyngaard" userId="6181fcd471e98458" providerId="LiveId" clId="{788BA123-62C9-4DDC-86E5-A6BCA4600216}" dt="2026-02-25T04:00:28.340" v="19" actId="478"/>
          <ac:spMkLst>
            <pc:docMk/>
            <pc:sldMk cId="1632653986" sldId="304"/>
            <ac:spMk id="25" creationId="{FF999183-97E0-2DD6-F76B-D2B16C40EBE9}"/>
          </ac:spMkLst>
        </pc:spChg>
      </pc:sldChg>
      <pc:sldChg chg="addSp delSp modSp add mod">
        <pc:chgData name="Jacob Wyngaard" userId="6181fcd471e98458" providerId="LiveId" clId="{788BA123-62C9-4DDC-86E5-A6BCA4600216}" dt="2026-03-03T02:35:30.767" v="3038"/>
        <pc:sldMkLst>
          <pc:docMk/>
          <pc:sldMk cId="3006645019" sldId="310"/>
        </pc:sldMkLst>
        <pc:spChg chg="mod">
          <ac:chgData name="Jacob Wyngaard" userId="6181fcd471e98458" providerId="LiveId" clId="{788BA123-62C9-4DDC-86E5-A6BCA4600216}" dt="2026-03-03T01:27:56.195" v="2308" actId="14100"/>
          <ac:spMkLst>
            <pc:docMk/>
            <pc:sldMk cId="3006645019" sldId="310"/>
            <ac:spMk id="4" creationId="{F6468F42-7C24-A97F-E5F1-A7C10B7CADEB}"/>
          </ac:spMkLst>
        </pc:spChg>
        <pc:spChg chg="del">
          <ac:chgData name="Jacob Wyngaard" userId="6181fcd471e98458" providerId="LiveId" clId="{788BA123-62C9-4DDC-86E5-A6BCA4600216}" dt="2026-03-03T01:27:21.172" v="2283" actId="478"/>
          <ac:spMkLst>
            <pc:docMk/>
            <pc:sldMk cId="3006645019" sldId="310"/>
            <ac:spMk id="9" creationId="{83D25398-9BBB-9310-3B21-805FAAD880D8}"/>
          </ac:spMkLst>
        </pc:spChg>
        <pc:spChg chg="add del mod">
          <ac:chgData name="Jacob Wyngaard" userId="6181fcd471e98458" providerId="LiveId" clId="{788BA123-62C9-4DDC-86E5-A6BCA4600216}" dt="2026-03-03T02:35:30.465" v="3037" actId="478"/>
          <ac:spMkLst>
            <pc:docMk/>
            <pc:sldMk cId="3006645019" sldId="310"/>
            <ac:spMk id="13" creationId="{D8BEA355-1138-B6F0-481C-F4434C9DE89B}"/>
          </ac:spMkLst>
        </pc:spChg>
        <pc:spChg chg="add mod">
          <ac:chgData name="Jacob Wyngaard" userId="6181fcd471e98458" providerId="LiveId" clId="{788BA123-62C9-4DDC-86E5-A6BCA4600216}" dt="2026-03-03T02:35:30.767" v="3038"/>
          <ac:spMkLst>
            <pc:docMk/>
            <pc:sldMk cId="3006645019" sldId="310"/>
            <ac:spMk id="14" creationId="{F0EBE0D0-9EC2-1C96-7A4D-900EBC3ACA8D}"/>
          </ac:spMkLst>
        </pc:spChg>
      </pc:sldChg>
      <pc:sldChg chg="addSp delSp modSp add mod">
        <pc:chgData name="Jacob Wyngaard" userId="6181fcd471e98458" providerId="LiveId" clId="{788BA123-62C9-4DDC-86E5-A6BCA4600216}" dt="2026-03-03T02:35:57.571" v="3048"/>
        <pc:sldMkLst>
          <pc:docMk/>
          <pc:sldMk cId="3454015702" sldId="313"/>
        </pc:sldMkLst>
        <pc:spChg chg="add del">
          <ac:chgData name="Jacob Wyngaard" userId="6181fcd471e98458" providerId="LiveId" clId="{788BA123-62C9-4DDC-86E5-A6BCA4600216}" dt="2026-03-03T01:50:20.032" v="2762" actId="478"/>
          <ac:spMkLst>
            <pc:docMk/>
            <pc:sldMk cId="3454015702" sldId="313"/>
            <ac:spMk id="3" creationId="{D990B5E0-4F3B-76D4-0C5B-5542E0C2D1D0}"/>
          </ac:spMkLst>
        </pc:spChg>
        <pc:spChg chg="del">
          <ac:chgData name="Jacob Wyngaard" userId="6181fcd471e98458" providerId="LiveId" clId="{788BA123-62C9-4DDC-86E5-A6BCA4600216}" dt="2026-03-03T01:50:21.068" v="2763" actId="478"/>
          <ac:spMkLst>
            <pc:docMk/>
            <pc:sldMk cId="3454015702" sldId="313"/>
            <ac:spMk id="4" creationId="{182B70ED-8747-E28C-34ED-E9E4EED9B863}"/>
          </ac:spMkLst>
        </pc:spChg>
        <pc:spChg chg="add del">
          <ac:chgData name="Jacob Wyngaard" userId="6181fcd471e98458" providerId="LiveId" clId="{788BA123-62C9-4DDC-86E5-A6BCA4600216}" dt="2026-03-03T01:50:20.032" v="2762" actId="478"/>
          <ac:spMkLst>
            <pc:docMk/>
            <pc:sldMk cId="3454015702" sldId="313"/>
            <ac:spMk id="5" creationId="{6CF781EC-3046-B337-C478-5C4B7C13E5D2}"/>
          </ac:spMkLst>
        </pc:spChg>
        <pc:spChg chg="add del">
          <ac:chgData name="Jacob Wyngaard" userId="6181fcd471e98458" providerId="LiveId" clId="{788BA123-62C9-4DDC-86E5-A6BCA4600216}" dt="2026-03-03T01:50:20.032" v="2762" actId="478"/>
          <ac:spMkLst>
            <pc:docMk/>
            <pc:sldMk cId="3454015702" sldId="313"/>
            <ac:spMk id="7" creationId="{84162F19-FC84-4C58-258E-2DDD8787D192}"/>
          </ac:spMkLst>
        </pc:spChg>
        <pc:spChg chg="del">
          <ac:chgData name="Jacob Wyngaard" userId="6181fcd471e98458" providerId="LiveId" clId="{788BA123-62C9-4DDC-86E5-A6BCA4600216}" dt="2026-03-03T01:49:40.388" v="2755" actId="478"/>
          <ac:spMkLst>
            <pc:docMk/>
            <pc:sldMk cId="3454015702" sldId="313"/>
            <ac:spMk id="9" creationId="{75402EB8-E615-B015-5EFC-6632768BF5EF}"/>
          </ac:spMkLst>
        </pc:spChg>
        <pc:spChg chg="add del">
          <ac:chgData name="Jacob Wyngaard" userId="6181fcd471e98458" providerId="LiveId" clId="{788BA123-62C9-4DDC-86E5-A6BCA4600216}" dt="2026-03-03T01:50:20.032" v="2762" actId="478"/>
          <ac:spMkLst>
            <pc:docMk/>
            <pc:sldMk cId="3454015702" sldId="313"/>
            <ac:spMk id="10" creationId="{0EB1A215-F64F-BD38-FD12-439093CB9884}"/>
          </ac:spMkLst>
        </pc:spChg>
        <pc:spChg chg="del">
          <ac:chgData name="Jacob Wyngaard" userId="6181fcd471e98458" providerId="LiveId" clId="{788BA123-62C9-4DDC-86E5-A6BCA4600216}" dt="2026-03-03T01:50:20.032" v="2762" actId="478"/>
          <ac:spMkLst>
            <pc:docMk/>
            <pc:sldMk cId="3454015702" sldId="313"/>
            <ac:spMk id="11" creationId="{6F27BB52-AB6D-6B48-68D5-C9523017DB05}"/>
          </ac:spMkLst>
        </pc:spChg>
        <pc:spChg chg="add del mod">
          <ac:chgData name="Jacob Wyngaard" userId="6181fcd471e98458" providerId="LiveId" clId="{788BA123-62C9-4DDC-86E5-A6BCA4600216}" dt="2026-03-03T02:35:57.300" v="3047" actId="478"/>
          <ac:spMkLst>
            <pc:docMk/>
            <pc:sldMk cId="3454015702" sldId="313"/>
            <ac:spMk id="13" creationId="{DACC7A35-C3F9-9033-38A7-303452F8341A}"/>
          </ac:spMkLst>
        </pc:spChg>
        <pc:spChg chg="add del">
          <ac:chgData name="Jacob Wyngaard" userId="6181fcd471e98458" providerId="LiveId" clId="{788BA123-62C9-4DDC-86E5-A6BCA4600216}" dt="2026-03-03T01:50:20.032" v="2762" actId="478"/>
          <ac:spMkLst>
            <pc:docMk/>
            <pc:sldMk cId="3454015702" sldId="313"/>
            <ac:spMk id="15" creationId="{A1E6565F-F485-FC4B-1C1A-3D6A040F78F1}"/>
          </ac:spMkLst>
        </pc:spChg>
        <pc:spChg chg="del">
          <ac:chgData name="Jacob Wyngaard" userId="6181fcd471e98458" providerId="LiveId" clId="{788BA123-62C9-4DDC-86E5-A6BCA4600216}" dt="2026-03-03T01:50:13.368" v="2758" actId="478"/>
          <ac:spMkLst>
            <pc:docMk/>
            <pc:sldMk cId="3454015702" sldId="313"/>
            <ac:spMk id="16" creationId="{4319FCC3-B273-08A4-1A38-B4FDE3BBF6C1}"/>
          </ac:spMkLst>
        </pc:spChg>
        <pc:spChg chg="add del">
          <ac:chgData name="Jacob Wyngaard" userId="6181fcd471e98458" providerId="LiveId" clId="{788BA123-62C9-4DDC-86E5-A6BCA4600216}" dt="2026-03-03T01:50:20.032" v="2762" actId="478"/>
          <ac:spMkLst>
            <pc:docMk/>
            <pc:sldMk cId="3454015702" sldId="313"/>
            <ac:spMk id="17" creationId="{4D7334E2-F21D-E1B2-BDE5-765204AF92F7}"/>
          </ac:spMkLst>
        </pc:spChg>
        <pc:spChg chg="add del">
          <ac:chgData name="Jacob Wyngaard" userId="6181fcd471e98458" providerId="LiveId" clId="{788BA123-62C9-4DDC-86E5-A6BCA4600216}" dt="2026-03-03T01:50:20.032" v="2762" actId="478"/>
          <ac:spMkLst>
            <pc:docMk/>
            <pc:sldMk cId="3454015702" sldId="313"/>
            <ac:spMk id="18" creationId="{49833336-06D0-295E-0E43-7BED3F6830E6}"/>
          </ac:spMkLst>
        </pc:spChg>
        <pc:spChg chg="add del">
          <ac:chgData name="Jacob Wyngaard" userId="6181fcd471e98458" providerId="LiveId" clId="{788BA123-62C9-4DDC-86E5-A6BCA4600216}" dt="2026-03-03T01:50:20.032" v="2762" actId="478"/>
          <ac:spMkLst>
            <pc:docMk/>
            <pc:sldMk cId="3454015702" sldId="313"/>
            <ac:spMk id="19" creationId="{FF8DA14A-8EF0-D3A9-951C-419BCE6217B1}"/>
          </ac:spMkLst>
        </pc:spChg>
        <pc:spChg chg="del">
          <ac:chgData name="Jacob Wyngaard" userId="6181fcd471e98458" providerId="LiveId" clId="{788BA123-62C9-4DDC-86E5-A6BCA4600216}" dt="2026-03-03T01:50:12.173" v="2757" actId="478"/>
          <ac:spMkLst>
            <pc:docMk/>
            <pc:sldMk cId="3454015702" sldId="313"/>
            <ac:spMk id="20" creationId="{314C3B83-B51E-6B8B-958C-E47683C1916B}"/>
          </ac:spMkLst>
        </pc:spChg>
        <pc:spChg chg="add del">
          <ac:chgData name="Jacob Wyngaard" userId="6181fcd471e98458" providerId="LiveId" clId="{788BA123-62C9-4DDC-86E5-A6BCA4600216}" dt="2026-03-03T01:50:20.032" v="2762" actId="478"/>
          <ac:spMkLst>
            <pc:docMk/>
            <pc:sldMk cId="3454015702" sldId="313"/>
            <ac:spMk id="22" creationId="{3CD6C20D-585F-ED3E-EED4-EAB88D793C08}"/>
          </ac:spMkLst>
        </pc:spChg>
        <pc:spChg chg="add mod">
          <ac:chgData name="Jacob Wyngaard" userId="6181fcd471e98458" providerId="LiveId" clId="{788BA123-62C9-4DDC-86E5-A6BCA4600216}" dt="2026-03-03T01:51:25.682" v="2780" actId="1076"/>
          <ac:spMkLst>
            <pc:docMk/>
            <pc:sldMk cId="3454015702" sldId="313"/>
            <ac:spMk id="24" creationId="{CA9A164E-92D1-4ADB-55B6-07A3EA48A4CF}"/>
          </ac:spMkLst>
        </pc:spChg>
        <pc:spChg chg="add mod">
          <ac:chgData name="Jacob Wyngaard" userId="6181fcd471e98458" providerId="LiveId" clId="{788BA123-62C9-4DDC-86E5-A6BCA4600216}" dt="2026-03-03T01:51:36.079" v="2781" actId="1076"/>
          <ac:spMkLst>
            <pc:docMk/>
            <pc:sldMk cId="3454015702" sldId="313"/>
            <ac:spMk id="25" creationId="{5792AC8F-26AA-7398-8D58-EB6EF88E14EA}"/>
          </ac:spMkLst>
        </pc:spChg>
        <pc:spChg chg="add mod">
          <ac:chgData name="Jacob Wyngaard" userId="6181fcd471e98458" providerId="LiveId" clId="{788BA123-62C9-4DDC-86E5-A6BCA4600216}" dt="2026-03-03T01:51:42.198" v="2782" actId="1076"/>
          <ac:spMkLst>
            <pc:docMk/>
            <pc:sldMk cId="3454015702" sldId="313"/>
            <ac:spMk id="26" creationId="{7CFE1EB2-820B-AB37-22B4-1A992024BD17}"/>
          </ac:spMkLst>
        </pc:spChg>
        <pc:spChg chg="add mod">
          <ac:chgData name="Jacob Wyngaard" userId="6181fcd471e98458" providerId="LiveId" clId="{788BA123-62C9-4DDC-86E5-A6BCA4600216}" dt="2026-03-03T01:51:18.972" v="2779" actId="1076"/>
          <ac:spMkLst>
            <pc:docMk/>
            <pc:sldMk cId="3454015702" sldId="313"/>
            <ac:spMk id="27" creationId="{A1ADDCA8-9181-0636-8D20-5973712A3A89}"/>
          </ac:spMkLst>
        </pc:spChg>
        <pc:spChg chg="add mod">
          <ac:chgData name="Jacob Wyngaard" userId="6181fcd471e98458" providerId="LiveId" clId="{788BA123-62C9-4DDC-86E5-A6BCA4600216}" dt="2026-03-03T01:51:48.428" v="2783" actId="1076"/>
          <ac:spMkLst>
            <pc:docMk/>
            <pc:sldMk cId="3454015702" sldId="313"/>
            <ac:spMk id="28" creationId="{B31DD8B1-BAD0-EFD2-F046-02D3CBFF6C96}"/>
          </ac:spMkLst>
        </pc:spChg>
        <pc:spChg chg="add mod">
          <ac:chgData name="Jacob Wyngaard" userId="6181fcd471e98458" providerId="LiveId" clId="{788BA123-62C9-4DDC-86E5-A6BCA4600216}" dt="2026-03-03T01:51:25.682" v="2780" actId="1076"/>
          <ac:spMkLst>
            <pc:docMk/>
            <pc:sldMk cId="3454015702" sldId="313"/>
            <ac:spMk id="29" creationId="{37D90C45-48F1-4E4B-568B-7A8D7370EAC0}"/>
          </ac:spMkLst>
        </pc:spChg>
        <pc:spChg chg="mod">
          <ac:chgData name="Jacob Wyngaard" userId="6181fcd471e98458" providerId="LiveId" clId="{788BA123-62C9-4DDC-86E5-A6BCA4600216}" dt="2026-03-03T01:50:43.761" v="2773" actId="1076"/>
          <ac:spMkLst>
            <pc:docMk/>
            <pc:sldMk cId="3454015702" sldId="313"/>
            <ac:spMk id="30" creationId="{A5CFB314-3D6F-2639-E62B-3512A462DEBA}"/>
          </ac:spMkLst>
        </pc:spChg>
        <pc:spChg chg="add del mod">
          <ac:chgData name="Jacob Wyngaard" userId="6181fcd471e98458" providerId="LiveId" clId="{788BA123-62C9-4DDC-86E5-A6BCA4600216}" dt="2026-03-03T01:50:50.557" v="2776" actId="1076"/>
          <ac:spMkLst>
            <pc:docMk/>
            <pc:sldMk cId="3454015702" sldId="313"/>
            <ac:spMk id="31" creationId="{87DBDEB5-4C5A-33C3-9757-FE6DC149E495}"/>
          </ac:spMkLst>
        </pc:spChg>
        <pc:spChg chg="add mod">
          <ac:chgData name="Jacob Wyngaard" userId="6181fcd471e98458" providerId="LiveId" clId="{788BA123-62C9-4DDC-86E5-A6BCA4600216}" dt="2026-03-03T01:51:42.198" v="2782" actId="1076"/>
          <ac:spMkLst>
            <pc:docMk/>
            <pc:sldMk cId="3454015702" sldId="313"/>
            <ac:spMk id="32" creationId="{DE07AE6A-9A12-6F0A-48C9-EC29E876DBAB}"/>
          </ac:spMkLst>
        </pc:spChg>
        <pc:spChg chg="add mod">
          <ac:chgData name="Jacob Wyngaard" userId="6181fcd471e98458" providerId="LiveId" clId="{788BA123-62C9-4DDC-86E5-A6BCA4600216}" dt="2026-03-03T01:51:36.079" v="2781" actId="1076"/>
          <ac:spMkLst>
            <pc:docMk/>
            <pc:sldMk cId="3454015702" sldId="313"/>
            <ac:spMk id="33" creationId="{35409466-1753-7F12-98C9-E6A9C06371EA}"/>
          </ac:spMkLst>
        </pc:spChg>
        <pc:spChg chg="add mod">
          <ac:chgData name="Jacob Wyngaard" userId="6181fcd471e98458" providerId="LiveId" clId="{788BA123-62C9-4DDC-86E5-A6BCA4600216}" dt="2026-03-03T01:51:18.972" v="2779" actId="1076"/>
          <ac:spMkLst>
            <pc:docMk/>
            <pc:sldMk cId="3454015702" sldId="313"/>
            <ac:spMk id="34" creationId="{98B33A37-BE77-49E1-607B-879064D63A40}"/>
          </ac:spMkLst>
        </pc:spChg>
        <pc:spChg chg="add mod">
          <ac:chgData name="Jacob Wyngaard" userId="6181fcd471e98458" providerId="LiveId" clId="{788BA123-62C9-4DDC-86E5-A6BCA4600216}" dt="2026-03-03T01:51:48.428" v="2783" actId="1076"/>
          <ac:spMkLst>
            <pc:docMk/>
            <pc:sldMk cId="3454015702" sldId="313"/>
            <ac:spMk id="35" creationId="{90E6623A-2499-052B-DD20-31A3950CBB00}"/>
          </ac:spMkLst>
        </pc:spChg>
        <pc:spChg chg="add mod">
          <ac:chgData name="Jacob Wyngaard" userId="6181fcd471e98458" providerId="LiveId" clId="{788BA123-62C9-4DDC-86E5-A6BCA4600216}" dt="2026-03-03T01:54:09.878" v="2830" actId="1036"/>
          <ac:spMkLst>
            <pc:docMk/>
            <pc:sldMk cId="3454015702" sldId="313"/>
            <ac:spMk id="36" creationId="{D66D1280-936D-F516-3BC2-673B952BF180}"/>
          </ac:spMkLst>
        </pc:spChg>
        <pc:spChg chg="add mod">
          <ac:chgData name="Jacob Wyngaard" userId="6181fcd471e98458" providerId="LiveId" clId="{788BA123-62C9-4DDC-86E5-A6BCA4600216}" dt="2026-03-03T01:54:09.878" v="2830" actId="1036"/>
          <ac:spMkLst>
            <pc:docMk/>
            <pc:sldMk cId="3454015702" sldId="313"/>
            <ac:spMk id="37" creationId="{DA50329F-8C83-1DC6-4D06-26D8CED83151}"/>
          </ac:spMkLst>
        </pc:spChg>
        <pc:spChg chg="add mod">
          <ac:chgData name="Jacob Wyngaard" userId="6181fcd471e98458" providerId="LiveId" clId="{788BA123-62C9-4DDC-86E5-A6BCA4600216}" dt="2026-03-03T01:54:09.878" v="2830" actId="1036"/>
          <ac:spMkLst>
            <pc:docMk/>
            <pc:sldMk cId="3454015702" sldId="313"/>
            <ac:spMk id="38" creationId="{08391E69-D4C3-6609-0DF8-09584078605F}"/>
          </ac:spMkLst>
        </pc:spChg>
        <pc:spChg chg="add mod">
          <ac:chgData name="Jacob Wyngaard" userId="6181fcd471e98458" providerId="LiveId" clId="{788BA123-62C9-4DDC-86E5-A6BCA4600216}" dt="2026-03-03T01:54:17.767" v="2831" actId="1076"/>
          <ac:spMkLst>
            <pc:docMk/>
            <pc:sldMk cId="3454015702" sldId="313"/>
            <ac:spMk id="39" creationId="{469E0E52-5869-D8FF-12AE-AE5A50338D90}"/>
          </ac:spMkLst>
        </pc:spChg>
        <pc:spChg chg="add mod">
          <ac:chgData name="Jacob Wyngaard" userId="6181fcd471e98458" providerId="LiveId" clId="{788BA123-62C9-4DDC-86E5-A6BCA4600216}" dt="2026-03-03T01:54:43.266" v="2834" actId="13822"/>
          <ac:spMkLst>
            <pc:docMk/>
            <pc:sldMk cId="3454015702" sldId="313"/>
            <ac:spMk id="40" creationId="{ADEF7FC5-B910-0B0C-A99C-1243D8B910C0}"/>
          </ac:spMkLst>
        </pc:spChg>
        <pc:spChg chg="add mod">
          <ac:chgData name="Jacob Wyngaard" userId="6181fcd471e98458" providerId="LiveId" clId="{788BA123-62C9-4DDC-86E5-A6BCA4600216}" dt="2026-03-03T01:54:53.816" v="2838" actId="1076"/>
          <ac:spMkLst>
            <pc:docMk/>
            <pc:sldMk cId="3454015702" sldId="313"/>
            <ac:spMk id="41" creationId="{1EC62BF8-5E35-FF60-7808-1B99BFE6CF6D}"/>
          </ac:spMkLst>
        </pc:spChg>
        <pc:spChg chg="add mod">
          <ac:chgData name="Jacob Wyngaard" userId="6181fcd471e98458" providerId="LiveId" clId="{788BA123-62C9-4DDC-86E5-A6BCA4600216}" dt="2026-03-03T01:55:13.563" v="2850" actId="1035"/>
          <ac:spMkLst>
            <pc:docMk/>
            <pc:sldMk cId="3454015702" sldId="313"/>
            <ac:spMk id="42" creationId="{7620F201-C687-8A46-AF47-C96966C57D8B}"/>
          </ac:spMkLst>
        </pc:spChg>
        <pc:spChg chg="add mod">
          <ac:chgData name="Jacob Wyngaard" userId="6181fcd471e98458" providerId="LiveId" clId="{788BA123-62C9-4DDC-86E5-A6BCA4600216}" dt="2026-03-03T01:55:30.084" v="2854" actId="1076"/>
          <ac:spMkLst>
            <pc:docMk/>
            <pc:sldMk cId="3454015702" sldId="313"/>
            <ac:spMk id="43" creationId="{51DFBE7D-A678-3E07-B3FA-74DAF1E28BE6}"/>
          </ac:spMkLst>
        </pc:spChg>
        <pc:spChg chg="add mod">
          <ac:chgData name="Jacob Wyngaard" userId="6181fcd471e98458" providerId="LiveId" clId="{788BA123-62C9-4DDC-86E5-A6BCA4600216}" dt="2026-03-03T01:55:40.936" v="2858" actId="1076"/>
          <ac:spMkLst>
            <pc:docMk/>
            <pc:sldMk cId="3454015702" sldId="313"/>
            <ac:spMk id="44" creationId="{246E7CA2-5257-16AF-C8F4-DACF7FCB960A}"/>
          </ac:spMkLst>
        </pc:spChg>
        <pc:spChg chg="add mod">
          <ac:chgData name="Jacob Wyngaard" userId="6181fcd471e98458" providerId="LiveId" clId="{788BA123-62C9-4DDC-86E5-A6BCA4600216}" dt="2026-03-03T01:55:51.789" v="2862" actId="1076"/>
          <ac:spMkLst>
            <pc:docMk/>
            <pc:sldMk cId="3454015702" sldId="313"/>
            <ac:spMk id="45" creationId="{79AE8014-CFC1-865E-C257-111F6F1B901A}"/>
          </ac:spMkLst>
        </pc:spChg>
        <pc:spChg chg="add mod">
          <ac:chgData name="Jacob Wyngaard" userId="6181fcd471e98458" providerId="LiveId" clId="{788BA123-62C9-4DDC-86E5-A6BCA4600216}" dt="2026-03-03T02:35:57.571" v="3048"/>
          <ac:spMkLst>
            <pc:docMk/>
            <pc:sldMk cId="3454015702" sldId="313"/>
            <ac:spMk id="46" creationId="{4722FA31-ABF6-37B3-0E12-70F69F4026B1}"/>
          </ac:spMkLst>
        </pc:spChg>
        <pc:graphicFrameChg chg="add">
          <ac:chgData name="Jacob Wyngaard" userId="6181fcd471e98458" providerId="LiveId" clId="{788BA123-62C9-4DDC-86E5-A6BCA4600216}" dt="2026-03-03T01:50:56.997" v="2777"/>
          <ac:graphicFrameMkLst>
            <pc:docMk/>
            <pc:sldMk cId="3454015702" sldId="313"/>
            <ac:graphicFrameMk id="23" creationId="{80B78E2C-F189-850A-C4D1-A337999D67C5}"/>
          </ac:graphicFrameMkLst>
        </pc:graphicFrameChg>
        <pc:picChg chg="del">
          <ac:chgData name="Jacob Wyngaard" userId="6181fcd471e98458" providerId="LiveId" clId="{788BA123-62C9-4DDC-86E5-A6BCA4600216}" dt="2026-03-03T01:50:14.017" v="2759" actId="478"/>
          <ac:picMkLst>
            <pc:docMk/>
            <pc:sldMk cId="3454015702" sldId="313"/>
            <ac:picMk id="2" creationId="{4F9197B1-509D-4604-C7DD-3C97E9463950}"/>
          </ac:picMkLst>
        </pc:picChg>
        <pc:picChg chg="mod">
          <ac:chgData name="Jacob Wyngaard" userId="6181fcd471e98458" providerId="LiveId" clId="{788BA123-62C9-4DDC-86E5-A6BCA4600216}" dt="2026-03-03T01:50:31.557" v="2768" actId="1076"/>
          <ac:picMkLst>
            <pc:docMk/>
            <pc:sldMk cId="3454015702" sldId="313"/>
            <ac:picMk id="14" creationId="{2954CEB2-F620-FA96-6307-949E8A31358C}"/>
          </ac:picMkLst>
        </pc:picChg>
      </pc:sldChg>
      <pc:sldChg chg="addSp delSp modSp add mod">
        <pc:chgData name="Jacob Wyngaard" userId="6181fcd471e98458" providerId="LiveId" clId="{788BA123-62C9-4DDC-86E5-A6BCA4600216}" dt="2026-03-03T03:27:37.481" v="4707" actId="14100"/>
        <pc:sldMkLst>
          <pc:docMk/>
          <pc:sldMk cId="3167256528" sldId="325"/>
        </pc:sldMkLst>
        <pc:spChg chg="add mod">
          <ac:chgData name="Jacob Wyngaard" userId="6181fcd471e98458" providerId="LiveId" clId="{788BA123-62C9-4DDC-86E5-A6BCA4600216}" dt="2026-03-03T03:26:57.786" v="4664" actId="1076"/>
          <ac:spMkLst>
            <pc:docMk/>
            <pc:sldMk cId="3167256528" sldId="325"/>
            <ac:spMk id="2" creationId="{6F3BC85D-DF76-A533-7A44-E875A8E5C12C}"/>
          </ac:spMkLst>
        </pc:spChg>
        <pc:spChg chg="add mod">
          <ac:chgData name="Jacob Wyngaard" userId="6181fcd471e98458" providerId="LiveId" clId="{788BA123-62C9-4DDC-86E5-A6BCA4600216}" dt="2026-03-03T03:27:02.226" v="4665" actId="1076"/>
          <ac:spMkLst>
            <pc:docMk/>
            <pc:sldMk cId="3167256528" sldId="325"/>
            <ac:spMk id="3" creationId="{5971A4AF-7662-31B4-5AD7-95F3CB2EF888}"/>
          </ac:spMkLst>
        </pc:spChg>
        <pc:spChg chg="add mod">
          <ac:chgData name="Jacob Wyngaard" userId="6181fcd471e98458" providerId="LiveId" clId="{788BA123-62C9-4DDC-86E5-A6BCA4600216}" dt="2026-03-03T03:27:37.481" v="4707" actId="14100"/>
          <ac:spMkLst>
            <pc:docMk/>
            <pc:sldMk cId="3167256528" sldId="325"/>
            <ac:spMk id="4" creationId="{FC08E46A-142E-A5B3-A54D-B52A69BA8A9C}"/>
          </ac:spMkLst>
        </pc:spChg>
        <pc:spChg chg="add mod">
          <ac:chgData name="Jacob Wyngaard" userId="6181fcd471e98458" providerId="LiveId" clId="{788BA123-62C9-4DDC-86E5-A6BCA4600216}" dt="2026-03-03T03:26:42.413" v="4658" actId="403"/>
          <ac:spMkLst>
            <pc:docMk/>
            <pc:sldMk cId="3167256528" sldId="325"/>
            <ac:spMk id="7" creationId="{16809599-772B-7CD9-EBEF-88FF41BF00F2}"/>
          </ac:spMkLst>
        </pc:spChg>
        <pc:spChg chg="mod">
          <ac:chgData name="Jacob Wyngaard" userId="6181fcd471e98458" providerId="LiveId" clId="{788BA123-62C9-4DDC-86E5-A6BCA4600216}" dt="2026-02-25T04:03:20.241" v="262" actId="1076"/>
          <ac:spMkLst>
            <pc:docMk/>
            <pc:sldMk cId="3167256528" sldId="325"/>
            <ac:spMk id="9" creationId="{AE896D22-333A-A5D6-6D9F-2312237C45C5}"/>
          </ac:spMkLst>
        </pc:spChg>
        <pc:spChg chg="add mod">
          <ac:chgData name="Jacob Wyngaard" userId="6181fcd471e98458" providerId="LiveId" clId="{788BA123-62C9-4DDC-86E5-A6BCA4600216}" dt="2026-03-03T03:26:39.211" v="4656" actId="1076"/>
          <ac:spMkLst>
            <pc:docMk/>
            <pc:sldMk cId="3167256528" sldId="325"/>
            <ac:spMk id="11" creationId="{8DB0E1B1-0BE2-A2CF-A2B0-C6EAC650537F}"/>
          </ac:spMkLst>
        </pc:spChg>
        <pc:spChg chg="add mod">
          <ac:chgData name="Jacob Wyngaard" userId="6181fcd471e98458" providerId="LiveId" clId="{788BA123-62C9-4DDC-86E5-A6BCA4600216}" dt="2026-03-03T03:26:32.175" v="4653" actId="1076"/>
          <ac:spMkLst>
            <pc:docMk/>
            <pc:sldMk cId="3167256528" sldId="325"/>
            <ac:spMk id="29" creationId="{13C9BA7E-E634-6540-A8DC-41CD9793C726}"/>
          </ac:spMkLst>
        </pc:spChg>
      </pc:sldChg>
      <pc:sldChg chg="modSp add mod ord">
        <pc:chgData name="Jacob Wyngaard" userId="6181fcd471e98458" providerId="LiveId" clId="{788BA123-62C9-4DDC-86E5-A6BCA4600216}" dt="2026-02-25T04:27:40.959" v="1015" actId="1036"/>
        <pc:sldMkLst>
          <pc:docMk/>
          <pc:sldMk cId="1605861671" sldId="327"/>
        </pc:sldMkLst>
        <pc:spChg chg="mod">
          <ac:chgData name="Jacob Wyngaard" userId="6181fcd471e98458" providerId="LiveId" clId="{788BA123-62C9-4DDC-86E5-A6BCA4600216}" dt="2026-02-25T04:27:10.474" v="1001" actId="16959"/>
          <ac:spMkLst>
            <pc:docMk/>
            <pc:sldMk cId="1605861671" sldId="327"/>
            <ac:spMk id="7" creationId="{56E38361-542E-0289-456E-AA9FAC801D6A}"/>
          </ac:spMkLst>
        </pc:spChg>
        <pc:spChg chg="mod">
          <ac:chgData name="Jacob Wyngaard" userId="6181fcd471e98458" providerId="LiveId" clId="{788BA123-62C9-4DDC-86E5-A6BCA4600216}" dt="2026-02-25T04:27:14.601" v="1002"/>
          <ac:spMkLst>
            <pc:docMk/>
            <pc:sldMk cId="1605861671" sldId="327"/>
            <ac:spMk id="14" creationId="{82E5D290-EA84-DDA6-1900-8FA57881DDDD}"/>
          </ac:spMkLst>
        </pc:spChg>
        <pc:spChg chg="mod">
          <ac:chgData name="Jacob Wyngaard" userId="6181fcd471e98458" providerId="LiveId" clId="{788BA123-62C9-4DDC-86E5-A6BCA4600216}" dt="2026-02-25T04:27:40.959" v="1015" actId="1036"/>
          <ac:spMkLst>
            <pc:docMk/>
            <pc:sldMk cId="1605861671" sldId="327"/>
            <ac:spMk id="24" creationId="{5450E358-6FF2-7820-38B3-17861A1F470B}"/>
          </ac:spMkLst>
        </pc:spChg>
        <pc:spChg chg="mod">
          <ac:chgData name="Jacob Wyngaard" userId="6181fcd471e98458" providerId="LiveId" clId="{788BA123-62C9-4DDC-86E5-A6BCA4600216}" dt="2026-02-25T04:27:40.959" v="1015" actId="1036"/>
          <ac:spMkLst>
            <pc:docMk/>
            <pc:sldMk cId="1605861671" sldId="327"/>
            <ac:spMk id="26" creationId="{1557F6B9-7FFE-D212-E1AC-BF806CC1E04D}"/>
          </ac:spMkLst>
        </pc:spChg>
        <pc:spChg chg="mod">
          <ac:chgData name="Jacob Wyngaard" userId="6181fcd471e98458" providerId="LiveId" clId="{788BA123-62C9-4DDC-86E5-A6BCA4600216}" dt="2026-02-25T04:27:40.959" v="1015" actId="1036"/>
          <ac:spMkLst>
            <pc:docMk/>
            <pc:sldMk cId="1605861671" sldId="327"/>
            <ac:spMk id="27" creationId="{9D98E94F-245A-118A-9E02-55B9F1C0F90F}"/>
          </ac:spMkLst>
        </pc:spChg>
        <pc:spChg chg="mod">
          <ac:chgData name="Jacob Wyngaard" userId="6181fcd471e98458" providerId="LiveId" clId="{788BA123-62C9-4DDC-86E5-A6BCA4600216}" dt="2026-02-25T04:27:28.678" v="1004"/>
          <ac:spMkLst>
            <pc:docMk/>
            <pc:sldMk cId="1605861671" sldId="327"/>
            <ac:spMk id="29" creationId="{FBFB7AF7-6A0E-9123-9005-FC3D4696549D}"/>
          </ac:spMkLst>
        </pc:spChg>
      </pc:sldChg>
      <pc:sldChg chg="addSp delSp modSp add del mod">
        <pc:chgData name="Jacob Wyngaard" userId="6181fcd471e98458" providerId="LiveId" clId="{788BA123-62C9-4DDC-86E5-A6BCA4600216}" dt="2026-03-03T04:16:31.633" v="6027" actId="47"/>
        <pc:sldMkLst>
          <pc:docMk/>
          <pc:sldMk cId="3160870811" sldId="328"/>
        </pc:sldMkLst>
        <pc:spChg chg="add mod">
          <ac:chgData name="Jacob Wyngaard" userId="6181fcd471e98458" providerId="LiveId" clId="{788BA123-62C9-4DDC-86E5-A6BCA4600216}" dt="2026-03-02T15:38:15.523" v="1511" actId="1076"/>
          <ac:spMkLst>
            <pc:docMk/>
            <pc:sldMk cId="3160870811" sldId="328"/>
            <ac:spMk id="2" creationId="{D8B59260-86F9-C45F-867A-89CF26E5AE99}"/>
          </ac:spMkLst>
        </pc:spChg>
        <pc:spChg chg="add mod">
          <ac:chgData name="Jacob Wyngaard" userId="6181fcd471e98458" providerId="LiveId" clId="{788BA123-62C9-4DDC-86E5-A6BCA4600216}" dt="2026-03-02T15:38:29.775" v="1514" actId="1076"/>
          <ac:spMkLst>
            <pc:docMk/>
            <pc:sldMk cId="3160870811" sldId="328"/>
            <ac:spMk id="3" creationId="{CA350D37-D931-F7E5-7E89-BB75BF7049DD}"/>
          </ac:spMkLst>
        </pc:spChg>
        <pc:spChg chg="add mod">
          <ac:chgData name="Jacob Wyngaard" userId="6181fcd471e98458" providerId="LiveId" clId="{788BA123-62C9-4DDC-86E5-A6BCA4600216}" dt="2026-03-02T15:38:50.222" v="1524" actId="1076"/>
          <ac:spMkLst>
            <pc:docMk/>
            <pc:sldMk cId="3160870811" sldId="328"/>
            <ac:spMk id="4" creationId="{C1A28DFB-63D9-201D-EF8D-5360625D1CE5}"/>
          </ac:spMkLst>
        </pc:spChg>
        <pc:spChg chg="del">
          <ac:chgData name="Jacob Wyngaard" userId="6181fcd471e98458" providerId="LiveId" clId="{788BA123-62C9-4DDC-86E5-A6BCA4600216}" dt="2026-03-02T15:23:38.840" v="1353" actId="478"/>
          <ac:spMkLst>
            <pc:docMk/>
            <pc:sldMk cId="3160870811" sldId="328"/>
            <ac:spMk id="7" creationId="{9C14DAA1-E853-DB83-EA91-0C6F243CE718}"/>
          </ac:spMkLst>
        </pc:spChg>
        <pc:spChg chg="mod">
          <ac:chgData name="Jacob Wyngaard" userId="6181fcd471e98458" providerId="LiveId" clId="{788BA123-62C9-4DDC-86E5-A6BCA4600216}" dt="2026-03-02T15:25:04.151" v="1389" actId="1076"/>
          <ac:spMkLst>
            <pc:docMk/>
            <pc:sldMk cId="3160870811" sldId="328"/>
            <ac:spMk id="9" creationId="{63422E65-D36F-4F23-6735-2EF06556A13A}"/>
          </ac:spMkLst>
        </pc:spChg>
        <pc:spChg chg="add mod">
          <ac:chgData name="Jacob Wyngaard" userId="6181fcd471e98458" providerId="LiveId" clId="{788BA123-62C9-4DDC-86E5-A6BCA4600216}" dt="2026-03-02T15:38:19.560" v="1513" actId="403"/>
          <ac:spMkLst>
            <pc:docMk/>
            <pc:sldMk cId="3160870811" sldId="328"/>
            <ac:spMk id="10" creationId="{9C62B76C-3B33-FE38-4F6D-E0255CF9E017}"/>
          </ac:spMkLst>
        </pc:spChg>
        <pc:spChg chg="del">
          <ac:chgData name="Jacob Wyngaard" userId="6181fcd471e98458" providerId="LiveId" clId="{788BA123-62C9-4DDC-86E5-A6BCA4600216}" dt="2026-03-02T15:23:40.004" v="1354" actId="478"/>
          <ac:spMkLst>
            <pc:docMk/>
            <pc:sldMk cId="3160870811" sldId="328"/>
            <ac:spMk id="11" creationId="{C9404A8D-8A0A-5A9B-2A4C-E3EA79D6759A}"/>
          </ac:spMkLst>
        </pc:spChg>
        <pc:spChg chg="add mod">
          <ac:chgData name="Jacob Wyngaard" userId="6181fcd471e98458" providerId="LiveId" clId="{788BA123-62C9-4DDC-86E5-A6BCA4600216}" dt="2026-03-02T15:38:10.247" v="1510" actId="1076"/>
          <ac:spMkLst>
            <pc:docMk/>
            <pc:sldMk cId="3160870811" sldId="328"/>
            <ac:spMk id="12" creationId="{49068EE0-5EC4-60E1-A425-C1E8D05C878D}"/>
          </ac:spMkLst>
        </pc:spChg>
        <pc:spChg chg="add mod">
          <ac:chgData name="Jacob Wyngaard" userId="6181fcd471e98458" providerId="LiveId" clId="{788BA123-62C9-4DDC-86E5-A6BCA4600216}" dt="2026-03-02T15:38:52.957" v="1528" actId="1035"/>
          <ac:spMkLst>
            <pc:docMk/>
            <pc:sldMk cId="3160870811" sldId="328"/>
            <ac:spMk id="13" creationId="{A5653989-540B-604C-1EB3-60AC1B228650}"/>
          </ac:spMkLst>
        </pc:spChg>
        <pc:spChg chg="add mod">
          <ac:chgData name="Jacob Wyngaard" userId="6181fcd471e98458" providerId="LiveId" clId="{788BA123-62C9-4DDC-86E5-A6BCA4600216}" dt="2026-03-02T15:40:34.709" v="1580" actId="403"/>
          <ac:spMkLst>
            <pc:docMk/>
            <pc:sldMk cId="3160870811" sldId="328"/>
            <ac:spMk id="17" creationId="{A7DE2D7A-6674-D01F-6109-DFBEA797AE19}"/>
          </ac:spMkLst>
        </pc:spChg>
        <pc:spChg chg="del">
          <ac:chgData name="Jacob Wyngaard" userId="6181fcd471e98458" providerId="LiveId" clId="{788BA123-62C9-4DDC-86E5-A6BCA4600216}" dt="2026-03-02T15:23:40.751" v="1355" actId="478"/>
          <ac:spMkLst>
            <pc:docMk/>
            <pc:sldMk cId="3160870811" sldId="328"/>
            <ac:spMk id="29" creationId="{6310C9DA-55CB-A130-1077-769CF9BCCC13}"/>
          </ac:spMkLst>
        </pc:spChg>
        <pc:graphicFrameChg chg="add mod modGraphic">
          <ac:chgData name="Jacob Wyngaard" userId="6181fcd471e98458" providerId="LiveId" clId="{788BA123-62C9-4DDC-86E5-A6BCA4600216}" dt="2026-03-02T15:40:02.905" v="1564" actId="1076"/>
          <ac:graphicFrameMkLst>
            <pc:docMk/>
            <pc:sldMk cId="3160870811" sldId="328"/>
            <ac:graphicFrameMk id="5" creationId="{E54ACC54-DA31-B62F-5B88-64E59299211C}"/>
          </ac:graphicFrameMkLst>
        </pc:graphicFrameChg>
        <pc:graphicFrameChg chg="add mod modGraphic">
          <ac:chgData name="Jacob Wyngaard" userId="6181fcd471e98458" providerId="LiveId" clId="{788BA123-62C9-4DDC-86E5-A6BCA4600216}" dt="2026-03-02T15:40:55.593" v="1592" actId="20577"/>
          <ac:graphicFrameMkLst>
            <pc:docMk/>
            <pc:sldMk cId="3160870811" sldId="328"/>
            <ac:graphicFrameMk id="14" creationId="{862149C5-A7CE-5D95-2698-C92B9E387C65}"/>
          </ac:graphicFrameMkLst>
        </pc:graphicFrameChg>
        <pc:graphicFrameChg chg="add mod">
          <ac:chgData name="Jacob Wyngaard" userId="6181fcd471e98458" providerId="LiveId" clId="{788BA123-62C9-4DDC-86E5-A6BCA4600216}" dt="2026-03-02T15:41:08.506" v="1601" actId="20577"/>
          <ac:graphicFrameMkLst>
            <pc:docMk/>
            <pc:sldMk cId="3160870811" sldId="328"/>
            <ac:graphicFrameMk id="15" creationId="{81EA60BA-2479-BF02-3BCC-68C8AC03DC07}"/>
          </ac:graphicFrameMkLst>
        </pc:graphicFrameChg>
      </pc:sldChg>
      <pc:sldChg chg="add del">
        <pc:chgData name="Jacob Wyngaard" userId="6181fcd471e98458" providerId="LiveId" clId="{788BA123-62C9-4DDC-86E5-A6BCA4600216}" dt="2026-03-02T15:41:31.387" v="1603" actId="47"/>
        <pc:sldMkLst>
          <pc:docMk/>
          <pc:sldMk cId="2621891374" sldId="329"/>
        </pc:sldMkLst>
      </pc:sldChg>
      <pc:sldChg chg="del">
        <pc:chgData name="Jacob Wyngaard" userId="6181fcd471e98458" providerId="LiveId" clId="{788BA123-62C9-4DDC-86E5-A6BCA4600216}" dt="2026-03-03T04:16:31.633" v="6027" actId="47"/>
        <pc:sldMkLst>
          <pc:docMk/>
          <pc:sldMk cId="1993555734" sldId="330"/>
        </pc:sldMkLst>
      </pc:sldChg>
      <pc:sldChg chg="del">
        <pc:chgData name="Jacob Wyngaard" userId="6181fcd471e98458" providerId="LiveId" clId="{788BA123-62C9-4DDC-86E5-A6BCA4600216}" dt="2026-03-03T04:16:31.633" v="6027" actId="47"/>
        <pc:sldMkLst>
          <pc:docMk/>
          <pc:sldMk cId="3666037056" sldId="331"/>
        </pc:sldMkLst>
      </pc:sldChg>
      <pc:sldChg chg="del">
        <pc:chgData name="Jacob Wyngaard" userId="6181fcd471e98458" providerId="LiveId" clId="{788BA123-62C9-4DDC-86E5-A6BCA4600216}" dt="2026-03-03T04:16:31.633" v="6027" actId="47"/>
        <pc:sldMkLst>
          <pc:docMk/>
          <pc:sldMk cId="1699147710" sldId="332"/>
        </pc:sldMkLst>
      </pc:sldChg>
      <pc:sldChg chg="del">
        <pc:chgData name="Jacob Wyngaard" userId="6181fcd471e98458" providerId="LiveId" clId="{788BA123-62C9-4DDC-86E5-A6BCA4600216}" dt="2026-03-03T04:16:31.633" v="6027" actId="47"/>
        <pc:sldMkLst>
          <pc:docMk/>
          <pc:sldMk cId="2294539923" sldId="333"/>
        </pc:sldMkLst>
      </pc:sldChg>
      <pc:sldChg chg="del">
        <pc:chgData name="Jacob Wyngaard" userId="6181fcd471e98458" providerId="LiveId" clId="{788BA123-62C9-4DDC-86E5-A6BCA4600216}" dt="2026-03-03T04:16:31.633" v="6027" actId="47"/>
        <pc:sldMkLst>
          <pc:docMk/>
          <pc:sldMk cId="511081154" sldId="334"/>
        </pc:sldMkLst>
      </pc:sldChg>
      <pc:sldChg chg="del">
        <pc:chgData name="Jacob Wyngaard" userId="6181fcd471e98458" providerId="LiveId" clId="{788BA123-62C9-4DDC-86E5-A6BCA4600216}" dt="2026-03-03T04:16:31.633" v="6027" actId="47"/>
        <pc:sldMkLst>
          <pc:docMk/>
          <pc:sldMk cId="1954367950" sldId="336"/>
        </pc:sldMkLst>
      </pc:sldChg>
      <pc:sldChg chg="del">
        <pc:chgData name="Jacob Wyngaard" userId="6181fcd471e98458" providerId="LiveId" clId="{788BA123-62C9-4DDC-86E5-A6BCA4600216}" dt="2026-03-03T04:16:31.633" v="6027" actId="47"/>
        <pc:sldMkLst>
          <pc:docMk/>
          <pc:sldMk cId="1693348115" sldId="337"/>
        </pc:sldMkLst>
      </pc:sldChg>
      <pc:sldChg chg="delSp modSp add mod">
        <pc:chgData name="Jacob Wyngaard" userId="6181fcd471e98458" providerId="LiveId" clId="{788BA123-62C9-4DDC-86E5-A6BCA4600216}" dt="2026-03-03T02:53:35.094" v="4116" actId="20577"/>
        <pc:sldMkLst>
          <pc:docMk/>
          <pc:sldMk cId="436822231" sldId="338"/>
        </pc:sldMkLst>
        <pc:spChg chg="mod">
          <ac:chgData name="Jacob Wyngaard" userId="6181fcd471e98458" providerId="LiveId" clId="{788BA123-62C9-4DDC-86E5-A6BCA4600216}" dt="2026-03-03T02:53:35.094" v="4116" actId="20577"/>
          <ac:spMkLst>
            <pc:docMk/>
            <pc:sldMk cId="436822231" sldId="338"/>
            <ac:spMk id="7" creationId="{943C6E7A-92D3-586E-ACB8-20BD4C7E51FB}"/>
          </ac:spMkLst>
        </pc:spChg>
        <pc:spChg chg="mod">
          <ac:chgData name="Jacob Wyngaard" userId="6181fcd471e98458" providerId="LiveId" clId="{788BA123-62C9-4DDC-86E5-A6BCA4600216}" dt="2026-03-03T02:35:21.441" v="3036" actId="20577"/>
          <ac:spMkLst>
            <pc:docMk/>
            <pc:sldMk cId="436822231" sldId="338"/>
            <ac:spMk id="9" creationId="{659B6A69-86DD-EE03-01BC-5D609A715FB6}"/>
          </ac:spMkLst>
        </pc:spChg>
        <pc:spChg chg="del">
          <ac:chgData name="Jacob Wyngaard" userId="6181fcd471e98458" providerId="LiveId" clId="{788BA123-62C9-4DDC-86E5-A6BCA4600216}" dt="2026-03-03T01:13:54.027" v="1642" actId="478"/>
          <ac:spMkLst>
            <pc:docMk/>
            <pc:sldMk cId="436822231" sldId="338"/>
            <ac:spMk id="11" creationId="{27E8AF88-092D-F375-3402-1B69F1EE2081}"/>
          </ac:spMkLst>
        </pc:spChg>
        <pc:spChg chg="del">
          <ac:chgData name="Jacob Wyngaard" userId="6181fcd471e98458" providerId="LiveId" clId="{788BA123-62C9-4DDC-86E5-A6BCA4600216}" dt="2026-03-03T01:13:51.997" v="1641" actId="478"/>
          <ac:spMkLst>
            <pc:docMk/>
            <pc:sldMk cId="436822231" sldId="338"/>
            <ac:spMk id="29" creationId="{B5BCB25F-AB6B-1C0F-478C-08843AA6486A}"/>
          </ac:spMkLst>
        </pc:spChg>
      </pc:sldChg>
      <pc:sldChg chg="addSp delSp modSp add mod">
        <pc:chgData name="Jacob Wyngaard" userId="6181fcd471e98458" providerId="LiveId" clId="{788BA123-62C9-4DDC-86E5-A6BCA4600216}" dt="2026-03-03T02:35:38.660" v="3042"/>
        <pc:sldMkLst>
          <pc:docMk/>
          <pc:sldMk cId="3916718522" sldId="339"/>
        </pc:sldMkLst>
        <pc:spChg chg="del">
          <ac:chgData name="Jacob Wyngaard" userId="6181fcd471e98458" providerId="LiveId" clId="{788BA123-62C9-4DDC-86E5-A6BCA4600216}" dt="2026-03-03T01:28:20.936" v="2311" actId="478"/>
          <ac:spMkLst>
            <pc:docMk/>
            <pc:sldMk cId="3916718522" sldId="339"/>
            <ac:spMk id="3" creationId="{22651609-C535-1DCE-FD0D-588B7278B99D}"/>
          </ac:spMkLst>
        </pc:spChg>
        <pc:spChg chg="add del mod">
          <ac:chgData name="Jacob Wyngaard" userId="6181fcd471e98458" providerId="LiveId" clId="{788BA123-62C9-4DDC-86E5-A6BCA4600216}" dt="2026-03-03T01:31:06.039" v="2460" actId="1076"/>
          <ac:spMkLst>
            <pc:docMk/>
            <pc:sldMk cId="3916718522" sldId="339"/>
            <ac:spMk id="4" creationId="{8A5C5F6E-DF44-6225-C736-344B697BEADF}"/>
          </ac:spMkLst>
        </pc:spChg>
        <pc:spChg chg="del">
          <ac:chgData name="Jacob Wyngaard" userId="6181fcd471e98458" providerId="LiveId" clId="{788BA123-62C9-4DDC-86E5-A6BCA4600216}" dt="2026-03-03T01:28:20.936" v="2311" actId="478"/>
          <ac:spMkLst>
            <pc:docMk/>
            <pc:sldMk cId="3916718522" sldId="339"/>
            <ac:spMk id="5" creationId="{460C5E16-D871-CA95-AD60-502622078EA2}"/>
          </ac:spMkLst>
        </pc:spChg>
        <pc:spChg chg="del">
          <ac:chgData name="Jacob Wyngaard" userId="6181fcd471e98458" providerId="LiveId" clId="{788BA123-62C9-4DDC-86E5-A6BCA4600216}" dt="2026-03-03T01:28:23.848" v="2315" actId="478"/>
          <ac:spMkLst>
            <pc:docMk/>
            <pc:sldMk cId="3916718522" sldId="339"/>
            <ac:spMk id="7" creationId="{774215E3-D327-B909-1916-6981DF3384FA}"/>
          </ac:spMkLst>
        </pc:spChg>
        <pc:spChg chg="add del mod">
          <ac:chgData name="Jacob Wyngaard" userId="6181fcd471e98458" providerId="LiveId" clId="{788BA123-62C9-4DDC-86E5-A6BCA4600216}" dt="2026-03-03T01:31:11.179" v="2461" actId="478"/>
          <ac:spMkLst>
            <pc:docMk/>
            <pc:sldMk cId="3916718522" sldId="339"/>
            <ac:spMk id="9" creationId="{38357231-D483-0F9A-8215-A848B7C8BCDD}"/>
          </ac:spMkLst>
        </pc:spChg>
        <pc:spChg chg="del">
          <ac:chgData name="Jacob Wyngaard" userId="6181fcd471e98458" providerId="LiveId" clId="{788BA123-62C9-4DDC-86E5-A6BCA4600216}" dt="2026-03-03T01:28:20.936" v="2311" actId="478"/>
          <ac:spMkLst>
            <pc:docMk/>
            <pc:sldMk cId="3916718522" sldId="339"/>
            <ac:spMk id="10" creationId="{65676788-F80F-7518-1953-36FB71517ADC}"/>
          </ac:spMkLst>
        </pc:spChg>
        <pc:spChg chg="del">
          <ac:chgData name="Jacob Wyngaard" userId="6181fcd471e98458" providerId="LiveId" clId="{788BA123-62C9-4DDC-86E5-A6BCA4600216}" dt="2026-03-03T01:28:20.936" v="2311" actId="478"/>
          <ac:spMkLst>
            <pc:docMk/>
            <pc:sldMk cId="3916718522" sldId="339"/>
            <ac:spMk id="11" creationId="{85A8BCFB-13A3-0214-337F-63E2923C3430}"/>
          </ac:spMkLst>
        </pc:spChg>
        <pc:spChg chg="del">
          <ac:chgData name="Jacob Wyngaard" userId="6181fcd471e98458" providerId="LiveId" clId="{788BA123-62C9-4DDC-86E5-A6BCA4600216}" dt="2026-03-03T01:28:23.276" v="2314" actId="478"/>
          <ac:spMkLst>
            <pc:docMk/>
            <pc:sldMk cId="3916718522" sldId="339"/>
            <ac:spMk id="12" creationId="{62EA21C3-AA2B-11FB-414C-22C90152FEDD}"/>
          </ac:spMkLst>
        </pc:spChg>
        <pc:spChg chg="del">
          <ac:chgData name="Jacob Wyngaard" userId="6181fcd471e98458" providerId="LiveId" clId="{788BA123-62C9-4DDC-86E5-A6BCA4600216}" dt="2026-03-03T02:35:38.372" v="3041" actId="478"/>
          <ac:spMkLst>
            <pc:docMk/>
            <pc:sldMk cId="3916718522" sldId="339"/>
            <ac:spMk id="13" creationId="{BE7E75C3-EE57-C224-B505-2F924FDB42A5}"/>
          </ac:spMkLst>
        </pc:spChg>
        <pc:spChg chg="add del mod">
          <ac:chgData name="Jacob Wyngaard" userId="6181fcd471e98458" providerId="LiveId" clId="{788BA123-62C9-4DDC-86E5-A6BCA4600216}" dt="2026-03-03T01:31:11.179" v="2461" actId="478"/>
          <ac:spMkLst>
            <pc:docMk/>
            <pc:sldMk cId="3916718522" sldId="339"/>
            <ac:spMk id="14" creationId="{13C56C18-0F7C-288B-B9B5-95AD3C40C9B3}"/>
          </ac:spMkLst>
        </pc:spChg>
        <pc:spChg chg="del">
          <ac:chgData name="Jacob Wyngaard" userId="6181fcd471e98458" providerId="LiveId" clId="{788BA123-62C9-4DDC-86E5-A6BCA4600216}" dt="2026-03-03T01:28:20.936" v="2311" actId="478"/>
          <ac:spMkLst>
            <pc:docMk/>
            <pc:sldMk cId="3916718522" sldId="339"/>
            <ac:spMk id="15" creationId="{E00D462F-1D80-959F-751C-9F6830452577}"/>
          </ac:spMkLst>
        </pc:spChg>
        <pc:spChg chg="del mod">
          <ac:chgData name="Jacob Wyngaard" userId="6181fcd471e98458" providerId="LiveId" clId="{788BA123-62C9-4DDC-86E5-A6BCA4600216}" dt="2026-03-03T01:29:47.793" v="2446" actId="478"/>
          <ac:spMkLst>
            <pc:docMk/>
            <pc:sldMk cId="3916718522" sldId="339"/>
            <ac:spMk id="16" creationId="{98ED180D-5667-9D32-C514-0B9A6983DCAF}"/>
          </ac:spMkLst>
        </pc:spChg>
        <pc:spChg chg="del">
          <ac:chgData name="Jacob Wyngaard" userId="6181fcd471e98458" providerId="LiveId" clId="{788BA123-62C9-4DDC-86E5-A6BCA4600216}" dt="2026-03-03T01:28:20.936" v="2311" actId="478"/>
          <ac:spMkLst>
            <pc:docMk/>
            <pc:sldMk cId="3916718522" sldId="339"/>
            <ac:spMk id="17" creationId="{B8A66C10-DB5A-9142-DD68-3D924AB8958B}"/>
          </ac:spMkLst>
        </pc:spChg>
        <pc:spChg chg="del">
          <ac:chgData name="Jacob Wyngaard" userId="6181fcd471e98458" providerId="LiveId" clId="{788BA123-62C9-4DDC-86E5-A6BCA4600216}" dt="2026-03-03T01:28:22.319" v="2313" actId="478"/>
          <ac:spMkLst>
            <pc:docMk/>
            <pc:sldMk cId="3916718522" sldId="339"/>
            <ac:spMk id="18" creationId="{CA34C01A-01F6-41D7-31D6-56BE88391891}"/>
          </ac:spMkLst>
        </pc:spChg>
        <pc:spChg chg="del">
          <ac:chgData name="Jacob Wyngaard" userId="6181fcd471e98458" providerId="LiveId" clId="{788BA123-62C9-4DDC-86E5-A6BCA4600216}" dt="2026-03-03T01:28:20.936" v="2311" actId="478"/>
          <ac:spMkLst>
            <pc:docMk/>
            <pc:sldMk cId="3916718522" sldId="339"/>
            <ac:spMk id="19" creationId="{182FB8F2-63AA-1E51-B35D-3EDE0F283381}"/>
          </ac:spMkLst>
        </pc:spChg>
        <pc:spChg chg="del">
          <ac:chgData name="Jacob Wyngaard" userId="6181fcd471e98458" providerId="LiveId" clId="{788BA123-62C9-4DDC-86E5-A6BCA4600216}" dt="2026-03-03T01:29:49.306" v="2447" actId="478"/>
          <ac:spMkLst>
            <pc:docMk/>
            <pc:sldMk cId="3916718522" sldId="339"/>
            <ac:spMk id="20" creationId="{1C986F7B-FA16-315A-7832-6A5386E8E221}"/>
          </ac:spMkLst>
        </pc:spChg>
        <pc:spChg chg="del">
          <ac:chgData name="Jacob Wyngaard" userId="6181fcd471e98458" providerId="LiveId" clId="{788BA123-62C9-4DDC-86E5-A6BCA4600216}" dt="2026-03-03T01:28:20.936" v="2311" actId="478"/>
          <ac:spMkLst>
            <pc:docMk/>
            <pc:sldMk cId="3916718522" sldId="339"/>
            <ac:spMk id="21" creationId="{47A19750-9E31-3F78-D39C-252765ACC656}"/>
          </ac:spMkLst>
        </pc:spChg>
        <pc:spChg chg="del">
          <ac:chgData name="Jacob Wyngaard" userId="6181fcd471e98458" providerId="LiveId" clId="{788BA123-62C9-4DDC-86E5-A6BCA4600216}" dt="2026-03-03T01:28:21.651" v="2312" actId="478"/>
          <ac:spMkLst>
            <pc:docMk/>
            <pc:sldMk cId="3916718522" sldId="339"/>
            <ac:spMk id="22" creationId="{9CCF92CB-93C7-EE3D-D255-AB441B694E1A}"/>
          </ac:spMkLst>
        </pc:spChg>
        <pc:spChg chg="mod">
          <ac:chgData name="Jacob Wyngaard" userId="6181fcd471e98458" providerId="LiveId" clId="{788BA123-62C9-4DDC-86E5-A6BCA4600216}" dt="2026-03-03T01:29:54.098" v="2448" actId="1076"/>
          <ac:spMkLst>
            <pc:docMk/>
            <pc:sldMk cId="3916718522" sldId="339"/>
            <ac:spMk id="23" creationId="{E500C933-394D-6C1B-9755-7E84A77D1EBE}"/>
          </ac:spMkLst>
        </pc:spChg>
        <pc:spChg chg="mod">
          <ac:chgData name="Jacob Wyngaard" userId="6181fcd471e98458" providerId="LiveId" clId="{788BA123-62C9-4DDC-86E5-A6BCA4600216}" dt="2026-03-03T01:29:54.098" v="2448" actId="1076"/>
          <ac:spMkLst>
            <pc:docMk/>
            <pc:sldMk cId="3916718522" sldId="339"/>
            <ac:spMk id="24" creationId="{CA23C72D-873B-B3E7-99DA-0EC0A90CB461}"/>
          </ac:spMkLst>
        </pc:spChg>
        <pc:spChg chg="mod">
          <ac:chgData name="Jacob Wyngaard" userId="6181fcd471e98458" providerId="LiveId" clId="{788BA123-62C9-4DDC-86E5-A6BCA4600216}" dt="2026-03-03T01:29:54.098" v="2448" actId="1076"/>
          <ac:spMkLst>
            <pc:docMk/>
            <pc:sldMk cId="3916718522" sldId="339"/>
            <ac:spMk id="25" creationId="{04835B80-1F31-822D-7A8B-D77FA92FB5A4}"/>
          </ac:spMkLst>
        </pc:spChg>
        <pc:spChg chg="mod">
          <ac:chgData name="Jacob Wyngaard" userId="6181fcd471e98458" providerId="LiveId" clId="{788BA123-62C9-4DDC-86E5-A6BCA4600216}" dt="2026-03-03T01:29:54.098" v="2448" actId="1076"/>
          <ac:spMkLst>
            <pc:docMk/>
            <pc:sldMk cId="3916718522" sldId="339"/>
            <ac:spMk id="26" creationId="{B9B6CACE-6979-EB79-F461-0730A260CEA0}"/>
          </ac:spMkLst>
        </pc:spChg>
        <pc:spChg chg="mod">
          <ac:chgData name="Jacob Wyngaard" userId="6181fcd471e98458" providerId="LiveId" clId="{788BA123-62C9-4DDC-86E5-A6BCA4600216}" dt="2026-03-03T01:29:54.098" v="2448" actId="1076"/>
          <ac:spMkLst>
            <pc:docMk/>
            <pc:sldMk cId="3916718522" sldId="339"/>
            <ac:spMk id="27" creationId="{CE31C567-D725-AF0B-4B5A-ED15C4FE1F8A}"/>
          </ac:spMkLst>
        </pc:spChg>
        <pc:spChg chg="mod">
          <ac:chgData name="Jacob Wyngaard" userId="6181fcd471e98458" providerId="LiveId" clId="{788BA123-62C9-4DDC-86E5-A6BCA4600216}" dt="2026-03-03T01:29:54.098" v="2448" actId="1076"/>
          <ac:spMkLst>
            <pc:docMk/>
            <pc:sldMk cId="3916718522" sldId="339"/>
            <ac:spMk id="28" creationId="{AEF8ACE8-3814-8C08-A3AF-EF056A4E8092}"/>
          </ac:spMkLst>
        </pc:spChg>
        <pc:spChg chg="add mod">
          <ac:chgData name="Jacob Wyngaard" userId="6181fcd471e98458" providerId="LiveId" clId="{788BA123-62C9-4DDC-86E5-A6BCA4600216}" dt="2026-03-03T01:30:19.712" v="2451"/>
          <ac:spMkLst>
            <pc:docMk/>
            <pc:sldMk cId="3916718522" sldId="339"/>
            <ac:spMk id="29" creationId="{B69B4CB7-D04D-D5D6-1682-1863BB00CBBC}"/>
          </ac:spMkLst>
        </pc:spChg>
        <pc:spChg chg="add mod">
          <ac:chgData name="Jacob Wyngaard" userId="6181fcd471e98458" providerId="LiveId" clId="{788BA123-62C9-4DDC-86E5-A6BCA4600216}" dt="2026-03-03T01:30:19.712" v="2451"/>
          <ac:spMkLst>
            <pc:docMk/>
            <pc:sldMk cId="3916718522" sldId="339"/>
            <ac:spMk id="30" creationId="{C69DF670-B72C-2503-87CC-4E8D9DA438A0}"/>
          </ac:spMkLst>
        </pc:spChg>
        <pc:spChg chg="add del mod">
          <ac:chgData name="Jacob Wyngaard" userId="6181fcd471e98458" providerId="LiveId" clId="{788BA123-62C9-4DDC-86E5-A6BCA4600216}" dt="2026-03-03T01:31:11.179" v="2461" actId="478"/>
          <ac:spMkLst>
            <pc:docMk/>
            <pc:sldMk cId="3916718522" sldId="339"/>
            <ac:spMk id="31" creationId="{D7C82AC0-65A4-3DBA-25B8-18D39C1D4ACF}"/>
          </ac:spMkLst>
        </pc:spChg>
        <pc:spChg chg="add del mod">
          <ac:chgData name="Jacob Wyngaard" userId="6181fcd471e98458" providerId="LiveId" clId="{788BA123-62C9-4DDC-86E5-A6BCA4600216}" dt="2026-03-03T01:31:11.179" v="2461" actId="478"/>
          <ac:spMkLst>
            <pc:docMk/>
            <pc:sldMk cId="3916718522" sldId="339"/>
            <ac:spMk id="32" creationId="{CD52AD97-936D-8441-7709-51440709D7BB}"/>
          </ac:spMkLst>
        </pc:spChg>
        <pc:spChg chg="add del mod">
          <ac:chgData name="Jacob Wyngaard" userId="6181fcd471e98458" providerId="LiveId" clId="{788BA123-62C9-4DDC-86E5-A6BCA4600216}" dt="2026-03-03T01:31:11.179" v="2461" actId="478"/>
          <ac:spMkLst>
            <pc:docMk/>
            <pc:sldMk cId="3916718522" sldId="339"/>
            <ac:spMk id="33" creationId="{6EE68F38-809B-763D-4FB2-7EDADDF7B74B}"/>
          </ac:spMkLst>
        </pc:spChg>
        <pc:spChg chg="add del mod">
          <ac:chgData name="Jacob Wyngaard" userId="6181fcd471e98458" providerId="LiveId" clId="{788BA123-62C9-4DDC-86E5-A6BCA4600216}" dt="2026-03-03T01:31:11.179" v="2461" actId="478"/>
          <ac:spMkLst>
            <pc:docMk/>
            <pc:sldMk cId="3916718522" sldId="339"/>
            <ac:spMk id="34" creationId="{61333B8F-30E6-25EC-E885-BB96F909FD4A}"/>
          </ac:spMkLst>
        </pc:spChg>
        <pc:spChg chg="add del mod">
          <ac:chgData name="Jacob Wyngaard" userId="6181fcd471e98458" providerId="LiveId" clId="{788BA123-62C9-4DDC-86E5-A6BCA4600216}" dt="2026-03-03T01:31:11.179" v="2461" actId="478"/>
          <ac:spMkLst>
            <pc:docMk/>
            <pc:sldMk cId="3916718522" sldId="339"/>
            <ac:spMk id="35" creationId="{9E3C04BE-53DB-F2F2-DED2-3DEB049F4E53}"/>
          </ac:spMkLst>
        </pc:spChg>
        <pc:spChg chg="add del mod">
          <ac:chgData name="Jacob Wyngaard" userId="6181fcd471e98458" providerId="LiveId" clId="{788BA123-62C9-4DDC-86E5-A6BCA4600216}" dt="2026-03-03T01:31:11.179" v="2461" actId="478"/>
          <ac:spMkLst>
            <pc:docMk/>
            <pc:sldMk cId="3916718522" sldId="339"/>
            <ac:spMk id="36" creationId="{825C5177-6912-E646-6DE1-655F54E45458}"/>
          </ac:spMkLst>
        </pc:spChg>
        <pc:spChg chg="add mod">
          <ac:chgData name="Jacob Wyngaard" userId="6181fcd471e98458" providerId="LiveId" clId="{788BA123-62C9-4DDC-86E5-A6BCA4600216}" dt="2026-03-03T01:32:09.207" v="2477" actId="1076"/>
          <ac:spMkLst>
            <pc:docMk/>
            <pc:sldMk cId="3916718522" sldId="339"/>
            <ac:spMk id="38" creationId="{E559EB65-C21C-CCB7-0EBE-CE94D35B2031}"/>
          </ac:spMkLst>
        </pc:spChg>
        <pc:spChg chg="add mod">
          <ac:chgData name="Jacob Wyngaard" userId="6181fcd471e98458" providerId="LiveId" clId="{788BA123-62C9-4DDC-86E5-A6BCA4600216}" dt="2026-03-03T01:32:21.367" v="2479" actId="1076"/>
          <ac:spMkLst>
            <pc:docMk/>
            <pc:sldMk cId="3916718522" sldId="339"/>
            <ac:spMk id="39" creationId="{8AC48CCD-907D-F373-FF54-C1F41E593C9F}"/>
          </ac:spMkLst>
        </pc:spChg>
        <pc:spChg chg="add mod">
          <ac:chgData name="Jacob Wyngaard" userId="6181fcd471e98458" providerId="LiveId" clId="{788BA123-62C9-4DDC-86E5-A6BCA4600216}" dt="2026-03-03T01:32:28.650" v="2481" actId="1076"/>
          <ac:spMkLst>
            <pc:docMk/>
            <pc:sldMk cId="3916718522" sldId="339"/>
            <ac:spMk id="40" creationId="{E1732701-838A-2173-7D12-C66576CAE0CB}"/>
          </ac:spMkLst>
        </pc:spChg>
        <pc:spChg chg="add mod">
          <ac:chgData name="Jacob Wyngaard" userId="6181fcd471e98458" providerId="LiveId" clId="{788BA123-62C9-4DDC-86E5-A6BCA4600216}" dt="2026-03-03T01:32:28.650" v="2481" actId="1076"/>
          <ac:spMkLst>
            <pc:docMk/>
            <pc:sldMk cId="3916718522" sldId="339"/>
            <ac:spMk id="41" creationId="{E984092A-B5AC-D2D0-4E4D-10FC1838F414}"/>
          </ac:spMkLst>
        </pc:spChg>
        <pc:spChg chg="add del mod">
          <ac:chgData name="Jacob Wyngaard" userId="6181fcd471e98458" providerId="LiveId" clId="{788BA123-62C9-4DDC-86E5-A6BCA4600216}" dt="2026-03-03T01:32:37.141" v="2484" actId="478"/>
          <ac:spMkLst>
            <pc:docMk/>
            <pc:sldMk cId="3916718522" sldId="339"/>
            <ac:spMk id="42" creationId="{960DA508-9DE1-1B4B-CCF2-9CD1E6412A4E}"/>
          </ac:spMkLst>
        </pc:spChg>
        <pc:spChg chg="add mod">
          <ac:chgData name="Jacob Wyngaard" userId="6181fcd471e98458" providerId="LiveId" clId="{788BA123-62C9-4DDC-86E5-A6BCA4600216}" dt="2026-03-03T01:32:59.589" v="2494" actId="1035"/>
          <ac:spMkLst>
            <pc:docMk/>
            <pc:sldMk cId="3916718522" sldId="339"/>
            <ac:spMk id="43" creationId="{8AA254C2-EE43-B52A-78FC-EBAAA16311A0}"/>
          </ac:spMkLst>
        </pc:spChg>
        <pc:spChg chg="add mod">
          <ac:chgData name="Jacob Wyngaard" userId="6181fcd471e98458" providerId="LiveId" clId="{788BA123-62C9-4DDC-86E5-A6BCA4600216}" dt="2026-03-03T01:33:08.390" v="2496" actId="1076"/>
          <ac:spMkLst>
            <pc:docMk/>
            <pc:sldMk cId="3916718522" sldId="339"/>
            <ac:spMk id="44" creationId="{06F32AFC-DCC9-A6E4-2FFB-A20EC6F09189}"/>
          </ac:spMkLst>
        </pc:spChg>
        <pc:spChg chg="add mod">
          <ac:chgData name="Jacob Wyngaard" userId="6181fcd471e98458" providerId="LiveId" clId="{788BA123-62C9-4DDC-86E5-A6BCA4600216}" dt="2026-03-03T01:33:18.417" v="2498" actId="1076"/>
          <ac:spMkLst>
            <pc:docMk/>
            <pc:sldMk cId="3916718522" sldId="339"/>
            <ac:spMk id="45" creationId="{153A7E43-0CA4-DFC8-2473-A1BB65A10CFF}"/>
          </ac:spMkLst>
        </pc:spChg>
        <pc:spChg chg="add mod">
          <ac:chgData name="Jacob Wyngaard" userId="6181fcd471e98458" providerId="LiveId" clId="{788BA123-62C9-4DDC-86E5-A6BCA4600216}" dt="2026-03-03T01:33:41.780" v="2505" actId="20577"/>
          <ac:spMkLst>
            <pc:docMk/>
            <pc:sldMk cId="3916718522" sldId="339"/>
            <ac:spMk id="46" creationId="{E4029A70-56C2-D33E-BDAC-048D85747C7E}"/>
          </ac:spMkLst>
        </pc:spChg>
        <pc:spChg chg="add mod">
          <ac:chgData name="Jacob Wyngaard" userId="6181fcd471e98458" providerId="LiveId" clId="{788BA123-62C9-4DDC-86E5-A6BCA4600216}" dt="2026-03-03T01:33:43.800" v="2506" actId="20577"/>
          <ac:spMkLst>
            <pc:docMk/>
            <pc:sldMk cId="3916718522" sldId="339"/>
            <ac:spMk id="47" creationId="{540C176E-CEB6-5A3C-4322-489CEBDDAC78}"/>
          </ac:spMkLst>
        </pc:spChg>
        <pc:spChg chg="add del mod">
          <ac:chgData name="Jacob Wyngaard" userId="6181fcd471e98458" providerId="LiveId" clId="{788BA123-62C9-4DDC-86E5-A6BCA4600216}" dt="2026-03-03T01:33:52.087" v="2509" actId="478"/>
          <ac:spMkLst>
            <pc:docMk/>
            <pc:sldMk cId="3916718522" sldId="339"/>
            <ac:spMk id="48" creationId="{F704B8C9-BB72-DC29-C259-FC0B6BF5003F}"/>
          </ac:spMkLst>
        </pc:spChg>
        <pc:spChg chg="add mod">
          <ac:chgData name="Jacob Wyngaard" userId="6181fcd471e98458" providerId="LiveId" clId="{788BA123-62C9-4DDC-86E5-A6BCA4600216}" dt="2026-03-03T01:34:00.475" v="2512" actId="20577"/>
          <ac:spMkLst>
            <pc:docMk/>
            <pc:sldMk cId="3916718522" sldId="339"/>
            <ac:spMk id="49" creationId="{284F41AA-F9C8-C2F5-4616-30461C2E2A7C}"/>
          </ac:spMkLst>
        </pc:spChg>
        <pc:spChg chg="add mod">
          <ac:chgData name="Jacob Wyngaard" userId="6181fcd471e98458" providerId="LiveId" clId="{788BA123-62C9-4DDC-86E5-A6BCA4600216}" dt="2026-03-03T01:34:22.030" v="2514" actId="1076"/>
          <ac:spMkLst>
            <pc:docMk/>
            <pc:sldMk cId="3916718522" sldId="339"/>
            <ac:spMk id="50" creationId="{66B08E75-662B-AD0D-F3A4-B00DED85551D}"/>
          </ac:spMkLst>
        </pc:spChg>
        <pc:spChg chg="add mod">
          <ac:chgData name="Jacob Wyngaard" userId="6181fcd471e98458" providerId="LiveId" clId="{788BA123-62C9-4DDC-86E5-A6BCA4600216}" dt="2026-03-03T01:34:33.003" v="2516" actId="1076"/>
          <ac:spMkLst>
            <pc:docMk/>
            <pc:sldMk cId="3916718522" sldId="339"/>
            <ac:spMk id="51" creationId="{6AEF4C36-050D-DA8F-5ACB-EDF5CE0BFC65}"/>
          </ac:spMkLst>
        </pc:spChg>
        <pc:spChg chg="add mod">
          <ac:chgData name="Jacob Wyngaard" userId="6181fcd471e98458" providerId="LiveId" clId="{788BA123-62C9-4DDC-86E5-A6BCA4600216}" dt="2026-03-03T01:34:46.142" v="2519" actId="1076"/>
          <ac:spMkLst>
            <pc:docMk/>
            <pc:sldMk cId="3916718522" sldId="339"/>
            <ac:spMk id="52" creationId="{3BC92F14-4C5E-824B-6054-9286FFDB3F7E}"/>
          </ac:spMkLst>
        </pc:spChg>
        <pc:spChg chg="add mod">
          <ac:chgData name="Jacob Wyngaard" userId="6181fcd471e98458" providerId="LiveId" clId="{788BA123-62C9-4DDC-86E5-A6BCA4600216}" dt="2026-03-03T01:34:58.728" v="2521" actId="1076"/>
          <ac:spMkLst>
            <pc:docMk/>
            <pc:sldMk cId="3916718522" sldId="339"/>
            <ac:spMk id="53" creationId="{11F27040-A425-2CB5-9F89-06583E8FFDF9}"/>
          </ac:spMkLst>
        </pc:spChg>
        <pc:spChg chg="add mod">
          <ac:chgData name="Jacob Wyngaard" userId="6181fcd471e98458" providerId="LiveId" clId="{788BA123-62C9-4DDC-86E5-A6BCA4600216}" dt="2026-03-03T01:35:08.974" v="2524" actId="20577"/>
          <ac:spMkLst>
            <pc:docMk/>
            <pc:sldMk cId="3916718522" sldId="339"/>
            <ac:spMk id="54" creationId="{717C348A-16D5-A365-09A0-06AFC24FF03A}"/>
          </ac:spMkLst>
        </pc:spChg>
        <pc:spChg chg="add mod">
          <ac:chgData name="Jacob Wyngaard" userId="6181fcd471e98458" providerId="LiveId" clId="{788BA123-62C9-4DDC-86E5-A6BCA4600216}" dt="2026-03-03T01:35:18.527" v="2526" actId="1076"/>
          <ac:spMkLst>
            <pc:docMk/>
            <pc:sldMk cId="3916718522" sldId="339"/>
            <ac:spMk id="55" creationId="{977F9478-35F9-A6BC-4D6E-9B92E09AFD99}"/>
          </ac:spMkLst>
        </pc:spChg>
        <pc:spChg chg="add mod">
          <ac:chgData name="Jacob Wyngaard" userId="6181fcd471e98458" providerId="LiveId" clId="{788BA123-62C9-4DDC-86E5-A6BCA4600216}" dt="2026-03-03T01:35:18.527" v="2526" actId="1076"/>
          <ac:spMkLst>
            <pc:docMk/>
            <pc:sldMk cId="3916718522" sldId="339"/>
            <ac:spMk id="56" creationId="{4FC0BBE8-56D1-6A37-BAA0-82DE4FC65144}"/>
          </ac:spMkLst>
        </pc:spChg>
        <pc:spChg chg="add mod">
          <ac:chgData name="Jacob Wyngaard" userId="6181fcd471e98458" providerId="LiveId" clId="{788BA123-62C9-4DDC-86E5-A6BCA4600216}" dt="2026-03-03T01:35:24.631" v="2528" actId="1076"/>
          <ac:spMkLst>
            <pc:docMk/>
            <pc:sldMk cId="3916718522" sldId="339"/>
            <ac:spMk id="57" creationId="{B5F124A0-D576-A55A-580D-5D6CA4232F91}"/>
          </ac:spMkLst>
        </pc:spChg>
        <pc:spChg chg="add mod">
          <ac:chgData name="Jacob Wyngaard" userId="6181fcd471e98458" providerId="LiveId" clId="{788BA123-62C9-4DDC-86E5-A6BCA4600216}" dt="2026-03-03T01:35:24.631" v="2528" actId="1076"/>
          <ac:spMkLst>
            <pc:docMk/>
            <pc:sldMk cId="3916718522" sldId="339"/>
            <ac:spMk id="58" creationId="{8B97390E-BECB-FFD1-71E8-463CC0526CE2}"/>
          </ac:spMkLst>
        </pc:spChg>
        <pc:spChg chg="add mod">
          <ac:chgData name="Jacob Wyngaard" userId="6181fcd471e98458" providerId="LiveId" clId="{788BA123-62C9-4DDC-86E5-A6BCA4600216}" dt="2026-03-03T01:35:35.072" v="2530" actId="1076"/>
          <ac:spMkLst>
            <pc:docMk/>
            <pc:sldMk cId="3916718522" sldId="339"/>
            <ac:spMk id="59" creationId="{B1D9FB68-82D1-1A7B-4AA0-093CB62280ED}"/>
          </ac:spMkLst>
        </pc:spChg>
        <pc:spChg chg="add mod">
          <ac:chgData name="Jacob Wyngaard" userId="6181fcd471e98458" providerId="LiveId" clId="{788BA123-62C9-4DDC-86E5-A6BCA4600216}" dt="2026-03-03T02:35:38.660" v="3042"/>
          <ac:spMkLst>
            <pc:docMk/>
            <pc:sldMk cId="3916718522" sldId="339"/>
            <ac:spMk id="60" creationId="{DDF42E83-EC0F-C6B1-BE0E-C447A95CAFC6}"/>
          </ac:spMkLst>
        </pc:spChg>
        <pc:graphicFrameChg chg="add mod modGraphic">
          <ac:chgData name="Jacob Wyngaard" userId="6181fcd471e98458" providerId="LiveId" clId="{788BA123-62C9-4DDC-86E5-A6BCA4600216}" dt="2026-03-03T01:31:49.930" v="2472"/>
          <ac:graphicFrameMkLst>
            <pc:docMk/>
            <pc:sldMk cId="3916718522" sldId="339"/>
            <ac:graphicFrameMk id="37" creationId="{0F87FC33-49D0-BCC5-C7AA-99295923D1C4}"/>
          </ac:graphicFrameMkLst>
        </pc:graphicFrameChg>
        <pc:picChg chg="del">
          <ac:chgData name="Jacob Wyngaard" userId="6181fcd471e98458" providerId="LiveId" clId="{788BA123-62C9-4DDC-86E5-A6BCA4600216}" dt="2026-03-03T01:28:17.621" v="2310" actId="478"/>
          <ac:picMkLst>
            <pc:docMk/>
            <pc:sldMk cId="3916718522" sldId="339"/>
            <ac:picMk id="2" creationId="{06CC224A-7263-B680-97F0-E48C3530FE10}"/>
          </ac:picMkLst>
        </pc:picChg>
      </pc:sldChg>
      <pc:sldChg chg="addSp delSp modSp add mod">
        <pc:chgData name="Jacob Wyngaard" userId="6181fcd471e98458" providerId="LiveId" clId="{788BA123-62C9-4DDC-86E5-A6BCA4600216}" dt="2026-03-03T02:35:43.639" v="3044"/>
        <pc:sldMkLst>
          <pc:docMk/>
          <pc:sldMk cId="2199970145" sldId="340"/>
        </pc:sldMkLst>
        <pc:spChg chg="add mod">
          <ac:chgData name="Jacob Wyngaard" userId="6181fcd471e98458" providerId="LiveId" clId="{788BA123-62C9-4DDC-86E5-A6BCA4600216}" dt="2026-03-03T02:35:43.639" v="3044"/>
          <ac:spMkLst>
            <pc:docMk/>
            <pc:sldMk cId="2199970145" sldId="340"/>
            <ac:spMk id="2" creationId="{69027174-FC87-8C52-BF54-8E75692CE7DC}"/>
          </ac:spMkLst>
        </pc:spChg>
        <pc:spChg chg="del">
          <ac:chgData name="Jacob Wyngaard" userId="6181fcd471e98458" providerId="LiveId" clId="{788BA123-62C9-4DDC-86E5-A6BCA4600216}" dt="2026-03-03T02:35:43.343" v="3043" actId="478"/>
          <ac:spMkLst>
            <pc:docMk/>
            <pc:sldMk cId="2199970145" sldId="340"/>
            <ac:spMk id="13" creationId="{C4536388-B2B9-5949-4F08-511ABBE75F03}"/>
          </ac:spMkLst>
        </pc:spChg>
        <pc:spChg chg="mod">
          <ac:chgData name="Jacob Wyngaard" userId="6181fcd471e98458" providerId="LiveId" clId="{788BA123-62C9-4DDC-86E5-A6BCA4600216}" dt="2026-03-03T01:37:47.616" v="2574" actId="20577"/>
          <ac:spMkLst>
            <pc:docMk/>
            <pc:sldMk cId="2199970145" sldId="340"/>
            <ac:spMk id="38" creationId="{039580C0-53CF-510E-5444-EA0BD2CE969B}"/>
          </ac:spMkLst>
        </pc:spChg>
        <pc:spChg chg="mod">
          <ac:chgData name="Jacob Wyngaard" userId="6181fcd471e98458" providerId="LiveId" clId="{788BA123-62C9-4DDC-86E5-A6BCA4600216}" dt="2026-03-03T01:38:58.558" v="2600" actId="1076"/>
          <ac:spMkLst>
            <pc:docMk/>
            <pc:sldMk cId="2199970145" sldId="340"/>
            <ac:spMk id="39" creationId="{390F6F52-F1CF-C4C4-7B22-A10635375D1A}"/>
          </ac:spMkLst>
        </pc:spChg>
        <pc:spChg chg="mod">
          <ac:chgData name="Jacob Wyngaard" userId="6181fcd471e98458" providerId="LiveId" clId="{788BA123-62C9-4DDC-86E5-A6BCA4600216}" dt="2026-03-03T01:41:25.413" v="2618" actId="1076"/>
          <ac:spMkLst>
            <pc:docMk/>
            <pc:sldMk cId="2199970145" sldId="340"/>
            <ac:spMk id="40" creationId="{4E0CF405-FDE1-2CE5-BE42-480E4015BDA7}"/>
          </ac:spMkLst>
        </pc:spChg>
        <pc:spChg chg="mod">
          <ac:chgData name="Jacob Wyngaard" userId="6181fcd471e98458" providerId="LiveId" clId="{788BA123-62C9-4DDC-86E5-A6BCA4600216}" dt="2026-03-03T01:37:36.492" v="2568" actId="1076"/>
          <ac:spMkLst>
            <pc:docMk/>
            <pc:sldMk cId="2199970145" sldId="340"/>
            <ac:spMk id="41" creationId="{A4029868-9635-CE5C-9BAF-82F3D14F88A3}"/>
          </ac:spMkLst>
        </pc:spChg>
        <pc:spChg chg="mod">
          <ac:chgData name="Jacob Wyngaard" userId="6181fcd471e98458" providerId="LiveId" clId="{788BA123-62C9-4DDC-86E5-A6BCA4600216}" dt="2026-03-03T01:39:23.663" v="2614" actId="1076"/>
          <ac:spMkLst>
            <pc:docMk/>
            <pc:sldMk cId="2199970145" sldId="340"/>
            <ac:spMk id="43" creationId="{C8E9428A-03F8-B1F1-F36E-0A90A1E76BC4}"/>
          </ac:spMkLst>
        </pc:spChg>
        <pc:spChg chg="mod">
          <ac:chgData name="Jacob Wyngaard" userId="6181fcd471e98458" providerId="LiveId" clId="{788BA123-62C9-4DDC-86E5-A6BCA4600216}" dt="2026-03-03T01:42:19.839" v="2626" actId="1076"/>
          <ac:spMkLst>
            <pc:docMk/>
            <pc:sldMk cId="2199970145" sldId="340"/>
            <ac:spMk id="44" creationId="{FF26CCBD-2A2A-E35B-83CB-1D0D22433A81}"/>
          </ac:spMkLst>
        </pc:spChg>
        <pc:spChg chg="mod">
          <ac:chgData name="Jacob Wyngaard" userId="6181fcd471e98458" providerId="LiveId" clId="{788BA123-62C9-4DDC-86E5-A6BCA4600216}" dt="2026-03-03T01:36:54.188" v="2554" actId="1076"/>
          <ac:spMkLst>
            <pc:docMk/>
            <pc:sldMk cId="2199970145" sldId="340"/>
            <ac:spMk id="45" creationId="{0DF8A80A-FB73-92AF-1456-B0C483636A01}"/>
          </ac:spMkLst>
        </pc:spChg>
        <pc:spChg chg="mod">
          <ac:chgData name="Jacob Wyngaard" userId="6181fcd471e98458" providerId="LiveId" clId="{788BA123-62C9-4DDC-86E5-A6BCA4600216}" dt="2026-03-03T01:41:43.214" v="2621" actId="1076"/>
          <ac:spMkLst>
            <pc:docMk/>
            <pc:sldMk cId="2199970145" sldId="340"/>
            <ac:spMk id="46" creationId="{7A4BA89D-5E4E-0B89-0402-7198EB0C415C}"/>
          </ac:spMkLst>
        </pc:spChg>
        <pc:spChg chg="mod">
          <ac:chgData name="Jacob Wyngaard" userId="6181fcd471e98458" providerId="LiveId" clId="{788BA123-62C9-4DDC-86E5-A6BCA4600216}" dt="2026-03-03T01:36:27.442" v="2537" actId="1076"/>
          <ac:spMkLst>
            <pc:docMk/>
            <pc:sldMk cId="2199970145" sldId="340"/>
            <ac:spMk id="47" creationId="{83A3B692-59C6-82B6-70AE-D1424E8125F0}"/>
          </ac:spMkLst>
        </pc:spChg>
        <pc:spChg chg="mod">
          <ac:chgData name="Jacob Wyngaard" userId="6181fcd471e98458" providerId="LiveId" clId="{788BA123-62C9-4DDC-86E5-A6BCA4600216}" dt="2026-03-03T01:38:01.397" v="2581" actId="1076"/>
          <ac:spMkLst>
            <pc:docMk/>
            <pc:sldMk cId="2199970145" sldId="340"/>
            <ac:spMk id="50" creationId="{35F54DA9-9C15-329A-B479-10AB2EE3F04B}"/>
          </ac:spMkLst>
        </pc:spChg>
        <pc:spChg chg="mod">
          <ac:chgData name="Jacob Wyngaard" userId="6181fcd471e98458" providerId="LiveId" clId="{788BA123-62C9-4DDC-86E5-A6BCA4600216}" dt="2026-03-03T01:38:47.630" v="2594" actId="20577"/>
          <ac:spMkLst>
            <pc:docMk/>
            <pc:sldMk cId="2199970145" sldId="340"/>
            <ac:spMk id="51" creationId="{C58F412D-43D2-CFA4-074B-264A02C12213}"/>
          </ac:spMkLst>
        </pc:spChg>
        <pc:spChg chg="mod">
          <ac:chgData name="Jacob Wyngaard" userId="6181fcd471e98458" providerId="LiveId" clId="{788BA123-62C9-4DDC-86E5-A6BCA4600216}" dt="2026-03-03T01:39:19.413" v="2613" actId="1076"/>
          <ac:spMkLst>
            <pc:docMk/>
            <pc:sldMk cId="2199970145" sldId="340"/>
            <ac:spMk id="52" creationId="{1924E57D-D433-64B4-C5DC-74A583D08680}"/>
          </ac:spMkLst>
        </pc:spChg>
        <pc:spChg chg="mod">
          <ac:chgData name="Jacob Wyngaard" userId="6181fcd471e98458" providerId="LiveId" clId="{788BA123-62C9-4DDC-86E5-A6BCA4600216}" dt="2026-03-03T01:41:20.353" v="2617" actId="1076"/>
          <ac:spMkLst>
            <pc:docMk/>
            <pc:sldMk cId="2199970145" sldId="340"/>
            <ac:spMk id="53" creationId="{5AFC6E2E-CD16-BB6A-DAAD-9A257D4D598A}"/>
          </ac:spMkLst>
        </pc:spChg>
        <pc:spChg chg="mod">
          <ac:chgData name="Jacob Wyngaard" userId="6181fcd471e98458" providerId="LiveId" clId="{788BA123-62C9-4DDC-86E5-A6BCA4600216}" dt="2026-03-03T01:42:15.819" v="2625" actId="1076"/>
          <ac:spMkLst>
            <pc:docMk/>
            <pc:sldMk cId="2199970145" sldId="340"/>
            <ac:spMk id="55" creationId="{E4B2613B-E23B-3364-8D5E-AFFF6D6D83C1}"/>
          </ac:spMkLst>
        </pc:spChg>
        <pc:spChg chg="mod">
          <ac:chgData name="Jacob Wyngaard" userId="6181fcd471e98458" providerId="LiveId" clId="{788BA123-62C9-4DDC-86E5-A6BCA4600216}" dt="2026-03-03T01:41:36.669" v="2620" actId="1076"/>
          <ac:spMkLst>
            <pc:docMk/>
            <pc:sldMk cId="2199970145" sldId="340"/>
            <ac:spMk id="57" creationId="{E1CD9658-3919-E6AB-C112-94E0DAE15C86}"/>
          </ac:spMkLst>
        </pc:spChg>
      </pc:sldChg>
      <pc:sldChg chg="addSp delSp modSp add mod">
        <pc:chgData name="Jacob Wyngaard" userId="6181fcd471e98458" providerId="LiveId" clId="{788BA123-62C9-4DDC-86E5-A6BCA4600216}" dt="2026-03-03T02:35:49.386" v="3046"/>
        <pc:sldMkLst>
          <pc:docMk/>
          <pc:sldMk cId="3403223485" sldId="341"/>
        </pc:sldMkLst>
        <pc:spChg chg="add mod">
          <ac:chgData name="Jacob Wyngaard" userId="6181fcd471e98458" providerId="LiveId" clId="{788BA123-62C9-4DDC-86E5-A6BCA4600216}" dt="2026-03-03T01:43:22.946" v="2685" actId="1582"/>
          <ac:spMkLst>
            <pc:docMk/>
            <pc:sldMk cId="3403223485" sldId="341"/>
            <ac:spMk id="2" creationId="{7F7CC051-EE11-0554-89D4-6F30C7447F09}"/>
          </ac:spMkLst>
        </pc:spChg>
        <pc:spChg chg="add mod">
          <ac:chgData name="Jacob Wyngaard" userId="6181fcd471e98458" providerId="LiveId" clId="{788BA123-62C9-4DDC-86E5-A6BCA4600216}" dt="2026-03-03T01:44:32.772" v="2703" actId="207"/>
          <ac:spMkLst>
            <pc:docMk/>
            <pc:sldMk cId="3403223485" sldId="341"/>
            <ac:spMk id="3" creationId="{2ACD119F-A591-E349-7E33-5274BAEAE5FC}"/>
          </ac:spMkLst>
        </pc:spChg>
        <pc:spChg chg="add mod">
          <ac:chgData name="Jacob Wyngaard" userId="6181fcd471e98458" providerId="LiveId" clId="{788BA123-62C9-4DDC-86E5-A6BCA4600216}" dt="2026-03-03T01:44:36.381" v="2704" actId="207"/>
          <ac:spMkLst>
            <pc:docMk/>
            <pc:sldMk cId="3403223485" sldId="341"/>
            <ac:spMk id="5" creationId="{33B98C4D-C152-F17E-FB33-F2A5D0510D0A}"/>
          </ac:spMkLst>
        </pc:spChg>
        <pc:spChg chg="add mod">
          <ac:chgData name="Jacob Wyngaard" userId="6181fcd471e98458" providerId="LiveId" clId="{788BA123-62C9-4DDC-86E5-A6BCA4600216}" dt="2026-03-03T01:44:07.359" v="2693" actId="1076"/>
          <ac:spMkLst>
            <pc:docMk/>
            <pc:sldMk cId="3403223485" sldId="341"/>
            <ac:spMk id="7" creationId="{518C6C82-C505-6772-97D9-DA44D43D88D4}"/>
          </ac:spMkLst>
        </pc:spChg>
        <pc:spChg chg="add mod">
          <ac:chgData name="Jacob Wyngaard" userId="6181fcd471e98458" providerId="LiveId" clId="{788BA123-62C9-4DDC-86E5-A6BCA4600216}" dt="2026-03-03T01:44:40.977" v="2705" actId="207"/>
          <ac:spMkLst>
            <pc:docMk/>
            <pc:sldMk cId="3403223485" sldId="341"/>
            <ac:spMk id="9" creationId="{2F324EF2-2C18-5135-95F2-B3C4EB128481}"/>
          </ac:spMkLst>
        </pc:spChg>
        <pc:spChg chg="add mod">
          <ac:chgData name="Jacob Wyngaard" userId="6181fcd471e98458" providerId="LiveId" clId="{788BA123-62C9-4DDC-86E5-A6BCA4600216}" dt="2026-03-03T01:44:44.235" v="2706" actId="207"/>
          <ac:spMkLst>
            <pc:docMk/>
            <pc:sldMk cId="3403223485" sldId="341"/>
            <ac:spMk id="10" creationId="{6E246BB6-9C0D-CAF6-912C-7165117161C7}"/>
          </ac:spMkLst>
        </pc:spChg>
        <pc:spChg chg="add mod">
          <ac:chgData name="Jacob Wyngaard" userId="6181fcd471e98458" providerId="LiveId" clId="{788BA123-62C9-4DDC-86E5-A6BCA4600216}" dt="2026-03-03T01:46:02.438" v="2720" actId="207"/>
          <ac:spMkLst>
            <pc:docMk/>
            <pc:sldMk cId="3403223485" sldId="341"/>
            <ac:spMk id="11" creationId="{B1CB4C13-47C2-5E86-4BD7-BA710937BA37}"/>
          </ac:spMkLst>
        </pc:spChg>
        <pc:spChg chg="add mod">
          <ac:chgData name="Jacob Wyngaard" userId="6181fcd471e98458" providerId="LiveId" clId="{788BA123-62C9-4DDC-86E5-A6BCA4600216}" dt="2026-03-03T01:46:39.956" v="2735" actId="1036"/>
          <ac:spMkLst>
            <pc:docMk/>
            <pc:sldMk cId="3403223485" sldId="341"/>
            <ac:spMk id="12" creationId="{D1B72139-8F3B-6F62-0B0C-DD2873168256}"/>
          </ac:spMkLst>
        </pc:spChg>
        <pc:spChg chg="del">
          <ac:chgData name="Jacob Wyngaard" userId="6181fcd471e98458" providerId="LiveId" clId="{788BA123-62C9-4DDC-86E5-A6BCA4600216}" dt="2026-03-03T02:35:49.079" v="3045" actId="478"/>
          <ac:spMkLst>
            <pc:docMk/>
            <pc:sldMk cId="3403223485" sldId="341"/>
            <ac:spMk id="13" creationId="{A4C74923-5FE2-71E3-5399-2AEAF32F8AC6}"/>
          </ac:spMkLst>
        </pc:spChg>
        <pc:spChg chg="add mod">
          <ac:chgData name="Jacob Wyngaard" userId="6181fcd471e98458" providerId="LiveId" clId="{788BA123-62C9-4DDC-86E5-A6BCA4600216}" dt="2026-03-03T01:46:46.225" v="2739" actId="1036"/>
          <ac:spMkLst>
            <pc:docMk/>
            <pc:sldMk cId="3403223485" sldId="341"/>
            <ac:spMk id="14" creationId="{6B9592B1-31F5-7E87-E2F3-2395FDBD2259}"/>
          </ac:spMkLst>
        </pc:spChg>
        <pc:spChg chg="add mod">
          <ac:chgData name="Jacob Wyngaard" userId="6181fcd471e98458" providerId="LiveId" clId="{788BA123-62C9-4DDC-86E5-A6BCA4600216}" dt="2026-03-03T01:46:55.132" v="2741" actId="207"/>
          <ac:spMkLst>
            <pc:docMk/>
            <pc:sldMk cId="3403223485" sldId="341"/>
            <ac:spMk id="15" creationId="{7DAB4D64-73E0-73F7-86B8-C3F26C082ACD}"/>
          </ac:spMkLst>
        </pc:spChg>
        <pc:spChg chg="add mod">
          <ac:chgData name="Jacob Wyngaard" userId="6181fcd471e98458" providerId="LiveId" clId="{788BA123-62C9-4DDC-86E5-A6BCA4600216}" dt="2026-03-03T01:47:45.008" v="2752" actId="1038"/>
          <ac:spMkLst>
            <pc:docMk/>
            <pc:sldMk cId="3403223485" sldId="341"/>
            <ac:spMk id="16" creationId="{10376E26-0F48-0D7B-746E-70D82A96C069}"/>
          </ac:spMkLst>
        </pc:spChg>
        <pc:spChg chg="add del mod">
          <ac:chgData name="Jacob Wyngaard" userId="6181fcd471e98458" providerId="LiveId" clId="{788BA123-62C9-4DDC-86E5-A6BCA4600216}" dt="2026-03-03T01:48:04.611" v="2753" actId="478"/>
          <ac:spMkLst>
            <pc:docMk/>
            <pc:sldMk cId="3403223485" sldId="341"/>
            <ac:spMk id="17" creationId="{FA6AFC29-735A-2F37-5194-84AB4FDF4726}"/>
          </ac:spMkLst>
        </pc:spChg>
        <pc:spChg chg="add mod">
          <ac:chgData name="Jacob Wyngaard" userId="6181fcd471e98458" providerId="LiveId" clId="{788BA123-62C9-4DDC-86E5-A6BCA4600216}" dt="2026-03-03T02:35:49.386" v="3046"/>
          <ac:spMkLst>
            <pc:docMk/>
            <pc:sldMk cId="3403223485" sldId="341"/>
            <ac:spMk id="18" creationId="{D1C87257-306F-F4F2-0D40-91D0095B2E4C}"/>
          </ac:spMkLst>
        </pc:spChg>
      </pc:sldChg>
      <pc:sldChg chg="addSp delSp modSp add mod">
        <pc:chgData name="Jacob Wyngaard" userId="6181fcd471e98458" providerId="LiveId" clId="{788BA123-62C9-4DDC-86E5-A6BCA4600216}" dt="2026-03-03T02:35:34.628" v="3040"/>
        <pc:sldMkLst>
          <pc:docMk/>
          <pc:sldMk cId="2521794888" sldId="342"/>
        </pc:sldMkLst>
        <pc:spChg chg="del">
          <ac:chgData name="Jacob Wyngaard" userId="6181fcd471e98458" providerId="LiveId" clId="{788BA123-62C9-4DDC-86E5-A6BCA4600216}" dt="2026-03-03T01:52:11.503" v="2785" actId="478"/>
          <ac:spMkLst>
            <pc:docMk/>
            <pc:sldMk cId="2521794888" sldId="342"/>
            <ac:spMk id="9" creationId="{75402EB8-E615-B015-5EFC-6632768BF5EF}"/>
          </ac:spMkLst>
        </pc:spChg>
        <pc:spChg chg="add del mod">
          <ac:chgData name="Jacob Wyngaard" userId="6181fcd471e98458" providerId="LiveId" clId="{788BA123-62C9-4DDC-86E5-A6BCA4600216}" dt="2026-03-03T02:35:34.373" v="3039" actId="478"/>
          <ac:spMkLst>
            <pc:docMk/>
            <pc:sldMk cId="2521794888" sldId="342"/>
            <ac:spMk id="13" creationId="{C14F7A92-0E98-696C-8E7D-1FBC701F14B7}"/>
          </ac:spMkLst>
        </pc:spChg>
        <pc:spChg chg="add mod">
          <ac:chgData name="Jacob Wyngaard" userId="6181fcd471e98458" providerId="LiveId" clId="{788BA123-62C9-4DDC-86E5-A6BCA4600216}" dt="2026-03-03T02:35:34.628" v="3040"/>
          <ac:spMkLst>
            <pc:docMk/>
            <pc:sldMk cId="2521794888" sldId="342"/>
            <ac:spMk id="23" creationId="{F66B4ABB-A67E-3A8D-9B4C-A46B5AEDF0E2}"/>
          </ac:spMkLst>
        </pc:spChg>
      </pc:sldChg>
      <pc:sldChg chg="addSp delSp modSp add mod">
        <pc:chgData name="Jacob Wyngaard" userId="6181fcd471e98458" providerId="LiveId" clId="{788BA123-62C9-4DDC-86E5-A6BCA4600216}" dt="2026-03-03T02:45:53.229" v="3864" actId="1036"/>
        <pc:sldMkLst>
          <pc:docMk/>
          <pc:sldMk cId="3046037645" sldId="343"/>
        </pc:sldMkLst>
        <pc:spChg chg="add mod">
          <ac:chgData name="Jacob Wyngaard" userId="6181fcd471e98458" providerId="LiveId" clId="{788BA123-62C9-4DDC-86E5-A6BCA4600216}" dt="2026-03-03T02:34:29.954" v="3004" actId="20577"/>
          <ac:spMkLst>
            <pc:docMk/>
            <pc:sldMk cId="3046037645" sldId="343"/>
            <ac:spMk id="2" creationId="{074F1D79-B11B-B2BB-52BE-EEA60600B8E8}"/>
          </ac:spMkLst>
        </pc:spChg>
        <pc:spChg chg="add mod">
          <ac:chgData name="Jacob Wyngaard" userId="6181fcd471e98458" providerId="LiveId" clId="{788BA123-62C9-4DDC-86E5-A6BCA4600216}" dt="2026-03-03T02:36:01.395" v="3050"/>
          <ac:spMkLst>
            <pc:docMk/>
            <pc:sldMk cId="3046037645" sldId="343"/>
            <ac:spMk id="3" creationId="{99E1E50C-D28F-2F73-2EAC-C4224E58FDD7}"/>
          </ac:spMkLst>
        </pc:spChg>
        <pc:spChg chg="add mod">
          <ac:chgData name="Jacob Wyngaard" userId="6181fcd471e98458" providerId="LiveId" clId="{788BA123-62C9-4DDC-86E5-A6BCA4600216}" dt="2026-03-03T02:36:49.906" v="3066" actId="1076"/>
          <ac:spMkLst>
            <pc:docMk/>
            <pc:sldMk cId="3046037645" sldId="343"/>
            <ac:spMk id="5" creationId="{8C6AFF41-BD0E-E618-DFB4-44D49646F3ED}"/>
          </ac:spMkLst>
        </pc:spChg>
        <pc:spChg chg="add mod">
          <ac:chgData name="Jacob Wyngaard" userId="6181fcd471e98458" providerId="LiveId" clId="{788BA123-62C9-4DDC-86E5-A6BCA4600216}" dt="2026-03-03T02:37:07.054" v="3090" actId="1076"/>
          <ac:spMkLst>
            <pc:docMk/>
            <pc:sldMk cId="3046037645" sldId="343"/>
            <ac:spMk id="7" creationId="{A841ADF3-0009-73B4-3810-9385652771BD}"/>
          </ac:spMkLst>
        </pc:spChg>
        <pc:spChg chg="add mod">
          <ac:chgData name="Jacob Wyngaard" userId="6181fcd471e98458" providerId="LiveId" clId="{788BA123-62C9-4DDC-86E5-A6BCA4600216}" dt="2026-03-03T02:45:53.229" v="3864" actId="1036"/>
          <ac:spMkLst>
            <pc:docMk/>
            <pc:sldMk cId="3046037645" sldId="343"/>
            <ac:spMk id="9" creationId="{3346594E-68DA-AC75-A4B9-7C8280C0A342}"/>
          </ac:spMkLst>
        </pc:spChg>
        <pc:spChg chg="add mod">
          <ac:chgData name="Jacob Wyngaard" userId="6181fcd471e98458" providerId="LiveId" clId="{788BA123-62C9-4DDC-86E5-A6BCA4600216}" dt="2026-03-03T02:45:49.790" v="3859" actId="1035"/>
          <ac:spMkLst>
            <pc:docMk/>
            <pc:sldMk cId="3046037645" sldId="343"/>
            <ac:spMk id="10" creationId="{597546D6-4628-6164-8E60-E84D12C3A1D0}"/>
          </ac:spMkLst>
        </pc:spChg>
        <pc:spChg chg="del">
          <ac:chgData name="Jacob Wyngaard" userId="6181fcd471e98458" providerId="LiveId" clId="{788BA123-62C9-4DDC-86E5-A6BCA4600216}" dt="2026-03-03T02:36:01.002" v="3049" actId="478"/>
          <ac:spMkLst>
            <pc:docMk/>
            <pc:sldMk cId="3046037645" sldId="343"/>
            <ac:spMk id="13" creationId="{928A778F-186B-9EB5-F6E5-85FE2004068F}"/>
          </ac:spMkLst>
        </pc:spChg>
        <pc:spChg chg="del">
          <ac:chgData name="Jacob Wyngaard" userId="6181fcd471e98458" providerId="LiveId" clId="{788BA123-62C9-4DDC-86E5-A6BCA4600216}" dt="2026-03-03T02:34:00.404" v="2865" actId="478"/>
          <ac:spMkLst>
            <pc:docMk/>
            <pc:sldMk cId="3046037645" sldId="343"/>
            <ac:spMk id="31" creationId="{76435998-7DB3-099B-0D39-8461B583C651}"/>
          </ac:spMkLst>
        </pc:spChg>
        <pc:spChg chg="del">
          <ac:chgData name="Jacob Wyngaard" userId="6181fcd471e98458" providerId="LiveId" clId="{788BA123-62C9-4DDC-86E5-A6BCA4600216}" dt="2026-03-03T02:33:58.030" v="2864" actId="478"/>
          <ac:spMkLst>
            <pc:docMk/>
            <pc:sldMk cId="3046037645" sldId="343"/>
            <ac:spMk id="32" creationId="{3C71B131-86A1-7002-0BB2-15E933BEDC0B}"/>
          </ac:spMkLst>
        </pc:spChg>
        <pc:spChg chg="del">
          <ac:chgData name="Jacob Wyngaard" userId="6181fcd471e98458" providerId="LiveId" clId="{788BA123-62C9-4DDC-86E5-A6BCA4600216}" dt="2026-03-03T02:33:58.030" v="2864" actId="478"/>
          <ac:spMkLst>
            <pc:docMk/>
            <pc:sldMk cId="3046037645" sldId="343"/>
            <ac:spMk id="33" creationId="{2CA94DD1-8775-9410-E434-BA7ACFAFC011}"/>
          </ac:spMkLst>
        </pc:spChg>
        <pc:spChg chg="del">
          <ac:chgData name="Jacob Wyngaard" userId="6181fcd471e98458" providerId="LiveId" clId="{788BA123-62C9-4DDC-86E5-A6BCA4600216}" dt="2026-03-03T02:33:58.030" v="2864" actId="478"/>
          <ac:spMkLst>
            <pc:docMk/>
            <pc:sldMk cId="3046037645" sldId="343"/>
            <ac:spMk id="34" creationId="{7FE8EB3F-6626-F097-21C5-6950F195ACF8}"/>
          </ac:spMkLst>
        </pc:spChg>
        <pc:spChg chg="del">
          <ac:chgData name="Jacob Wyngaard" userId="6181fcd471e98458" providerId="LiveId" clId="{788BA123-62C9-4DDC-86E5-A6BCA4600216}" dt="2026-03-03T02:33:58.030" v="2864" actId="478"/>
          <ac:spMkLst>
            <pc:docMk/>
            <pc:sldMk cId="3046037645" sldId="343"/>
            <ac:spMk id="35" creationId="{5EBF3D30-07A5-B5E6-8B01-90B06AFBBBB6}"/>
          </ac:spMkLst>
        </pc:spChg>
        <pc:spChg chg="del">
          <ac:chgData name="Jacob Wyngaard" userId="6181fcd471e98458" providerId="LiveId" clId="{788BA123-62C9-4DDC-86E5-A6BCA4600216}" dt="2026-03-03T02:33:58.030" v="2864" actId="478"/>
          <ac:spMkLst>
            <pc:docMk/>
            <pc:sldMk cId="3046037645" sldId="343"/>
            <ac:spMk id="37" creationId="{0F84B16F-B84A-1F0D-1B5B-8710338D99D9}"/>
          </ac:spMkLst>
        </pc:spChg>
        <pc:spChg chg="del">
          <ac:chgData name="Jacob Wyngaard" userId="6181fcd471e98458" providerId="LiveId" clId="{788BA123-62C9-4DDC-86E5-A6BCA4600216}" dt="2026-03-03T02:33:58.030" v="2864" actId="478"/>
          <ac:spMkLst>
            <pc:docMk/>
            <pc:sldMk cId="3046037645" sldId="343"/>
            <ac:spMk id="39" creationId="{431FF045-FFE0-0C9D-A8EA-734985E713D7}"/>
          </ac:spMkLst>
        </pc:spChg>
        <pc:spChg chg="del">
          <ac:chgData name="Jacob Wyngaard" userId="6181fcd471e98458" providerId="LiveId" clId="{788BA123-62C9-4DDC-86E5-A6BCA4600216}" dt="2026-03-03T02:33:58.030" v="2864" actId="478"/>
          <ac:spMkLst>
            <pc:docMk/>
            <pc:sldMk cId="3046037645" sldId="343"/>
            <ac:spMk id="40" creationId="{7E4AA491-1BB5-27A8-3993-DE42D6BA5220}"/>
          </ac:spMkLst>
        </pc:spChg>
        <pc:spChg chg="del">
          <ac:chgData name="Jacob Wyngaard" userId="6181fcd471e98458" providerId="LiveId" clId="{788BA123-62C9-4DDC-86E5-A6BCA4600216}" dt="2026-03-03T02:33:58.030" v="2864" actId="478"/>
          <ac:spMkLst>
            <pc:docMk/>
            <pc:sldMk cId="3046037645" sldId="343"/>
            <ac:spMk id="41" creationId="{DDAF3848-C328-AFDD-422A-DC764F195D7A}"/>
          </ac:spMkLst>
        </pc:spChg>
        <pc:spChg chg="del">
          <ac:chgData name="Jacob Wyngaard" userId="6181fcd471e98458" providerId="LiveId" clId="{788BA123-62C9-4DDC-86E5-A6BCA4600216}" dt="2026-03-03T02:33:58.030" v="2864" actId="478"/>
          <ac:spMkLst>
            <pc:docMk/>
            <pc:sldMk cId="3046037645" sldId="343"/>
            <ac:spMk id="42" creationId="{C5B0B4BD-FF38-659D-EFB8-A06D9CE70B1B}"/>
          </ac:spMkLst>
        </pc:spChg>
        <pc:spChg chg="del">
          <ac:chgData name="Jacob Wyngaard" userId="6181fcd471e98458" providerId="LiveId" clId="{788BA123-62C9-4DDC-86E5-A6BCA4600216}" dt="2026-03-03T02:33:58.030" v="2864" actId="478"/>
          <ac:spMkLst>
            <pc:docMk/>
            <pc:sldMk cId="3046037645" sldId="343"/>
            <ac:spMk id="44" creationId="{C9D04067-FA9F-4AD9-1738-84191BEE97B5}"/>
          </ac:spMkLst>
        </pc:spChg>
        <pc:graphicFrameChg chg="add mod modGraphic">
          <ac:chgData name="Jacob Wyngaard" userId="6181fcd471e98458" providerId="LiveId" clId="{788BA123-62C9-4DDC-86E5-A6BCA4600216}" dt="2026-03-03T02:36:22.843" v="3056" actId="14100"/>
          <ac:graphicFrameMkLst>
            <pc:docMk/>
            <pc:sldMk cId="3046037645" sldId="343"/>
            <ac:graphicFrameMk id="4" creationId="{F906FB51-0567-F806-2A1A-500B7BD5F1A0}"/>
          </ac:graphicFrameMkLst>
        </pc:graphicFrameChg>
      </pc:sldChg>
      <pc:sldChg chg="addSp delSp modSp add mod">
        <pc:chgData name="Jacob Wyngaard" userId="6181fcd471e98458" providerId="LiveId" clId="{788BA123-62C9-4DDC-86E5-A6BCA4600216}" dt="2026-03-03T03:11:28.060" v="4457" actId="20577"/>
        <pc:sldMkLst>
          <pc:docMk/>
          <pc:sldMk cId="4181798848" sldId="344"/>
        </pc:sldMkLst>
        <pc:spChg chg="mod">
          <ac:chgData name="Jacob Wyngaard" userId="6181fcd471e98458" providerId="LiveId" clId="{788BA123-62C9-4DDC-86E5-A6BCA4600216}" dt="2026-03-03T02:46:19.780" v="3890" actId="20577"/>
          <ac:spMkLst>
            <pc:docMk/>
            <pc:sldMk cId="4181798848" sldId="344"/>
            <ac:spMk id="2" creationId="{8C969746-7AF8-0553-F2CE-B93A334574EB}"/>
          </ac:spMkLst>
        </pc:spChg>
        <pc:spChg chg="mod">
          <ac:chgData name="Jacob Wyngaard" userId="6181fcd471e98458" providerId="LiveId" clId="{788BA123-62C9-4DDC-86E5-A6BCA4600216}" dt="2026-03-03T03:00:48.495" v="4363" actId="1076"/>
          <ac:spMkLst>
            <pc:docMk/>
            <pc:sldMk cId="4181798848" sldId="344"/>
            <ac:spMk id="9" creationId="{6A43F81B-E245-FECC-08FB-DCAF150EA7CE}"/>
          </ac:spMkLst>
        </pc:spChg>
        <pc:spChg chg="del mod">
          <ac:chgData name="Jacob Wyngaard" userId="6181fcd471e98458" providerId="LiveId" clId="{788BA123-62C9-4DDC-86E5-A6BCA4600216}" dt="2026-03-03T02:57:49.302" v="4251" actId="478"/>
          <ac:spMkLst>
            <pc:docMk/>
            <pc:sldMk cId="4181798848" sldId="344"/>
            <ac:spMk id="10" creationId="{96513F9C-709B-35E3-A125-67948920314C}"/>
          </ac:spMkLst>
        </pc:spChg>
        <pc:spChg chg="add mod">
          <ac:chgData name="Jacob Wyngaard" userId="6181fcd471e98458" providerId="LiveId" clId="{788BA123-62C9-4DDC-86E5-A6BCA4600216}" dt="2026-03-03T03:09:57.341" v="4414" actId="20577"/>
          <ac:spMkLst>
            <pc:docMk/>
            <pc:sldMk cId="4181798848" sldId="344"/>
            <ac:spMk id="11" creationId="{99C8DA03-FBFF-EB94-12E3-74D1B2E3F82D}"/>
          </ac:spMkLst>
        </pc:spChg>
        <pc:spChg chg="add mod">
          <ac:chgData name="Jacob Wyngaard" userId="6181fcd471e98458" providerId="LiveId" clId="{788BA123-62C9-4DDC-86E5-A6BCA4600216}" dt="2026-03-03T03:10:42.705" v="4428" actId="6549"/>
          <ac:spMkLst>
            <pc:docMk/>
            <pc:sldMk cId="4181798848" sldId="344"/>
            <ac:spMk id="12" creationId="{DB3CDA8E-01ED-2432-7D11-8CAA49A92D40}"/>
          </ac:spMkLst>
        </pc:spChg>
        <pc:spChg chg="add del mod">
          <ac:chgData name="Jacob Wyngaard" userId="6181fcd471e98458" providerId="LiveId" clId="{788BA123-62C9-4DDC-86E5-A6BCA4600216}" dt="2026-03-03T02:54:21.985" v="4123" actId="478"/>
          <ac:spMkLst>
            <pc:docMk/>
            <pc:sldMk cId="4181798848" sldId="344"/>
            <ac:spMk id="14" creationId="{9656901F-A2F0-00F9-EFBE-DAEA0DAC6DDB}"/>
          </ac:spMkLst>
        </pc:spChg>
        <pc:spChg chg="add del mod">
          <ac:chgData name="Jacob Wyngaard" userId="6181fcd471e98458" providerId="LiveId" clId="{788BA123-62C9-4DDC-86E5-A6BCA4600216}" dt="2026-03-03T02:55:03.134" v="4134" actId="478"/>
          <ac:spMkLst>
            <pc:docMk/>
            <pc:sldMk cId="4181798848" sldId="344"/>
            <ac:spMk id="15" creationId="{312EB1D8-4906-8D01-EBAD-A2881378422B}"/>
          </ac:spMkLst>
        </pc:spChg>
        <pc:spChg chg="add mod">
          <ac:chgData name="Jacob Wyngaard" userId="6181fcd471e98458" providerId="LiveId" clId="{788BA123-62C9-4DDC-86E5-A6BCA4600216}" dt="2026-03-03T03:11:28.060" v="4457" actId="20577"/>
          <ac:spMkLst>
            <pc:docMk/>
            <pc:sldMk cId="4181798848" sldId="344"/>
            <ac:spMk id="16" creationId="{D60FA3D4-BEAB-993B-F2F6-66A322B13039}"/>
          </ac:spMkLst>
        </pc:spChg>
        <pc:spChg chg="add mod">
          <ac:chgData name="Jacob Wyngaard" userId="6181fcd471e98458" providerId="LiveId" clId="{788BA123-62C9-4DDC-86E5-A6BCA4600216}" dt="2026-03-03T03:00:37.780" v="4361" actId="1076"/>
          <ac:spMkLst>
            <pc:docMk/>
            <pc:sldMk cId="4181798848" sldId="344"/>
            <ac:spMk id="17" creationId="{54854E17-50C1-91BB-EB45-9AD26E940421}"/>
          </ac:spMkLst>
        </pc:spChg>
        <pc:graphicFrameChg chg="mod">
          <ac:chgData name="Jacob Wyngaard" userId="6181fcd471e98458" providerId="LiveId" clId="{788BA123-62C9-4DDC-86E5-A6BCA4600216}" dt="2026-03-03T02:46:35.987" v="3892"/>
          <ac:graphicFrameMkLst>
            <pc:docMk/>
            <pc:sldMk cId="4181798848" sldId="344"/>
            <ac:graphicFrameMk id="4" creationId="{99C9651C-F93E-943B-2159-9BB7FDF2B841}"/>
          </ac:graphicFrameMkLst>
        </pc:graphicFrameChg>
      </pc:sldChg>
      <pc:sldChg chg="addSp delSp modSp add mod">
        <pc:chgData name="Jacob Wyngaard" userId="6181fcd471e98458" providerId="LiveId" clId="{788BA123-62C9-4DDC-86E5-A6BCA4600216}" dt="2026-03-03T03:31:25.115" v="4800" actId="1076"/>
        <pc:sldMkLst>
          <pc:docMk/>
          <pc:sldMk cId="2030494443" sldId="345"/>
        </pc:sldMkLst>
        <pc:spChg chg="mod">
          <ac:chgData name="Jacob Wyngaard" userId="6181fcd471e98458" providerId="LiveId" clId="{788BA123-62C9-4DDC-86E5-A6BCA4600216}" dt="2026-03-03T03:08:33.871" v="4376" actId="20577"/>
          <ac:spMkLst>
            <pc:docMk/>
            <pc:sldMk cId="2030494443" sldId="345"/>
            <ac:spMk id="2" creationId="{F150DEBC-B8F0-DF35-9854-42696397DE12}"/>
          </ac:spMkLst>
        </pc:spChg>
        <pc:spChg chg="del">
          <ac:chgData name="Jacob Wyngaard" userId="6181fcd471e98458" providerId="LiveId" clId="{788BA123-62C9-4DDC-86E5-A6BCA4600216}" dt="2026-03-03T03:13:03.826" v="4460" actId="478"/>
          <ac:spMkLst>
            <pc:docMk/>
            <pc:sldMk cId="2030494443" sldId="345"/>
            <ac:spMk id="9" creationId="{732DEC90-A72C-393C-E097-B68D3CB16E5E}"/>
          </ac:spMkLst>
        </pc:spChg>
        <pc:spChg chg="add mod">
          <ac:chgData name="Jacob Wyngaard" userId="6181fcd471e98458" providerId="LiveId" clId="{788BA123-62C9-4DDC-86E5-A6BCA4600216}" dt="2026-03-03T03:09:21.546" v="4405" actId="1076"/>
          <ac:spMkLst>
            <pc:docMk/>
            <pc:sldMk cId="2030494443" sldId="345"/>
            <ac:spMk id="10" creationId="{5F87A08D-996A-9EAB-83E0-5A0859B5C8AE}"/>
          </ac:spMkLst>
        </pc:spChg>
        <pc:spChg chg="mod">
          <ac:chgData name="Jacob Wyngaard" userId="6181fcd471e98458" providerId="LiveId" clId="{788BA123-62C9-4DDC-86E5-A6BCA4600216}" dt="2026-03-03T03:15:16.567" v="4538" actId="20577"/>
          <ac:spMkLst>
            <pc:docMk/>
            <pc:sldMk cId="2030494443" sldId="345"/>
            <ac:spMk id="11" creationId="{38EF4574-BBA5-CFAD-92C6-3076A58B0FFF}"/>
          </ac:spMkLst>
        </pc:spChg>
        <pc:spChg chg="del">
          <ac:chgData name="Jacob Wyngaard" userId="6181fcd471e98458" providerId="LiveId" clId="{788BA123-62C9-4DDC-86E5-A6BCA4600216}" dt="2026-03-03T03:15:48.045" v="4544" actId="478"/>
          <ac:spMkLst>
            <pc:docMk/>
            <pc:sldMk cId="2030494443" sldId="345"/>
            <ac:spMk id="12" creationId="{B15E120F-68D4-3608-93ED-F06FE29D55DC}"/>
          </ac:spMkLst>
        </pc:spChg>
        <pc:spChg chg="add mod">
          <ac:chgData name="Jacob Wyngaard" userId="6181fcd471e98458" providerId="LiveId" clId="{788BA123-62C9-4DDC-86E5-A6BCA4600216}" dt="2026-03-03T03:15:30.962" v="4543" actId="20577"/>
          <ac:spMkLst>
            <pc:docMk/>
            <pc:sldMk cId="2030494443" sldId="345"/>
            <ac:spMk id="13" creationId="{4B5C1AD9-0C18-8BC5-F090-96D8F222B2E7}"/>
          </ac:spMkLst>
        </pc:spChg>
        <pc:spChg chg="add mod">
          <ac:chgData name="Jacob Wyngaard" userId="6181fcd471e98458" providerId="LiveId" clId="{788BA123-62C9-4DDC-86E5-A6BCA4600216}" dt="2026-03-03T03:17:19.288" v="4566" actId="20577"/>
          <ac:spMkLst>
            <pc:docMk/>
            <pc:sldMk cId="2030494443" sldId="345"/>
            <ac:spMk id="14" creationId="{1CEEE3F0-AE9F-7B0F-6238-B81810E880DD}"/>
          </ac:spMkLst>
        </pc:spChg>
        <pc:spChg chg="add mod">
          <ac:chgData name="Jacob Wyngaard" userId="6181fcd471e98458" providerId="LiveId" clId="{788BA123-62C9-4DDC-86E5-A6BCA4600216}" dt="2026-03-03T03:17:33.858" v="4567"/>
          <ac:spMkLst>
            <pc:docMk/>
            <pc:sldMk cId="2030494443" sldId="345"/>
            <ac:spMk id="15" creationId="{FEEBE934-F44C-48EE-0E57-2F780303E19E}"/>
          </ac:spMkLst>
        </pc:spChg>
        <pc:spChg chg="mod">
          <ac:chgData name="Jacob Wyngaard" userId="6181fcd471e98458" providerId="LiveId" clId="{788BA123-62C9-4DDC-86E5-A6BCA4600216}" dt="2026-03-03T03:14:24.490" v="4515" actId="1076"/>
          <ac:spMkLst>
            <pc:docMk/>
            <pc:sldMk cId="2030494443" sldId="345"/>
            <ac:spMk id="16" creationId="{07A7EB56-D119-B7EA-868C-0C6A1834DD43}"/>
          </ac:spMkLst>
        </pc:spChg>
        <pc:spChg chg="del">
          <ac:chgData name="Jacob Wyngaard" userId="6181fcd471e98458" providerId="LiveId" clId="{788BA123-62C9-4DDC-86E5-A6BCA4600216}" dt="2026-03-03T03:15:55.508" v="4546" actId="478"/>
          <ac:spMkLst>
            <pc:docMk/>
            <pc:sldMk cId="2030494443" sldId="345"/>
            <ac:spMk id="17" creationId="{8C3CB807-632D-99DE-E8DF-0690F098269D}"/>
          </ac:spMkLst>
        </pc:spChg>
        <pc:spChg chg="add mod">
          <ac:chgData name="Jacob Wyngaard" userId="6181fcd471e98458" providerId="LiveId" clId="{788BA123-62C9-4DDC-86E5-A6BCA4600216}" dt="2026-03-03T03:17:33.858" v="4567"/>
          <ac:spMkLst>
            <pc:docMk/>
            <pc:sldMk cId="2030494443" sldId="345"/>
            <ac:spMk id="18" creationId="{8C2A1799-C9FB-133D-C5E3-4887934BDEBA}"/>
          </ac:spMkLst>
        </pc:spChg>
        <pc:spChg chg="add mod">
          <ac:chgData name="Jacob Wyngaard" userId="6181fcd471e98458" providerId="LiveId" clId="{788BA123-62C9-4DDC-86E5-A6BCA4600216}" dt="2026-03-03T03:17:33.858" v="4567"/>
          <ac:spMkLst>
            <pc:docMk/>
            <pc:sldMk cId="2030494443" sldId="345"/>
            <ac:spMk id="19" creationId="{2F9E4786-D61A-1D4C-E693-7BA48DA20DF8}"/>
          </ac:spMkLst>
        </pc:spChg>
        <pc:spChg chg="add mod">
          <ac:chgData name="Jacob Wyngaard" userId="6181fcd471e98458" providerId="LiveId" clId="{788BA123-62C9-4DDC-86E5-A6BCA4600216}" dt="2026-03-03T03:31:25.115" v="4800" actId="1076"/>
          <ac:spMkLst>
            <pc:docMk/>
            <pc:sldMk cId="2030494443" sldId="345"/>
            <ac:spMk id="20" creationId="{929D1F24-8502-B7EB-BDD9-C2D174353AB6}"/>
          </ac:spMkLst>
        </pc:spChg>
      </pc:sldChg>
      <pc:sldChg chg="delSp modSp add mod">
        <pc:chgData name="Jacob Wyngaard" userId="6181fcd471e98458" providerId="LiveId" clId="{788BA123-62C9-4DDC-86E5-A6BCA4600216}" dt="2026-03-03T04:04:13.886" v="5365" actId="20577"/>
        <pc:sldMkLst>
          <pc:docMk/>
          <pc:sldMk cId="1785115030" sldId="346"/>
        </pc:sldMkLst>
        <pc:spChg chg="mod">
          <ac:chgData name="Jacob Wyngaard" userId="6181fcd471e98458" providerId="LiveId" clId="{788BA123-62C9-4DDC-86E5-A6BCA4600216}" dt="2026-03-03T04:04:13.886" v="5365" actId="20577"/>
          <ac:spMkLst>
            <pc:docMk/>
            <pc:sldMk cId="1785115030" sldId="346"/>
            <ac:spMk id="2" creationId="{2DCED672-D370-75E4-BEC5-38F48BA057F9}"/>
          </ac:spMkLst>
        </pc:spChg>
        <pc:spChg chg="del">
          <ac:chgData name="Jacob Wyngaard" userId="6181fcd471e98458" providerId="LiveId" clId="{788BA123-62C9-4DDC-86E5-A6BCA4600216}" dt="2026-03-03T03:34:06.874" v="4893" actId="478"/>
          <ac:spMkLst>
            <pc:docMk/>
            <pc:sldMk cId="1785115030" sldId="346"/>
            <ac:spMk id="3" creationId="{263719FB-F59B-E146-A21F-E3AA1425C095}"/>
          </ac:spMkLst>
        </pc:spChg>
        <pc:spChg chg="del">
          <ac:chgData name="Jacob Wyngaard" userId="6181fcd471e98458" providerId="LiveId" clId="{788BA123-62C9-4DDC-86E5-A6BCA4600216}" dt="2026-03-03T03:33:13.907" v="4892" actId="478"/>
          <ac:spMkLst>
            <pc:docMk/>
            <pc:sldMk cId="1785115030" sldId="346"/>
            <ac:spMk id="4" creationId="{FD5D82A2-3C48-1EDC-80AF-EEB1BA8D2074}"/>
          </ac:spMkLst>
        </pc:spChg>
        <pc:spChg chg="del">
          <ac:chgData name="Jacob Wyngaard" userId="6181fcd471e98458" providerId="LiveId" clId="{788BA123-62C9-4DDC-86E5-A6BCA4600216}" dt="2026-03-03T03:34:06.874" v="4893" actId="478"/>
          <ac:spMkLst>
            <pc:docMk/>
            <pc:sldMk cId="1785115030" sldId="346"/>
            <ac:spMk id="5" creationId="{2B3E78C7-85A1-F6CF-E7D0-E92DBB9CC100}"/>
          </ac:spMkLst>
        </pc:spChg>
        <pc:spChg chg="del">
          <ac:chgData name="Jacob Wyngaard" userId="6181fcd471e98458" providerId="LiveId" clId="{788BA123-62C9-4DDC-86E5-A6BCA4600216}" dt="2026-03-03T03:33:12.352" v="4891" actId="478"/>
          <ac:spMkLst>
            <pc:docMk/>
            <pc:sldMk cId="1785115030" sldId="346"/>
            <ac:spMk id="7" creationId="{32CD4F11-99B4-615F-C59F-D34A0F3FB5A3}"/>
          </ac:spMkLst>
        </pc:spChg>
        <pc:spChg chg="mod">
          <ac:chgData name="Jacob Wyngaard" userId="6181fcd471e98458" providerId="LiveId" clId="{788BA123-62C9-4DDC-86E5-A6BCA4600216}" dt="2026-03-03T03:33:06.495" v="4890" actId="1076"/>
          <ac:spMkLst>
            <pc:docMk/>
            <pc:sldMk cId="1785115030" sldId="346"/>
            <ac:spMk id="9" creationId="{35B42524-6F23-C471-30C8-651250FBEB3B}"/>
          </ac:spMkLst>
        </pc:spChg>
        <pc:spChg chg="del">
          <ac:chgData name="Jacob Wyngaard" userId="6181fcd471e98458" providerId="LiveId" clId="{788BA123-62C9-4DDC-86E5-A6BCA4600216}" dt="2026-03-03T03:34:06.874" v="4893" actId="478"/>
          <ac:spMkLst>
            <pc:docMk/>
            <pc:sldMk cId="1785115030" sldId="346"/>
            <ac:spMk id="10" creationId="{FBDAAAAB-DC40-2B87-EADF-4A5FAB74531B}"/>
          </ac:spMkLst>
        </pc:spChg>
        <pc:spChg chg="del">
          <ac:chgData name="Jacob Wyngaard" userId="6181fcd471e98458" providerId="LiveId" clId="{788BA123-62C9-4DDC-86E5-A6BCA4600216}" dt="2026-03-03T03:34:06.874" v="4893" actId="478"/>
          <ac:spMkLst>
            <pc:docMk/>
            <pc:sldMk cId="1785115030" sldId="346"/>
            <ac:spMk id="12" creationId="{83C1583E-CBB9-D1A1-BE7A-71DFCB77E872}"/>
          </ac:spMkLst>
        </pc:spChg>
        <pc:spChg chg="del">
          <ac:chgData name="Jacob Wyngaard" userId="6181fcd471e98458" providerId="LiveId" clId="{788BA123-62C9-4DDC-86E5-A6BCA4600216}" dt="2026-03-03T03:34:06.874" v="4893" actId="478"/>
          <ac:spMkLst>
            <pc:docMk/>
            <pc:sldMk cId="1785115030" sldId="346"/>
            <ac:spMk id="17" creationId="{E70A62AE-41F6-2EB9-4B43-C375B2EE6E1E}"/>
          </ac:spMkLst>
        </pc:spChg>
        <pc:spChg chg="del">
          <ac:chgData name="Jacob Wyngaard" userId="6181fcd471e98458" providerId="LiveId" clId="{788BA123-62C9-4DDC-86E5-A6BCA4600216}" dt="2026-03-03T03:34:06.874" v="4893" actId="478"/>
          <ac:spMkLst>
            <pc:docMk/>
            <pc:sldMk cId="1785115030" sldId="346"/>
            <ac:spMk id="18" creationId="{82BECFBD-DF61-C3B9-08E0-D8EFFE70C4D1}"/>
          </ac:spMkLst>
        </pc:spChg>
        <pc:spChg chg="del">
          <ac:chgData name="Jacob Wyngaard" userId="6181fcd471e98458" providerId="LiveId" clId="{788BA123-62C9-4DDC-86E5-A6BCA4600216}" dt="2026-03-03T03:34:06.874" v="4893" actId="478"/>
          <ac:spMkLst>
            <pc:docMk/>
            <pc:sldMk cId="1785115030" sldId="346"/>
            <ac:spMk id="21" creationId="{D4751CC9-9179-8C7C-55AA-097A993ED6A7}"/>
          </ac:spMkLst>
        </pc:spChg>
        <pc:spChg chg="del">
          <ac:chgData name="Jacob Wyngaard" userId="6181fcd471e98458" providerId="LiveId" clId="{788BA123-62C9-4DDC-86E5-A6BCA4600216}" dt="2026-03-03T03:34:06.874" v="4893" actId="478"/>
          <ac:spMkLst>
            <pc:docMk/>
            <pc:sldMk cId="1785115030" sldId="346"/>
            <ac:spMk id="22" creationId="{D73AF887-4199-87CB-C835-5D456DB035E1}"/>
          </ac:spMkLst>
        </pc:spChg>
        <pc:spChg chg="del">
          <ac:chgData name="Jacob Wyngaard" userId="6181fcd471e98458" providerId="LiveId" clId="{788BA123-62C9-4DDC-86E5-A6BCA4600216}" dt="2026-03-03T03:34:06.874" v="4893" actId="478"/>
          <ac:spMkLst>
            <pc:docMk/>
            <pc:sldMk cId="1785115030" sldId="346"/>
            <ac:spMk id="25" creationId="{2224E53D-56BD-F92D-DDD4-7C274C72A096}"/>
          </ac:spMkLst>
        </pc:spChg>
      </pc:sldChg>
      <pc:sldChg chg="modSp add mod">
        <pc:chgData name="Jacob Wyngaard" userId="6181fcd471e98458" providerId="LiveId" clId="{788BA123-62C9-4DDC-86E5-A6BCA4600216}" dt="2026-03-03T04:08:13.723" v="5795" actId="20577"/>
        <pc:sldMkLst>
          <pc:docMk/>
          <pc:sldMk cId="1180299956" sldId="347"/>
        </pc:sldMkLst>
        <pc:spChg chg="mod">
          <ac:chgData name="Jacob Wyngaard" userId="6181fcd471e98458" providerId="LiveId" clId="{788BA123-62C9-4DDC-86E5-A6BCA4600216}" dt="2026-03-03T04:08:13.723" v="5795" actId="20577"/>
          <ac:spMkLst>
            <pc:docMk/>
            <pc:sldMk cId="1180299956" sldId="347"/>
            <ac:spMk id="2" creationId="{CE504970-BBB3-298B-E56C-199DFCCD52B2}"/>
          </ac:spMkLst>
        </pc:spChg>
      </pc:sldChg>
      <pc:sldChg chg="addSp delSp modSp add mod">
        <pc:chgData name="Jacob Wyngaard" userId="6181fcd471e98458" providerId="LiveId" clId="{788BA123-62C9-4DDC-86E5-A6BCA4600216}" dt="2026-03-03T04:15:16.609" v="6026" actId="20577"/>
        <pc:sldMkLst>
          <pc:docMk/>
          <pc:sldMk cId="1434565876" sldId="348"/>
        </pc:sldMkLst>
        <pc:spChg chg="add mod">
          <ac:chgData name="Jacob Wyngaard" userId="6181fcd471e98458" providerId="LiveId" clId="{788BA123-62C9-4DDC-86E5-A6BCA4600216}" dt="2026-03-03T04:12:44.730" v="5949" actId="1076"/>
          <ac:spMkLst>
            <pc:docMk/>
            <pc:sldMk cId="1434565876" sldId="348"/>
            <ac:spMk id="2" creationId="{9117E10C-33B5-0623-83D8-8EBE929AAEAC}"/>
          </ac:spMkLst>
        </pc:spChg>
        <pc:spChg chg="add del mod">
          <ac:chgData name="Jacob Wyngaard" userId="6181fcd471e98458" providerId="LiveId" clId="{788BA123-62C9-4DDC-86E5-A6BCA4600216}" dt="2026-03-03T04:11:34.257" v="5937"/>
          <ac:spMkLst>
            <pc:docMk/>
            <pc:sldMk cId="1434565876" sldId="348"/>
            <ac:spMk id="3" creationId="{BEE4B58C-2B63-9648-D4E9-A5C06F3304D7}"/>
          </ac:spMkLst>
        </pc:spChg>
        <pc:spChg chg="add mod">
          <ac:chgData name="Jacob Wyngaard" userId="6181fcd471e98458" providerId="LiveId" clId="{788BA123-62C9-4DDC-86E5-A6BCA4600216}" dt="2026-03-03T04:12:23.958" v="5946" actId="113"/>
          <ac:spMkLst>
            <pc:docMk/>
            <pc:sldMk cId="1434565876" sldId="348"/>
            <ac:spMk id="4" creationId="{3C6B4DA0-B109-710D-DEF5-436FEBF9F85F}"/>
          </ac:spMkLst>
        </pc:spChg>
        <pc:spChg chg="add mod">
          <ac:chgData name="Jacob Wyngaard" userId="6181fcd471e98458" providerId="LiveId" clId="{788BA123-62C9-4DDC-86E5-A6BCA4600216}" dt="2026-03-03T04:14:46.329" v="6007" actId="1076"/>
          <ac:spMkLst>
            <pc:docMk/>
            <pc:sldMk cId="1434565876" sldId="348"/>
            <ac:spMk id="5" creationId="{5D8CA0F8-86AA-E17E-1025-87279351BD87}"/>
          </ac:spMkLst>
        </pc:spChg>
        <pc:spChg chg="mod">
          <ac:chgData name="Jacob Wyngaard" userId="6181fcd471e98458" providerId="LiveId" clId="{788BA123-62C9-4DDC-86E5-A6BCA4600216}" dt="2026-03-03T04:09:11.941" v="5798" actId="1076"/>
          <ac:spMkLst>
            <pc:docMk/>
            <pc:sldMk cId="1434565876" sldId="348"/>
            <ac:spMk id="6" creationId="{FB82B7C9-D68C-B0D6-5061-0B9FC09771F6}"/>
          </ac:spMkLst>
        </pc:spChg>
        <pc:spChg chg="add mod">
          <ac:chgData name="Jacob Wyngaard" userId="6181fcd471e98458" providerId="LiveId" clId="{788BA123-62C9-4DDC-86E5-A6BCA4600216}" dt="2026-03-03T04:15:00.075" v="6014" actId="1076"/>
          <ac:spMkLst>
            <pc:docMk/>
            <pc:sldMk cId="1434565876" sldId="348"/>
            <ac:spMk id="9" creationId="{15180FE5-9AEF-FE82-4467-B0C0B6D55BCD}"/>
          </ac:spMkLst>
        </pc:spChg>
        <pc:spChg chg="add mod">
          <ac:chgData name="Jacob Wyngaard" userId="6181fcd471e98458" providerId="LiveId" clId="{788BA123-62C9-4DDC-86E5-A6BCA4600216}" dt="2026-03-03T04:15:07.822" v="6020" actId="20577"/>
          <ac:spMkLst>
            <pc:docMk/>
            <pc:sldMk cId="1434565876" sldId="348"/>
            <ac:spMk id="10" creationId="{B7EFEEE8-F478-5921-DC7D-1BD673ADC93F}"/>
          </ac:spMkLst>
        </pc:spChg>
        <pc:spChg chg="add mod">
          <ac:chgData name="Jacob Wyngaard" userId="6181fcd471e98458" providerId="LiveId" clId="{788BA123-62C9-4DDC-86E5-A6BCA4600216}" dt="2026-03-03T04:15:16.609" v="6026" actId="20577"/>
          <ac:spMkLst>
            <pc:docMk/>
            <pc:sldMk cId="1434565876" sldId="348"/>
            <ac:spMk id="11" creationId="{94309165-F3B2-DD62-5C64-D43FC62C3FBF}"/>
          </ac:spMkLst>
        </pc:spChg>
        <pc:spChg chg="del">
          <ac:chgData name="Jacob Wyngaard" userId="6181fcd471e98458" providerId="LiveId" clId="{788BA123-62C9-4DDC-86E5-A6BCA4600216}" dt="2026-03-03T04:09:50.576" v="5827" actId="478"/>
          <ac:spMkLst>
            <pc:docMk/>
            <pc:sldMk cId="1434565876" sldId="348"/>
            <ac:spMk id="24" creationId="{12D60FBF-4249-9EC5-3DEB-5FDBD3D03FCD}"/>
          </ac:spMkLst>
        </pc:spChg>
        <pc:spChg chg="del">
          <ac:chgData name="Jacob Wyngaard" userId="6181fcd471e98458" providerId="LiveId" clId="{788BA123-62C9-4DDC-86E5-A6BCA4600216}" dt="2026-03-03T04:09:54.188" v="5831" actId="478"/>
          <ac:spMkLst>
            <pc:docMk/>
            <pc:sldMk cId="1434565876" sldId="348"/>
            <ac:spMk id="25" creationId="{590CB63A-C85B-9FA8-E133-4153C2D77087}"/>
          </ac:spMkLst>
        </pc:spChg>
        <pc:spChg chg="del">
          <ac:chgData name="Jacob Wyngaard" userId="6181fcd471e98458" providerId="LiveId" clId="{788BA123-62C9-4DDC-86E5-A6BCA4600216}" dt="2026-03-03T04:09:57.397" v="5834" actId="478"/>
          <ac:spMkLst>
            <pc:docMk/>
            <pc:sldMk cId="1434565876" sldId="348"/>
            <ac:spMk id="26" creationId="{6AA0A001-FF6C-BA41-09AB-92E477F54D0A}"/>
          </ac:spMkLst>
        </pc:spChg>
        <pc:spChg chg="del">
          <ac:chgData name="Jacob Wyngaard" userId="6181fcd471e98458" providerId="LiveId" clId="{788BA123-62C9-4DDC-86E5-A6BCA4600216}" dt="2026-03-03T04:09:48.726" v="5825" actId="478"/>
          <ac:spMkLst>
            <pc:docMk/>
            <pc:sldMk cId="1434565876" sldId="348"/>
            <ac:spMk id="27" creationId="{E1341A00-6A5C-335E-BDA1-F73A163913BA}"/>
          </ac:spMkLst>
        </pc:spChg>
        <pc:spChg chg="del mod">
          <ac:chgData name="Jacob Wyngaard" userId="6181fcd471e98458" providerId="LiveId" clId="{788BA123-62C9-4DDC-86E5-A6BCA4600216}" dt="2026-03-03T04:10:02.619" v="5838" actId="478"/>
          <ac:spMkLst>
            <pc:docMk/>
            <pc:sldMk cId="1434565876" sldId="348"/>
            <ac:spMk id="28" creationId="{F1E14B26-1CFC-2FA9-2A7A-5770CC022A47}"/>
          </ac:spMkLst>
        </pc:spChg>
        <pc:spChg chg="del">
          <ac:chgData name="Jacob Wyngaard" userId="6181fcd471e98458" providerId="LiveId" clId="{788BA123-62C9-4DDC-86E5-A6BCA4600216}" dt="2026-03-03T04:09:51.881" v="5828" actId="478"/>
          <ac:spMkLst>
            <pc:docMk/>
            <pc:sldMk cId="1434565876" sldId="348"/>
            <ac:spMk id="29" creationId="{1370E36E-56F0-1DD4-56F1-573B78767511}"/>
          </ac:spMkLst>
        </pc:spChg>
        <pc:spChg chg="del mod">
          <ac:chgData name="Jacob Wyngaard" userId="6181fcd471e98458" providerId="LiveId" clId="{788BA123-62C9-4DDC-86E5-A6BCA4600216}" dt="2026-03-03T04:10:00.114" v="5836" actId="478"/>
          <ac:spMkLst>
            <pc:docMk/>
            <pc:sldMk cId="1434565876" sldId="348"/>
            <ac:spMk id="32" creationId="{D43E6436-FFF0-721B-E692-CB10E2200BC5}"/>
          </ac:spMkLst>
        </pc:spChg>
        <pc:spChg chg="del">
          <ac:chgData name="Jacob Wyngaard" userId="6181fcd471e98458" providerId="LiveId" clId="{788BA123-62C9-4DDC-86E5-A6BCA4600216}" dt="2026-03-03T04:09:55.333" v="5832" actId="478"/>
          <ac:spMkLst>
            <pc:docMk/>
            <pc:sldMk cId="1434565876" sldId="348"/>
            <ac:spMk id="33" creationId="{0842B4EC-4060-609C-35A5-642C326D4542}"/>
          </ac:spMkLst>
        </pc:spChg>
        <pc:spChg chg="del">
          <ac:chgData name="Jacob Wyngaard" userId="6181fcd471e98458" providerId="LiveId" clId="{788BA123-62C9-4DDC-86E5-A6BCA4600216}" dt="2026-03-03T04:09:49.332" v="5826" actId="478"/>
          <ac:spMkLst>
            <pc:docMk/>
            <pc:sldMk cId="1434565876" sldId="348"/>
            <ac:spMk id="34" creationId="{D8D47B12-E20F-0E05-F4AA-C3C13D18C79F}"/>
          </ac:spMkLst>
        </pc:spChg>
        <pc:spChg chg="del">
          <ac:chgData name="Jacob Wyngaard" userId="6181fcd471e98458" providerId="LiveId" clId="{788BA123-62C9-4DDC-86E5-A6BCA4600216}" dt="2026-03-03T04:10:03.305" v="5839" actId="478"/>
          <ac:spMkLst>
            <pc:docMk/>
            <pc:sldMk cId="1434565876" sldId="348"/>
            <ac:spMk id="35" creationId="{3935DFC2-4546-0E7A-C027-D1D4716EF13E}"/>
          </ac:spMkLst>
        </pc:spChg>
        <pc:spChg chg="del">
          <ac:chgData name="Jacob Wyngaard" userId="6181fcd471e98458" providerId="LiveId" clId="{788BA123-62C9-4DDC-86E5-A6BCA4600216}" dt="2026-03-03T04:09:52.395" v="5829" actId="478"/>
          <ac:spMkLst>
            <pc:docMk/>
            <pc:sldMk cId="1434565876" sldId="348"/>
            <ac:spMk id="36" creationId="{2A746E79-6F25-B641-D5C1-4F7363178C4F}"/>
          </ac:spMkLst>
        </pc:spChg>
        <pc:spChg chg="del">
          <ac:chgData name="Jacob Wyngaard" userId="6181fcd471e98458" providerId="LiveId" clId="{788BA123-62C9-4DDC-86E5-A6BCA4600216}" dt="2026-03-03T04:09:53.153" v="5830" actId="478"/>
          <ac:spMkLst>
            <pc:docMk/>
            <pc:sldMk cId="1434565876" sldId="348"/>
            <ac:spMk id="37" creationId="{3C829D3C-F6EE-097E-06CF-45402FB3A5FA}"/>
          </ac:spMkLst>
        </pc:spChg>
        <pc:spChg chg="del">
          <ac:chgData name="Jacob Wyngaard" userId="6181fcd471e98458" providerId="LiveId" clId="{788BA123-62C9-4DDC-86E5-A6BCA4600216}" dt="2026-03-03T04:09:56.350" v="5833" actId="478"/>
          <ac:spMkLst>
            <pc:docMk/>
            <pc:sldMk cId="1434565876" sldId="348"/>
            <ac:spMk id="38" creationId="{E028C373-C18C-9084-0AEB-79672849808F}"/>
          </ac:spMkLst>
        </pc:spChg>
        <pc:spChg chg="del">
          <ac:chgData name="Jacob Wyngaard" userId="6181fcd471e98458" providerId="LiveId" clId="{788BA123-62C9-4DDC-86E5-A6BCA4600216}" dt="2026-03-03T04:09:47.338" v="5824" actId="478"/>
          <ac:spMkLst>
            <pc:docMk/>
            <pc:sldMk cId="1434565876" sldId="348"/>
            <ac:spMk id="39" creationId="{C6055F77-8DFC-6AC2-8179-E42D63E4B242}"/>
          </ac:spMkLst>
        </pc:spChg>
        <pc:spChg chg="del">
          <ac:chgData name="Jacob Wyngaard" userId="6181fcd471e98458" providerId="LiveId" clId="{788BA123-62C9-4DDC-86E5-A6BCA4600216}" dt="2026-03-03T04:10:03.867" v="5840" actId="478"/>
          <ac:spMkLst>
            <pc:docMk/>
            <pc:sldMk cId="1434565876" sldId="348"/>
            <ac:spMk id="40" creationId="{4C89683E-0C74-5D93-BA01-1EF547DD3AE8}"/>
          </ac:spMkLst>
        </pc:spChg>
        <pc:spChg chg="mod">
          <ac:chgData name="Jacob Wyngaard" userId="6181fcd471e98458" providerId="LiveId" clId="{788BA123-62C9-4DDC-86E5-A6BCA4600216}" dt="2026-03-03T04:09:22.704" v="5822" actId="1076"/>
          <ac:spMkLst>
            <pc:docMk/>
            <pc:sldMk cId="1434565876" sldId="348"/>
            <ac:spMk id="46" creationId="{00249C91-1DFA-70DD-3554-BF1FD8546A89}"/>
          </ac:spMkLst>
        </pc:spChg>
        <pc:graphicFrameChg chg="add mod modGraphic">
          <ac:chgData name="Jacob Wyngaard" userId="6181fcd471e98458" providerId="LiveId" clId="{788BA123-62C9-4DDC-86E5-A6BCA4600216}" dt="2026-03-03T04:14:22.283" v="6003" actId="20577"/>
          <ac:graphicFrameMkLst>
            <pc:docMk/>
            <pc:sldMk cId="1434565876" sldId="348"/>
            <ac:graphicFrameMk id="7" creationId="{94D30E0B-6E16-689E-A3A3-809B3219521F}"/>
          </ac:graphicFrameMkLst>
        </pc:graphicFrameChg>
        <pc:graphicFrameChg chg="del">
          <ac:chgData name="Jacob Wyngaard" userId="6181fcd471e98458" providerId="LiveId" clId="{788BA123-62C9-4DDC-86E5-A6BCA4600216}" dt="2026-03-03T04:09:44.896" v="5823" actId="478"/>
          <ac:graphicFrameMkLst>
            <pc:docMk/>
            <pc:sldMk cId="1434565876" sldId="348"/>
            <ac:graphicFrameMk id="23" creationId="{3B8F3988-5DB9-FE82-97E5-688C9D4FCC60}"/>
          </ac:graphicFrameMkLst>
        </pc:graphicFrameChg>
      </pc:sldChg>
      <pc:sldChg chg="addSp modSp add mod">
        <pc:chgData name="Jacob Wyngaard" userId="6181fcd471e98458" providerId="LiveId" clId="{788BA123-62C9-4DDC-86E5-A6BCA4600216}" dt="2026-03-03T04:24:15.993" v="6475" actId="1076"/>
        <pc:sldMkLst>
          <pc:docMk/>
          <pc:sldMk cId="1771206082" sldId="349"/>
        </pc:sldMkLst>
        <pc:spChg chg="mod">
          <ac:chgData name="Jacob Wyngaard" userId="6181fcd471e98458" providerId="LiveId" clId="{788BA123-62C9-4DDC-86E5-A6BCA4600216}" dt="2026-03-03T04:24:05.559" v="6471" actId="20577"/>
          <ac:spMkLst>
            <pc:docMk/>
            <pc:sldMk cId="1771206082" sldId="349"/>
            <ac:spMk id="2" creationId="{042AA798-13C1-41E3-ACC3-CB48D2411995}"/>
          </ac:spMkLst>
        </pc:spChg>
        <pc:spChg chg="mod">
          <ac:chgData name="Jacob Wyngaard" userId="6181fcd471e98458" providerId="LiveId" clId="{788BA123-62C9-4DDC-86E5-A6BCA4600216}" dt="2026-03-03T04:18:39.835" v="6070" actId="1076"/>
          <ac:spMkLst>
            <pc:docMk/>
            <pc:sldMk cId="1771206082" sldId="349"/>
            <ac:spMk id="9" creationId="{A4105712-D383-649D-D199-7CA758763E4B}"/>
          </ac:spMkLst>
        </pc:spChg>
        <pc:picChg chg="add mod">
          <ac:chgData name="Jacob Wyngaard" userId="6181fcd471e98458" providerId="LiveId" clId="{788BA123-62C9-4DDC-86E5-A6BCA4600216}" dt="2026-03-03T04:24:15.993" v="6475" actId="1076"/>
          <ac:picMkLst>
            <pc:docMk/>
            <pc:sldMk cId="1771206082" sldId="349"/>
            <ac:picMk id="3" creationId="{8F9D2235-C197-5CAD-AD42-BCE568CC3A77}"/>
          </ac:picMkLst>
        </pc:picChg>
      </pc:sldChg>
      <pc:sldChg chg="modSp add mod">
        <pc:chgData name="Jacob Wyngaard" userId="6181fcd471e98458" providerId="LiveId" clId="{788BA123-62C9-4DDC-86E5-A6BCA4600216}" dt="2026-03-03T04:33:32.038" v="6824" actId="20577"/>
        <pc:sldMkLst>
          <pc:docMk/>
          <pc:sldMk cId="3452299256" sldId="350"/>
        </pc:sldMkLst>
        <pc:spChg chg="mod">
          <ac:chgData name="Jacob Wyngaard" userId="6181fcd471e98458" providerId="LiveId" clId="{788BA123-62C9-4DDC-86E5-A6BCA4600216}" dt="2026-03-03T04:33:32.038" v="6824" actId="20577"/>
          <ac:spMkLst>
            <pc:docMk/>
            <pc:sldMk cId="3452299256" sldId="350"/>
            <ac:spMk id="2" creationId="{8DF462A7-7038-9E39-116A-AB1E1737D9E9}"/>
          </ac:spMkLst>
        </pc:spChg>
        <pc:spChg chg="mod">
          <ac:chgData name="Jacob Wyngaard" userId="6181fcd471e98458" providerId="LiveId" clId="{788BA123-62C9-4DDC-86E5-A6BCA4600216}" dt="2026-03-03T04:25:03.672" v="6499" actId="1076"/>
          <ac:spMkLst>
            <pc:docMk/>
            <pc:sldMk cId="3452299256" sldId="350"/>
            <ac:spMk id="9" creationId="{9B240358-6151-24BA-A1CE-946603531A4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EB116-73EE-4936-876D-CA6054346043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1111250"/>
            <a:ext cx="5334000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278313"/>
            <a:ext cx="5486400" cy="35020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C46F5-682E-4C43-810E-48CF7D15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8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2D13E-5CEB-834F-A6C9-05E3153D2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0EAFE5-A97C-A262-8B77-E18E083CC3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AD03B4-18C4-D6FA-8F05-87D4160CB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B8688-D073-1D9A-5A1D-F4CD1B0E81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39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69785-C8C9-6652-685D-7385AF331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7C6DED-03F3-8A6C-A21E-1FAFA51B0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5A069-99DC-F2FF-C223-6B92CB726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D9A68-1A68-FD45-62BE-4BCCA51418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67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C7969-CD15-1CD3-7CD8-7569D6A50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A662AB-A87A-AE2C-D49D-7D9EF99767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03746C-1889-F602-4BA5-49197F89C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3844F-6399-07CC-8772-7B347ACCD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570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A9203-9631-45AD-632D-E124CBA84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EAD6E1-EDF3-E3D0-FD3D-6FD8E9ABDF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BBEFD6-CEE6-3031-5A66-FAA131FBE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A3E1C9-A231-2EB5-E0BA-047206263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84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24261-AD9B-E9BB-4CF1-CA140E9D4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B23E4-2B96-A3B0-B184-AA4C03BE7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84D3CD-1B56-7276-B789-917A78FD2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DF36F-0B4A-700D-6587-E57BAA6E2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245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17080-6B9D-C17B-8D44-A57FC3B7F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7CD1D7-D4D8-E16D-BF35-E6E047D54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17E11B-AD6B-A437-A1DB-A8F09016D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476A8-3F83-9A2B-ECB1-28C0DAD35F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0730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4C52E-80DA-B0BF-38AB-78DF014F8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197DAC-D395-0E99-15E4-033154D0EF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576253-7988-795F-C73A-21945CDD3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5DE32-9E3A-1B19-CA9C-CD1F28B51A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2252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3CBA4-6F19-F1C0-BABF-BF25B60F1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CF632F-0651-EBAB-97FA-5EFDD0297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606BC0-8727-3E49-D6C1-39E7F2EB4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27B3D-93F1-E0FF-3AF7-081DAD6B85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654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24261-AD9B-E9BB-4CF1-CA140E9D4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B23E4-2B96-A3B0-B184-AA4C03BE7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84D3CD-1B56-7276-B789-917A78FD2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DF36F-0B4A-700D-6587-E57BAA6E2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245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519CD-E04B-A7B9-EB46-369120672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BC15DF-7781-B46C-48AE-05CF162372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3D117-472C-CF27-4F63-7B411A709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E4D7A-184C-E974-461D-C9674CAC5C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5995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82F74-5DBF-3B0E-385A-BFAFAFBC2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1146C-EB2A-9BB8-D03F-E84D0C1EE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63ECDD-736A-63C1-F841-A14C07FB7F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66F99-C07F-4AA3-E48C-16DB74F9DE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4042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DC375-956A-C167-D535-73FBC18F9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724C11-8DD5-960E-949C-A4869F8348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D1CC60-4CCE-CC24-8730-6A7AED8125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B5E48-193F-BB39-CFAE-730F9A405C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5606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42D3C-9D57-507F-2E04-311C920E7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0B2007-6571-D1DF-85CA-CAD644B42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0F2B93-8060-54FB-5534-4388C7090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A3F1F-2A0E-8B78-2EE3-27610536F1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234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3831C-A02C-F562-0F7A-30676BB9A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6CB388-2014-E974-FAE6-C0531D7EDB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9480ED-9D3F-0A2D-1619-45FA23B1BF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3BFAC-5B33-296D-E36D-E18173CFF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580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60B92-CD98-C85B-8932-475337A67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AB2252-9C67-DE3C-81B0-EA5728A72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299E6A-98FC-303A-34FE-46323DBE5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D38F2-208E-3F98-3AB0-41121FD572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29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C638B-9049-51F3-2077-D3771B9F3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84D828-8B22-0D47-E999-135E1FBBB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38A62-A190-FBBD-2D1C-2FDD7E71C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C1F67-BDD5-733E-F60E-EBD743E790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8737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51018-A64D-5CED-97E6-5B42C6CDC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8629B9-F249-BA35-AC33-82C310C74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67C58E-BF67-0C49-E70E-41AC43808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07CD9-079F-AD84-B65D-4E5787D2D6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7338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F873A-FA5D-CDAE-17D4-00BAB66E2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8926A1-7F1E-494B-8840-BAF54D4D2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8E2C79-340A-BEDA-EB30-94790C9F1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5E6CE-8D9C-D901-264B-268837777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34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7DA-EF88-764F-4BB2-90DD369EC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1CB49-A6FF-5490-06FF-C691E6E10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6D7E6-71BD-58F2-CBF4-E78503AE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95E3-7A82-5D3E-BFDC-1AE7B474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9A11E-99A9-F23F-4238-A31D781D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64B2-129B-23A1-2674-8563348A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7FD9C-0A2E-B601-59FC-3A526EBBC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DEFB-358E-B6E9-602E-E50D1A5B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37DC-70E9-4BCE-762A-A3016527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71CA-989F-854F-0506-DBC06C39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9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4B9F-5339-2DC7-EF1C-7ADE66AA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5A0D-A60D-B108-1000-8AB1BEDDE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1A79-101A-F9D5-2D58-008D9394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96FEA-451C-9BD7-FE85-ABE7721E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8E22-35AC-C4A7-7DF0-25148A4F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8D99-A43C-243B-C4C8-DD6A377E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F5C7-3E98-385C-D4CC-79AA9A576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97EA5-02FD-3408-9C44-22CA696BE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5EB16-71B7-FEF2-D131-1DC6215A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B5499-CE45-E51E-C9F3-B31DCD75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EEEB8-6109-294D-EB1A-32BC9A6C5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6EFE-93E5-8BCF-08CB-2CFD4540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D2989-0587-FFA8-CA9B-6B1FC2808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ADFDD-D356-34C7-ABB2-12E204D7C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5A8C9-58F4-D8A2-E078-6C86700EB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961E0-F79F-DC8A-8942-3409FF4AC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262B5-71DA-9BC0-4EA2-2B7D366C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D025E-4D61-3485-686F-F7FDC8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1E9E3-1C2A-3967-AB7D-37A593FD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7C0D-B790-78A5-844C-07DA00A7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B3C7A-A272-8A74-FDB0-FF10B7AF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E517F-231E-473E-2A52-0DBD0429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0E8D7-AEF1-33EF-5C16-F459BB1F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0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CB47C-D1EE-D077-3BEF-928DF212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51ED4-DC95-A9E0-24B4-C2DCA6C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BDA7-CF32-77AD-D5CE-23B56BC2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42E5-59E4-6D3E-78BE-A1E0FD16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E5C4-4836-AEE1-B05E-74FDAD2E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1F0D4-A283-375A-35D9-26B05BFBD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B98DC-0C98-0E90-27A7-75B4CAFE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80928-22DB-5761-6D60-267606D0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FF7E1-E86C-19C0-0A2C-5A4E7FB3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3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0DA3-7875-1508-B11E-26D67ED2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211B7-5EEF-8BCE-B12B-6DEA70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EC012-F909-E4E6-108A-9A27D6B2E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0A5A7-09B3-7AD1-786E-53E8404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CA55B-44A9-BB54-0C67-0AFC84A3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7F222-9F9A-9E7F-90EE-737ADC31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5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68E4-12C6-EA01-70EB-D1FAC1AF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CB90F-6B0E-ACFF-CC12-B1507D46E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0E2F-8C14-7F4B-68F3-EE72E41F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771C8-4AEB-0EA1-C952-CDA04AAD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CEBF8-7B84-5F80-4F7D-AF4F5DBD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8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31484-78AC-FB0F-7630-C4370575F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053D0-EB63-CDF3-BF9D-35E71B339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C4B92-42E9-67BF-9B36-EA7CF567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637F-4C75-7B24-2A1D-152979DF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CF603-77C0-B9F2-A64B-E73520BA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9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D885-ED30-8EA9-7F49-AFA92BBC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E0D96-F750-2F67-FAFA-EA3A47809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ADF68-C2D2-7D96-F604-E6D594860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DFCA7-2E84-49E5-A4F2-77D92A699F3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578D3-0307-EBF0-53AA-0815083E1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9A0A-1B61-6FF9-649F-8F9311932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12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12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0.png"/><Relationship Id="rId4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26" Type="http://schemas.openxmlformats.org/officeDocument/2006/relationships/image" Target="../media/image37.png"/><Relationship Id="rId3" Type="http://schemas.openxmlformats.org/officeDocument/2006/relationships/image" Target="../media/image14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29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5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28" Type="http://schemas.openxmlformats.org/officeDocument/2006/relationships/image" Target="../media/image39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Relationship Id="rId27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26" Type="http://schemas.openxmlformats.org/officeDocument/2006/relationships/image" Target="../media/image37.png"/><Relationship Id="rId3" Type="http://schemas.openxmlformats.org/officeDocument/2006/relationships/image" Target="../media/image14.png"/><Relationship Id="rId21" Type="http://schemas.openxmlformats.org/officeDocument/2006/relationships/image" Target="../media/image51.png"/><Relationship Id="rId7" Type="http://schemas.openxmlformats.org/officeDocument/2006/relationships/image" Target="../media/image1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6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7.png"/><Relationship Id="rId20" Type="http://schemas.openxmlformats.org/officeDocument/2006/relationships/image" Target="../media/image50.png"/><Relationship Id="rId29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42.png"/><Relationship Id="rId24" Type="http://schemas.openxmlformats.org/officeDocument/2006/relationships/image" Target="../media/image35.png"/><Relationship Id="rId5" Type="http://schemas.openxmlformats.org/officeDocument/2006/relationships/image" Target="../media/image16.png"/><Relationship Id="rId15" Type="http://schemas.openxmlformats.org/officeDocument/2006/relationships/image" Target="../media/image46.png"/><Relationship Id="rId23" Type="http://schemas.openxmlformats.org/officeDocument/2006/relationships/image" Target="../media/image64.png"/><Relationship Id="rId28" Type="http://schemas.openxmlformats.org/officeDocument/2006/relationships/image" Target="../media/image39.png"/><Relationship Id="rId10" Type="http://schemas.openxmlformats.org/officeDocument/2006/relationships/image" Target="../media/image4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45.png"/><Relationship Id="rId22" Type="http://schemas.openxmlformats.org/officeDocument/2006/relationships/image" Target="../media/image61.png"/><Relationship Id="rId27" Type="http://schemas.openxmlformats.org/officeDocument/2006/relationships/image" Target="../media/image6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26" Type="http://schemas.openxmlformats.org/officeDocument/2006/relationships/image" Target="../media/image37.png"/><Relationship Id="rId3" Type="http://schemas.openxmlformats.org/officeDocument/2006/relationships/image" Target="../media/image14.png"/><Relationship Id="rId21" Type="http://schemas.openxmlformats.org/officeDocument/2006/relationships/image" Target="../media/image51.png"/><Relationship Id="rId7" Type="http://schemas.openxmlformats.org/officeDocument/2006/relationships/image" Target="../media/image1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6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7.png"/><Relationship Id="rId20" Type="http://schemas.openxmlformats.org/officeDocument/2006/relationships/image" Target="../media/image50.png"/><Relationship Id="rId29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42.png"/><Relationship Id="rId24" Type="http://schemas.openxmlformats.org/officeDocument/2006/relationships/image" Target="../media/image35.png"/><Relationship Id="rId5" Type="http://schemas.openxmlformats.org/officeDocument/2006/relationships/image" Target="../media/image16.png"/><Relationship Id="rId15" Type="http://schemas.openxmlformats.org/officeDocument/2006/relationships/image" Target="../media/image46.png"/><Relationship Id="rId23" Type="http://schemas.openxmlformats.org/officeDocument/2006/relationships/image" Target="../media/image64.png"/><Relationship Id="rId28" Type="http://schemas.openxmlformats.org/officeDocument/2006/relationships/image" Target="../media/image39.png"/><Relationship Id="rId10" Type="http://schemas.openxmlformats.org/officeDocument/2006/relationships/image" Target="../media/image4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45.png"/><Relationship Id="rId22" Type="http://schemas.openxmlformats.org/officeDocument/2006/relationships/image" Target="../media/image61.png"/><Relationship Id="rId27" Type="http://schemas.openxmlformats.org/officeDocument/2006/relationships/image" Target="../media/image6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image" Target="../media/image13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0.png"/><Relationship Id="rId3" Type="http://schemas.openxmlformats.org/officeDocument/2006/relationships/image" Target="../media/image380.png"/><Relationship Id="rId7" Type="http://schemas.openxmlformats.org/officeDocument/2006/relationships/image" Target="../media/image4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0.png"/><Relationship Id="rId5" Type="http://schemas.openxmlformats.org/officeDocument/2006/relationships/image" Target="../media/image400.png"/><Relationship Id="rId4" Type="http://schemas.openxmlformats.org/officeDocument/2006/relationships/image" Target="../media/image39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8EFE3-AECE-0A3E-F708-3B138EC37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2625B0-9C50-5F21-824B-42EEFCC925B0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517C76-1160-6A2D-B8A6-15DDA1E83A22}"/>
              </a:ext>
            </a:extLst>
          </p:cNvPr>
          <p:cNvSpPr/>
          <p:nvPr/>
        </p:nvSpPr>
        <p:spPr>
          <a:xfrm>
            <a:off x="6095999" y="0"/>
            <a:ext cx="383459" cy="6858000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6DFEDC-5C40-1E05-3C8E-45F902F03177}"/>
              </a:ext>
            </a:extLst>
          </p:cNvPr>
          <p:cNvSpPr txBox="1"/>
          <p:nvPr/>
        </p:nvSpPr>
        <p:spPr>
          <a:xfrm>
            <a:off x="206478" y="1809494"/>
            <a:ext cx="5506063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Advanced</a:t>
            </a:r>
          </a:p>
          <a:p>
            <a:pPr algn="ctr"/>
            <a:r>
              <a:rPr lang="en-US" sz="4400" b="1" dirty="0">
                <a:solidFill>
                  <a:schemeClr val="bg1"/>
                </a:solidFill>
              </a:rPr>
              <a:t>Game Theory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From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Mathematical Optimization and Economic Theory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411B8F-F3DD-7217-C318-4E4BB0649028}"/>
              </a:ext>
            </a:extLst>
          </p:cNvPr>
          <p:cNvSpPr txBox="1"/>
          <p:nvPr/>
        </p:nvSpPr>
        <p:spPr>
          <a:xfrm>
            <a:off x="294968" y="5998682"/>
            <a:ext cx="5506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Jacob Wyngaard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6A7CA4-249F-39A7-40A5-E32F4DFBA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896" y="1254264"/>
            <a:ext cx="5154930" cy="4349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609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073F5-C998-4317-849F-50C4291A0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3BFE392-F6A1-42FE-FF4D-FC021809503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29EEE7-B302-90D4-857F-2C404A11CE9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464BF5-99FC-8D44-BA9D-023317E00C5D}"/>
              </a:ext>
            </a:extLst>
          </p:cNvPr>
          <p:cNvSpPr txBox="1"/>
          <p:nvPr/>
        </p:nvSpPr>
        <p:spPr>
          <a:xfrm>
            <a:off x="2300748" y="403178"/>
            <a:ext cx="8819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Vertex Enumeration Fundamentals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08985C-EAAF-C6FE-84C9-22964D780B7E}"/>
              </a:ext>
            </a:extLst>
          </p:cNvPr>
          <p:cNvSpPr txBox="1"/>
          <p:nvPr/>
        </p:nvSpPr>
        <p:spPr>
          <a:xfrm>
            <a:off x="-376090" y="1861393"/>
            <a:ext cx="8802330" cy="461665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How do we know that a player’s best response is on a vertex?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4F24ED-A566-3046-4314-1FB61C689AE8}"/>
              </a:ext>
            </a:extLst>
          </p:cNvPr>
          <p:cNvSpPr txBox="1"/>
          <p:nvPr/>
        </p:nvSpPr>
        <p:spPr>
          <a:xfrm>
            <a:off x="-376090" y="2399202"/>
            <a:ext cx="116143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A </a:t>
            </a:r>
            <a:r>
              <a:rPr lang="en-US" sz="2400" b="1" dirty="0"/>
              <a:t>vertex</a:t>
            </a:r>
            <a:r>
              <a:rPr lang="en-US" sz="2400" dirty="0"/>
              <a:t> on a polytope is a point which cannot be written as a convex combination of other points in the polytope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E38361-542E-0289-456E-AA9FAC801D6A}"/>
                  </a:ext>
                </a:extLst>
              </p:cNvPr>
              <p:cNvSpPr txBox="1"/>
              <p:nvPr/>
            </p:nvSpPr>
            <p:spPr>
              <a:xfrm>
                <a:off x="-376090" y="3396969"/>
                <a:ext cx="1248943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Suppose that Player 1’s best response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> is not a vertex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E38361-542E-0289-456E-AA9FAC801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0" y="3396969"/>
                <a:ext cx="12489432" cy="461665"/>
              </a:xfrm>
              <a:prstGeom prst="rect">
                <a:avLst/>
              </a:prstGeom>
              <a:blipFill>
                <a:blip r:embed="rId3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E5D290-EA84-DDA6-1900-8FA57881DDDD}"/>
                  </a:ext>
                </a:extLst>
              </p:cNvPr>
              <p:cNvSpPr txBox="1"/>
              <p:nvPr/>
            </p:nvSpPr>
            <p:spPr>
              <a:xfrm>
                <a:off x="78658" y="3858634"/>
                <a:ext cx="12489432" cy="7003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Note that the best response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arg</m:t>
                            </m:r>
                            <m: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ℝ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func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E5D290-EA84-DDA6-1900-8FA57881D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58" y="3858634"/>
                <a:ext cx="12489432" cy="700385"/>
              </a:xfrm>
              <a:prstGeom prst="rect">
                <a:avLst/>
              </a:prstGeom>
              <a:blipFill>
                <a:blip r:embed="rId4"/>
                <a:stretch>
                  <a:fillRect t="-4348" b="-3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450E358-6FF2-7820-38B3-17861A1F470B}"/>
                  </a:ext>
                </a:extLst>
              </p:cNvPr>
              <p:cNvSpPr txBox="1"/>
              <p:nvPr/>
            </p:nvSpPr>
            <p:spPr>
              <a:xfrm>
                <a:off x="78658" y="5065982"/>
                <a:ext cx="1161436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Any point within a convex hull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/>
                  <a:t> can be written as the convex combination of at most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/>
                  <a:t> vectices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450E358-6FF2-7820-38B3-17861A1F4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58" y="5065982"/>
                <a:ext cx="11614361" cy="830997"/>
              </a:xfrm>
              <a:prstGeom prst="rect">
                <a:avLst/>
              </a:prstGeom>
              <a:blipFill>
                <a:blip r:embed="rId5"/>
                <a:stretch>
                  <a:fillRect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1557F6B9-7FFE-D212-E1AC-BF806CC1E04D}"/>
              </a:ext>
            </a:extLst>
          </p:cNvPr>
          <p:cNvSpPr txBox="1"/>
          <p:nvPr/>
        </p:nvSpPr>
        <p:spPr>
          <a:xfrm>
            <a:off x="441235" y="4604317"/>
            <a:ext cx="36416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Carathéodory's theorem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98E94F-245A-118A-9E02-55B9F1C0F90F}"/>
              </a:ext>
            </a:extLst>
          </p:cNvPr>
          <p:cNvSpPr/>
          <p:nvPr/>
        </p:nvSpPr>
        <p:spPr>
          <a:xfrm>
            <a:off x="441235" y="4604317"/>
            <a:ext cx="11082171" cy="129266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BFB7AF7-6A0E-9123-9005-FC3D4696549D}"/>
                  </a:ext>
                </a:extLst>
              </p:cNvPr>
              <p:cNvSpPr txBox="1"/>
              <p:nvPr/>
            </p:nvSpPr>
            <p:spPr>
              <a:xfrm>
                <a:off x="441234" y="6006455"/>
                <a:ext cx="8417631" cy="5312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800" dirty="0"/>
                  <a:t>  with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800" dirty="0"/>
                  <a:t> 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BFB7AF7-6A0E-9123-9005-FC3D46965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234" y="6006455"/>
                <a:ext cx="8417631" cy="531299"/>
              </a:xfrm>
              <a:prstGeom prst="rect">
                <a:avLst/>
              </a:prstGeom>
              <a:blipFill>
                <a:blip r:embed="rId6"/>
                <a:stretch>
                  <a:fillRect t="-9195" b="-32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5861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4D9CC-6ACA-46EF-A5DB-65C21C9A2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917407C-06CD-E3B2-B657-AEFB67C12DDA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17C366-4138-A2DE-DD00-DCAFF4D7289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896D22-333A-A5D6-6D9F-2312237C45C5}"/>
              </a:ext>
            </a:extLst>
          </p:cNvPr>
          <p:cNvSpPr txBox="1"/>
          <p:nvPr/>
        </p:nvSpPr>
        <p:spPr>
          <a:xfrm>
            <a:off x="2300748" y="403178"/>
            <a:ext cx="8819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Vertex Enumeration Fundamentals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3C9BA7E-E634-6540-A8DC-41CD9793C726}"/>
                  </a:ext>
                </a:extLst>
              </p:cNvPr>
              <p:cNvSpPr txBox="1"/>
              <p:nvPr/>
            </p:nvSpPr>
            <p:spPr>
              <a:xfrm>
                <a:off x="4916" y="1700267"/>
                <a:ext cx="8417631" cy="11378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3C9BA7E-E634-6540-A8DC-41CD9793C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6" y="1700267"/>
                <a:ext cx="8417631" cy="11378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809599-772B-7CD9-EBEF-88FF41BF00F2}"/>
                  </a:ext>
                </a:extLst>
              </p:cNvPr>
              <p:cNvSpPr txBox="1"/>
              <p:nvPr/>
            </p:nvSpPr>
            <p:spPr>
              <a:xfrm>
                <a:off x="0" y="3675348"/>
                <a:ext cx="11923395" cy="7259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ea typeface="Cambria Math" panose="02040503050406030204" pitchFamily="18" charset="0"/>
                  </a:rPr>
                  <a:t>Proof by Contradiction: 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&lt;</m:t>
                    </m:r>
                    <m:func>
                      <m:func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ℝ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func>
                  </m:oMath>
                </a14:m>
                <a:r>
                  <a:rPr lang="en-US" sz="2800" dirty="0"/>
                  <a:t>for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809599-772B-7CD9-EBEF-88FF41BF0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75348"/>
                <a:ext cx="11923395" cy="725968"/>
              </a:xfrm>
              <a:prstGeom prst="rect">
                <a:avLst/>
              </a:prstGeom>
              <a:blipFill>
                <a:blip r:embed="rId4"/>
                <a:stretch>
                  <a:fillRect l="-1022" t="-6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B0E1B1-0BE2-A2CF-A2B0-C6EAC650537F}"/>
                  </a:ext>
                </a:extLst>
              </p:cNvPr>
              <p:cNvSpPr txBox="1"/>
              <p:nvPr/>
            </p:nvSpPr>
            <p:spPr>
              <a:xfrm>
                <a:off x="0" y="2952024"/>
                <a:ext cx="6108192" cy="7259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Claim: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ℝ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func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B0E1B1-0BE2-A2CF-A2B0-C6EAC6505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952024"/>
                <a:ext cx="6108192" cy="725968"/>
              </a:xfrm>
              <a:prstGeom prst="rect">
                <a:avLst/>
              </a:prstGeom>
              <a:blipFill>
                <a:blip r:embed="rId5"/>
                <a:stretch>
                  <a:fillRect l="-1996" t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F3BC85D-DF76-A533-7A44-E875A8E5C12C}"/>
                  </a:ext>
                </a:extLst>
              </p:cNvPr>
              <p:cNvSpPr txBox="1"/>
              <p:nvPr/>
            </p:nvSpPr>
            <p:spPr>
              <a:xfrm>
                <a:off x="1032041" y="4229069"/>
                <a:ext cx="9910846" cy="988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ℝ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F3BC85D-DF76-A533-7A44-E875A8E5C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041" y="4229069"/>
                <a:ext cx="9910846" cy="9885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971A4AF-7662-31B4-5AD7-95F3CB2EF888}"/>
                  </a:ext>
                </a:extLst>
              </p:cNvPr>
              <p:cNvSpPr txBox="1"/>
              <p:nvPr/>
            </p:nvSpPr>
            <p:spPr>
              <a:xfrm>
                <a:off x="897739" y="5157733"/>
                <a:ext cx="11025656" cy="988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971A4AF-7662-31B4-5AD7-95F3CB2EF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739" y="5157733"/>
                <a:ext cx="11025656" cy="9885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08E46A-142E-A5B3-A54D-B52A69BA8A9C}"/>
                  </a:ext>
                </a:extLst>
              </p:cNvPr>
              <p:cNvSpPr txBox="1"/>
              <p:nvPr/>
            </p:nvSpPr>
            <p:spPr>
              <a:xfrm>
                <a:off x="2909719" y="6202499"/>
                <a:ext cx="6731238" cy="6356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ℝ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func>
                  </m:oMath>
                </a14:m>
                <a:r>
                  <a:rPr lang="en-US" sz="2400" dirty="0"/>
                  <a:t>, a contradiction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08E46A-142E-A5B3-A54D-B52A69BA8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719" y="6202499"/>
                <a:ext cx="6731238" cy="635623"/>
              </a:xfrm>
              <a:prstGeom prst="rect">
                <a:avLst/>
              </a:prstGeom>
              <a:blipFill>
                <a:blip r:embed="rId8"/>
                <a:stretch>
                  <a:fillRect l="-6968" t="-92381" b="-115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7256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AA661-49A8-5805-F343-ADEE07F2D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D33754B-7D54-3398-C50B-FBEBD45E89C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4B7964-D7DA-1E80-C1D5-B12F4230712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9B6A69-86DD-EE03-01BC-5D609A715FB6}"/>
              </a:ext>
            </a:extLst>
          </p:cNvPr>
          <p:cNvSpPr txBox="1"/>
          <p:nvPr/>
        </p:nvSpPr>
        <p:spPr>
          <a:xfrm>
            <a:off x="2241113" y="403178"/>
            <a:ext cx="8819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Combinatorial Vertex Enumeration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3C6E7A-92D3-586E-ACB8-20BD4C7E51FB}"/>
                  </a:ext>
                </a:extLst>
              </p:cNvPr>
              <p:cNvSpPr txBox="1"/>
              <p:nvPr/>
            </p:nvSpPr>
            <p:spPr>
              <a:xfrm>
                <a:off x="134302" y="1710813"/>
                <a:ext cx="11923395" cy="43785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Suppose we have a polytope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/>
                  <a:t> that is formed 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constraints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A vertex is formed by the intersection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active constraints (where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slack variables are equal to zero). Otherwise, we say that the system is degenerate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There are at most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vertices (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non-negativity constraints and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indifference constraints)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To solve for each vertex, we turn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constraints into equalities and solve the square linear system. If the solution doesn’t violate the other constraints, then the solution is a vertex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3C6E7A-92D3-586E-ACB8-20BD4C7E5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02" y="1710813"/>
                <a:ext cx="11923395" cy="4378506"/>
              </a:xfrm>
              <a:prstGeom prst="rect">
                <a:avLst/>
              </a:prstGeom>
              <a:blipFill>
                <a:blip r:embed="rId3"/>
                <a:stretch>
                  <a:fillRect l="-767" t="-1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6822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25A74-9A00-F6BD-5D90-63CDAEBE5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DCF93DD-E551-ACEC-0410-9B8D82ACD0CF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B98675-B3B2-0CEB-89CF-AD68E218B3B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468F42-7C24-A97F-E5F1-A7C10B7CADEB}"/>
              </a:ext>
            </a:extLst>
          </p:cNvPr>
          <p:cNvSpPr txBox="1"/>
          <p:nvPr/>
        </p:nvSpPr>
        <p:spPr>
          <a:xfrm>
            <a:off x="-376090" y="1744431"/>
            <a:ext cx="45669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Let’s go back to this example: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DC26D0-2718-8A96-376D-9335952D3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9714"/>
            <a:ext cx="5675609" cy="26774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F4A97C-4103-51D4-C959-2EAFA74994A8}"/>
              </a:ext>
            </a:extLst>
          </p:cNvPr>
          <p:cNvSpPr txBox="1"/>
          <p:nvPr/>
        </p:nvSpPr>
        <p:spPr>
          <a:xfrm>
            <a:off x="1667371" y="31982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9FAFD5-814B-DE74-713A-F0A5E04B104E}"/>
              </a:ext>
            </a:extLst>
          </p:cNvPr>
          <p:cNvSpPr txBox="1"/>
          <p:nvPr/>
        </p:nvSpPr>
        <p:spPr>
          <a:xfrm>
            <a:off x="2962771" y="31982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B71EC2-757F-946D-E05E-6FA8EFD71CFB}"/>
              </a:ext>
            </a:extLst>
          </p:cNvPr>
          <p:cNvSpPr txBox="1"/>
          <p:nvPr/>
        </p:nvSpPr>
        <p:spPr>
          <a:xfrm>
            <a:off x="4258171" y="3177999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6D1546-42DF-270B-B0FE-6E2625D9C708}"/>
              </a:ext>
            </a:extLst>
          </p:cNvPr>
          <p:cNvSpPr txBox="1"/>
          <p:nvPr/>
        </p:nvSpPr>
        <p:spPr>
          <a:xfrm>
            <a:off x="1667371" y="38307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443E5D-CE9C-4A48-5567-F7EA9044D049}"/>
              </a:ext>
            </a:extLst>
          </p:cNvPr>
          <p:cNvSpPr txBox="1"/>
          <p:nvPr/>
        </p:nvSpPr>
        <p:spPr>
          <a:xfrm>
            <a:off x="2962771" y="38307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F9D42F-C858-F9FD-2C51-73B9E5F20ED7}"/>
              </a:ext>
            </a:extLst>
          </p:cNvPr>
          <p:cNvSpPr txBox="1"/>
          <p:nvPr/>
        </p:nvSpPr>
        <p:spPr>
          <a:xfrm>
            <a:off x="4258171" y="3810462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6B6689-4F0C-9793-B9EF-C157198F5C3A}"/>
              </a:ext>
            </a:extLst>
          </p:cNvPr>
          <p:cNvSpPr txBox="1"/>
          <p:nvPr/>
        </p:nvSpPr>
        <p:spPr>
          <a:xfrm>
            <a:off x="1667371" y="31982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592692-D028-C86A-0070-21C543C131B7}"/>
              </a:ext>
            </a:extLst>
          </p:cNvPr>
          <p:cNvSpPr txBox="1"/>
          <p:nvPr/>
        </p:nvSpPr>
        <p:spPr>
          <a:xfrm>
            <a:off x="2962771" y="31982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BB5134-EA76-BA4D-4D0E-DBC2FA6C6D19}"/>
              </a:ext>
            </a:extLst>
          </p:cNvPr>
          <p:cNvSpPr txBox="1"/>
          <p:nvPr/>
        </p:nvSpPr>
        <p:spPr>
          <a:xfrm>
            <a:off x="4258171" y="319287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877039-DBAE-FEEC-F7AD-C920C3DBB9C6}"/>
              </a:ext>
            </a:extLst>
          </p:cNvPr>
          <p:cNvSpPr txBox="1"/>
          <p:nvPr/>
        </p:nvSpPr>
        <p:spPr>
          <a:xfrm>
            <a:off x="1667371" y="38307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EE6892-82BE-F7A5-4906-EBE0C9667175}"/>
              </a:ext>
            </a:extLst>
          </p:cNvPr>
          <p:cNvSpPr txBox="1"/>
          <p:nvPr/>
        </p:nvSpPr>
        <p:spPr>
          <a:xfrm>
            <a:off x="2962771" y="38307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9CB58B-F7F7-A3D0-1B8B-42B4A4EA9986}"/>
              </a:ext>
            </a:extLst>
          </p:cNvPr>
          <p:cNvSpPr txBox="1"/>
          <p:nvPr/>
        </p:nvSpPr>
        <p:spPr>
          <a:xfrm>
            <a:off x="4258171" y="383548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97A639F-D22E-084C-F40B-337889FA5668}"/>
                  </a:ext>
                </a:extLst>
              </p:cNvPr>
              <p:cNvSpPr txBox="1"/>
              <p:nvPr/>
            </p:nvSpPr>
            <p:spPr>
              <a:xfrm>
                <a:off x="5486248" y="2499295"/>
                <a:ext cx="684571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97A639F-D22E-084C-F40B-337889FA5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248" y="2499295"/>
                <a:ext cx="684571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B78ADE7-3D7F-702F-4BB5-47410ED75DE5}"/>
                  </a:ext>
                </a:extLst>
              </p:cNvPr>
              <p:cNvSpPr txBox="1"/>
              <p:nvPr/>
            </p:nvSpPr>
            <p:spPr>
              <a:xfrm>
                <a:off x="5412658" y="3144381"/>
                <a:ext cx="303636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B78ADE7-3D7F-702F-4BB5-47410ED75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658" y="3144381"/>
                <a:ext cx="3036361" cy="461665"/>
              </a:xfrm>
              <a:prstGeom prst="rect">
                <a:avLst/>
              </a:prstGeom>
              <a:blipFill>
                <a:blip r:embed="rId5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CFDC85A-48E0-FE02-7B4A-23426F882BD1}"/>
                  </a:ext>
                </a:extLst>
              </p:cNvPr>
              <p:cNvSpPr txBox="1"/>
              <p:nvPr/>
            </p:nvSpPr>
            <p:spPr>
              <a:xfrm>
                <a:off x="5412657" y="3682575"/>
                <a:ext cx="52750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is the polytope bounded by: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CFDC85A-48E0-FE02-7B4A-23426F882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657" y="3682575"/>
                <a:ext cx="5275008" cy="461665"/>
              </a:xfrm>
              <a:prstGeom prst="rect">
                <a:avLst/>
              </a:prstGeom>
              <a:blipFill>
                <a:blip r:embed="rId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D1F350A-71AC-6201-2D8D-5BE261E6C1AC}"/>
                  </a:ext>
                </a:extLst>
              </p:cNvPr>
              <p:cNvSpPr txBox="1"/>
              <p:nvPr/>
            </p:nvSpPr>
            <p:spPr>
              <a:xfrm>
                <a:off x="6516393" y="4220769"/>
                <a:ext cx="175701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D1F350A-71AC-6201-2D8D-5BE261E6C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393" y="4220769"/>
                <a:ext cx="1757019" cy="369332"/>
              </a:xfrm>
              <a:prstGeom prst="rect">
                <a:avLst/>
              </a:prstGeom>
              <a:blipFill>
                <a:blip r:embed="rId7"/>
                <a:stretch>
                  <a:fillRect l="-4167" r="-3819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8C95E68-9A8B-6436-ECE3-CC61AB4AD7B1}"/>
                  </a:ext>
                </a:extLst>
              </p:cNvPr>
              <p:cNvSpPr txBox="1"/>
              <p:nvPr/>
            </p:nvSpPr>
            <p:spPr>
              <a:xfrm>
                <a:off x="6516393" y="4666630"/>
                <a:ext cx="19189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8C95E68-9A8B-6436-ECE3-CC61AB4AD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393" y="4666630"/>
                <a:ext cx="1918922" cy="369332"/>
              </a:xfrm>
              <a:prstGeom prst="rect">
                <a:avLst/>
              </a:prstGeom>
              <a:blipFill>
                <a:blip r:embed="rId8"/>
                <a:stretch>
                  <a:fillRect l="-635" t="-5000" r="-3175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2F5A013-FEEF-2DB8-DFE6-D673750B4252}"/>
                  </a:ext>
                </a:extLst>
              </p:cNvPr>
              <p:cNvSpPr txBox="1"/>
              <p:nvPr/>
            </p:nvSpPr>
            <p:spPr>
              <a:xfrm>
                <a:off x="6516393" y="5112491"/>
                <a:ext cx="175701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2F5A013-FEEF-2DB8-DFE6-D673750B4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393" y="5112491"/>
                <a:ext cx="1757019" cy="369332"/>
              </a:xfrm>
              <a:prstGeom prst="rect">
                <a:avLst/>
              </a:prstGeom>
              <a:blipFill>
                <a:blip r:embed="rId9"/>
                <a:stretch>
                  <a:fillRect l="-4167" r="-3819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0816578-F798-E205-1CB8-CA5BD5E0E796}"/>
                  </a:ext>
                </a:extLst>
              </p:cNvPr>
              <p:cNvSpPr txBox="1"/>
              <p:nvPr/>
            </p:nvSpPr>
            <p:spPr>
              <a:xfrm>
                <a:off x="6516393" y="5558352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0816578-F798-E205-1CB8-CA5BD5E0E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393" y="5558352"/>
                <a:ext cx="874342" cy="369332"/>
              </a:xfrm>
              <a:prstGeom prst="rect">
                <a:avLst/>
              </a:prstGeom>
              <a:blipFill>
                <a:blip r:embed="rId10"/>
                <a:stretch>
                  <a:fillRect l="-4895" r="-8392"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5952964-3719-F8B4-E3B2-CC26BCB0B95B}"/>
                  </a:ext>
                </a:extLst>
              </p:cNvPr>
              <p:cNvSpPr txBox="1"/>
              <p:nvPr/>
            </p:nvSpPr>
            <p:spPr>
              <a:xfrm>
                <a:off x="6516393" y="6004213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5952964-3719-F8B4-E3B2-CC26BCB0B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393" y="6004213"/>
                <a:ext cx="874342" cy="369332"/>
              </a:xfrm>
              <a:prstGeom prst="rect">
                <a:avLst/>
              </a:prstGeom>
              <a:blipFill>
                <a:blip r:embed="rId11"/>
                <a:stretch>
                  <a:fillRect l="-9091" r="-8392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0EBE0D0-9EC2-1C96-7A4D-900EBC3ACA8D}"/>
              </a:ext>
            </a:extLst>
          </p:cNvPr>
          <p:cNvSpPr txBox="1"/>
          <p:nvPr/>
        </p:nvSpPr>
        <p:spPr>
          <a:xfrm>
            <a:off x="2241113" y="403178"/>
            <a:ext cx="8819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Combinatorial Vertex Enumeration</a:t>
            </a:r>
          </a:p>
        </p:txBody>
      </p:sp>
    </p:spTree>
    <p:extLst>
      <p:ext uri="{BB962C8B-B14F-4D97-AF65-F5344CB8AC3E}">
        <p14:creationId xmlns:p14="http://schemas.microsoft.com/office/powerpoint/2010/main" val="3006645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F40B4-4925-7EC8-6778-519C43DA1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C8D895A-B06C-A8BD-E601-59B958E996CA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A71D96-78CF-67BE-F92D-123ABF2C973F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2B70ED-8747-E28C-34ED-E9E4EED9B863}"/>
              </a:ext>
            </a:extLst>
          </p:cNvPr>
          <p:cNvSpPr txBox="1"/>
          <p:nvPr/>
        </p:nvSpPr>
        <p:spPr>
          <a:xfrm>
            <a:off x="-376090" y="1744431"/>
            <a:ext cx="12280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Consider the following example: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9197B1-509D-4604-C7DD-3C97E9463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9714"/>
            <a:ext cx="5675609" cy="26774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90B5E0-4F3B-76D4-0C5B-5542E0C2D1D0}"/>
              </a:ext>
            </a:extLst>
          </p:cNvPr>
          <p:cNvSpPr txBox="1"/>
          <p:nvPr/>
        </p:nvSpPr>
        <p:spPr>
          <a:xfrm>
            <a:off x="1667371" y="31982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F781EC-3046-B337-C478-5C4B7C13E5D2}"/>
              </a:ext>
            </a:extLst>
          </p:cNvPr>
          <p:cNvSpPr txBox="1"/>
          <p:nvPr/>
        </p:nvSpPr>
        <p:spPr>
          <a:xfrm>
            <a:off x="2962771" y="31982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162F19-FC84-4C58-258E-2DDD8787D192}"/>
              </a:ext>
            </a:extLst>
          </p:cNvPr>
          <p:cNvSpPr txBox="1"/>
          <p:nvPr/>
        </p:nvSpPr>
        <p:spPr>
          <a:xfrm>
            <a:off x="4258171" y="3177999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B1A215-F64F-BD38-FD12-439093CB9884}"/>
              </a:ext>
            </a:extLst>
          </p:cNvPr>
          <p:cNvSpPr txBox="1"/>
          <p:nvPr/>
        </p:nvSpPr>
        <p:spPr>
          <a:xfrm>
            <a:off x="1667371" y="38307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27BB52-AB6D-6B48-68D5-C9523017DB05}"/>
              </a:ext>
            </a:extLst>
          </p:cNvPr>
          <p:cNvSpPr txBox="1"/>
          <p:nvPr/>
        </p:nvSpPr>
        <p:spPr>
          <a:xfrm>
            <a:off x="2962771" y="38307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F8B15D-47DC-AD75-87DB-A0D4F1731D57}"/>
              </a:ext>
            </a:extLst>
          </p:cNvPr>
          <p:cNvSpPr txBox="1"/>
          <p:nvPr/>
        </p:nvSpPr>
        <p:spPr>
          <a:xfrm>
            <a:off x="4258171" y="3810462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E6565F-F485-FC4B-1C1A-3D6A040F78F1}"/>
              </a:ext>
            </a:extLst>
          </p:cNvPr>
          <p:cNvSpPr txBox="1"/>
          <p:nvPr/>
        </p:nvSpPr>
        <p:spPr>
          <a:xfrm>
            <a:off x="1667371" y="31982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7334E2-F21D-E1B2-BDE5-765204AF92F7}"/>
              </a:ext>
            </a:extLst>
          </p:cNvPr>
          <p:cNvSpPr txBox="1"/>
          <p:nvPr/>
        </p:nvSpPr>
        <p:spPr>
          <a:xfrm>
            <a:off x="2962771" y="31982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833336-06D0-295E-0E43-7BED3F6830E6}"/>
              </a:ext>
            </a:extLst>
          </p:cNvPr>
          <p:cNvSpPr txBox="1"/>
          <p:nvPr/>
        </p:nvSpPr>
        <p:spPr>
          <a:xfrm>
            <a:off x="4258171" y="319287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8DA14A-8EF0-D3A9-951C-419BCE6217B1}"/>
              </a:ext>
            </a:extLst>
          </p:cNvPr>
          <p:cNvSpPr txBox="1"/>
          <p:nvPr/>
        </p:nvSpPr>
        <p:spPr>
          <a:xfrm>
            <a:off x="1667371" y="38307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FA67E0-F146-ECF0-3417-B87CB0C88DE6}"/>
              </a:ext>
            </a:extLst>
          </p:cNvPr>
          <p:cNvSpPr txBox="1"/>
          <p:nvPr/>
        </p:nvSpPr>
        <p:spPr>
          <a:xfrm>
            <a:off x="2962771" y="38307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D6C20D-585F-ED3E-EED4-EAB88D793C08}"/>
              </a:ext>
            </a:extLst>
          </p:cNvPr>
          <p:cNvSpPr txBox="1"/>
          <p:nvPr/>
        </p:nvSpPr>
        <p:spPr>
          <a:xfrm>
            <a:off x="4258171" y="383548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319FCC3-B273-08A4-1A38-B4FDE3BBF6C1}"/>
                  </a:ext>
                </a:extLst>
              </p:cNvPr>
              <p:cNvSpPr txBox="1"/>
              <p:nvPr/>
            </p:nvSpPr>
            <p:spPr>
              <a:xfrm>
                <a:off x="5486248" y="2499295"/>
                <a:ext cx="684571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319FCC3-B273-08A4-1A38-B4FDE3BBF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248" y="2499295"/>
                <a:ext cx="684571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14C3B83-B51E-6B8B-958C-E47683C1916B}"/>
                  </a:ext>
                </a:extLst>
              </p:cNvPr>
              <p:cNvSpPr txBox="1"/>
              <p:nvPr/>
            </p:nvSpPr>
            <p:spPr>
              <a:xfrm>
                <a:off x="5412658" y="3066528"/>
                <a:ext cx="303636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14C3B83-B51E-6B8B-958C-E47683C19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658" y="3066528"/>
                <a:ext cx="3036361" cy="461665"/>
              </a:xfrm>
              <a:prstGeom prst="rect">
                <a:avLst/>
              </a:prstGeom>
              <a:blipFill>
                <a:blip r:embed="rId5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2954CEB2-F620-FA96-6307-949E8A3135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4801" y="3830718"/>
            <a:ext cx="3036361" cy="29098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5CFB314-3D6F-2639-E62B-3512A462DEBA}"/>
                  </a:ext>
                </a:extLst>
              </p:cNvPr>
              <p:cNvSpPr txBox="1"/>
              <p:nvPr/>
            </p:nvSpPr>
            <p:spPr>
              <a:xfrm>
                <a:off x="10002338" y="6391719"/>
                <a:ext cx="3290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5CFB314-3D6F-2639-E62B-3512A462D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2338" y="6391719"/>
                <a:ext cx="3290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7DBDEB5-4C5A-33C3-9757-FE6DC149E495}"/>
                  </a:ext>
                </a:extLst>
              </p:cNvPr>
              <p:cNvSpPr txBox="1"/>
              <p:nvPr/>
            </p:nvSpPr>
            <p:spPr>
              <a:xfrm>
                <a:off x="7094627" y="3471218"/>
                <a:ext cx="3290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7DBDEB5-4C5A-33C3-9757-FE6DC149E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4627" y="3471218"/>
                <a:ext cx="329048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F66B4ABB-A67E-3A8D-9B4C-A46B5AEDF0E2}"/>
              </a:ext>
            </a:extLst>
          </p:cNvPr>
          <p:cNvSpPr txBox="1"/>
          <p:nvPr/>
        </p:nvSpPr>
        <p:spPr>
          <a:xfrm>
            <a:off x="2241113" y="403178"/>
            <a:ext cx="8819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Combinatorial Vertex Enumeration</a:t>
            </a:r>
          </a:p>
        </p:txBody>
      </p:sp>
    </p:spTree>
    <p:extLst>
      <p:ext uri="{BB962C8B-B14F-4D97-AF65-F5344CB8AC3E}">
        <p14:creationId xmlns:p14="http://schemas.microsoft.com/office/powerpoint/2010/main" val="2521794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0CD30-F00C-1122-7B19-A9D1006BC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D838367-3CC6-B0C9-8905-3416913978A7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4B2C8D-B8CD-CC4D-A919-757C81C9715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A5C5F6E-DF44-6225-C736-344B697BEADF}"/>
                  </a:ext>
                </a:extLst>
              </p:cNvPr>
              <p:cNvSpPr txBox="1"/>
              <p:nvPr/>
            </p:nvSpPr>
            <p:spPr>
              <a:xfrm>
                <a:off x="-376091" y="1744431"/>
                <a:ext cx="1208438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Since our probability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lives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/>
                  <a:t>, we select two constraints at a time to make strict and solve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A5C5F6E-DF44-6225-C736-344B697BE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1" y="1744431"/>
                <a:ext cx="12084387" cy="830997"/>
              </a:xfrm>
              <a:prstGeom prst="rect">
                <a:avLst/>
              </a:prstGeom>
              <a:blipFill>
                <a:blip r:embed="rId3"/>
                <a:stretch>
                  <a:fillRect t="-5147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500C933-394D-6C1B-9755-7E84A77D1EBE}"/>
                  </a:ext>
                </a:extLst>
              </p:cNvPr>
              <p:cNvSpPr txBox="1"/>
              <p:nvPr/>
            </p:nvSpPr>
            <p:spPr>
              <a:xfrm>
                <a:off x="-376091" y="2852657"/>
                <a:ext cx="52750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is the polytope bounded by: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500C933-394D-6C1B-9755-7E84A77D1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1" y="2852657"/>
                <a:ext cx="5275008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A23C72D-873B-B3E7-99DA-0EC0A90CB461}"/>
                  </a:ext>
                </a:extLst>
              </p:cNvPr>
              <p:cNvSpPr txBox="1"/>
              <p:nvPr/>
            </p:nvSpPr>
            <p:spPr>
              <a:xfrm>
                <a:off x="727645" y="3390851"/>
                <a:ext cx="175701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A23C72D-873B-B3E7-99DA-0EC0A90CB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3390851"/>
                <a:ext cx="1757019" cy="369332"/>
              </a:xfrm>
              <a:prstGeom prst="rect">
                <a:avLst/>
              </a:prstGeom>
              <a:blipFill>
                <a:blip r:embed="rId5"/>
                <a:stretch>
                  <a:fillRect l="-3806" r="-3806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4835B80-1F31-822D-7A8B-D77FA92FB5A4}"/>
                  </a:ext>
                </a:extLst>
              </p:cNvPr>
              <p:cNvSpPr txBox="1"/>
              <p:nvPr/>
            </p:nvSpPr>
            <p:spPr>
              <a:xfrm>
                <a:off x="727645" y="3836712"/>
                <a:ext cx="19189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4835B80-1F31-822D-7A8B-D77FA92FB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3836712"/>
                <a:ext cx="1918922" cy="369332"/>
              </a:xfrm>
              <a:prstGeom prst="rect">
                <a:avLst/>
              </a:prstGeom>
              <a:blipFill>
                <a:blip r:embed="rId6"/>
                <a:stretch>
                  <a:fillRect l="-317" t="-3279" r="-3492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9B6CACE-6979-EB79-F461-0730A260CEA0}"/>
                  </a:ext>
                </a:extLst>
              </p:cNvPr>
              <p:cNvSpPr txBox="1"/>
              <p:nvPr/>
            </p:nvSpPr>
            <p:spPr>
              <a:xfrm>
                <a:off x="727645" y="4282573"/>
                <a:ext cx="175701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9B6CACE-6979-EB79-F461-0730A260C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4282573"/>
                <a:ext cx="1757019" cy="369332"/>
              </a:xfrm>
              <a:prstGeom prst="rect">
                <a:avLst/>
              </a:prstGeom>
              <a:blipFill>
                <a:blip r:embed="rId7"/>
                <a:stretch>
                  <a:fillRect l="-3806" r="-380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E31C567-D725-AF0B-4B5A-ED15C4FE1F8A}"/>
                  </a:ext>
                </a:extLst>
              </p:cNvPr>
              <p:cNvSpPr txBox="1"/>
              <p:nvPr/>
            </p:nvSpPr>
            <p:spPr>
              <a:xfrm>
                <a:off x="727645" y="4728434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E31C567-D725-AF0B-4B5A-ED15C4FE1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4728434"/>
                <a:ext cx="874342" cy="369332"/>
              </a:xfrm>
              <a:prstGeom prst="rect">
                <a:avLst/>
              </a:prstGeom>
              <a:blipFill>
                <a:blip r:embed="rId8"/>
                <a:stretch>
                  <a:fillRect l="-4167" r="-8333"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EF8ACE8-3814-8C08-A3AF-EF056A4E8092}"/>
                  </a:ext>
                </a:extLst>
              </p:cNvPr>
              <p:cNvSpPr txBox="1"/>
              <p:nvPr/>
            </p:nvSpPr>
            <p:spPr>
              <a:xfrm>
                <a:off x="727645" y="5174295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EF8ACE8-3814-8C08-A3AF-EF056A4E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5174295"/>
                <a:ext cx="874342" cy="369332"/>
              </a:xfrm>
              <a:prstGeom prst="rect">
                <a:avLst/>
              </a:prstGeom>
              <a:blipFill>
                <a:blip r:embed="rId9"/>
                <a:stretch>
                  <a:fillRect l="-9028" r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0F87FC33-49D0-BCC5-C7AA-99295923D1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752469"/>
              </p:ext>
            </p:extLst>
          </p:nvPr>
        </p:nvGraphicFramePr>
        <p:xfrm>
          <a:off x="4268304" y="2273362"/>
          <a:ext cx="7320722" cy="443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361">
                  <a:extLst>
                    <a:ext uri="{9D8B030D-6E8A-4147-A177-3AD203B41FA5}">
                      <a16:colId xmlns:a16="http://schemas.microsoft.com/office/drawing/2014/main" val="3530767300"/>
                    </a:ext>
                  </a:extLst>
                </a:gridCol>
                <a:gridCol w="3660361">
                  <a:extLst>
                    <a:ext uri="{9D8B030D-6E8A-4147-A177-3AD203B41FA5}">
                      <a16:colId xmlns:a16="http://schemas.microsoft.com/office/drawing/2014/main" val="2323378631"/>
                    </a:ext>
                  </a:extLst>
                </a:gridCol>
              </a:tblGrid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832463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089172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425293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577492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86079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559EB65-C21C-CCB7-0EBE-CE94D35B2031}"/>
                  </a:ext>
                </a:extLst>
              </p:cNvPr>
              <p:cNvSpPr txBox="1"/>
              <p:nvPr/>
            </p:nvSpPr>
            <p:spPr>
              <a:xfrm>
                <a:off x="5251954" y="2344711"/>
                <a:ext cx="168809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559EB65-C21C-CCB7-0EBE-CE94D35B2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54" y="2344711"/>
                <a:ext cx="1688091" cy="369332"/>
              </a:xfrm>
              <a:prstGeom prst="rect">
                <a:avLst/>
              </a:prstGeom>
              <a:blipFill>
                <a:blip r:embed="rId10"/>
                <a:stretch>
                  <a:fillRect l="-4348" r="-434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AC48CCD-907D-F373-FF54-C1F41E593C9F}"/>
                  </a:ext>
                </a:extLst>
              </p:cNvPr>
              <p:cNvSpPr txBox="1"/>
              <p:nvPr/>
            </p:nvSpPr>
            <p:spPr>
              <a:xfrm>
                <a:off x="5251953" y="3233623"/>
                <a:ext cx="168809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AC48CCD-907D-F373-FF54-C1F41E593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53" y="3233623"/>
                <a:ext cx="1688091" cy="369332"/>
              </a:xfrm>
              <a:prstGeom prst="rect">
                <a:avLst/>
              </a:prstGeom>
              <a:blipFill>
                <a:blip r:embed="rId11"/>
                <a:stretch>
                  <a:fillRect l="-4348" r="-4348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1732701-838A-2173-7D12-C66576CAE0CB}"/>
                  </a:ext>
                </a:extLst>
              </p:cNvPr>
              <p:cNvSpPr txBox="1"/>
              <p:nvPr/>
            </p:nvSpPr>
            <p:spPr>
              <a:xfrm>
                <a:off x="5251953" y="4100717"/>
                <a:ext cx="168809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1732701-838A-2173-7D12-C66576CAE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53" y="4100717"/>
                <a:ext cx="1688091" cy="369332"/>
              </a:xfrm>
              <a:prstGeom prst="rect">
                <a:avLst/>
              </a:prstGeom>
              <a:blipFill>
                <a:blip r:embed="rId12"/>
                <a:stretch>
                  <a:fillRect l="-4348" r="-434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984092A-B5AC-D2D0-4E4D-10FC1838F414}"/>
                  </a:ext>
                </a:extLst>
              </p:cNvPr>
              <p:cNvSpPr txBox="1"/>
              <p:nvPr/>
            </p:nvSpPr>
            <p:spPr>
              <a:xfrm>
                <a:off x="5251952" y="4989629"/>
                <a:ext cx="168809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984092A-B5AC-D2D0-4E4D-10FC1838F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52" y="4989629"/>
                <a:ext cx="1688091" cy="369332"/>
              </a:xfrm>
              <a:prstGeom prst="rect">
                <a:avLst/>
              </a:prstGeom>
              <a:blipFill>
                <a:blip r:embed="rId13"/>
                <a:stretch>
                  <a:fillRect l="-4348" r="-434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AA254C2-EE43-B52A-78FC-EBAAA16311A0}"/>
                  </a:ext>
                </a:extLst>
              </p:cNvPr>
              <p:cNvSpPr txBox="1"/>
              <p:nvPr/>
            </p:nvSpPr>
            <p:spPr>
              <a:xfrm>
                <a:off x="5136536" y="5897831"/>
                <a:ext cx="19189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AA254C2-EE43-B52A-78FC-EBAAA1631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536" y="5897831"/>
                <a:ext cx="1918922" cy="369332"/>
              </a:xfrm>
              <a:prstGeom prst="rect">
                <a:avLst/>
              </a:prstGeom>
              <a:blipFill>
                <a:blip r:embed="rId14"/>
                <a:stretch>
                  <a:fillRect l="-637" t="-3279" r="-3503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6F32AFC-DCC9-A6E4-2FFB-A20EC6F09189}"/>
                  </a:ext>
                </a:extLst>
              </p:cNvPr>
              <p:cNvSpPr txBox="1"/>
              <p:nvPr/>
            </p:nvSpPr>
            <p:spPr>
              <a:xfrm>
                <a:off x="8862261" y="2344711"/>
                <a:ext cx="19189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6F32AFC-DCC9-A6E4-2FFB-A20EC6F09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2261" y="2344711"/>
                <a:ext cx="1918922" cy="369332"/>
              </a:xfrm>
              <a:prstGeom prst="rect">
                <a:avLst/>
              </a:prstGeom>
              <a:blipFill>
                <a:blip r:embed="rId15"/>
                <a:stretch>
                  <a:fillRect l="-635" t="-5000" r="-3175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53A7E43-0CA4-DFC8-2473-A1BB65A10CFF}"/>
                  </a:ext>
                </a:extLst>
              </p:cNvPr>
              <p:cNvSpPr txBox="1"/>
              <p:nvPr/>
            </p:nvSpPr>
            <p:spPr>
              <a:xfrm>
                <a:off x="8862261" y="3206185"/>
                <a:ext cx="19189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53A7E43-0CA4-DFC8-2473-A1BB65A10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2261" y="3206185"/>
                <a:ext cx="1918922" cy="369332"/>
              </a:xfrm>
              <a:prstGeom prst="rect">
                <a:avLst/>
              </a:prstGeom>
              <a:blipFill>
                <a:blip r:embed="rId16"/>
                <a:stretch>
                  <a:fillRect l="-635" t="-3279" r="-3175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4029A70-56C2-D33E-BDAC-048D85747C7E}"/>
                  </a:ext>
                </a:extLst>
              </p:cNvPr>
              <p:cNvSpPr txBox="1"/>
              <p:nvPr/>
            </p:nvSpPr>
            <p:spPr>
              <a:xfrm>
                <a:off x="9024164" y="4121805"/>
                <a:ext cx="1688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4029A70-56C2-D33E-BDAC-048D85747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4164" y="4121805"/>
                <a:ext cx="1688090" cy="369332"/>
              </a:xfrm>
              <a:prstGeom prst="rect">
                <a:avLst/>
              </a:prstGeom>
              <a:blipFill>
                <a:blip r:embed="rId17"/>
                <a:stretch>
                  <a:fillRect l="-3971" r="-4332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40C176E-CEB6-5A3C-4322-489CEBDDAC78}"/>
                  </a:ext>
                </a:extLst>
              </p:cNvPr>
              <p:cNvSpPr txBox="1"/>
              <p:nvPr/>
            </p:nvSpPr>
            <p:spPr>
              <a:xfrm>
                <a:off x="9013133" y="4999960"/>
                <a:ext cx="1688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40C176E-CEB6-5A3C-4322-489CEBDDA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3133" y="4999960"/>
                <a:ext cx="1688090" cy="369332"/>
              </a:xfrm>
              <a:prstGeom prst="rect">
                <a:avLst/>
              </a:prstGeom>
              <a:blipFill>
                <a:blip r:embed="rId18"/>
                <a:stretch>
                  <a:fillRect l="-4348" r="-4348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84F41AA-F9C8-C2F5-4616-30461C2E2A7C}"/>
                  </a:ext>
                </a:extLst>
              </p:cNvPr>
              <p:cNvSpPr txBox="1"/>
              <p:nvPr/>
            </p:nvSpPr>
            <p:spPr>
              <a:xfrm>
                <a:off x="9431038" y="589783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84F41AA-F9C8-C2F5-4616-30461C2E2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5897831"/>
                <a:ext cx="805413" cy="369332"/>
              </a:xfrm>
              <a:prstGeom prst="rect">
                <a:avLst/>
              </a:prstGeom>
              <a:blipFill>
                <a:blip r:embed="rId19"/>
                <a:stretch>
                  <a:fillRect l="-4545" r="-9848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6B08E75-662B-AD0D-F3A4-B00DED85551D}"/>
                  </a:ext>
                </a:extLst>
              </p:cNvPr>
              <p:cNvSpPr txBox="1"/>
              <p:nvPr/>
            </p:nvSpPr>
            <p:spPr>
              <a:xfrm>
                <a:off x="5021121" y="2755032"/>
                <a:ext cx="19189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6B08E75-662B-AD0D-F3A4-B00DED855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121" y="2755032"/>
                <a:ext cx="1918922" cy="369332"/>
              </a:xfrm>
              <a:prstGeom prst="rect">
                <a:avLst/>
              </a:prstGeom>
              <a:blipFill>
                <a:blip r:embed="rId20"/>
                <a:stretch>
                  <a:fillRect l="-637" t="-3279" r="-3503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AEF4C36-050D-DA8F-5ACB-EDF5CE0BFC65}"/>
                  </a:ext>
                </a:extLst>
              </p:cNvPr>
              <p:cNvSpPr txBox="1"/>
              <p:nvPr/>
            </p:nvSpPr>
            <p:spPr>
              <a:xfrm>
                <a:off x="5251952" y="3622518"/>
                <a:ext cx="1688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AEF4C36-050D-DA8F-5ACB-EDF5CE0BF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52" y="3622518"/>
                <a:ext cx="1688090" cy="369332"/>
              </a:xfrm>
              <a:prstGeom prst="rect">
                <a:avLst/>
              </a:prstGeom>
              <a:blipFill>
                <a:blip r:embed="rId21"/>
                <a:stretch>
                  <a:fillRect l="-4348" r="-4348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BC92F14-4C5E-824B-6054-9286FFDB3F7E}"/>
                  </a:ext>
                </a:extLst>
              </p:cNvPr>
              <p:cNvSpPr txBox="1"/>
              <p:nvPr/>
            </p:nvSpPr>
            <p:spPr>
              <a:xfrm>
                <a:off x="5251952" y="6286726"/>
                <a:ext cx="1688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BC92F14-4C5E-824B-6054-9286FFDB3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52" y="6286726"/>
                <a:ext cx="1688090" cy="369332"/>
              </a:xfrm>
              <a:prstGeom prst="rect">
                <a:avLst/>
              </a:prstGeom>
              <a:blipFill>
                <a:blip r:embed="rId22"/>
                <a:stretch>
                  <a:fillRect l="-4348" r="-4348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1F27040-A425-2CB5-9F89-06583E8FFDF9}"/>
                  </a:ext>
                </a:extLst>
              </p:cNvPr>
              <p:cNvSpPr txBox="1"/>
              <p:nvPr/>
            </p:nvSpPr>
            <p:spPr>
              <a:xfrm>
                <a:off x="5577875" y="4508014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1F27040-A425-2CB5-9F89-06583E8FF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875" y="4508014"/>
                <a:ext cx="805413" cy="369332"/>
              </a:xfrm>
              <a:prstGeom prst="rect">
                <a:avLst/>
              </a:prstGeom>
              <a:blipFill>
                <a:blip r:embed="rId23"/>
                <a:stretch>
                  <a:fillRect l="-4545" r="-9848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17C348A-16D5-A365-09A0-06AFC24FF03A}"/>
                  </a:ext>
                </a:extLst>
              </p:cNvPr>
              <p:cNvSpPr txBox="1"/>
              <p:nvPr/>
            </p:nvSpPr>
            <p:spPr>
              <a:xfrm>
                <a:off x="5577875" y="5369162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17C348A-16D5-A365-09A0-06AFC24FF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875" y="5369162"/>
                <a:ext cx="805413" cy="369332"/>
              </a:xfrm>
              <a:prstGeom prst="rect">
                <a:avLst/>
              </a:prstGeom>
              <a:blipFill>
                <a:blip r:embed="rId24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77F9478-35F9-A6BC-4D6E-9B92E09AFD99}"/>
                  </a:ext>
                </a:extLst>
              </p:cNvPr>
              <p:cNvSpPr txBox="1"/>
              <p:nvPr/>
            </p:nvSpPr>
            <p:spPr>
              <a:xfrm>
                <a:off x="9431038" y="2751834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77F9478-35F9-A6BC-4D6E-9B92E09A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2751834"/>
                <a:ext cx="805413" cy="369332"/>
              </a:xfrm>
              <a:prstGeom prst="rect">
                <a:avLst/>
              </a:prstGeom>
              <a:blipFill>
                <a:blip r:embed="rId25"/>
                <a:stretch>
                  <a:fillRect l="-4545" r="-9848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FC0BBE8-56D1-6A37-BAA0-82DE4FC65144}"/>
                  </a:ext>
                </a:extLst>
              </p:cNvPr>
              <p:cNvSpPr txBox="1"/>
              <p:nvPr/>
            </p:nvSpPr>
            <p:spPr>
              <a:xfrm>
                <a:off x="9431038" y="3612982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FC0BBE8-56D1-6A37-BAA0-82DE4FC65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3612982"/>
                <a:ext cx="805413" cy="369332"/>
              </a:xfrm>
              <a:prstGeom prst="rect">
                <a:avLst/>
              </a:prstGeom>
              <a:blipFill>
                <a:blip r:embed="rId26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5F124A0-D576-A55A-580D-5D6CA4232F91}"/>
                  </a:ext>
                </a:extLst>
              </p:cNvPr>
              <p:cNvSpPr txBox="1"/>
              <p:nvPr/>
            </p:nvSpPr>
            <p:spPr>
              <a:xfrm>
                <a:off x="9431038" y="449514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5F124A0-D576-A55A-580D-5D6CA4232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4495141"/>
                <a:ext cx="805413" cy="369332"/>
              </a:xfrm>
              <a:prstGeom prst="rect">
                <a:avLst/>
              </a:prstGeom>
              <a:blipFill>
                <a:blip r:embed="rId27"/>
                <a:stretch>
                  <a:fillRect l="-4545" r="-9848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B97390E-BECB-FFD1-71E8-463CC0526CE2}"/>
                  </a:ext>
                </a:extLst>
              </p:cNvPr>
              <p:cNvSpPr txBox="1"/>
              <p:nvPr/>
            </p:nvSpPr>
            <p:spPr>
              <a:xfrm>
                <a:off x="9431038" y="5356289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B97390E-BECB-FFD1-71E8-463CC0526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5356289"/>
                <a:ext cx="805413" cy="369332"/>
              </a:xfrm>
              <a:prstGeom prst="rect">
                <a:avLst/>
              </a:prstGeom>
              <a:blipFill>
                <a:blip r:embed="rId28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1D9FB68-82D1-1A7B-4AA0-093CB62280ED}"/>
                  </a:ext>
                </a:extLst>
              </p:cNvPr>
              <p:cNvSpPr txBox="1"/>
              <p:nvPr/>
            </p:nvSpPr>
            <p:spPr>
              <a:xfrm>
                <a:off x="9431038" y="6286726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1D9FB68-82D1-1A7B-4AA0-093CB6228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6286726"/>
                <a:ext cx="805413" cy="369332"/>
              </a:xfrm>
              <a:prstGeom prst="rect">
                <a:avLst/>
              </a:prstGeom>
              <a:blipFill>
                <a:blip r:embed="rId29"/>
                <a:stretch>
                  <a:fillRect l="-9848" r="-9848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DDF42E83-EC0F-C6B1-BE0E-C447A95CAFC6}"/>
              </a:ext>
            </a:extLst>
          </p:cNvPr>
          <p:cNvSpPr txBox="1"/>
          <p:nvPr/>
        </p:nvSpPr>
        <p:spPr>
          <a:xfrm>
            <a:off x="2241113" y="403178"/>
            <a:ext cx="8819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Combinatorial Vertex Enumeration</a:t>
            </a:r>
          </a:p>
        </p:txBody>
      </p:sp>
    </p:spTree>
    <p:extLst>
      <p:ext uri="{BB962C8B-B14F-4D97-AF65-F5344CB8AC3E}">
        <p14:creationId xmlns:p14="http://schemas.microsoft.com/office/powerpoint/2010/main" val="3916718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78E54-5930-F4A4-7D3F-887CA200A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2941C-DD39-E99D-78E8-1ED6E5C9E653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E3D6B7-1583-B0FC-3182-999DAB0A528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AF62F3C-B287-E971-C846-36D8A5EF1CEB}"/>
                  </a:ext>
                </a:extLst>
              </p:cNvPr>
              <p:cNvSpPr txBox="1"/>
              <p:nvPr/>
            </p:nvSpPr>
            <p:spPr>
              <a:xfrm>
                <a:off x="-376091" y="1744431"/>
                <a:ext cx="1208438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Since our probability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lives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/>
                  <a:t>, we select two constraints at a time to make strict and solve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AF62F3C-B287-E971-C846-36D8A5EF1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1" y="1744431"/>
                <a:ext cx="12084387" cy="830997"/>
              </a:xfrm>
              <a:prstGeom prst="rect">
                <a:avLst/>
              </a:prstGeom>
              <a:blipFill>
                <a:blip r:embed="rId3"/>
                <a:stretch>
                  <a:fillRect t="-5147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75835C2-E8C9-0B4F-5EFA-474CCBFA6A81}"/>
                  </a:ext>
                </a:extLst>
              </p:cNvPr>
              <p:cNvSpPr txBox="1"/>
              <p:nvPr/>
            </p:nvSpPr>
            <p:spPr>
              <a:xfrm>
                <a:off x="-376091" y="2852657"/>
                <a:ext cx="52750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is the polytope bounded by: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75835C2-E8C9-0B4F-5EFA-474CCBFA6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1" y="2852657"/>
                <a:ext cx="5275008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D26A87B-DDF6-1713-E746-E2934B3D8C42}"/>
                  </a:ext>
                </a:extLst>
              </p:cNvPr>
              <p:cNvSpPr txBox="1"/>
              <p:nvPr/>
            </p:nvSpPr>
            <p:spPr>
              <a:xfrm>
                <a:off x="727645" y="3390851"/>
                <a:ext cx="175701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D26A87B-DDF6-1713-E746-E2934B3D8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3390851"/>
                <a:ext cx="1757019" cy="369332"/>
              </a:xfrm>
              <a:prstGeom prst="rect">
                <a:avLst/>
              </a:prstGeom>
              <a:blipFill>
                <a:blip r:embed="rId5"/>
                <a:stretch>
                  <a:fillRect l="-3806" r="-3806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47B1CD4-4E3C-4F92-0468-C90752693E68}"/>
                  </a:ext>
                </a:extLst>
              </p:cNvPr>
              <p:cNvSpPr txBox="1"/>
              <p:nvPr/>
            </p:nvSpPr>
            <p:spPr>
              <a:xfrm>
                <a:off x="727645" y="3836712"/>
                <a:ext cx="19189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47B1CD4-4E3C-4F92-0468-C90752693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3836712"/>
                <a:ext cx="1918922" cy="369332"/>
              </a:xfrm>
              <a:prstGeom prst="rect">
                <a:avLst/>
              </a:prstGeom>
              <a:blipFill>
                <a:blip r:embed="rId6"/>
                <a:stretch>
                  <a:fillRect l="-317" t="-3279" r="-3492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5611E4B-A334-2592-84A8-F0164E0720F4}"/>
                  </a:ext>
                </a:extLst>
              </p:cNvPr>
              <p:cNvSpPr txBox="1"/>
              <p:nvPr/>
            </p:nvSpPr>
            <p:spPr>
              <a:xfrm>
                <a:off x="727645" y="4282573"/>
                <a:ext cx="175701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5611E4B-A334-2592-84A8-F0164E072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4282573"/>
                <a:ext cx="1757019" cy="369332"/>
              </a:xfrm>
              <a:prstGeom prst="rect">
                <a:avLst/>
              </a:prstGeom>
              <a:blipFill>
                <a:blip r:embed="rId7"/>
                <a:stretch>
                  <a:fillRect l="-3806" r="-380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2997A53-574A-375F-6CF3-9F6FD09E0D1A}"/>
                  </a:ext>
                </a:extLst>
              </p:cNvPr>
              <p:cNvSpPr txBox="1"/>
              <p:nvPr/>
            </p:nvSpPr>
            <p:spPr>
              <a:xfrm>
                <a:off x="727645" y="4728434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2997A53-574A-375F-6CF3-9F6FD09E0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4728434"/>
                <a:ext cx="874342" cy="369332"/>
              </a:xfrm>
              <a:prstGeom prst="rect">
                <a:avLst/>
              </a:prstGeom>
              <a:blipFill>
                <a:blip r:embed="rId8"/>
                <a:stretch>
                  <a:fillRect l="-4167" r="-8333"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51B6ECD-8293-3E14-ADBA-978A66039F63}"/>
                  </a:ext>
                </a:extLst>
              </p:cNvPr>
              <p:cNvSpPr txBox="1"/>
              <p:nvPr/>
            </p:nvSpPr>
            <p:spPr>
              <a:xfrm>
                <a:off x="727645" y="5174295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51B6ECD-8293-3E14-ADBA-978A66039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5174295"/>
                <a:ext cx="874342" cy="369332"/>
              </a:xfrm>
              <a:prstGeom prst="rect">
                <a:avLst/>
              </a:prstGeom>
              <a:blipFill>
                <a:blip r:embed="rId9"/>
                <a:stretch>
                  <a:fillRect l="-9028" r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0DC93C32-0D78-8B50-7BF1-92298C652C2A}"/>
              </a:ext>
            </a:extLst>
          </p:cNvPr>
          <p:cNvGraphicFramePr>
            <a:graphicFrameLocks noGrp="1"/>
          </p:cNvGraphicFramePr>
          <p:nvPr/>
        </p:nvGraphicFramePr>
        <p:xfrm>
          <a:off x="4268304" y="2273362"/>
          <a:ext cx="7320722" cy="443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361">
                  <a:extLst>
                    <a:ext uri="{9D8B030D-6E8A-4147-A177-3AD203B41FA5}">
                      <a16:colId xmlns:a16="http://schemas.microsoft.com/office/drawing/2014/main" val="3530767300"/>
                    </a:ext>
                  </a:extLst>
                </a:gridCol>
                <a:gridCol w="3660361">
                  <a:extLst>
                    <a:ext uri="{9D8B030D-6E8A-4147-A177-3AD203B41FA5}">
                      <a16:colId xmlns:a16="http://schemas.microsoft.com/office/drawing/2014/main" val="2323378631"/>
                    </a:ext>
                  </a:extLst>
                </a:gridCol>
              </a:tblGrid>
              <a:tr h="8871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832463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089172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425293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577492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86079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39580C0-53CF-510E-5444-EA0BD2CE969B}"/>
                  </a:ext>
                </a:extLst>
              </p:cNvPr>
              <p:cNvSpPr txBox="1"/>
              <p:nvPr/>
            </p:nvSpPr>
            <p:spPr>
              <a:xfrm>
                <a:off x="5251954" y="2344711"/>
                <a:ext cx="12959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=9/22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39580C0-53CF-510E-5444-EA0BD2CE9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54" y="2344711"/>
                <a:ext cx="1295932" cy="369332"/>
              </a:xfrm>
              <a:prstGeom prst="rect">
                <a:avLst/>
              </a:prstGeom>
              <a:blipFill>
                <a:blip r:embed="rId10"/>
                <a:stretch>
                  <a:fillRect l="-3302" t="-1667" r="-5660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90F6F52-F1CF-C4C4-7B22-A10635375D1A}"/>
                  </a:ext>
                </a:extLst>
              </p:cNvPr>
              <p:cNvSpPr txBox="1"/>
              <p:nvPr/>
            </p:nvSpPr>
            <p:spPr>
              <a:xfrm>
                <a:off x="5338606" y="3213069"/>
                <a:ext cx="11260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=2/9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90F6F52-F1CF-C4C4-7B22-A10635375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606" y="3213069"/>
                <a:ext cx="1126014" cy="369332"/>
              </a:xfrm>
              <a:prstGeom prst="rect">
                <a:avLst/>
              </a:prstGeom>
              <a:blipFill>
                <a:blip r:embed="rId11"/>
                <a:stretch>
                  <a:fillRect l="-3804" t="-1639" r="-7065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E0CF405-FDE1-2CE5-BE42-480E4015BDA7}"/>
                  </a:ext>
                </a:extLst>
              </p:cNvPr>
              <p:cNvSpPr txBox="1"/>
              <p:nvPr/>
            </p:nvSpPr>
            <p:spPr>
              <a:xfrm>
                <a:off x="5279948" y="4495586"/>
                <a:ext cx="13592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E0CF405-FDE1-2CE5-BE42-480E4015B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948" y="4495586"/>
                <a:ext cx="1359218" cy="369332"/>
              </a:xfrm>
              <a:prstGeom prst="rect">
                <a:avLst/>
              </a:prstGeom>
              <a:blipFill>
                <a:blip r:embed="rId12"/>
                <a:stretch>
                  <a:fillRect l="-5381" t="-1639" r="-5830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4029868-9635-CE5C-9BAF-82F3D14F88A3}"/>
                  </a:ext>
                </a:extLst>
              </p:cNvPr>
              <p:cNvSpPr txBox="1"/>
              <p:nvPr/>
            </p:nvSpPr>
            <p:spPr>
              <a:xfrm>
                <a:off x="5432020" y="4989629"/>
                <a:ext cx="11260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4029868-9635-CE5C-9BAF-82F3D14F8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020" y="4989629"/>
                <a:ext cx="1126014" cy="369332"/>
              </a:xfrm>
              <a:prstGeom prst="rect">
                <a:avLst/>
              </a:prstGeom>
              <a:blipFill>
                <a:blip r:embed="rId13"/>
                <a:stretch>
                  <a:fillRect l="-3243" t="-1667" r="-702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8E9428A-03F8-B1F1-F36E-0A90A1E76BC4}"/>
                  </a:ext>
                </a:extLst>
              </p:cNvPr>
              <p:cNvSpPr txBox="1"/>
              <p:nvPr/>
            </p:nvSpPr>
            <p:spPr>
              <a:xfrm>
                <a:off x="5315418" y="5897831"/>
                <a:ext cx="12959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=1/23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8E9428A-03F8-B1F1-F36E-0A90A1E76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418" y="5897831"/>
                <a:ext cx="1295932" cy="369332"/>
              </a:xfrm>
              <a:prstGeom prst="rect">
                <a:avLst/>
              </a:prstGeom>
              <a:blipFill>
                <a:blip r:embed="rId14"/>
                <a:stretch>
                  <a:fillRect l="-3286" t="-1639" r="-5164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F26CCBD-2A2A-E35B-83CB-1D0D22433A81}"/>
                  </a:ext>
                </a:extLst>
              </p:cNvPr>
              <p:cNvSpPr txBox="1"/>
              <p:nvPr/>
            </p:nvSpPr>
            <p:spPr>
              <a:xfrm>
                <a:off x="9241084" y="2709748"/>
                <a:ext cx="11299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F26CCBD-2A2A-E35B-83CB-1D0D22433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1084" y="2709748"/>
                <a:ext cx="1129989" cy="369332"/>
              </a:xfrm>
              <a:prstGeom prst="rect">
                <a:avLst/>
              </a:prstGeom>
              <a:blipFill>
                <a:blip r:embed="rId15"/>
                <a:stretch>
                  <a:fillRect l="-6486" t="-1667" r="-702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DF8A80A-FB73-92AF-1456-B0C483636A01}"/>
                  </a:ext>
                </a:extLst>
              </p:cNvPr>
              <p:cNvSpPr txBox="1"/>
              <p:nvPr/>
            </p:nvSpPr>
            <p:spPr>
              <a:xfrm>
                <a:off x="9144099" y="3215716"/>
                <a:ext cx="13552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DF8A80A-FB73-92AF-1456-B0C483636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99" y="3215716"/>
                <a:ext cx="1355243" cy="369332"/>
              </a:xfrm>
              <a:prstGeom prst="rect">
                <a:avLst/>
              </a:prstGeom>
              <a:blipFill>
                <a:blip r:embed="rId16"/>
                <a:stretch>
                  <a:fillRect l="-2703" t="-1667" r="-585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A4BA89D-5E4E-0B89-0402-7198EB0C415C}"/>
                  </a:ext>
                </a:extLst>
              </p:cNvPr>
              <p:cNvSpPr txBox="1"/>
              <p:nvPr/>
            </p:nvSpPr>
            <p:spPr>
              <a:xfrm>
                <a:off x="9305483" y="4511245"/>
                <a:ext cx="11299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A4BA89D-5E4E-0B89-0402-7198EB0C4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5483" y="4511245"/>
                <a:ext cx="1129989" cy="369332"/>
              </a:xfrm>
              <a:prstGeom prst="rect">
                <a:avLst/>
              </a:prstGeom>
              <a:blipFill>
                <a:blip r:embed="rId17"/>
                <a:stretch>
                  <a:fillRect l="-6452" t="-1639" r="-6452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3A3B692-59C6-82B6-70AE-D1424E8125F0}"/>
                  </a:ext>
                </a:extLst>
              </p:cNvPr>
              <p:cNvSpPr txBox="1"/>
              <p:nvPr/>
            </p:nvSpPr>
            <p:spPr>
              <a:xfrm>
                <a:off x="9270737" y="4989629"/>
                <a:ext cx="11260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3A3B692-59C6-82B6-70AE-D1424E812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0737" y="4989629"/>
                <a:ext cx="1126014" cy="369332"/>
              </a:xfrm>
              <a:prstGeom prst="rect">
                <a:avLst/>
              </a:prstGeom>
              <a:blipFill>
                <a:blip r:embed="rId18"/>
                <a:stretch>
                  <a:fillRect l="-3784" t="-1667" r="-648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94BF3C9-C8D2-12B8-0501-9725574139B0}"/>
                  </a:ext>
                </a:extLst>
              </p:cNvPr>
              <p:cNvSpPr txBox="1"/>
              <p:nvPr/>
            </p:nvSpPr>
            <p:spPr>
              <a:xfrm>
                <a:off x="9431038" y="589783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94BF3C9-C8D2-12B8-0501-972557413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5897831"/>
                <a:ext cx="805413" cy="369332"/>
              </a:xfrm>
              <a:prstGeom prst="rect">
                <a:avLst/>
              </a:prstGeom>
              <a:blipFill>
                <a:blip r:embed="rId19"/>
                <a:stretch>
                  <a:fillRect l="-4545" r="-9848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5F54DA9-9C15-329A-B479-10AB2EE3F04B}"/>
                  </a:ext>
                </a:extLst>
              </p:cNvPr>
              <p:cNvSpPr txBox="1"/>
              <p:nvPr/>
            </p:nvSpPr>
            <p:spPr>
              <a:xfrm>
                <a:off x="5258126" y="2744966"/>
                <a:ext cx="1299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=4/11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5F54DA9-9C15-329A-B479-10AB2EE3F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126" y="2744966"/>
                <a:ext cx="1299908" cy="369332"/>
              </a:xfrm>
              <a:prstGeom prst="rect">
                <a:avLst/>
              </a:prstGeom>
              <a:blipFill>
                <a:blip r:embed="rId20"/>
                <a:stretch>
                  <a:fillRect l="-5634" t="-1639" r="-5634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58F412D-43D2-CFA4-074B-264A02C12213}"/>
                  </a:ext>
                </a:extLst>
              </p:cNvPr>
              <p:cNvSpPr txBox="1"/>
              <p:nvPr/>
            </p:nvSpPr>
            <p:spPr>
              <a:xfrm>
                <a:off x="5251952" y="3622518"/>
                <a:ext cx="1299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=1/12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58F412D-43D2-CFA4-074B-264A02C12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52" y="3622518"/>
                <a:ext cx="1299908" cy="369332"/>
              </a:xfrm>
              <a:prstGeom prst="rect">
                <a:avLst/>
              </a:prstGeom>
              <a:blipFill>
                <a:blip r:embed="rId21"/>
                <a:stretch>
                  <a:fillRect l="-5634" t="-1639" r="-5634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924E57D-D433-64B4-C5DC-74A583D08680}"/>
                  </a:ext>
                </a:extLst>
              </p:cNvPr>
              <p:cNvSpPr txBox="1"/>
              <p:nvPr/>
            </p:nvSpPr>
            <p:spPr>
              <a:xfrm>
                <a:off x="5330627" y="6286726"/>
                <a:ext cx="1299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=5/23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924E57D-D433-64B4-C5DC-74A583D08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627" y="6286726"/>
                <a:ext cx="1299908" cy="369332"/>
              </a:xfrm>
              <a:prstGeom prst="rect">
                <a:avLst/>
              </a:prstGeom>
              <a:blipFill>
                <a:blip r:embed="rId22"/>
                <a:stretch>
                  <a:fillRect l="-5607" t="-1639" r="-5607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AFC6E2E-CD16-BB6A-DAAD-9A257D4D598A}"/>
                  </a:ext>
                </a:extLst>
              </p:cNvPr>
              <p:cNvSpPr txBox="1"/>
              <p:nvPr/>
            </p:nvSpPr>
            <p:spPr>
              <a:xfrm>
                <a:off x="5511706" y="4121805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AFC6E2E-CD16-BB6A-DAAD-9A257D4D5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706" y="4121805"/>
                <a:ext cx="805413" cy="369332"/>
              </a:xfrm>
              <a:prstGeom prst="rect">
                <a:avLst/>
              </a:prstGeom>
              <a:blipFill>
                <a:blip r:embed="rId23"/>
                <a:stretch>
                  <a:fillRect l="-4545" r="-9848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04E80C1-F892-2227-CF03-05A1F57EB71C}"/>
                  </a:ext>
                </a:extLst>
              </p:cNvPr>
              <p:cNvSpPr txBox="1"/>
              <p:nvPr/>
            </p:nvSpPr>
            <p:spPr>
              <a:xfrm>
                <a:off x="5577875" y="5369162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04E80C1-F892-2227-CF03-05A1F57EB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875" y="5369162"/>
                <a:ext cx="805413" cy="369332"/>
              </a:xfrm>
              <a:prstGeom prst="rect">
                <a:avLst/>
              </a:prstGeom>
              <a:blipFill>
                <a:blip r:embed="rId24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4B2613B-E23B-3364-8D5E-AFFF6D6D83C1}"/>
                  </a:ext>
                </a:extLst>
              </p:cNvPr>
              <p:cNvSpPr txBox="1"/>
              <p:nvPr/>
            </p:nvSpPr>
            <p:spPr>
              <a:xfrm>
                <a:off x="9403373" y="234471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4B2613B-E23B-3364-8D5E-AFFF6D6D8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3373" y="2344711"/>
                <a:ext cx="805413" cy="369332"/>
              </a:xfrm>
              <a:prstGeom prst="rect">
                <a:avLst/>
              </a:prstGeom>
              <a:blipFill>
                <a:blip r:embed="rId25"/>
                <a:stretch>
                  <a:fillRect l="-5303" r="-9091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A1E181D-478E-2C7A-5F26-9799CF48CCF3}"/>
                  </a:ext>
                </a:extLst>
              </p:cNvPr>
              <p:cNvSpPr txBox="1"/>
              <p:nvPr/>
            </p:nvSpPr>
            <p:spPr>
              <a:xfrm>
                <a:off x="9431038" y="3612982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A1E181D-478E-2C7A-5F26-9799CF48C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3612982"/>
                <a:ext cx="805413" cy="369332"/>
              </a:xfrm>
              <a:prstGeom prst="rect">
                <a:avLst/>
              </a:prstGeom>
              <a:blipFill>
                <a:blip r:embed="rId26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1CD9658-3919-E6AB-C112-94E0DAE15C86}"/>
                  </a:ext>
                </a:extLst>
              </p:cNvPr>
              <p:cNvSpPr txBox="1"/>
              <p:nvPr/>
            </p:nvSpPr>
            <p:spPr>
              <a:xfrm>
                <a:off x="9472068" y="412848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1CD9658-3919-E6AB-C112-94E0DAE15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68" y="4128481"/>
                <a:ext cx="805413" cy="369332"/>
              </a:xfrm>
              <a:prstGeom prst="rect">
                <a:avLst/>
              </a:prstGeom>
              <a:blipFill>
                <a:blip r:embed="rId27"/>
                <a:stretch>
                  <a:fillRect l="-5303" r="-9091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EE4E3B4-22DB-8EA6-8FF0-82174C3980A5}"/>
                  </a:ext>
                </a:extLst>
              </p:cNvPr>
              <p:cNvSpPr txBox="1"/>
              <p:nvPr/>
            </p:nvSpPr>
            <p:spPr>
              <a:xfrm>
                <a:off x="9431038" y="5356289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EE4E3B4-22DB-8EA6-8FF0-82174C398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5356289"/>
                <a:ext cx="805413" cy="369332"/>
              </a:xfrm>
              <a:prstGeom prst="rect">
                <a:avLst/>
              </a:prstGeom>
              <a:blipFill>
                <a:blip r:embed="rId28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F92DA9D-AC04-A83C-98F3-006672682282}"/>
                  </a:ext>
                </a:extLst>
              </p:cNvPr>
              <p:cNvSpPr txBox="1"/>
              <p:nvPr/>
            </p:nvSpPr>
            <p:spPr>
              <a:xfrm>
                <a:off x="9431038" y="6286726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F92DA9D-AC04-A83C-98F3-006672682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6286726"/>
                <a:ext cx="805413" cy="369332"/>
              </a:xfrm>
              <a:prstGeom prst="rect">
                <a:avLst/>
              </a:prstGeom>
              <a:blipFill>
                <a:blip r:embed="rId29"/>
                <a:stretch>
                  <a:fillRect l="-9848" r="-9848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9027174-FC87-8C52-BF54-8E75692CE7DC}"/>
              </a:ext>
            </a:extLst>
          </p:cNvPr>
          <p:cNvSpPr txBox="1"/>
          <p:nvPr/>
        </p:nvSpPr>
        <p:spPr>
          <a:xfrm>
            <a:off x="2241113" y="403178"/>
            <a:ext cx="8819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Combinatorial Vertex Enumeration</a:t>
            </a:r>
          </a:p>
        </p:txBody>
      </p:sp>
    </p:spTree>
    <p:extLst>
      <p:ext uri="{BB962C8B-B14F-4D97-AF65-F5344CB8AC3E}">
        <p14:creationId xmlns:p14="http://schemas.microsoft.com/office/powerpoint/2010/main" val="2199970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9F725-75C9-2F05-5191-50F05BDC9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1B1D95-3E23-C1A9-CB39-E9EDBF4AB35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4EC9BD-7EE7-E371-DFF9-638B7F9822D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88FC015-B580-88AE-777B-7598CC01A1A5}"/>
                  </a:ext>
                </a:extLst>
              </p:cNvPr>
              <p:cNvSpPr txBox="1"/>
              <p:nvPr/>
            </p:nvSpPr>
            <p:spPr>
              <a:xfrm>
                <a:off x="-376091" y="1744431"/>
                <a:ext cx="1208438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Since our probability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lives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/>
                  <a:t>, we select two constraints at a time to make strict and solve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88FC015-B580-88AE-777B-7598CC01A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1" y="1744431"/>
                <a:ext cx="12084387" cy="830997"/>
              </a:xfrm>
              <a:prstGeom prst="rect">
                <a:avLst/>
              </a:prstGeom>
              <a:blipFill>
                <a:blip r:embed="rId3"/>
                <a:stretch>
                  <a:fillRect t="-5147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919406F-BA26-D475-747B-7D389FA962DC}"/>
                  </a:ext>
                </a:extLst>
              </p:cNvPr>
              <p:cNvSpPr txBox="1"/>
              <p:nvPr/>
            </p:nvSpPr>
            <p:spPr>
              <a:xfrm>
                <a:off x="-376091" y="2852657"/>
                <a:ext cx="52750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is the polytope bounded by: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919406F-BA26-D475-747B-7D389FA96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1" y="2852657"/>
                <a:ext cx="5275008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60B334D-8CCE-83B6-A0A8-103D4F9DB5CF}"/>
                  </a:ext>
                </a:extLst>
              </p:cNvPr>
              <p:cNvSpPr txBox="1"/>
              <p:nvPr/>
            </p:nvSpPr>
            <p:spPr>
              <a:xfrm>
                <a:off x="727645" y="3390851"/>
                <a:ext cx="175701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60B334D-8CCE-83B6-A0A8-103D4F9DB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3390851"/>
                <a:ext cx="1757019" cy="369332"/>
              </a:xfrm>
              <a:prstGeom prst="rect">
                <a:avLst/>
              </a:prstGeom>
              <a:blipFill>
                <a:blip r:embed="rId5"/>
                <a:stretch>
                  <a:fillRect l="-3806" r="-3806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4375C2F-9421-9107-1223-58166942B85B}"/>
                  </a:ext>
                </a:extLst>
              </p:cNvPr>
              <p:cNvSpPr txBox="1"/>
              <p:nvPr/>
            </p:nvSpPr>
            <p:spPr>
              <a:xfrm>
                <a:off x="727645" y="3836712"/>
                <a:ext cx="19189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4375C2F-9421-9107-1223-58166942B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3836712"/>
                <a:ext cx="1918922" cy="369332"/>
              </a:xfrm>
              <a:prstGeom prst="rect">
                <a:avLst/>
              </a:prstGeom>
              <a:blipFill>
                <a:blip r:embed="rId6"/>
                <a:stretch>
                  <a:fillRect l="-317" t="-3279" r="-3492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801BF8D-F8EB-CF9F-8C89-9BDE6F316766}"/>
                  </a:ext>
                </a:extLst>
              </p:cNvPr>
              <p:cNvSpPr txBox="1"/>
              <p:nvPr/>
            </p:nvSpPr>
            <p:spPr>
              <a:xfrm>
                <a:off x="727645" y="4282573"/>
                <a:ext cx="175701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801BF8D-F8EB-CF9F-8C89-9BDE6F316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4282573"/>
                <a:ext cx="1757019" cy="369332"/>
              </a:xfrm>
              <a:prstGeom prst="rect">
                <a:avLst/>
              </a:prstGeom>
              <a:blipFill>
                <a:blip r:embed="rId7"/>
                <a:stretch>
                  <a:fillRect l="-3806" r="-380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961370F-C502-2D57-54B8-F9C93DF545E8}"/>
                  </a:ext>
                </a:extLst>
              </p:cNvPr>
              <p:cNvSpPr txBox="1"/>
              <p:nvPr/>
            </p:nvSpPr>
            <p:spPr>
              <a:xfrm>
                <a:off x="727645" y="4728434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961370F-C502-2D57-54B8-F9C93DF54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4728434"/>
                <a:ext cx="874342" cy="369332"/>
              </a:xfrm>
              <a:prstGeom prst="rect">
                <a:avLst/>
              </a:prstGeom>
              <a:blipFill>
                <a:blip r:embed="rId8"/>
                <a:stretch>
                  <a:fillRect l="-4167" r="-8333"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B8F9294-AE5B-727F-76AB-C308AC687F7F}"/>
                  </a:ext>
                </a:extLst>
              </p:cNvPr>
              <p:cNvSpPr txBox="1"/>
              <p:nvPr/>
            </p:nvSpPr>
            <p:spPr>
              <a:xfrm>
                <a:off x="727645" y="5174295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B8F9294-AE5B-727F-76AB-C308AC687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5174295"/>
                <a:ext cx="874342" cy="369332"/>
              </a:xfrm>
              <a:prstGeom prst="rect">
                <a:avLst/>
              </a:prstGeom>
              <a:blipFill>
                <a:blip r:embed="rId9"/>
                <a:stretch>
                  <a:fillRect l="-9028" r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7F375709-F220-86EA-0C16-B008CEC95C16}"/>
              </a:ext>
            </a:extLst>
          </p:cNvPr>
          <p:cNvGraphicFramePr>
            <a:graphicFrameLocks noGrp="1"/>
          </p:cNvGraphicFramePr>
          <p:nvPr/>
        </p:nvGraphicFramePr>
        <p:xfrm>
          <a:off x="4268304" y="2273362"/>
          <a:ext cx="7320722" cy="443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361">
                  <a:extLst>
                    <a:ext uri="{9D8B030D-6E8A-4147-A177-3AD203B41FA5}">
                      <a16:colId xmlns:a16="http://schemas.microsoft.com/office/drawing/2014/main" val="3530767300"/>
                    </a:ext>
                  </a:extLst>
                </a:gridCol>
                <a:gridCol w="3660361">
                  <a:extLst>
                    <a:ext uri="{9D8B030D-6E8A-4147-A177-3AD203B41FA5}">
                      <a16:colId xmlns:a16="http://schemas.microsoft.com/office/drawing/2014/main" val="2323378631"/>
                    </a:ext>
                  </a:extLst>
                </a:gridCol>
              </a:tblGrid>
              <a:tr h="8871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832463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089172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425293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577492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86079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9C65CC1-5AB2-D8CB-EFC5-F45E53C7D472}"/>
                  </a:ext>
                </a:extLst>
              </p:cNvPr>
              <p:cNvSpPr txBox="1"/>
              <p:nvPr/>
            </p:nvSpPr>
            <p:spPr>
              <a:xfrm>
                <a:off x="5251954" y="2344711"/>
                <a:ext cx="12959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=9/22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9C65CC1-5AB2-D8CB-EFC5-F45E53C7D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54" y="2344711"/>
                <a:ext cx="1295932" cy="369332"/>
              </a:xfrm>
              <a:prstGeom prst="rect">
                <a:avLst/>
              </a:prstGeom>
              <a:blipFill>
                <a:blip r:embed="rId10"/>
                <a:stretch>
                  <a:fillRect l="-3302" t="-1667" r="-5660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37BE01A-D129-B579-3A27-6050C3E05D4F}"/>
                  </a:ext>
                </a:extLst>
              </p:cNvPr>
              <p:cNvSpPr txBox="1"/>
              <p:nvPr/>
            </p:nvSpPr>
            <p:spPr>
              <a:xfrm>
                <a:off x="5338606" y="3213069"/>
                <a:ext cx="11260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=2/9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37BE01A-D129-B579-3A27-6050C3E05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606" y="3213069"/>
                <a:ext cx="1126014" cy="369332"/>
              </a:xfrm>
              <a:prstGeom prst="rect">
                <a:avLst/>
              </a:prstGeom>
              <a:blipFill>
                <a:blip r:embed="rId11"/>
                <a:stretch>
                  <a:fillRect l="-3804" t="-1639" r="-7065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D442FED-68F7-0995-BC0A-6884DD1F72C1}"/>
                  </a:ext>
                </a:extLst>
              </p:cNvPr>
              <p:cNvSpPr txBox="1"/>
              <p:nvPr/>
            </p:nvSpPr>
            <p:spPr>
              <a:xfrm>
                <a:off x="5279948" y="4495586"/>
                <a:ext cx="13592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D442FED-68F7-0995-BC0A-6884DD1F7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948" y="4495586"/>
                <a:ext cx="1359218" cy="369332"/>
              </a:xfrm>
              <a:prstGeom prst="rect">
                <a:avLst/>
              </a:prstGeom>
              <a:blipFill>
                <a:blip r:embed="rId12"/>
                <a:stretch>
                  <a:fillRect l="-5381" t="-1639" r="-5830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AF51FFC-F6FF-2F68-FB2B-698010D250D3}"/>
                  </a:ext>
                </a:extLst>
              </p:cNvPr>
              <p:cNvSpPr txBox="1"/>
              <p:nvPr/>
            </p:nvSpPr>
            <p:spPr>
              <a:xfrm>
                <a:off x="5432020" y="4989629"/>
                <a:ext cx="11260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AF51FFC-F6FF-2F68-FB2B-698010D25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020" y="4989629"/>
                <a:ext cx="1126014" cy="369332"/>
              </a:xfrm>
              <a:prstGeom prst="rect">
                <a:avLst/>
              </a:prstGeom>
              <a:blipFill>
                <a:blip r:embed="rId13"/>
                <a:stretch>
                  <a:fillRect l="-3243" t="-1667" r="-702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DCF5C97-8CEA-E0A0-281A-D76A26098A4B}"/>
                  </a:ext>
                </a:extLst>
              </p:cNvPr>
              <p:cNvSpPr txBox="1"/>
              <p:nvPr/>
            </p:nvSpPr>
            <p:spPr>
              <a:xfrm>
                <a:off x="5315418" y="5897831"/>
                <a:ext cx="12959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=1/23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DCF5C97-8CEA-E0A0-281A-D76A26098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418" y="5897831"/>
                <a:ext cx="1295932" cy="369332"/>
              </a:xfrm>
              <a:prstGeom prst="rect">
                <a:avLst/>
              </a:prstGeom>
              <a:blipFill>
                <a:blip r:embed="rId14"/>
                <a:stretch>
                  <a:fillRect l="-3286" t="-1639" r="-5164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0205AB1-9C7C-E4C1-DE94-8AFEB3FC39EA}"/>
                  </a:ext>
                </a:extLst>
              </p:cNvPr>
              <p:cNvSpPr txBox="1"/>
              <p:nvPr/>
            </p:nvSpPr>
            <p:spPr>
              <a:xfrm>
                <a:off x="9241084" y="2709748"/>
                <a:ext cx="11299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0205AB1-9C7C-E4C1-DE94-8AFEB3FC3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1084" y="2709748"/>
                <a:ext cx="1129989" cy="369332"/>
              </a:xfrm>
              <a:prstGeom prst="rect">
                <a:avLst/>
              </a:prstGeom>
              <a:blipFill>
                <a:blip r:embed="rId15"/>
                <a:stretch>
                  <a:fillRect l="-6486" t="-1667" r="-702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C6908E5-BEED-17BF-7BEA-965046FA69D4}"/>
                  </a:ext>
                </a:extLst>
              </p:cNvPr>
              <p:cNvSpPr txBox="1"/>
              <p:nvPr/>
            </p:nvSpPr>
            <p:spPr>
              <a:xfrm>
                <a:off x="9144099" y="3215716"/>
                <a:ext cx="13552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C6908E5-BEED-17BF-7BEA-965046FA6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99" y="3215716"/>
                <a:ext cx="1355243" cy="369332"/>
              </a:xfrm>
              <a:prstGeom prst="rect">
                <a:avLst/>
              </a:prstGeom>
              <a:blipFill>
                <a:blip r:embed="rId16"/>
                <a:stretch>
                  <a:fillRect l="-2703" t="-1667" r="-585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D6741A6-36CB-CECA-D379-8F0429CC068C}"/>
                  </a:ext>
                </a:extLst>
              </p:cNvPr>
              <p:cNvSpPr txBox="1"/>
              <p:nvPr/>
            </p:nvSpPr>
            <p:spPr>
              <a:xfrm>
                <a:off x="9305483" y="4511245"/>
                <a:ext cx="11299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D6741A6-36CB-CECA-D379-8F0429CC0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5483" y="4511245"/>
                <a:ext cx="1129989" cy="369332"/>
              </a:xfrm>
              <a:prstGeom prst="rect">
                <a:avLst/>
              </a:prstGeom>
              <a:blipFill>
                <a:blip r:embed="rId17"/>
                <a:stretch>
                  <a:fillRect l="-6452" t="-1639" r="-6452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59ABEDE-D342-4FC0-CA8F-D58E4A9B1061}"/>
                  </a:ext>
                </a:extLst>
              </p:cNvPr>
              <p:cNvSpPr txBox="1"/>
              <p:nvPr/>
            </p:nvSpPr>
            <p:spPr>
              <a:xfrm>
                <a:off x="9270737" y="4989629"/>
                <a:ext cx="11260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59ABEDE-D342-4FC0-CA8F-D58E4A9B1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0737" y="4989629"/>
                <a:ext cx="1126014" cy="369332"/>
              </a:xfrm>
              <a:prstGeom prst="rect">
                <a:avLst/>
              </a:prstGeom>
              <a:blipFill>
                <a:blip r:embed="rId18"/>
                <a:stretch>
                  <a:fillRect l="-3784" t="-1667" r="-648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D784F57-4E9D-3DE9-F053-EFEDA84D9A40}"/>
                  </a:ext>
                </a:extLst>
              </p:cNvPr>
              <p:cNvSpPr txBox="1"/>
              <p:nvPr/>
            </p:nvSpPr>
            <p:spPr>
              <a:xfrm>
                <a:off x="9431038" y="589783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D784F57-4E9D-3DE9-F053-EFEDA84D9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5897831"/>
                <a:ext cx="805413" cy="369332"/>
              </a:xfrm>
              <a:prstGeom prst="rect">
                <a:avLst/>
              </a:prstGeom>
              <a:blipFill>
                <a:blip r:embed="rId19"/>
                <a:stretch>
                  <a:fillRect l="-4545" r="-9848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15EEE18-DF66-8C4D-68C7-FABC7DC5964B}"/>
                  </a:ext>
                </a:extLst>
              </p:cNvPr>
              <p:cNvSpPr txBox="1"/>
              <p:nvPr/>
            </p:nvSpPr>
            <p:spPr>
              <a:xfrm>
                <a:off x="5258126" y="2744966"/>
                <a:ext cx="1299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=4/11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15EEE18-DF66-8C4D-68C7-FABC7DC59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126" y="2744966"/>
                <a:ext cx="1299908" cy="369332"/>
              </a:xfrm>
              <a:prstGeom prst="rect">
                <a:avLst/>
              </a:prstGeom>
              <a:blipFill>
                <a:blip r:embed="rId20"/>
                <a:stretch>
                  <a:fillRect l="-5634" t="-1639" r="-5634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7547F4B-564B-0F6A-A3FA-A8DF8D8B3265}"/>
                  </a:ext>
                </a:extLst>
              </p:cNvPr>
              <p:cNvSpPr txBox="1"/>
              <p:nvPr/>
            </p:nvSpPr>
            <p:spPr>
              <a:xfrm>
                <a:off x="5251952" y="3622518"/>
                <a:ext cx="1299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=1/12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7547F4B-564B-0F6A-A3FA-A8DF8D8B3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52" y="3622518"/>
                <a:ext cx="1299908" cy="369332"/>
              </a:xfrm>
              <a:prstGeom prst="rect">
                <a:avLst/>
              </a:prstGeom>
              <a:blipFill>
                <a:blip r:embed="rId21"/>
                <a:stretch>
                  <a:fillRect l="-5634" t="-1639" r="-5634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D0D81C1-BBEB-F74A-D500-A3874FEAE716}"/>
                  </a:ext>
                </a:extLst>
              </p:cNvPr>
              <p:cNvSpPr txBox="1"/>
              <p:nvPr/>
            </p:nvSpPr>
            <p:spPr>
              <a:xfrm>
                <a:off x="5330627" y="6286726"/>
                <a:ext cx="1299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=5/23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D0D81C1-BBEB-F74A-D500-A3874FEAE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627" y="6286726"/>
                <a:ext cx="1299908" cy="369332"/>
              </a:xfrm>
              <a:prstGeom prst="rect">
                <a:avLst/>
              </a:prstGeom>
              <a:blipFill>
                <a:blip r:embed="rId22"/>
                <a:stretch>
                  <a:fillRect l="-5607" t="-1639" r="-5607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F12AAA3-AF8A-CDB2-9B8F-443FD87F185A}"/>
                  </a:ext>
                </a:extLst>
              </p:cNvPr>
              <p:cNvSpPr txBox="1"/>
              <p:nvPr/>
            </p:nvSpPr>
            <p:spPr>
              <a:xfrm>
                <a:off x="5511706" y="4121805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F12AAA3-AF8A-CDB2-9B8F-443FD87F1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706" y="4121805"/>
                <a:ext cx="805413" cy="369332"/>
              </a:xfrm>
              <a:prstGeom prst="rect">
                <a:avLst/>
              </a:prstGeom>
              <a:blipFill>
                <a:blip r:embed="rId23"/>
                <a:stretch>
                  <a:fillRect l="-4545" r="-9848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B0C81AE-18B0-A9A5-FF6C-D460A3F130F4}"/>
                  </a:ext>
                </a:extLst>
              </p:cNvPr>
              <p:cNvSpPr txBox="1"/>
              <p:nvPr/>
            </p:nvSpPr>
            <p:spPr>
              <a:xfrm>
                <a:off x="5577875" y="5369162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B0C81AE-18B0-A9A5-FF6C-D460A3F13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875" y="5369162"/>
                <a:ext cx="805413" cy="369332"/>
              </a:xfrm>
              <a:prstGeom prst="rect">
                <a:avLst/>
              </a:prstGeom>
              <a:blipFill>
                <a:blip r:embed="rId24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A5D8856-BD1A-B3A5-695B-ED7941FC3642}"/>
                  </a:ext>
                </a:extLst>
              </p:cNvPr>
              <p:cNvSpPr txBox="1"/>
              <p:nvPr/>
            </p:nvSpPr>
            <p:spPr>
              <a:xfrm>
                <a:off x="9403373" y="234471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A5D8856-BD1A-B3A5-695B-ED7941FC3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3373" y="2344711"/>
                <a:ext cx="805413" cy="369332"/>
              </a:xfrm>
              <a:prstGeom prst="rect">
                <a:avLst/>
              </a:prstGeom>
              <a:blipFill>
                <a:blip r:embed="rId25"/>
                <a:stretch>
                  <a:fillRect l="-5303" r="-9091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8F7C7C9-456A-C47F-C703-46F8B54760EF}"/>
                  </a:ext>
                </a:extLst>
              </p:cNvPr>
              <p:cNvSpPr txBox="1"/>
              <p:nvPr/>
            </p:nvSpPr>
            <p:spPr>
              <a:xfrm>
                <a:off x="9431038" y="3612982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8F7C7C9-456A-C47F-C703-46F8B5476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3612982"/>
                <a:ext cx="805413" cy="369332"/>
              </a:xfrm>
              <a:prstGeom prst="rect">
                <a:avLst/>
              </a:prstGeom>
              <a:blipFill>
                <a:blip r:embed="rId26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C62B5AD-AD05-BF5B-5F40-541FED8C357B}"/>
                  </a:ext>
                </a:extLst>
              </p:cNvPr>
              <p:cNvSpPr txBox="1"/>
              <p:nvPr/>
            </p:nvSpPr>
            <p:spPr>
              <a:xfrm>
                <a:off x="9472068" y="412848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C62B5AD-AD05-BF5B-5F40-541FED8C3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68" y="4128481"/>
                <a:ext cx="805413" cy="369332"/>
              </a:xfrm>
              <a:prstGeom prst="rect">
                <a:avLst/>
              </a:prstGeom>
              <a:blipFill>
                <a:blip r:embed="rId27"/>
                <a:stretch>
                  <a:fillRect l="-5303" r="-9091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669AB5F-1860-763A-FAC3-33495C7535FF}"/>
                  </a:ext>
                </a:extLst>
              </p:cNvPr>
              <p:cNvSpPr txBox="1"/>
              <p:nvPr/>
            </p:nvSpPr>
            <p:spPr>
              <a:xfrm>
                <a:off x="9431038" y="5356289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669AB5F-1860-763A-FAC3-33495C753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5356289"/>
                <a:ext cx="805413" cy="369332"/>
              </a:xfrm>
              <a:prstGeom prst="rect">
                <a:avLst/>
              </a:prstGeom>
              <a:blipFill>
                <a:blip r:embed="rId28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DD357C4-8B2D-7868-545D-F45C3DFA157F}"/>
                  </a:ext>
                </a:extLst>
              </p:cNvPr>
              <p:cNvSpPr txBox="1"/>
              <p:nvPr/>
            </p:nvSpPr>
            <p:spPr>
              <a:xfrm>
                <a:off x="9431038" y="6286726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DD357C4-8B2D-7868-545D-F45C3DFA1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6286726"/>
                <a:ext cx="805413" cy="369332"/>
              </a:xfrm>
              <a:prstGeom prst="rect">
                <a:avLst/>
              </a:prstGeom>
              <a:blipFill>
                <a:blip r:embed="rId29"/>
                <a:stretch>
                  <a:fillRect l="-9848" r="-9848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F7CC051-EE11-0554-89D4-6F30C7447F09}"/>
              </a:ext>
            </a:extLst>
          </p:cNvPr>
          <p:cNvSpPr txBox="1"/>
          <p:nvPr/>
        </p:nvSpPr>
        <p:spPr>
          <a:xfrm>
            <a:off x="335139" y="5825061"/>
            <a:ext cx="3402003" cy="8309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Eliminate Vertices That Violate Constraints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CD119F-A591-E349-7E33-5274BAEAE5FC}"/>
              </a:ext>
            </a:extLst>
          </p:cNvPr>
          <p:cNvSpPr/>
          <p:nvPr/>
        </p:nvSpPr>
        <p:spPr>
          <a:xfrm>
            <a:off x="663178" y="3352247"/>
            <a:ext cx="1995949" cy="407936"/>
          </a:xfrm>
          <a:prstGeom prst="rect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B98C4D-C152-F17E-FB33-F2A5D0510D0A}"/>
              </a:ext>
            </a:extLst>
          </p:cNvPr>
          <p:cNvSpPr/>
          <p:nvPr/>
        </p:nvSpPr>
        <p:spPr>
          <a:xfrm>
            <a:off x="663178" y="3818194"/>
            <a:ext cx="1995949" cy="407936"/>
          </a:xfrm>
          <a:prstGeom prst="rect">
            <a:avLst/>
          </a:prstGeom>
          <a:solidFill>
            <a:srgbClr val="FFC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8C6C82-C505-6772-97D9-DA44D43D88D4}"/>
              </a:ext>
            </a:extLst>
          </p:cNvPr>
          <p:cNvSpPr/>
          <p:nvPr/>
        </p:nvSpPr>
        <p:spPr>
          <a:xfrm>
            <a:off x="645489" y="4287975"/>
            <a:ext cx="1995949" cy="407936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324EF2-2C18-5135-95F2-B3C4EB128481}"/>
              </a:ext>
            </a:extLst>
          </p:cNvPr>
          <p:cNvSpPr/>
          <p:nvPr/>
        </p:nvSpPr>
        <p:spPr>
          <a:xfrm>
            <a:off x="632770" y="4736425"/>
            <a:ext cx="969217" cy="407936"/>
          </a:xfrm>
          <a:prstGeom prst="rect">
            <a:avLst/>
          </a:prstGeom>
          <a:solidFill>
            <a:srgbClr val="00B05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246BB6-9C0D-CAF6-912C-7165117161C7}"/>
              </a:ext>
            </a:extLst>
          </p:cNvPr>
          <p:cNvSpPr/>
          <p:nvPr/>
        </p:nvSpPr>
        <p:spPr>
          <a:xfrm>
            <a:off x="627928" y="5189025"/>
            <a:ext cx="969217" cy="407936"/>
          </a:xfrm>
          <a:prstGeom prst="rect">
            <a:avLst/>
          </a:prstGeom>
          <a:solidFill>
            <a:srgbClr val="00B0F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CB4C13-47C2-5E86-4BD7-BA710937BA37}"/>
              </a:ext>
            </a:extLst>
          </p:cNvPr>
          <p:cNvSpPr/>
          <p:nvPr/>
        </p:nvSpPr>
        <p:spPr>
          <a:xfrm>
            <a:off x="4285994" y="4059303"/>
            <a:ext cx="3636532" cy="868110"/>
          </a:xfrm>
          <a:prstGeom prst="rect">
            <a:avLst/>
          </a:prstGeom>
          <a:solidFill>
            <a:srgbClr val="00B0F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B72139-8F3B-6F62-0B0C-DD2873168256}"/>
              </a:ext>
            </a:extLst>
          </p:cNvPr>
          <p:cNvSpPr/>
          <p:nvPr/>
        </p:nvSpPr>
        <p:spPr>
          <a:xfrm>
            <a:off x="7922526" y="3175434"/>
            <a:ext cx="3636532" cy="868110"/>
          </a:xfrm>
          <a:prstGeom prst="rect">
            <a:avLst/>
          </a:prstGeom>
          <a:solidFill>
            <a:srgbClr val="00B05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9592B1-31F5-7E87-E2F3-2395FDBD2259}"/>
              </a:ext>
            </a:extLst>
          </p:cNvPr>
          <p:cNvSpPr/>
          <p:nvPr/>
        </p:nvSpPr>
        <p:spPr>
          <a:xfrm>
            <a:off x="7922526" y="4937258"/>
            <a:ext cx="3636532" cy="897742"/>
          </a:xfrm>
          <a:prstGeom prst="rect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AB4D64-73E0-73F7-86B8-C3F26C082ACD}"/>
              </a:ext>
            </a:extLst>
          </p:cNvPr>
          <p:cNvSpPr/>
          <p:nvPr/>
        </p:nvSpPr>
        <p:spPr>
          <a:xfrm>
            <a:off x="7927571" y="4046715"/>
            <a:ext cx="3636532" cy="897742"/>
          </a:xfrm>
          <a:prstGeom prst="rect">
            <a:avLst/>
          </a:prstGeom>
          <a:solidFill>
            <a:srgbClr val="FFC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376E26-0F48-0D7B-746E-70D82A96C069}"/>
              </a:ext>
            </a:extLst>
          </p:cNvPr>
          <p:cNvSpPr/>
          <p:nvPr/>
        </p:nvSpPr>
        <p:spPr>
          <a:xfrm>
            <a:off x="4295933" y="2283866"/>
            <a:ext cx="3636532" cy="868110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C87257-306F-F4F2-0D40-91D0095B2E4C}"/>
              </a:ext>
            </a:extLst>
          </p:cNvPr>
          <p:cNvSpPr txBox="1"/>
          <p:nvPr/>
        </p:nvSpPr>
        <p:spPr>
          <a:xfrm>
            <a:off x="2241113" y="403178"/>
            <a:ext cx="8819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Combinatorial Vertex Enumeration</a:t>
            </a:r>
          </a:p>
        </p:txBody>
      </p:sp>
    </p:spTree>
    <p:extLst>
      <p:ext uri="{BB962C8B-B14F-4D97-AF65-F5344CB8AC3E}">
        <p14:creationId xmlns:p14="http://schemas.microsoft.com/office/powerpoint/2010/main" val="3403223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F40B4-4925-7EC8-6778-519C43DA1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C8D895A-B06C-A8BD-E601-59B958E996CA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A71D96-78CF-67BE-F92D-123ABF2C973F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954CEB2-F620-FA96-6307-949E8A313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662" y="2003263"/>
            <a:ext cx="4964648" cy="47577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5CFB314-3D6F-2639-E62B-3512A462DEBA}"/>
                  </a:ext>
                </a:extLst>
              </p:cNvPr>
              <p:cNvSpPr txBox="1"/>
              <p:nvPr/>
            </p:nvSpPr>
            <p:spPr>
              <a:xfrm>
                <a:off x="11393817" y="6282389"/>
                <a:ext cx="32904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5CFB314-3D6F-2639-E62B-3512A462D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3817" y="6282389"/>
                <a:ext cx="329048" cy="461665"/>
              </a:xfrm>
              <a:prstGeom prst="rect">
                <a:avLst/>
              </a:prstGeom>
              <a:blipFill>
                <a:blip r:embed="rId4"/>
                <a:stretch>
                  <a:fillRect r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7DBDEB5-4C5A-33C3-9757-FE6DC149E495}"/>
                  </a:ext>
                </a:extLst>
              </p:cNvPr>
              <p:cNvSpPr txBox="1"/>
              <p:nvPr/>
            </p:nvSpPr>
            <p:spPr>
              <a:xfrm>
                <a:off x="6486356" y="1587910"/>
                <a:ext cx="32904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7DBDEB5-4C5A-33C3-9757-FE6DC149E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356" y="1587910"/>
                <a:ext cx="329048" cy="461665"/>
              </a:xfrm>
              <a:prstGeom prst="rect">
                <a:avLst/>
              </a:prstGeom>
              <a:blipFill>
                <a:blip r:embed="rId5"/>
                <a:stretch>
                  <a:fillRect l="-5556" r="-12963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0B78E2C-F189-850A-C4D1-A337999D67C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3660361" cy="443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361">
                  <a:extLst>
                    <a:ext uri="{9D8B030D-6E8A-4147-A177-3AD203B41FA5}">
                      <a16:colId xmlns:a16="http://schemas.microsoft.com/office/drawing/2014/main" val="3080717241"/>
                    </a:ext>
                  </a:extLst>
                </a:gridCol>
              </a:tblGrid>
              <a:tr h="8871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923211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40902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69256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535384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54725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A9A164E-92D1-4ADB-55B6-07A3EA48A4CF}"/>
                  </a:ext>
                </a:extLst>
              </p:cNvPr>
              <p:cNvSpPr txBox="1"/>
              <p:nvPr/>
            </p:nvSpPr>
            <p:spPr>
              <a:xfrm>
                <a:off x="2028876" y="2767288"/>
                <a:ext cx="11260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=2/9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A9A164E-92D1-4ADB-55B6-07A3EA48A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8876" y="2767288"/>
                <a:ext cx="1126014" cy="369332"/>
              </a:xfrm>
              <a:prstGeom prst="rect">
                <a:avLst/>
              </a:prstGeom>
              <a:blipFill>
                <a:blip r:embed="rId6"/>
                <a:stretch>
                  <a:fillRect l="-3784" t="-1639" r="-6486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792AC8F-26AA-7398-8D58-EB6EF88E14EA}"/>
                  </a:ext>
                </a:extLst>
              </p:cNvPr>
              <p:cNvSpPr txBox="1"/>
              <p:nvPr/>
            </p:nvSpPr>
            <p:spPr>
              <a:xfrm>
                <a:off x="1942222" y="3698750"/>
                <a:ext cx="11260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792AC8F-26AA-7398-8D58-EB6EF88E1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2222" y="3698750"/>
                <a:ext cx="1126014" cy="369332"/>
              </a:xfrm>
              <a:prstGeom prst="rect">
                <a:avLst/>
              </a:prstGeom>
              <a:blipFill>
                <a:blip r:embed="rId7"/>
                <a:stretch>
                  <a:fillRect l="-3804" t="-1667" r="-706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CFE1EB2-820B-AB37-22B4-1A992024BD17}"/>
                  </a:ext>
                </a:extLst>
              </p:cNvPr>
              <p:cNvSpPr txBox="1"/>
              <p:nvPr/>
            </p:nvSpPr>
            <p:spPr>
              <a:xfrm>
                <a:off x="1927013" y="4549328"/>
                <a:ext cx="12959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=1/23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CFE1EB2-820B-AB37-22B4-1A992024B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013" y="4549328"/>
                <a:ext cx="1295932" cy="369332"/>
              </a:xfrm>
              <a:prstGeom prst="rect">
                <a:avLst/>
              </a:prstGeom>
              <a:blipFill>
                <a:blip r:embed="rId8"/>
                <a:stretch>
                  <a:fillRect l="-2817" t="-1639" r="-5634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1ADDCA8-9181-0636-8D20-5973712A3A89}"/>
                  </a:ext>
                </a:extLst>
              </p:cNvPr>
              <p:cNvSpPr txBox="1"/>
              <p:nvPr/>
            </p:nvSpPr>
            <p:spPr>
              <a:xfrm>
                <a:off x="2022450" y="2233221"/>
                <a:ext cx="11299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1ADDCA8-9181-0636-8D20-5973712A3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2450" y="2233221"/>
                <a:ext cx="1129989" cy="369332"/>
              </a:xfrm>
              <a:prstGeom prst="rect">
                <a:avLst/>
              </a:prstGeom>
              <a:blipFill>
                <a:blip r:embed="rId9"/>
                <a:stretch>
                  <a:fillRect l="-6486" t="-1639" r="-7027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31DD8B1-BAD0-EFD2-F046-02D3CBFF6C96}"/>
                  </a:ext>
                </a:extLst>
              </p:cNvPr>
              <p:cNvSpPr txBox="1"/>
              <p:nvPr/>
            </p:nvSpPr>
            <p:spPr>
              <a:xfrm>
                <a:off x="2184739" y="5413286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31DD8B1-BAD0-EFD2-F046-02D3CBFF6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4739" y="5413286"/>
                <a:ext cx="805413" cy="369332"/>
              </a:xfrm>
              <a:prstGeom prst="rect">
                <a:avLst/>
              </a:prstGeom>
              <a:blipFill>
                <a:blip r:embed="rId10"/>
                <a:stretch>
                  <a:fillRect l="-4511" r="-9023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7D90C45-48F1-4E4B-568B-7A8D7370EAC0}"/>
                  </a:ext>
                </a:extLst>
              </p:cNvPr>
              <p:cNvSpPr txBox="1"/>
              <p:nvPr/>
            </p:nvSpPr>
            <p:spPr>
              <a:xfrm>
                <a:off x="1942222" y="3176737"/>
                <a:ext cx="1299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=1/12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7D90C45-48F1-4E4B-568B-7A8D7370E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2222" y="3176737"/>
                <a:ext cx="1299908" cy="369332"/>
              </a:xfrm>
              <a:prstGeom prst="rect">
                <a:avLst/>
              </a:prstGeom>
              <a:blipFill>
                <a:blip r:embed="rId11"/>
                <a:stretch>
                  <a:fillRect l="-5634" t="-1639" r="-5634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E07AE6A-9A12-6F0A-48C9-EC29E876DBAB}"/>
                  </a:ext>
                </a:extLst>
              </p:cNvPr>
              <p:cNvSpPr txBox="1"/>
              <p:nvPr/>
            </p:nvSpPr>
            <p:spPr>
              <a:xfrm>
                <a:off x="1942222" y="4938223"/>
                <a:ext cx="1299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=5/23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E07AE6A-9A12-6F0A-48C9-EC29E876D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2222" y="4938223"/>
                <a:ext cx="1299908" cy="369332"/>
              </a:xfrm>
              <a:prstGeom prst="rect">
                <a:avLst/>
              </a:prstGeom>
              <a:blipFill>
                <a:blip r:embed="rId12"/>
                <a:stretch>
                  <a:fillRect l="-5634" t="-1639" r="-5634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5409466-1753-7F12-98C9-E6A9C06371EA}"/>
                  </a:ext>
                </a:extLst>
              </p:cNvPr>
              <p:cNvSpPr txBox="1"/>
              <p:nvPr/>
            </p:nvSpPr>
            <p:spPr>
              <a:xfrm>
                <a:off x="2088077" y="4078283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5409466-1753-7F12-98C9-E6A9C0637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077" y="4078283"/>
                <a:ext cx="805413" cy="369332"/>
              </a:xfrm>
              <a:prstGeom prst="rect">
                <a:avLst/>
              </a:prstGeom>
              <a:blipFill>
                <a:blip r:embed="rId13"/>
                <a:stretch>
                  <a:fillRect l="-9848" r="-9091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8B33A37-BE77-49E1-607B-879064D63A40}"/>
                  </a:ext>
                </a:extLst>
              </p:cNvPr>
              <p:cNvSpPr txBox="1"/>
              <p:nvPr/>
            </p:nvSpPr>
            <p:spPr>
              <a:xfrm>
                <a:off x="2184739" y="1868184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8B33A37-BE77-49E1-607B-879064D63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4739" y="1868184"/>
                <a:ext cx="805413" cy="369332"/>
              </a:xfrm>
              <a:prstGeom prst="rect">
                <a:avLst/>
              </a:prstGeom>
              <a:blipFill>
                <a:blip r:embed="rId14"/>
                <a:stretch>
                  <a:fillRect l="-4511" r="-9023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0E6623A-2499-052B-DD20-31A3950CBB00}"/>
                  </a:ext>
                </a:extLst>
              </p:cNvPr>
              <p:cNvSpPr txBox="1"/>
              <p:nvPr/>
            </p:nvSpPr>
            <p:spPr>
              <a:xfrm>
                <a:off x="2184739" y="580218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0E6623A-2499-052B-DD20-31A3950CB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4739" y="5802181"/>
                <a:ext cx="805413" cy="369332"/>
              </a:xfrm>
              <a:prstGeom prst="rect">
                <a:avLst/>
              </a:prstGeom>
              <a:blipFill>
                <a:blip r:embed="rId15"/>
                <a:stretch>
                  <a:fillRect l="-9774" r="-902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lowchart: Process 35">
            <a:extLst>
              <a:ext uri="{FF2B5EF4-FFF2-40B4-BE49-F238E27FC236}">
                <a16:creationId xmlns:a16="http://schemas.microsoft.com/office/drawing/2014/main" id="{D66D1280-936D-F516-3BC2-673B952BF180}"/>
              </a:ext>
            </a:extLst>
          </p:cNvPr>
          <p:cNvSpPr/>
          <p:nvPr/>
        </p:nvSpPr>
        <p:spPr>
          <a:xfrm>
            <a:off x="1109760" y="2934158"/>
            <a:ext cx="367748" cy="369332"/>
          </a:xfrm>
          <a:prstGeom prst="flowChartProces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lowchart: Extract 36">
            <a:extLst>
              <a:ext uri="{FF2B5EF4-FFF2-40B4-BE49-F238E27FC236}">
                <a16:creationId xmlns:a16="http://schemas.microsoft.com/office/drawing/2014/main" id="{DA50329F-8C83-1DC6-4D06-26D8CED83151}"/>
              </a:ext>
            </a:extLst>
          </p:cNvPr>
          <p:cNvSpPr/>
          <p:nvPr/>
        </p:nvSpPr>
        <p:spPr>
          <a:xfrm>
            <a:off x="1053383" y="3782680"/>
            <a:ext cx="480501" cy="477046"/>
          </a:xfrm>
          <a:prstGeom prst="flowChartExtra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Star: 5 Points 37">
            <a:extLst>
              <a:ext uri="{FF2B5EF4-FFF2-40B4-BE49-F238E27FC236}">
                <a16:creationId xmlns:a16="http://schemas.microsoft.com/office/drawing/2014/main" id="{08391E69-D4C3-6609-0DF8-09584078605F}"/>
              </a:ext>
            </a:extLst>
          </p:cNvPr>
          <p:cNvSpPr/>
          <p:nvPr/>
        </p:nvSpPr>
        <p:spPr>
          <a:xfrm>
            <a:off x="1013627" y="4593272"/>
            <a:ext cx="605315" cy="633503"/>
          </a:xfrm>
          <a:prstGeom prst="star5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69E0E52-5869-D8FF-12AE-AE5A50338D90}"/>
              </a:ext>
            </a:extLst>
          </p:cNvPr>
          <p:cNvSpPr/>
          <p:nvPr/>
        </p:nvSpPr>
        <p:spPr>
          <a:xfrm>
            <a:off x="1101424" y="2044359"/>
            <a:ext cx="447261" cy="40944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Decision 39">
            <a:extLst>
              <a:ext uri="{FF2B5EF4-FFF2-40B4-BE49-F238E27FC236}">
                <a16:creationId xmlns:a16="http://schemas.microsoft.com/office/drawing/2014/main" id="{ADEF7FC5-B910-0B0C-A99C-1243D8B910C0}"/>
              </a:ext>
            </a:extLst>
          </p:cNvPr>
          <p:cNvSpPr/>
          <p:nvPr/>
        </p:nvSpPr>
        <p:spPr>
          <a:xfrm>
            <a:off x="1041526" y="5560321"/>
            <a:ext cx="605315" cy="573561"/>
          </a:xfrm>
          <a:prstGeom prst="flowChartDecisi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EC62BF8-5E35-FF60-7808-1B99BFE6CF6D}"/>
              </a:ext>
            </a:extLst>
          </p:cNvPr>
          <p:cNvSpPr/>
          <p:nvPr/>
        </p:nvSpPr>
        <p:spPr>
          <a:xfrm>
            <a:off x="6565033" y="2934158"/>
            <a:ext cx="171694" cy="16692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Extract 41">
            <a:extLst>
              <a:ext uri="{FF2B5EF4-FFF2-40B4-BE49-F238E27FC236}">
                <a16:creationId xmlns:a16="http://schemas.microsoft.com/office/drawing/2014/main" id="{7620F201-C687-8A46-AF47-C96966C57D8B}"/>
              </a:ext>
            </a:extLst>
          </p:cNvPr>
          <p:cNvSpPr/>
          <p:nvPr/>
        </p:nvSpPr>
        <p:spPr>
          <a:xfrm>
            <a:off x="9524835" y="6395188"/>
            <a:ext cx="215513" cy="215809"/>
          </a:xfrm>
          <a:prstGeom prst="flowChartExtra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Star: 5 Points 42">
            <a:extLst>
              <a:ext uri="{FF2B5EF4-FFF2-40B4-BE49-F238E27FC236}">
                <a16:creationId xmlns:a16="http://schemas.microsoft.com/office/drawing/2014/main" id="{51DFBE7D-A678-3E07-B3FA-74DAF1E28BE6}"/>
              </a:ext>
            </a:extLst>
          </p:cNvPr>
          <p:cNvSpPr/>
          <p:nvPr/>
        </p:nvSpPr>
        <p:spPr>
          <a:xfrm>
            <a:off x="7288531" y="2546617"/>
            <a:ext cx="304965" cy="279812"/>
          </a:xfrm>
          <a:prstGeom prst="star5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Decision 43">
            <a:extLst>
              <a:ext uri="{FF2B5EF4-FFF2-40B4-BE49-F238E27FC236}">
                <a16:creationId xmlns:a16="http://schemas.microsoft.com/office/drawing/2014/main" id="{246E7CA2-5257-16AF-C8F4-DACF7FCB960A}"/>
              </a:ext>
            </a:extLst>
          </p:cNvPr>
          <p:cNvSpPr/>
          <p:nvPr/>
        </p:nvSpPr>
        <p:spPr>
          <a:xfrm>
            <a:off x="6486355" y="6365450"/>
            <a:ext cx="329049" cy="295542"/>
          </a:xfrm>
          <a:prstGeom prst="flowChartDecisi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lowchart: Process 44">
            <a:extLst>
              <a:ext uri="{FF2B5EF4-FFF2-40B4-BE49-F238E27FC236}">
                <a16:creationId xmlns:a16="http://schemas.microsoft.com/office/drawing/2014/main" id="{79AE8014-CFC1-865E-C257-111F6F1B901A}"/>
              </a:ext>
            </a:extLst>
          </p:cNvPr>
          <p:cNvSpPr/>
          <p:nvPr/>
        </p:nvSpPr>
        <p:spPr>
          <a:xfrm>
            <a:off x="10474401" y="4994062"/>
            <a:ext cx="200226" cy="222297"/>
          </a:xfrm>
          <a:prstGeom prst="flowChartProces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722FA31-ABF6-37B3-0E12-70F69F4026B1}"/>
              </a:ext>
            </a:extLst>
          </p:cNvPr>
          <p:cNvSpPr txBox="1"/>
          <p:nvPr/>
        </p:nvSpPr>
        <p:spPr>
          <a:xfrm>
            <a:off x="2241113" y="403178"/>
            <a:ext cx="8819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Combinatorial Vertex Enumeration</a:t>
            </a:r>
          </a:p>
        </p:txBody>
      </p:sp>
    </p:spTree>
    <p:extLst>
      <p:ext uri="{BB962C8B-B14F-4D97-AF65-F5344CB8AC3E}">
        <p14:creationId xmlns:p14="http://schemas.microsoft.com/office/powerpoint/2010/main" val="3454015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08F69-86C2-E6AF-D892-A696D1391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B3929D-0CE3-A586-EFCA-20F2609485C7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B7C67A-5BD5-9677-4E65-00F05B06C46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4F1D79-B11B-B2BB-52BE-EEA60600B8E8}"/>
              </a:ext>
            </a:extLst>
          </p:cNvPr>
          <p:cNvSpPr txBox="1"/>
          <p:nvPr/>
        </p:nvSpPr>
        <p:spPr>
          <a:xfrm>
            <a:off x="-376091" y="1744431"/>
            <a:ext cx="120843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What makes this different from Support Enumeration?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E1E50C-D28F-2F73-2EAC-C4224E58FDD7}"/>
              </a:ext>
            </a:extLst>
          </p:cNvPr>
          <p:cNvSpPr txBox="1"/>
          <p:nvPr/>
        </p:nvSpPr>
        <p:spPr>
          <a:xfrm>
            <a:off x="2241113" y="403178"/>
            <a:ext cx="8819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Combinatorial Vertex Enumeration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06FB51-0567-F806-2A1A-500B7BD5F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265353"/>
              </p:ext>
            </p:extLst>
          </p:nvPr>
        </p:nvGraphicFramePr>
        <p:xfrm>
          <a:off x="112642" y="2239714"/>
          <a:ext cx="11953462" cy="4499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76731">
                  <a:extLst>
                    <a:ext uri="{9D8B030D-6E8A-4147-A177-3AD203B41FA5}">
                      <a16:colId xmlns:a16="http://schemas.microsoft.com/office/drawing/2014/main" val="3243360233"/>
                    </a:ext>
                  </a:extLst>
                </a:gridCol>
                <a:gridCol w="5976731">
                  <a:extLst>
                    <a:ext uri="{9D8B030D-6E8A-4147-A177-3AD203B41FA5}">
                      <a16:colId xmlns:a16="http://schemas.microsoft.com/office/drawing/2014/main" val="2875417992"/>
                    </a:ext>
                  </a:extLst>
                </a:gridCol>
              </a:tblGrid>
              <a:tr h="449901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0511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6AFF41-BD0E-E618-DFB4-44D49646F3ED}"/>
              </a:ext>
            </a:extLst>
          </p:cNvPr>
          <p:cNvSpPr txBox="1"/>
          <p:nvPr/>
        </p:nvSpPr>
        <p:spPr>
          <a:xfrm>
            <a:off x="1088275" y="2254688"/>
            <a:ext cx="38415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b="1" dirty="0"/>
              <a:t>Support Enumeration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1ADF3-0009-73B4-3810-9385652771BD}"/>
              </a:ext>
            </a:extLst>
          </p:cNvPr>
          <p:cNvSpPr txBox="1"/>
          <p:nvPr/>
        </p:nvSpPr>
        <p:spPr>
          <a:xfrm>
            <a:off x="6089373" y="2254687"/>
            <a:ext cx="55278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b="1" dirty="0"/>
              <a:t>Combinatorial Vertex Enumeration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346594E-68DA-AC75-A4B9-7C8280C0A342}"/>
                  </a:ext>
                </a:extLst>
              </p:cNvPr>
              <p:cNvSpPr txBox="1"/>
              <p:nvPr/>
            </p:nvSpPr>
            <p:spPr>
              <a:xfrm>
                <a:off x="-294862" y="2686535"/>
                <a:ext cx="6470374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=1,…,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400" dirty="0"/>
                  <a:t>, choose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strategies, for both players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Solve the indifference equations for both players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Determine if the solution is a Nash equilibrium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346594E-68DA-AC75-A4B9-7C8280C0A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94862" y="2686535"/>
                <a:ext cx="6470374" cy="3046988"/>
              </a:xfrm>
              <a:prstGeom prst="rect">
                <a:avLst/>
              </a:prstGeom>
              <a:blipFill>
                <a:blip r:embed="rId3"/>
                <a:stretch>
                  <a:fillRect t="-16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7546D6-4628-6164-8E60-E84D12C3A1D0}"/>
                  </a:ext>
                </a:extLst>
              </p:cNvPr>
              <p:cNvSpPr txBox="1"/>
              <p:nvPr/>
            </p:nvSpPr>
            <p:spPr>
              <a:xfrm>
                <a:off x="5721626" y="2681630"/>
                <a:ext cx="6470374" cy="4154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For each player, choose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constraints,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is their number of strategies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For each choice, turn the constraints into equalities and solve the linear system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Eliminate any solutions that violate a constraint. Remaining solutions are vertices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Search over all possible pairs of vertices from both players’ polygons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7546D6-4628-6164-8E60-E84D12C3A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1626" y="2681630"/>
                <a:ext cx="6470374" cy="4154984"/>
              </a:xfrm>
              <a:prstGeom prst="rect">
                <a:avLst/>
              </a:prstGeom>
              <a:blipFill>
                <a:blip r:embed="rId4"/>
                <a:stretch>
                  <a:fillRect t="-1175" r="-94" b="-2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6037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A6791-EDCC-7E65-2DB8-59DD91ACA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85F99D-8720-4107-EFAD-E675FB60642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73E8B2-F709-B8E5-FBC1-BB64063A180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969746-7AF8-0553-F2CE-B93A334574EB}"/>
              </a:ext>
            </a:extLst>
          </p:cNvPr>
          <p:cNvSpPr txBox="1"/>
          <p:nvPr/>
        </p:nvSpPr>
        <p:spPr>
          <a:xfrm>
            <a:off x="-376091" y="1744431"/>
            <a:ext cx="120843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Computational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4C1805-D559-1DC5-46F1-7666C4E50F3D}"/>
              </a:ext>
            </a:extLst>
          </p:cNvPr>
          <p:cNvSpPr txBox="1"/>
          <p:nvPr/>
        </p:nvSpPr>
        <p:spPr>
          <a:xfrm>
            <a:off x="2241113" y="403178"/>
            <a:ext cx="8819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Combinatorial Vertex Enumeration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9C9651C-F93E-943B-2159-9BB7FDF2B8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5208637"/>
                  </p:ext>
                </p:extLst>
              </p:nvPr>
            </p:nvGraphicFramePr>
            <p:xfrm>
              <a:off x="112642" y="2239714"/>
              <a:ext cx="11953462" cy="44990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76731">
                      <a:extLst>
                        <a:ext uri="{9D8B030D-6E8A-4147-A177-3AD203B41FA5}">
                          <a16:colId xmlns:a16="http://schemas.microsoft.com/office/drawing/2014/main" val="3243360233"/>
                        </a:ext>
                      </a:extLst>
                    </a:gridCol>
                    <a:gridCol w="5976731">
                      <a:extLst>
                        <a:ext uri="{9D8B030D-6E8A-4147-A177-3AD203B41FA5}">
                          <a16:colId xmlns:a16="http://schemas.microsoft.com/office/drawing/2014/main" val="2875417992"/>
                        </a:ext>
                      </a:extLst>
                    </a:gridCol>
                  </a:tblGrid>
                  <a:tr h="449901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a:fld id="{825F15A7-03F4-43D7-82C5-3E23DA2F108C}" type="mathplaceholder"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a:t>Type equation here.</a:t>
                                </a:fl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30511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9C9651C-F93E-943B-2159-9BB7FDF2B8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5208637"/>
                  </p:ext>
                </p:extLst>
              </p:nvPr>
            </p:nvGraphicFramePr>
            <p:xfrm>
              <a:off x="112642" y="2239714"/>
              <a:ext cx="11953462" cy="44990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76731">
                      <a:extLst>
                        <a:ext uri="{9D8B030D-6E8A-4147-A177-3AD203B41FA5}">
                          <a16:colId xmlns:a16="http://schemas.microsoft.com/office/drawing/2014/main" val="3243360233"/>
                        </a:ext>
                      </a:extLst>
                    </a:gridCol>
                    <a:gridCol w="5976731">
                      <a:extLst>
                        <a:ext uri="{9D8B030D-6E8A-4147-A177-3AD203B41FA5}">
                          <a16:colId xmlns:a16="http://schemas.microsoft.com/office/drawing/2014/main" val="2875417992"/>
                        </a:ext>
                      </a:extLst>
                    </a:gridCol>
                  </a:tblGrid>
                  <a:tr h="44990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" t="-135" r="-100204" b="-2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305119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03481A6-45D6-F38E-AA72-B181C626BF14}"/>
              </a:ext>
            </a:extLst>
          </p:cNvPr>
          <p:cNvSpPr txBox="1"/>
          <p:nvPr/>
        </p:nvSpPr>
        <p:spPr>
          <a:xfrm>
            <a:off x="1088275" y="2254688"/>
            <a:ext cx="38415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b="1" dirty="0"/>
              <a:t>Support Enumeration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92E298-5E77-339F-7F2E-49DEEFE01124}"/>
              </a:ext>
            </a:extLst>
          </p:cNvPr>
          <p:cNvSpPr txBox="1"/>
          <p:nvPr/>
        </p:nvSpPr>
        <p:spPr>
          <a:xfrm>
            <a:off x="6089373" y="2254687"/>
            <a:ext cx="55278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b="1" dirty="0"/>
              <a:t>Combinatorial Vertex Enumeration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43F81B-E245-FECC-08FB-DCAF150EA7CE}"/>
                  </a:ext>
                </a:extLst>
              </p:cNvPr>
              <p:cNvSpPr txBox="1"/>
              <p:nvPr/>
            </p:nvSpPr>
            <p:spPr>
              <a:xfrm>
                <a:off x="-13254" y="4073723"/>
                <a:ext cx="5814392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𝑆𝑜𝑙𝑣𝑒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the amount of time it takes to solve a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linear system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43F81B-E245-FECC-08FB-DCAF150EA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254" y="4073723"/>
                <a:ext cx="5814392" cy="830997"/>
              </a:xfrm>
              <a:prstGeom prst="rect">
                <a:avLst/>
              </a:prstGeom>
              <a:blipFill>
                <a:blip r:embed="rId4"/>
                <a:stretch>
                  <a:fillRect t="-5839" r="-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C8DA03-FBFF-EB94-12E3-74D1B2E3F82D}"/>
                  </a:ext>
                </a:extLst>
              </p:cNvPr>
              <p:cNvSpPr txBox="1"/>
              <p:nvPr/>
            </p:nvSpPr>
            <p:spPr>
              <a:xfrm>
                <a:off x="-13254" y="2731325"/>
                <a:ext cx="6470374" cy="1163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nary>
                        <m:naryPr>
                          <m:chr m:val="∑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func>
                        </m:sup>
                        <m:e>
                          <m:d>
                            <m:d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nary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𝑆𝑜𝑙𝑣𝑒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𝐶h𝑒𝑐𝑘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C8DA03-FBFF-EB94-12E3-74D1B2E3F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254" y="2731325"/>
                <a:ext cx="6470374" cy="1163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B3CDA8E-01ED-2432-7D11-8CAA49A92D40}"/>
                  </a:ext>
                </a:extLst>
              </p:cNvPr>
              <p:cNvSpPr txBox="1"/>
              <p:nvPr/>
            </p:nvSpPr>
            <p:spPr>
              <a:xfrm>
                <a:off x="5927034" y="2940097"/>
                <a:ext cx="6182997" cy="2024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</m:m>
                      </m:e>
                    </m:d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𝑆𝑜𝑙𝑣𝑒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𝐶h𝑒𝑐𝑘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)+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</m:m>
                      </m:e>
                    </m:d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𝑆𝑜𝑙𝑣𝑒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𝐶h𝑒𝑐𝑘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𝐶h𝑒𝑐𝑘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B3CDA8E-01ED-2432-7D11-8CAA49A92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7034" y="2940097"/>
                <a:ext cx="6182997" cy="2024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60FA3D4-BEAB-993B-F2F6-66A322B13039}"/>
                  </a:ext>
                </a:extLst>
              </p:cNvPr>
              <p:cNvSpPr txBox="1"/>
              <p:nvPr/>
            </p:nvSpPr>
            <p:spPr>
              <a:xfrm>
                <a:off x="11652" y="5066976"/>
                <a:ext cx="5814392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𝐶h𝑒𝑐𝑘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the amount of time it takes check that two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-dimensional </a:t>
                </a:r>
                <a:r>
                  <a:rPr lang="en-US" sz="2400" i="1" dirty="0"/>
                  <a:t>p</a:t>
                </a:r>
                <a:r>
                  <a:rPr lang="en-US" sz="2400" dirty="0"/>
                  <a:t> vectors form a Nash equilibrium</a:t>
                </a:r>
              </a:p>
              <a:p>
                <a:pPr lvl="1"/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60FA3D4-BEAB-993B-F2F6-66A322B13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2" y="5066976"/>
                <a:ext cx="5814392" cy="1569660"/>
              </a:xfrm>
              <a:prstGeom prst="rect">
                <a:avLst/>
              </a:prstGeom>
              <a:blipFill>
                <a:blip r:embed="rId7"/>
                <a:stretch>
                  <a:fillRect t="-3101" r="-2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4854E17-50C1-91BB-EB45-9AD26E940421}"/>
                  </a:ext>
                </a:extLst>
              </p:cNvPr>
              <p:cNvSpPr txBox="1"/>
              <p:nvPr/>
            </p:nvSpPr>
            <p:spPr>
              <a:xfrm>
                <a:off x="5826044" y="5066976"/>
                <a:ext cx="6054529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𝐶h𝑒𝑐𝑘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the amount of time it takes check whether 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dimensional vector satisfies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/>
                  <a:t> constraints</a:t>
                </a:r>
              </a:p>
              <a:p>
                <a:pPr lvl="1"/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4854E17-50C1-91BB-EB45-9AD26E940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044" y="5066976"/>
                <a:ext cx="6054529" cy="1569660"/>
              </a:xfrm>
              <a:prstGeom prst="rect">
                <a:avLst/>
              </a:prstGeom>
              <a:blipFill>
                <a:blip r:embed="rId8"/>
                <a:stretch>
                  <a:fillRect t="-3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1798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10BAE-9184-A12C-CC32-1C5AEF581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4EB86FF-1EF6-A651-A961-D9296A55F9FA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3C87C1-EF7C-D095-DC04-14EF06659A5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150DEBC-B8F0-DF35-9854-42696397DE12}"/>
                  </a:ext>
                </a:extLst>
              </p:cNvPr>
              <p:cNvSpPr txBox="1"/>
              <p:nvPr/>
            </p:nvSpPr>
            <p:spPr>
              <a:xfrm>
                <a:off x="-376091" y="1744431"/>
                <a:ext cx="120843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Computational Runtime (if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150DEBC-B8F0-DF35-9854-42696397D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1" y="1744431"/>
                <a:ext cx="12084387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F4C46EF-E5FB-8E0A-BF67-3AAE782C6C75}"/>
              </a:ext>
            </a:extLst>
          </p:cNvPr>
          <p:cNvSpPr txBox="1"/>
          <p:nvPr/>
        </p:nvSpPr>
        <p:spPr>
          <a:xfrm>
            <a:off x="2241113" y="403178"/>
            <a:ext cx="8819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Combinatorial Vertex Enumeration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07FF3C4-6C90-01DA-BE23-3B65A0A2739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2642" y="2239714"/>
              <a:ext cx="11953462" cy="44990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76731">
                      <a:extLst>
                        <a:ext uri="{9D8B030D-6E8A-4147-A177-3AD203B41FA5}">
                          <a16:colId xmlns:a16="http://schemas.microsoft.com/office/drawing/2014/main" val="3243360233"/>
                        </a:ext>
                      </a:extLst>
                    </a:gridCol>
                    <a:gridCol w="5976731">
                      <a:extLst>
                        <a:ext uri="{9D8B030D-6E8A-4147-A177-3AD203B41FA5}">
                          <a16:colId xmlns:a16="http://schemas.microsoft.com/office/drawing/2014/main" val="2875417992"/>
                        </a:ext>
                      </a:extLst>
                    </a:gridCol>
                  </a:tblGrid>
                  <a:tr h="449901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a:fld id="{825F15A7-03F4-43D7-82C5-3E23DA2F108C}" type="mathplaceholder"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a:t>Type equation here.</a:t>
                                </a:fl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30511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07FF3C4-6C90-01DA-BE23-3B65A0A2739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2642" y="2239714"/>
              <a:ext cx="11953462" cy="44990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76731">
                      <a:extLst>
                        <a:ext uri="{9D8B030D-6E8A-4147-A177-3AD203B41FA5}">
                          <a16:colId xmlns:a16="http://schemas.microsoft.com/office/drawing/2014/main" val="3243360233"/>
                        </a:ext>
                      </a:extLst>
                    </a:gridCol>
                    <a:gridCol w="5976731">
                      <a:extLst>
                        <a:ext uri="{9D8B030D-6E8A-4147-A177-3AD203B41FA5}">
                          <a16:colId xmlns:a16="http://schemas.microsoft.com/office/drawing/2014/main" val="2875417992"/>
                        </a:ext>
                      </a:extLst>
                    </a:gridCol>
                  </a:tblGrid>
                  <a:tr h="44990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2" t="-135" r="-100204" b="-2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305119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A00F6D6-806D-B5CB-24E0-56B8513C051F}"/>
              </a:ext>
            </a:extLst>
          </p:cNvPr>
          <p:cNvSpPr txBox="1"/>
          <p:nvPr/>
        </p:nvSpPr>
        <p:spPr>
          <a:xfrm>
            <a:off x="1088275" y="2254688"/>
            <a:ext cx="38415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b="1" dirty="0"/>
              <a:t>Support Enumeration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1CBAF0-33E5-2CA5-0D10-7FF3F505E8A7}"/>
              </a:ext>
            </a:extLst>
          </p:cNvPr>
          <p:cNvSpPr txBox="1"/>
          <p:nvPr/>
        </p:nvSpPr>
        <p:spPr>
          <a:xfrm>
            <a:off x="6089373" y="2254687"/>
            <a:ext cx="55278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b="1" dirty="0"/>
              <a:t>Combinatorial Vertex Enumeration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EF4574-BBA5-CFAD-92C6-3076A58B0FFF}"/>
                  </a:ext>
                </a:extLst>
              </p:cNvPr>
              <p:cNvSpPr txBox="1"/>
              <p:nvPr/>
            </p:nvSpPr>
            <p:spPr>
              <a:xfrm>
                <a:off x="588063" y="2759156"/>
                <a:ext cx="6470374" cy="1100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nary>
                        <m:naryPr>
                          <m:chr m:val="∑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𝑆𝑜𝑙𝑣𝑒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𝐶h𝑒𝑐𝑘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EF4574-BBA5-CFAD-92C6-3076A58B0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63" y="2759156"/>
                <a:ext cx="6470374" cy="11005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07A7EB56-D119-B7EA-868C-0C6A1834DD43}"/>
              </a:ext>
            </a:extLst>
          </p:cNvPr>
          <p:cNvSpPr txBox="1"/>
          <p:nvPr/>
        </p:nvSpPr>
        <p:spPr>
          <a:xfrm>
            <a:off x="-6629" y="3992418"/>
            <a:ext cx="5814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Using the central binomial coefficient: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87A08D-996A-9EAB-83E0-5A0859B5C8AE}"/>
              </a:ext>
            </a:extLst>
          </p:cNvPr>
          <p:cNvSpPr txBox="1"/>
          <p:nvPr/>
        </p:nvSpPr>
        <p:spPr>
          <a:xfrm>
            <a:off x="-125900" y="2893937"/>
            <a:ext cx="1427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sz="2400" dirty="0"/>
              <a:t>Worst Case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B5C1AD9-0C18-8BC5-F090-96D8F222B2E7}"/>
                  </a:ext>
                </a:extLst>
              </p:cNvPr>
              <p:cNvSpPr txBox="1"/>
              <p:nvPr/>
            </p:nvSpPr>
            <p:spPr>
              <a:xfrm>
                <a:off x="311427" y="4412775"/>
                <a:ext cx="6470374" cy="7082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</m:m>
                        </m:e>
                      </m:d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𝑆𝑜𝑙𝑣𝑒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𝐶h𝑒𝑐𝑘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B5C1AD9-0C18-8BC5-F090-96D8F222B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27" y="4412775"/>
                <a:ext cx="6470374" cy="7082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CEEE3F0-AE9F-7B0F-6238-B81810E880DD}"/>
                  </a:ext>
                </a:extLst>
              </p:cNvPr>
              <p:cNvSpPr txBox="1"/>
              <p:nvPr/>
            </p:nvSpPr>
            <p:spPr>
              <a:xfrm>
                <a:off x="6096000" y="2903146"/>
                <a:ext cx="6182997" cy="1550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</m:m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𝑆𝑜𝑙𝑣𝑒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𝐶h𝑒𝑐𝑘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lvl="1"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𝐶h𝑒𝑐𝑘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CEEE3F0-AE9F-7B0F-6238-B81810E88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903146"/>
                <a:ext cx="6182997" cy="15509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929D1F24-8502-B7EB-BDD9-C2D174353AB6}"/>
              </a:ext>
            </a:extLst>
          </p:cNvPr>
          <p:cNvSpPr txBox="1"/>
          <p:nvPr/>
        </p:nvSpPr>
        <p:spPr>
          <a:xfrm>
            <a:off x="6862568" y="5538401"/>
            <a:ext cx="46498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This seems to be a lot slower! Would need to implement in Python to confirm</a:t>
            </a:r>
          </a:p>
        </p:txBody>
      </p:sp>
    </p:spTree>
    <p:extLst>
      <p:ext uri="{BB962C8B-B14F-4D97-AF65-F5344CB8AC3E}">
        <p14:creationId xmlns:p14="http://schemas.microsoft.com/office/powerpoint/2010/main" val="2030494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5D9FD-7FFF-8309-B290-CC150EB60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C2DEEEE-712D-FBAB-24E2-0E9159BE098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5FD918-5EFE-AAF8-FC8D-2A40AC42E19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0F292D-D46B-AA98-1308-8B63161B4A0B}"/>
              </a:ext>
            </a:extLst>
          </p:cNvPr>
          <p:cNvSpPr txBox="1"/>
          <p:nvPr/>
        </p:nvSpPr>
        <p:spPr>
          <a:xfrm>
            <a:off x="3092244" y="351682"/>
            <a:ext cx="78018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Vertex Enumeration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84B5EE-CE50-EF8C-8682-B56C8012F803}"/>
              </a:ext>
            </a:extLst>
          </p:cNvPr>
          <p:cNvSpPr txBox="1"/>
          <p:nvPr/>
        </p:nvSpPr>
        <p:spPr>
          <a:xfrm>
            <a:off x="-376090" y="1744431"/>
            <a:ext cx="122804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For non-degenerate, finite two player games, vertex enumeration obtains </a:t>
            </a:r>
            <a:r>
              <a:rPr lang="en-US" sz="2400" b="1" dirty="0"/>
              <a:t>best response polytopes for both players </a:t>
            </a:r>
            <a:r>
              <a:rPr lang="en-US" sz="2400" dirty="0"/>
              <a:t>and iterates through all possible pairs of vertices to obtain the Nash equilibrium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2E9BE4-2794-28A8-6D95-B34DC8DA3AC7}"/>
                  </a:ext>
                </a:extLst>
              </p:cNvPr>
              <p:cNvSpPr txBox="1"/>
              <p:nvPr/>
            </p:nvSpPr>
            <p:spPr>
              <a:xfrm>
                <a:off x="3202850" y="5444355"/>
                <a:ext cx="5122610" cy="5315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Either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1∗</m:t>
                            </m:r>
                          </m:sup>
                        </m:sSubSup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nary>
                  </m:oMath>
                </a14:m>
                <a:r>
                  <a:rPr lang="en-US" sz="2400" dirty="0"/>
                  <a:t> 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2E9BE4-2794-28A8-6D95-B34DC8DA3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850" y="5444355"/>
                <a:ext cx="5122610" cy="531556"/>
              </a:xfrm>
              <a:prstGeom prst="rect">
                <a:avLst/>
              </a:prstGeom>
              <a:blipFill>
                <a:blip r:embed="rId3"/>
                <a:stretch>
                  <a:fillRect t="-3448" b="-18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76B72D-08F1-DD6F-AA72-3A5FF4BC2735}"/>
                  </a:ext>
                </a:extLst>
              </p:cNvPr>
              <p:cNvSpPr txBox="1"/>
              <p:nvPr/>
            </p:nvSpPr>
            <p:spPr>
              <a:xfrm>
                <a:off x="3202850" y="4889645"/>
                <a:ext cx="5122610" cy="524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Either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2∗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nary>
                  </m:oMath>
                </a14:m>
                <a:r>
                  <a:rPr lang="en-US" sz="2400" dirty="0"/>
                  <a:t> 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4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76B72D-08F1-DD6F-AA72-3A5FF4BC2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850" y="4889645"/>
                <a:ext cx="5122610" cy="524503"/>
              </a:xfrm>
              <a:prstGeom prst="rect">
                <a:avLst/>
              </a:prstGeom>
              <a:blipFill>
                <a:blip r:embed="rId4"/>
                <a:stretch>
                  <a:fillRect t="-3488" b="-19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4BC73C2-1CD9-4F16-5248-A06E983E68F6}"/>
                  </a:ext>
                </a:extLst>
              </p:cNvPr>
              <p:cNvSpPr txBox="1"/>
              <p:nvPr/>
            </p:nvSpPr>
            <p:spPr>
              <a:xfrm>
                <a:off x="-376090" y="6071245"/>
                <a:ext cx="1340383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 correspond respectively to the equilibrium expected payoffs for Players 1 and 2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4BC73C2-1CD9-4F16-5248-A06E983E6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0" y="6071245"/>
                <a:ext cx="13403831" cy="461665"/>
              </a:xfrm>
              <a:prstGeom prst="rect">
                <a:avLst/>
              </a:prstGeom>
              <a:blipFill>
                <a:blip r:embed="rId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F4452D3C-4D53-E66A-F2E8-112821E92CCF}"/>
              </a:ext>
            </a:extLst>
          </p:cNvPr>
          <p:cNvSpPr/>
          <p:nvPr/>
        </p:nvSpPr>
        <p:spPr>
          <a:xfrm>
            <a:off x="222450" y="3429000"/>
            <a:ext cx="11287434" cy="26422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DE05FE-F8FD-E58E-6187-E59895EBEFA8}"/>
              </a:ext>
            </a:extLst>
          </p:cNvPr>
          <p:cNvSpPr txBox="1"/>
          <p:nvPr/>
        </p:nvSpPr>
        <p:spPr>
          <a:xfrm>
            <a:off x="2042645" y="3460856"/>
            <a:ext cx="76562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Complementary Conditions for Fully Labeled Vertices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579DED5-B0DC-5A43-9098-61EE81CA7CB2}"/>
                  </a:ext>
                </a:extLst>
              </p:cNvPr>
              <p:cNvSpPr txBox="1"/>
              <p:nvPr/>
            </p:nvSpPr>
            <p:spPr>
              <a:xfrm>
                <a:off x="0" y="6428163"/>
                <a:ext cx="1128743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correspond respectively to payoff matrices for Players 1 and 2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579DED5-B0DC-5A43-9098-61EE81CA7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428163"/>
                <a:ext cx="11287434" cy="461665"/>
              </a:xfrm>
              <a:prstGeom prst="rect">
                <a:avLst/>
              </a:prstGeom>
              <a:blipFill>
                <a:blip r:embed="rId6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6EF15C59-E291-CC94-13AC-BBFC14A5984C}"/>
              </a:ext>
            </a:extLst>
          </p:cNvPr>
          <p:cNvSpPr txBox="1"/>
          <p:nvPr/>
        </p:nvSpPr>
        <p:spPr>
          <a:xfrm>
            <a:off x="-376089" y="2937128"/>
            <a:ext cx="11791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A pair of vertices correspond to a Nash equilibrium if they are </a:t>
            </a:r>
            <a:r>
              <a:rPr lang="en-US" sz="2400" b="1" dirty="0"/>
              <a:t>fully labeled 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B00E845-52DF-B902-93C2-85C10D3CA399}"/>
                  </a:ext>
                </a:extLst>
              </p:cNvPr>
              <p:cNvSpPr txBox="1"/>
              <p:nvPr/>
            </p:nvSpPr>
            <p:spPr>
              <a:xfrm>
                <a:off x="1374050" y="4346512"/>
                <a:ext cx="9618413" cy="524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2∗</m:t>
                            </m:r>
                          </m:sup>
                        </m:sSubSup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nary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1∗</m:t>
                            </m:r>
                          </m:sup>
                        </m:sSubSup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> probability vectors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B00E845-52DF-B902-93C2-85C10D3CA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050" y="4346512"/>
                <a:ext cx="9618413" cy="524503"/>
              </a:xfrm>
              <a:prstGeom prst="rect">
                <a:avLst/>
              </a:prstGeom>
              <a:blipFill>
                <a:blip r:embed="rId7"/>
                <a:stretch>
                  <a:fillRect t="-3488" b="-19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F999183-97E0-2DD6-F76B-D2B16C40EBE9}"/>
                  </a:ext>
                </a:extLst>
              </p:cNvPr>
              <p:cNvSpPr txBox="1"/>
              <p:nvPr/>
            </p:nvSpPr>
            <p:spPr>
              <a:xfrm>
                <a:off x="875676" y="3891393"/>
                <a:ext cx="786949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For all Player 1 strategies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and Player 2 strategies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: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F999183-97E0-2DD6-F76B-D2B16C40E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676" y="3891393"/>
                <a:ext cx="7869498" cy="461665"/>
              </a:xfrm>
              <a:prstGeom prst="rect">
                <a:avLst/>
              </a:prstGeom>
              <a:blipFill>
                <a:blip r:embed="rId8"/>
                <a:stretch>
                  <a:fillRect l="-1239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721B757-3B9F-9094-A7AC-A3B958943B2D}"/>
              </a:ext>
            </a:extLst>
          </p:cNvPr>
          <p:cNvSpPr/>
          <p:nvPr/>
        </p:nvSpPr>
        <p:spPr>
          <a:xfrm>
            <a:off x="8105896" y="2998530"/>
            <a:ext cx="1942565" cy="366992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9D49E5-F149-33CA-1CA0-1A15D983B190}"/>
              </a:ext>
            </a:extLst>
          </p:cNvPr>
          <p:cNvSpPr txBox="1"/>
          <p:nvPr/>
        </p:nvSpPr>
        <p:spPr>
          <a:xfrm>
            <a:off x="1779880" y="3644833"/>
            <a:ext cx="8172573" cy="52322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What’s the intuition here??</a:t>
            </a:r>
          </a:p>
        </p:txBody>
      </p:sp>
    </p:spTree>
    <p:extLst>
      <p:ext uri="{BB962C8B-B14F-4D97-AF65-F5344CB8AC3E}">
        <p14:creationId xmlns:p14="http://schemas.microsoft.com/office/powerpoint/2010/main" val="1632653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0DA33-678B-FE34-DAD0-04496B614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BC6D63-5928-32E3-34EB-AB8BA1BB2DE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A96A5C-53D6-6399-2841-9541BD5A52F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B42524-6F23-C471-30C8-651250FBEB3B}"/>
              </a:ext>
            </a:extLst>
          </p:cNvPr>
          <p:cNvSpPr txBox="1"/>
          <p:nvPr/>
        </p:nvSpPr>
        <p:spPr>
          <a:xfrm>
            <a:off x="2424876" y="402969"/>
            <a:ext cx="78018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Fully Labeled Pairs of Vertices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DCED672-D370-75E4-BEC5-38F48BA057F9}"/>
                  </a:ext>
                </a:extLst>
              </p:cNvPr>
              <p:cNvSpPr txBox="1"/>
              <p:nvPr/>
            </p:nvSpPr>
            <p:spPr>
              <a:xfrm>
                <a:off x="-376090" y="1744431"/>
                <a:ext cx="12839760" cy="5396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Each vertex in a player polytope gets a label. Each vertex has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possible labels it can have 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Player 1 Vertices: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They receive a label 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{1,2,…,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sz="2400" dirty="0"/>
                  <a:t>for every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  [Strategies not played]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They receive a label in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+1,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+2,…,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sz="2400" dirty="0"/>
                  <a:t>for every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[Indifference]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Player 2 Vertices: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They receive a label in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{1,2,…,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sz="2400" dirty="0"/>
                  <a:t>for every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  [Indifference]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They receive a label in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+1,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+2,…,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sz="2400" dirty="0"/>
                  <a:t>for every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0</a:t>
                </a:r>
              </a:p>
              <a:p>
                <a:pPr lvl="1"/>
                <a:r>
                  <a:rPr lang="en-US" sz="2400" dirty="0"/>
                  <a:t> [Strategies not played]</a:t>
                </a:r>
              </a:p>
              <a:p>
                <a:pPr lvl="1">
                  <a:spcAft>
                    <a:spcPts val="600"/>
                  </a:spcAft>
                </a:pPr>
                <a:endParaRPr lang="en-US" sz="2400" dirty="0"/>
              </a:p>
              <a:p>
                <a:pPr lvl="1">
                  <a:spcAft>
                    <a:spcPts val="600"/>
                  </a:spcAft>
                </a:pPr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DCED672-D370-75E4-BEC5-38F48BA05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0" y="1744431"/>
                <a:ext cx="12839760" cy="5396093"/>
              </a:xfrm>
              <a:prstGeom prst="rect">
                <a:avLst/>
              </a:prstGeom>
              <a:blipFill>
                <a:blip r:embed="rId3"/>
                <a:stretch>
                  <a:fillRect t="-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5115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71D89-D8C1-C3C4-6C33-4CC3EE353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B82B7C9-D68C-B0D6-5061-0B9FC09771F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055E05-6445-7200-C361-749A9711299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90993E8-D63F-8357-A6C2-30A347809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662" y="2003263"/>
            <a:ext cx="4964648" cy="47577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205668E-39A6-58F9-37E7-7C06199ED8C0}"/>
                  </a:ext>
                </a:extLst>
              </p:cNvPr>
              <p:cNvSpPr txBox="1"/>
              <p:nvPr/>
            </p:nvSpPr>
            <p:spPr>
              <a:xfrm>
                <a:off x="11393817" y="6282389"/>
                <a:ext cx="32904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5CFB314-3D6F-2639-E62B-3512A462D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3817" y="6282389"/>
                <a:ext cx="329048" cy="461665"/>
              </a:xfrm>
              <a:prstGeom prst="rect">
                <a:avLst/>
              </a:prstGeom>
              <a:blipFill>
                <a:blip r:embed="rId4"/>
                <a:stretch>
                  <a:fillRect r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649D03C-AD86-FE56-251D-365E0D97A7B2}"/>
                  </a:ext>
                </a:extLst>
              </p:cNvPr>
              <p:cNvSpPr txBox="1"/>
              <p:nvPr/>
            </p:nvSpPr>
            <p:spPr>
              <a:xfrm>
                <a:off x="6486356" y="1587910"/>
                <a:ext cx="32904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7DBDEB5-4C5A-33C3-9757-FE6DC149E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356" y="1587910"/>
                <a:ext cx="329048" cy="461665"/>
              </a:xfrm>
              <a:prstGeom prst="rect">
                <a:avLst/>
              </a:prstGeom>
              <a:blipFill>
                <a:blip r:embed="rId5"/>
                <a:stretch>
                  <a:fillRect l="-5556" r="-12963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EDB8E0B8-CF4E-54B7-0C2A-ADFE3CECD554}"/>
              </a:ext>
            </a:extLst>
          </p:cNvPr>
          <p:cNvSpPr/>
          <p:nvPr/>
        </p:nvSpPr>
        <p:spPr>
          <a:xfrm>
            <a:off x="6565033" y="2934158"/>
            <a:ext cx="171694" cy="16692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Extract 41">
            <a:extLst>
              <a:ext uri="{FF2B5EF4-FFF2-40B4-BE49-F238E27FC236}">
                <a16:creationId xmlns:a16="http://schemas.microsoft.com/office/drawing/2014/main" id="{C87F0F3A-8FC6-3AD8-8A33-91B6EB347820}"/>
              </a:ext>
            </a:extLst>
          </p:cNvPr>
          <p:cNvSpPr/>
          <p:nvPr/>
        </p:nvSpPr>
        <p:spPr>
          <a:xfrm>
            <a:off x="9524835" y="6395188"/>
            <a:ext cx="215513" cy="215809"/>
          </a:xfrm>
          <a:prstGeom prst="flowChartExtra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Star: 5 Points 42">
            <a:extLst>
              <a:ext uri="{FF2B5EF4-FFF2-40B4-BE49-F238E27FC236}">
                <a16:creationId xmlns:a16="http://schemas.microsoft.com/office/drawing/2014/main" id="{D968CF52-C613-A448-0AE3-163196568940}"/>
              </a:ext>
            </a:extLst>
          </p:cNvPr>
          <p:cNvSpPr/>
          <p:nvPr/>
        </p:nvSpPr>
        <p:spPr>
          <a:xfrm>
            <a:off x="7288531" y="2546617"/>
            <a:ext cx="304965" cy="279812"/>
          </a:xfrm>
          <a:prstGeom prst="star5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Decision 43">
            <a:extLst>
              <a:ext uri="{FF2B5EF4-FFF2-40B4-BE49-F238E27FC236}">
                <a16:creationId xmlns:a16="http://schemas.microsoft.com/office/drawing/2014/main" id="{1DA5D426-D662-4E02-2549-1A2F2E7BF67C}"/>
              </a:ext>
            </a:extLst>
          </p:cNvPr>
          <p:cNvSpPr/>
          <p:nvPr/>
        </p:nvSpPr>
        <p:spPr>
          <a:xfrm>
            <a:off x="6486355" y="6365450"/>
            <a:ext cx="329049" cy="295542"/>
          </a:xfrm>
          <a:prstGeom prst="flowChartDecisi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lowchart: Process 44">
            <a:extLst>
              <a:ext uri="{FF2B5EF4-FFF2-40B4-BE49-F238E27FC236}">
                <a16:creationId xmlns:a16="http://schemas.microsoft.com/office/drawing/2014/main" id="{39087804-1E10-34CE-A9CD-B07F774FD9FE}"/>
              </a:ext>
            </a:extLst>
          </p:cNvPr>
          <p:cNvSpPr/>
          <p:nvPr/>
        </p:nvSpPr>
        <p:spPr>
          <a:xfrm>
            <a:off x="10474401" y="4994062"/>
            <a:ext cx="200226" cy="222297"/>
          </a:xfrm>
          <a:prstGeom prst="flowChartProces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249C91-1DFA-70DD-3554-BF1FD8546A89}"/>
              </a:ext>
            </a:extLst>
          </p:cNvPr>
          <p:cNvSpPr txBox="1"/>
          <p:nvPr/>
        </p:nvSpPr>
        <p:spPr>
          <a:xfrm>
            <a:off x="3068236" y="423236"/>
            <a:ext cx="8819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Vertex Labeling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17E10C-33B5-0623-83D8-8EBE929AAEAC}"/>
                  </a:ext>
                </a:extLst>
              </p:cNvPr>
              <p:cNvSpPr txBox="1"/>
              <p:nvPr/>
            </p:nvSpPr>
            <p:spPr>
              <a:xfrm>
                <a:off x="649356" y="1822458"/>
                <a:ext cx="544664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be the scaled probability that Player 1 chooses their first strategy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17E10C-33B5-0623-83D8-8EBE929AA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356" y="1822458"/>
                <a:ext cx="5446644" cy="830997"/>
              </a:xfrm>
              <a:prstGeom prst="rect">
                <a:avLst/>
              </a:prstGeom>
              <a:blipFill>
                <a:blip r:embed="rId6"/>
                <a:stretch>
                  <a:fillRect l="-1792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C6B4DA0-B109-710D-DEF5-436FEBF9F85F}"/>
              </a:ext>
            </a:extLst>
          </p:cNvPr>
          <p:cNvSpPr txBox="1"/>
          <p:nvPr/>
        </p:nvSpPr>
        <p:spPr>
          <a:xfrm>
            <a:off x="6692377" y="6041427"/>
            <a:ext cx="606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1,2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8CA0F8-86AA-E17E-1025-87279351BD87}"/>
              </a:ext>
            </a:extLst>
          </p:cNvPr>
          <p:cNvSpPr txBox="1"/>
          <p:nvPr/>
        </p:nvSpPr>
        <p:spPr>
          <a:xfrm>
            <a:off x="6650879" y="3017619"/>
            <a:ext cx="606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1,4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4D30E0B-6E16-689E-A3A3-809B321952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5434143"/>
                  </p:ext>
                </p:extLst>
              </p:nvPr>
            </p:nvGraphicFramePr>
            <p:xfrm>
              <a:off x="159977" y="2826429"/>
              <a:ext cx="5843118" cy="373799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921559">
                      <a:extLst>
                        <a:ext uri="{9D8B030D-6E8A-4147-A177-3AD203B41FA5}">
                          <a16:colId xmlns:a16="http://schemas.microsoft.com/office/drawing/2014/main" val="1162605426"/>
                        </a:ext>
                      </a:extLst>
                    </a:gridCol>
                    <a:gridCol w="2921559">
                      <a:extLst>
                        <a:ext uri="{9D8B030D-6E8A-4147-A177-3AD203B41FA5}">
                          <a16:colId xmlns:a16="http://schemas.microsoft.com/office/drawing/2014/main" val="3750429774"/>
                        </a:ext>
                      </a:extLst>
                    </a:gridCol>
                  </a:tblGrid>
                  <a:tr h="622999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Condition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9024798"/>
                      </a:ext>
                    </a:extLst>
                  </a:tr>
                  <a:tr h="6229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31153537"/>
                      </a:ext>
                    </a:extLst>
                  </a:tr>
                  <a:tr h="6229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0568754"/>
                      </a:ext>
                    </a:extLst>
                  </a:tr>
                  <a:tr h="6229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8398087"/>
                      </a:ext>
                    </a:extLst>
                  </a:tr>
                  <a:tr h="6229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0602819"/>
                      </a:ext>
                    </a:extLst>
                  </a:tr>
                  <a:tr h="6229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52513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4D30E0B-6E16-689E-A3A3-809B321952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5434143"/>
                  </p:ext>
                </p:extLst>
              </p:nvPr>
            </p:nvGraphicFramePr>
            <p:xfrm>
              <a:off x="159977" y="2826429"/>
              <a:ext cx="5843118" cy="373799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921559">
                      <a:extLst>
                        <a:ext uri="{9D8B030D-6E8A-4147-A177-3AD203B41FA5}">
                          <a16:colId xmlns:a16="http://schemas.microsoft.com/office/drawing/2014/main" val="1162605426"/>
                        </a:ext>
                      </a:extLst>
                    </a:gridCol>
                    <a:gridCol w="2921559">
                      <a:extLst>
                        <a:ext uri="{9D8B030D-6E8A-4147-A177-3AD203B41FA5}">
                          <a16:colId xmlns:a16="http://schemas.microsoft.com/office/drawing/2014/main" val="3750429774"/>
                        </a:ext>
                      </a:extLst>
                    </a:gridCol>
                  </a:tblGrid>
                  <a:tr h="622999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Condition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9024798"/>
                      </a:ext>
                    </a:extLst>
                  </a:tr>
                  <a:tr h="6229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0418" t="-102913" r="-835" b="-3990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1153537"/>
                      </a:ext>
                    </a:extLst>
                  </a:tr>
                  <a:tr h="6229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0418" t="-204902" r="-835" b="-30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0568754"/>
                      </a:ext>
                    </a:extLst>
                  </a:tr>
                  <a:tr h="6229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0418" t="-304902" r="-835" b="-20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8398087"/>
                      </a:ext>
                    </a:extLst>
                  </a:tr>
                  <a:tr h="6229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0418" t="-400971" r="-835" b="-1009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0602819"/>
                      </a:ext>
                    </a:extLst>
                  </a:tr>
                  <a:tr h="6229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0418" t="-505882" r="-835" b="-19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52513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5180FE5-9AEF-FE82-4467-B0C0B6D55BCD}"/>
              </a:ext>
            </a:extLst>
          </p:cNvPr>
          <p:cNvSpPr txBox="1"/>
          <p:nvPr/>
        </p:nvSpPr>
        <p:spPr>
          <a:xfrm>
            <a:off x="9065908" y="6051556"/>
            <a:ext cx="606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2,3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EFEEE8-F478-5921-DC7D-1BD673ADC93F}"/>
              </a:ext>
            </a:extLst>
          </p:cNvPr>
          <p:cNvSpPr txBox="1"/>
          <p:nvPr/>
        </p:nvSpPr>
        <p:spPr>
          <a:xfrm>
            <a:off x="9822450" y="4874377"/>
            <a:ext cx="606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3,5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309165-F3B2-DD62-5C64-D43FC62C3FBF}"/>
              </a:ext>
            </a:extLst>
          </p:cNvPr>
          <p:cNvSpPr txBox="1"/>
          <p:nvPr/>
        </p:nvSpPr>
        <p:spPr>
          <a:xfrm>
            <a:off x="7638352" y="2422622"/>
            <a:ext cx="606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4,5</a:t>
            </a:r>
          </a:p>
        </p:txBody>
      </p:sp>
    </p:spTree>
    <p:extLst>
      <p:ext uri="{BB962C8B-B14F-4D97-AF65-F5344CB8AC3E}">
        <p14:creationId xmlns:p14="http://schemas.microsoft.com/office/powerpoint/2010/main" val="1434565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77170-EAFA-228A-CB86-9F7354667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83C5F7C-1FF4-8EAC-BC44-56CE872489BE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6977A5-0B82-E452-0EA5-E00FF32F6000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5D9DFD-97C2-273D-6A88-1BBE028B29D3}"/>
              </a:ext>
            </a:extLst>
          </p:cNvPr>
          <p:cNvSpPr txBox="1"/>
          <p:nvPr/>
        </p:nvSpPr>
        <p:spPr>
          <a:xfrm>
            <a:off x="2424876" y="402969"/>
            <a:ext cx="78018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Fully Labeled Pairs of Vertices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E504970-BBB3-298B-E56C-199DFCCD52B2}"/>
                  </a:ext>
                </a:extLst>
              </p:cNvPr>
              <p:cNvSpPr txBox="1"/>
              <p:nvPr/>
            </p:nvSpPr>
            <p:spPr>
              <a:xfrm>
                <a:off x="-376090" y="1744431"/>
                <a:ext cx="12839760" cy="49705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A pair containing a Player 1 vertex and a Player 2 vertex is </a:t>
                </a:r>
                <a:r>
                  <a:rPr lang="en-US" sz="2400" b="1" dirty="0"/>
                  <a:t>fully labeled </a:t>
                </a:r>
                <a:r>
                  <a:rPr lang="en-US" sz="2400" dirty="0"/>
                  <a:t>if: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Together, the pair contains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labels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lvl="1"/>
                <a:r>
                  <a:rPr lang="en-US" sz="2400" b="1" u="sng" dirty="0"/>
                  <a:t>Intuition</a:t>
                </a:r>
              </a:p>
              <a:p>
                <a:pPr lvl="1"/>
                <a:r>
                  <a:rPr lang="en-US" sz="2400" dirty="0"/>
                  <a:t>For every Player 1 strategy, either: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Player 1 plays it with probability 0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strategy’s expected value is 1 under Player 2’s vertex strategy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For every Player 2 strategy, either: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Player 2 plays it with probability 0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strategy’s expected value is 1 under Player 1’s vertex strategy</a:t>
                </a:r>
              </a:p>
              <a:p>
                <a:pPr lvl="1">
                  <a:spcAft>
                    <a:spcPts val="600"/>
                  </a:spcAft>
                </a:pPr>
                <a:endParaRPr lang="en-US" sz="2400" dirty="0"/>
              </a:p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This is analogous to the Strong Minimax Theorem!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E504970-BBB3-298B-E56C-199DFCCD5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0" y="1744431"/>
                <a:ext cx="12839760" cy="4970591"/>
              </a:xfrm>
              <a:prstGeom prst="rect">
                <a:avLst/>
              </a:prstGeom>
              <a:blipFill>
                <a:blip r:embed="rId3"/>
                <a:stretch>
                  <a:fillRect t="-980" b="-1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0299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750C6-4C9A-B564-76BA-1E0D19D58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2D833B-D1D3-9FBE-DC12-40D42181C99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C170C2-D24A-6709-F716-1ABD4680D4B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105712-D383-649D-D199-7CA758763E4B}"/>
              </a:ext>
            </a:extLst>
          </p:cNvPr>
          <p:cNvSpPr txBox="1"/>
          <p:nvPr/>
        </p:nvSpPr>
        <p:spPr>
          <a:xfrm>
            <a:off x="3024672" y="107950"/>
            <a:ext cx="61426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Simplex Algorithm and Nash Equilibrium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AA798-13C1-41E3-ACC3-CB48D2411995}"/>
              </a:ext>
            </a:extLst>
          </p:cNvPr>
          <p:cNvSpPr txBox="1"/>
          <p:nvPr/>
        </p:nvSpPr>
        <p:spPr>
          <a:xfrm>
            <a:off x="-376090" y="1744431"/>
            <a:ext cx="124918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Is there a way to use the mechanics of the simplex algorithm to find Nash equilibrium?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This is the intuition behind the </a:t>
            </a:r>
            <a:r>
              <a:rPr lang="en-US" sz="2400" b="1" dirty="0"/>
              <a:t>Lemke-Howson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9D2235-C197-5CAD-AD42-BCE568CC3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62" y="3224185"/>
            <a:ext cx="8707299" cy="332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2060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23B94-873E-51AE-C1F2-8D5E50381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A8B722B-40B9-05B4-4D7D-ADD39050F750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9E7DB3-017D-62BE-35A3-156884B07A40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240358-6151-24BA-A1CE-946603531A44}"/>
              </a:ext>
            </a:extLst>
          </p:cNvPr>
          <p:cNvSpPr txBox="1"/>
          <p:nvPr/>
        </p:nvSpPr>
        <p:spPr>
          <a:xfrm>
            <a:off x="3004794" y="378560"/>
            <a:ext cx="6606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Lemke-Howson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DF462A7-7038-9E39-116A-AB1E1737D9E9}"/>
                  </a:ext>
                </a:extLst>
              </p:cNvPr>
              <p:cNvSpPr txBox="1"/>
              <p:nvPr/>
            </p:nvSpPr>
            <p:spPr>
              <a:xfrm>
                <a:off x="-376090" y="1744431"/>
                <a:ext cx="12491890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The algorithm starts by considering the pair of origin vertices. This pair is fully labeled (but can’t be scaled to true probability vectors)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An arbitrary label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dirty="0"/>
                  <a:t> is dropped.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When we drop a label, we pick it’s label back up by obtaining it’s </a:t>
                </a:r>
                <a:r>
                  <a:rPr lang="en-US" sz="2400" dirty="0" err="1"/>
                  <a:t>lable</a:t>
                </a:r>
                <a:r>
                  <a:rPr lang="en-US" sz="2400" dirty="0"/>
                  <a:t> the other way??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There are two ways to generate </a:t>
                </a:r>
                <a:r>
                  <a:rPr lang="en-US" sz="2400"/>
                  <a:t>a label</a:t>
                </a:r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DF462A7-7038-9E39-116A-AB1E1737D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0" y="1744431"/>
                <a:ext cx="12491890" cy="3046988"/>
              </a:xfrm>
              <a:prstGeom prst="rect">
                <a:avLst/>
              </a:prstGeom>
              <a:blipFill>
                <a:blip r:embed="rId3"/>
                <a:stretch>
                  <a:fillRect t="-16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2299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3657</TotalTime>
  <Words>1649</Words>
  <Application>Microsoft Office PowerPoint</Application>
  <PresentationFormat>Widescreen</PresentationFormat>
  <Paragraphs>292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Wyngaard</dc:creator>
  <cp:lastModifiedBy>Jacob Wyngaard</cp:lastModifiedBy>
  <cp:revision>32</cp:revision>
  <cp:lastPrinted>2025-08-21T02:00:35Z</cp:lastPrinted>
  <dcterms:created xsi:type="dcterms:W3CDTF">2025-08-20T23:47:39Z</dcterms:created>
  <dcterms:modified xsi:type="dcterms:W3CDTF">2026-03-03T04:33:36Z</dcterms:modified>
</cp:coreProperties>
</file>