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91" r:id="rId2"/>
    <p:sldId id="277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1" r:id="rId12"/>
    <p:sldId id="302" r:id="rId13"/>
    <p:sldId id="303" r:id="rId14"/>
    <p:sldId id="305" r:id="rId15"/>
    <p:sldId id="306" r:id="rId16"/>
    <p:sldId id="304" r:id="rId17"/>
    <p:sldId id="307" r:id="rId18"/>
    <p:sldId id="308" r:id="rId19"/>
    <p:sldId id="290" r:id="rId20"/>
    <p:sldId id="309" r:id="rId21"/>
    <p:sldId id="286" r:id="rId22"/>
    <p:sldId id="287" r:id="rId23"/>
    <p:sldId id="288" r:id="rId24"/>
    <p:sldId id="256" r:id="rId25"/>
  </p:sldIdLst>
  <p:sldSz cx="12192000" cy="6858000"/>
  <p:notesSz cx="6858000" cy="88915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D359C8-AACA-2EA8-D24E-0AAD455781CC}" name="Jacob Wyngaard" initials="JW" userId="6181fcd471e9845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64EA1"/>
    <a:srgbClr val="CDE6EF"/>
    <a:srgbClr val="14A7D8"/>
    <a:srgbClr val="CDE6F0"/>
    <a:srgbClr val="FBDB0E"/>
    <a:srgbClr val="D5D6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24A444-5B55-4FC2-A312-96105A7C531D}" v="1742" dt="2026-02-16T04:29:54.8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2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Wyngaard" userId="6181fcd471e98458" providerId="LiveId" clId="{788BA123-62C9-4DDC-86E5-A6BCA4600216}"/>
    <pc:docChg chg="undo custSel addSld delSld modSld sldOrd">
      <pc:chgData name="Jacob Wyngaard" userId="6181fcd471e98458" providerId="LiveId" clId="{788BA123-62C9-4DDC-86E5-A6BCA4600216}" dt="2026-02-16T04:29:54.821" v="6536" actId="20577"/>
      <pc:docMkLst>
        <pc:docMk/>
      </pc:docMkLst>
      <pc:sldChg chg="delSp modSp mod ord">
        <pc:chgData name="Jacob Wyngaard" userId="6181fcd471e98458" providerId="LiveId" clId="{788BA123-62C9-4DDC-86E5-A6BCA4600216}" dt="2026-02-15T00:19:27.675" v="255"/>
        <pc:sldMkLst>
          <pc:docMk/>
          <pc:sldMk cId="1116112418" sldId="256"/>
        </pc:sldMkLst>
        <pc:spChg chg="mod">
          <ac:chgData name="Jacob Wyngaard" userId="6181fcd471e98458" providerId="LiveId" clId="{788BA123-62C9-4DDC-86E5-A6BCA4600216}" dt="2026-02-11T00:25:08.893" v="6" actId="20577"/>
          <ac:spMkLst>
            <pc:docMk/>
            <pc:sldMk cId="1116112418" sldId="256"/>
            <ac:spMk id="9" creationId="{E041FF28-576E-AE9D-45ED-6C6260407807}"/>
          </ac:spMkLst>
        </pc:spChg>
      </pc:sldChg>
      <pc:sldChg chg="delSp modSp del mod">
        <pc:chgData name="Jacob Wyngaard" userId="6181fcd471e98458" providerId="LiveId" clId="{788BA123-62C9-4DDC-86E5-A6BCA4600216}" dt="2026-02-15T00:21:25.551" v="296" actId="47"/>
        <pc:sldMkLst>
          <pc:docMk/>
          <pc:sldMk cId="1388335378" sldId="259"/>
        </pc:sldMkLst>
        <pc:spChg chg="del mod">
          <ac:chgData name="Jacob Wyngaard" userId="6181fcd471e98458" providerId="LiveId" clId="{788BA123-62C9-4DDC-86E5-A6BCA4600216}" dt="2026-02-15T00:21:23.955" v="295" actId="478"/>
          <ac:spMkLst>
            <pc:docMk/>
            <pc:sldMk cId="1388335378" sldId="259"/>
            <ac:spMk id="13" creationId="{2C6C1EFB-D866-FF81-E86C-FA8BE2FC4F46}"/>
          </ac:spMkLst>
        </pc:spChg>
      </pc:sldChg>
      <pc:sldChg chg="add del ord">
        <pc:chgData name="Jacob Wyngaard" userId="6181fcd471e98458" providerId="LiveId" clId="{788BA123-62C9-4DDC-86E5-A6BCA4600216}" dt="2026-02-15T23:13:27.196" v="3579" actId="47"/>
        <pc:sldMkLst>
          <pc:docMk/>
          <pc:sldMk cId="3378212398" sldId="276"/>
        </pc:sldMkLst>
      </pc:sldChg>
      <pc:sldChg chg="addSp modSp mod">
        <pc:chgData name="Jacob Wyngaard" userId="6181fcd471e98458" providerId="LiveId" clId="{788BA123-62C9-4DDC-86E5-A6BCA4600216}" dt="2026-02-15T00:23:40.853" v="362" actId="1076"/>
        <pc:sldMkLst>
          <pc:docMk/>
          <pc:sldMk cId="2457022423" sldId="277"/>
        </pc:sldMkLst>
        <pc:spChg chg="add mod">
          <ac:chgData name="Jacob Wyngaard" userId="6181fcd471e98458" providerId="LiveId" clId="{788BA123-62C9-4DDC-86E5-A6BCA4600216}" dt="2026-02-15T00:22:44.653" v="350" actId="1076"/>
          <ac:spMkLst>
            <pc:docMk/>
            <pc:sldMk cId="2457022423" sldId="277"/>
            <ac:spMk id="2" creationId="{2147B56B-C131-BEF3-100C-D5810DC6A6F8}"/>
          </ac:spMkLst>
        </pc:spChg>
        <pc:spChg chg="mod">
          <ac:chgData name="Jacob Wyngaard" userId="6181fcd471e98458" providerId="LiveId" clId="{788BA123-62C9-4DDC-86E5-A6BCA4600216}" dt="2026-02-15T00:22:32.828" v="348" actId="1076"/>
          <ac:spMkLst>
            <pc:docMk/>
            <pc:sldMk cId="2457022423" sldId="277"/>
            <ac:spMk id="9" creationId="{1CA26395-4C2F-CF61-0495-2CA4A3A53348}"/>
          </ac:spMkLst>
        </pc:spChg>
        <pc:spChg chg="add mod">
          <ac:chgData name="Jacob Wyngaard" userId="6181fcd471e98458" providerId="LiveId" clId="{788BA123-62C9-4DDC-86E5-A6BCA4600216}" dt="2026-02-15T00:23:30.461" v="358" actId="1076"/>
          <ac:spMkLst>
            <pc:docMk/>
            <pc:sldMk cId="2457022423" sldId="277"/>
            <ac:spMk id="27" creationId="{EB468DDB-9C5E-68F6-3BF1-C4CBC6E02422}"/>
          </ac:spMkLst>
        </pc:spChg>
        <pc:spChg chg="add mod">
          <ac:chgData name="Jacob Wyngaard" userId="6181fcd471e98458" providerId="LiveId" clId="{788BA123-62C9-4DDC-86E5-A6BCA4600216}" dt="2026-02-15T00:23:40.853" v="362" actId="1076"/>
          <ac:spMkLst>
            <pc:docMk/>
            <pc:sldMk cId="2457022423" sldId="277"/>
            <ac:spMk id="28" creationId="{08B33380-65EF-1BB8-A4B3-5974D2FC682F}"/>
          </ac:spMkLst>
        </pc:spChg>
        <pc:cxnChg chg="add mod">
          <ac:chgData name="Jacob Wyngaard" userId="6181fcd471e98458" providerId="LiveId" clId="{788BA123-62C9-4DDC-86E5-A6BCA4600216}" dt="2026-02-15T00:22:44.653" v="350" actId="1076"/>
          <ac:cxnSpMkLst>
            <pc:docMk/>
            <pc:sldMk cId="2457022423" sldId="277"/>
            <ac:cxnSpMk id="3" creationId="{CB5CDD0C-EBB4-53DF-5C33-6DCE9D02DB16}"/>
          </ac:cxnSpMkLst>
        </pc:cxnChg>
        <pc:cxnChg chg="add mod">
          <ac:chgData name="Jacob Wyngaard" userId="6181fcd471e98458" providerId="LiveId" clId="{788BA123-62C9-4DDC-86E5-A6BCA4600216}" dt="2026-02-15T00:23:01.816" v="353" actId="14100"/>
          <ac:cxnSpMkLst>
            <pc:docMk/>
            <pc:sldMk cId="2457022423" sldId="277"/>
            <ac:cxnSpMk id="20" creationId="{E2A21A3E-9316-BBCD-0303-7D18171A9DD5}"/>
          </ac:cxnSpMkLst>
        </pc:cxnChg>
        <pc:cxnChg chg="add mod">
          <ac:chgData name="Jacob Wyngaard" userId="6181fcd471e98458" providerId="LiveId" clId="{788BA123-62C9-4DDC-86E5-A6BCA4600216}" dt="2026-02-15T00:23:10.866" v="355" actId="14100"/>
          <ac:cxnSpMkLst>
            <pc:docMk/>
            <pc:sldMk cId="2457022423" sldId="277"/>
            <ac:cxnSpMk id="23" creationId="{F0BEAF2B-D110-25B4-7398-BC7E18ED91BE}"/>
          </ac:cxnSpMkLst>
        </pc:cxnChg>
      </pc:sldChg>
      <pc:sldChg chg="modSp del mod">
        <pc:chgData name="Jacob Wyngaard" userId="6181fcd471e98458" providerId="LiveId" clId="{788BA123-62C9-4DDC-86E5-A6BCA4600216}" dt="2026-02-15T00:37:03.905" v="742" actId="47"/>
        <pc:sldMkLst>
          <pc:docMk/>
          <pc:sldMk cId="416974782" sldId="278"/>
        </pc:sldMkLst>
        <pc:spChg chg="mod">
          <ac:chgData name="Jacob Wyngaard" userId="6181fcd471e98458" providerId="LiveId" clId="{788BA123-62C9-4DDC-86E5-A6BCA4600216}" dt="2026-02-15T00:23:21.844" v="356" actId="1076"/>
          <ac:spMkLst>
            <pc:docMk/>
            <pc:sldMk cId="416974782" sldId="278"/>
            <ac:spMk id="43" creationId="{03738487-5A20-BE68-F12B-BD96F2E1EEF8}"/>
          </ac:spMkLst>
        </pc:spChg>
      </pc:sldChg>
      <pc:sldChg chg="modSp">
        <pc:chgData name="Jacob Wyngaard" userId="6181fcd471e98458" providerId="LiveId" clId="{788BA123-62C9-4DDC-86E5-A6BCA4600216}" dt="2026-02-16T04:29:54.821" v="6536" actId="20577"/>
        <pc:sldMkLst>
          <pc:docMk/>
          <pc:sldMk cId="3751011158" sldId="288"/>
        </pc:sldMkLst>
        <pc:spChg chg="mod">
          <ac:chgData name="Jacob Wyngaard" userId="6181fcd471e98458" providerId="LiveId" clId="{788BA123-62C9-4DDC-86E5-A6BCA4600216}" dt="2026-02-16T04:29:54.821" v="6536" actId="20577"/>
          <ac:spMkLst>
            <pc:docMk/>
            <pc:sldMk cId="3751011158" sldId="288"/>
            <ac:spMk id="5" creationId="{4A9EEE71-603B-30BC-067B-7167D377B44F}"/>
          </ac:spMkLst>
        </pc:spChg>
      </pc:sldChg>
      <pc:sldChg chg="modSp mod ord">
        <pc:chgData name="Jacob Wyngaard" userId="6181fcd471e98458" providerId="LiveId" clId="{788BA123-62C9-4DDC-86E5-A6BCA4600216}" dt="2026-02-16T04:28:31.442" v="6441" actId="122"/>
        <pc:sldMkLst>
          <pc:docMk/>
          <pc:sldMk cId="3911962155" sldId="290"/>
        </pc:sldMkLst>
        <pc:spChg chg="mod">
          <ac:chgData name="Jacob Wyngaard" userId="6181fcd471e98458" providerId="LiveId" clId="{788BA123-62C9-4DDC-86E5-A6BCA4600216}" dt="2026-02-16T04:28:31.442" v="6441" actId="122"/>
          <ac:spMkLst>
            <pc:docMk/>
            <pc:sldMk cId="3911962155" sldId="290"/>
            <ac:spMk id="4" creationId="{F45B8262-8485-BB00-A690-CF4D0D4C0CC4}"/>
          </ac:spMkLst>
        </pc:spChg>
      </pc:sldChg>
      <pc:sldChg chg="addSp modSp add mod">
        <pc:chgData name="Jacob Wyngaard" userId="6181fcd471e98458" providerId="LiveId" clId="{788BA123-62C9-4DDC-86E5-A6BCA4600216}" dt="2026-02-15T00:21:18.028" v="294" actId="1076"/>
        <pc:sldMkLst>
          <pc:docMk/>
          <pc:sldMk cId="606609933" sldId="291"/>
        </pc:sldMkLst>
        <pc:spChg chg="mod">
          <ac:chgData name="Jacob Wyngaard" userId="6181fcd471e98458" providerId="LiveId" clId="{788BA123-62C9-4DDC-86E5-A6BCA4600216}" dt="2026-02-15T00:19:47.661" v="280" actId="1076"/>
          <ac:spMkLst>
            <pc:docMk/>
            <pc:sldMk cId="606609933" sldId="291"/>
            <ac:spMk id="6" creationId="{C72625B0-9C50-5F21-824B-42EEFCC925B0}"/>
          </ac:spMkLst>
        </pc:spChg>
        <pc:spChg chg="mod">
          <ac:chgData name="Jacob Wyngaard" userId="6181fcd471e98458" providerId="LiveId" clId="{788BA123-62C9-4DDC-86E5-A6BCA4600216}" dt="2026-02-15T00:19:50.678" v="281" actId="1076"/>
          <ac:spMkLst>
            <pc:docMk/>
            <pc:sldMk cId="606609933" sldId="291"/>
            <ac:spMk id="9" creationId="{146DFEDC-5C40-1E05-3C8E-45F902F03177}"/>
          </ac:spMkLst>
        </pc:spChg>
        <pc:picChg chg="add mod modCrop">
          <ac:chgData name="Jacob Wyngaard" userId="6181fcd471e98458" providerId="LiveId" clId="{788BA123-62C9-4DDC-86E5-A6BCA4600216}" dt="2026-02-15T00:21:18.028" v="294" actId="1076"/>
          <ac:picMkLst>
            <pc:docMk/>
            <pc:sldMk cId="606609933" sldId="291"/>
            <ac:picMk id="2" creationId="{8CD9B65E-8F5A-5551-6AF0-DE082A8FF297}"/>
          </ac:picMkLst>
        </pc:picChg>
      </pc:sldChg>
      <pc:sldChg chg="addSp delSp modSp add mod">
        <pc:chgData name="Jacob Wyngaard" userId="6181fcd471e98458" providerId="LiveId" clId="{788BA123-62C9-4DDC-86E5-A6BCA4600216}" dt="2026-02-15T00:36:43.377" v="740" actId="1076"/>
        <pc:sldMkLst>
          <pc:docMk/>
          <pc:sldMk cId="45603475" sldId="292"/>
        </pc:sldMkLst>
        <pc:spChg chg="del">
          <ac:chgData name="Jacob Wyngaard" userId="6181fcd471e98458" providerId="LiveId" clId="{788BA123-62C9-4DDC-86E5-A6BCA4600216}" dt="2026-02-15T00:24:33.083" v="365" actId="478"/>
          <ac:spMkLst>
            <pc:docMk/>
            <pc:sldMk cId="45603475" sldId="292"/>
            <ac:spMk id="2" creationId="{05F74426-6B1F-F300-8B68-8C312E0FF5EA}"/>
          </ac:spMkLst>
        </pc:spChg>
        <pc:spChg chg="del">
          <ac:chgData name="Jacob Wyngaard" userId="6181fcd471e98458" providerId="LiveId" clId="{788BA123-62C9-4DDC-86E5-A6BCA4600216}" dt="2026-02-15T00:28:16.959" v="575" actId="478"/>
          <ac:spMkLst>
            <pc:docMk/>
            <pc:sldMk cId="45603475" sldId="292"/>
            <ac:spMk id="5" creationId="{568DD12B-82DF-655D-3029-1CDCF720DE4A}"/>
          </ac:spMkLst>
        </pc:spChg>
        <pc:spChg chg="del mod">
          <ac:chgData name="Jacob Wyngaard" userId="6181fcd471e98458" providerId="LiveId" clId="{788BA123-62C9-4DDC-86E5-A6BCA4600216}" dt="2026-02-15T00:28:16.959" v="575" actId="478"/>
          <ac:spMkLst>
            <pc:docMk/>
            <pc:sldMk cId="45603475" sldId="292"/>
            <ac:spMk id="7" creationId="{C70E1EE8-B47A-8EAC-4E59-BC45544AE915}"/>
          </ac:spMkLst>
        </pc:spChg>
        <pc:spChg chg="del mod">
          <ac:chgData name="Jacob Wyngaard" userId="6181fcd471e98458" providerId="LiveId" clId="{788BA123-62C9-4DDC-86E5-A6BCA4600216}" dt="2026-02-15T00:28:19.128" v="576" actId="478"/>
          <ac:spMkLst>
            <pc:docMk/>
            <pc:sldMk cId="45603475" sldId="292"/>
            <ac:spMk id="10" creationId="{5ABAA189-5C5E-494C-30A4-937122E64969}"/>
          </ac:spMkLst>
        </pc:spChg>
        <pc:spChg chg="del">
          <ac:chgData name="Jacob Wyngaard" userId="6181fcd471e98458" providerId="LiveId" clId="{788BA123-62C9-4DDC-86E5-A6BCA4600216}" dt="2026-02-15T00:28:16.959" v="575" actId="478"/>
          <ac:spMkLst>
            <pc:docMk/>
            <pc:sldMk cId="45603475" sldId="292"/>
            <ac:spMk id="11" creationId="{AA848204-7E70-551F-1DD3-C8FC4455386A}"/>
          </ac:spMkLst>
        </pc:spChg>
        <pc:spChg chg="del mod">
          <ac:chgData name="Jacob Wyngaard" userId="6181fcd471e98458" providerId="LiveId" clId="{788BA123-62C9-4DDC-86E5-A6BCA4600216}" dt="2026-02-15T00:28:16.959" v="575" actId="478"/>
          <ac:spMkLst>
            <pc:docMk/>
            <pc:sldMk cId="45603475" sldId="292"/>
            <ac:spMk id="12" creationId="{8C3488A5-522A-1E97-097E-C314E1D26292}"/>
          </ac:spMkLst>
        </pc:spChg>
        <pc:spChg chg="del mod">
          <ac:chgData name="Jacob Wyngaard" userId="6181fcd471e98458" providerId="LiveId" clId="{788BA123-62C9-4DDC-86E5-A6BCA4600216}" dt="2026-02-15T00:28:19.128" v="576" actId="478"/>
          <ac:spMkLst>
            <pc:docMk/>
            <pc:sldMk cId="45603475" sldId="292"/>
            <ac:spMk id="13" creationId="{52E608DA-797F-AEA6-CBF7-4AAB1D31F42D}"/>
          </ac:spMkLst>
        </pc:spChg>
        <pc:spChg chg="del mod">
          <ac:chgData name="Jacob Wyngaard" userId="6181fcd471e98458" providerId="LiveId" clId="{788BA123-62C9-4DDC-86E5-A6BCA4600216}" dt="2026-02-15T00:28:16.959" v="575" actId="478"/>
          <ac:spMkLst>
            <pc:docMk/>
            <pc:sldMk cId="45603475" sldId="292"/>
            <ac:spMk id="14" creationId="{7D610C3D-1C17-02A1-4B88-7D47685F7FA9}"/>
          </ac:spMkLst>
        </pc:spChg>
        <pc:spChg chg="del mod">
          <ac:chgData name="Jacob Wyngaard" userId="6181fcd471e98458" providerId="LiveId" clId="{788BA123-62C9-4DDC-86E5-A6BCA4600216}" dt="2026-02-15T00:28:16.959" v="575" actId="478"/>
          <ac:spMkLst>
            <pc:docMk/>
            <pc:sldMk cId="45603475" sldId="292"/>
            <ac:spMk id="15" creationId="{1F30A6BD-3BB9-4C73-065E-183579BB1422}"/>
          </ac:spMkLst>
        </pc:spChg>
        <pc:spChg chg="del mod">
          <ac:chgData name="Jacob Wyngaard" userId="6181fcd471e98458" providerId="LiveId" clId="{788BA123-62C9-4DDC-86E5-A6BCA4600216}" dt="2026-02-15T00:28:16.959" v="575" actId="478"/>
          <ac:spMkLst>
            <pc:docMk/>
            <pc:sldMk cId="45603475" sldId="292"/>
            <ac:spMk id="16" creationId="{A9E23F3E-301F-6334-B9C4-948D711AEF12}"/>
          </ac:spMkLst>
        </pc:spChg>
        <pc:spChg chg="del mod">
          <ac:chgData name="Jacob Wyngaard" userId="6181fcd471e98458" providerId="LiveId" clId="{788BA123-62C9-4DDC-86E5-A6BCA4600216}" dt="2026-02-15T00:28:16.959" v="575" actId="478"/>
          <ac:spMkLst>
            <pc:docMk/>
            <pc:sldMk cId="45603475" sldId="292"/>
            <ac:spMk id="17" creationId="{02A077D2-84A2-642F-DEE4-E05151FD99D9}"/>
          </ac:spMkLst>
        </pc:spChg>
        <pc:spChg chg="del mod">
          <ac:chgData name="Jacob Wyngaard" userId="6181fcd471e98458" providerId="LiveId" clId="{788BA123-62C9-4DDC-86E5-A6BCA4600216}" dt="2026-02-15T00:28:16.959" v="575" actId="478"/>
          <ac:spMkLst>
            <pc:docMk/>
            <pc:sldMk cId="45603475" sldId="292"/>
            <ac:spMk id="18" creationId="{6404BC87-C051-C8A4-8AA8-748B70B792FE}"/>
          </ac:spMkLst>
        </pc:spChg>
        <pc:spChg chg="del mod">
          <ac:chgData name="Jacob Wyngaard" userId="6181fcd471e98458" providerId="LiveId" clId="{788BA123-62C9-4DDC-86E5-A6BCA4600216}" dt="2026-02-15T00:28:16.959" v="575" actId="478"/>
          <ac:spMkLst>
            <pc:docMk/>
            <pc:sldMk cId="45603475" sldId="292"/>
            <ac:spMk id="19" creationId="{2A721BA5-CF96-9182-E443-23FCE9AC09CD}"/>
          </ac:spMkLst>
        </pc:spChg>
        <pc:spChg chg="add mod">
          <ac:chgData name="Jacob Wyngaard" userId="6181fcd471e98458" providerId="LiveId" clId="{788BA123-62C9-4DDC-86E5-A6BCA4600216}" dt="2026-02-15T00:32:08.868" v="582" actId="1076"/>
          <ac:spMkLst>
            <pc:docMk/>
            <pc:sldMk cId="45603475" sldId="292"/>
            <ac:spMk id="24" creationId="{83A094A7-2BBE-11E0-2C6B-FA872C85E5C0}"/>
          </ac:spMkLst>
        </pc:spChg>
        <pc:spChg chg="add mod">
          <ac:chgData name="Jacob Wyngaard" userId="6181fcd471e98458" providerId="LiveId" clId="{788BA123-62C9-4DDC-86E5-A6BCA4600216}" dt="2026-02-15T00:33:47.237" v="641" actId="1076"/>
          <ac:spMkLst>
            <pc:docMk/>
            <pc:sldMk cId="45603475" sldId="292"/>
            <ac:spMk id="25" creationId="{A0110F09-C7A9-DC5D-0E2B-3C73F924AC2F}"/>
          </ac:spMkLst>
        </pc:spChg>
        <pc:spChg chg="del">
          <ac:chgData name="Jacob Wyngaard" userId="6181fcd471e98458" providerId="LiveId" clId="{788BA123-62C9-4DDC-86E5-A6BCA4600216}" dt="2026-02-15T00:24:33.083" v="365" actId="478"/>
          <ac:spMkLst>
            <pc:docMk/>
            <pc:sldMk cId="45603475" sldId="292"/>
            <ac:spMk id="27" creationId="{9C67A0FA-5857-5267-6A58-D9C0722656B4}"/>
          </ac:spMkLst>
        </pc:spChg>
        <pc:spChg chg="del">
          <ac:chgData name="Jacob Wyngaard" userId="6181fcd471e98458" providerId="LiveId" clId="{788BA123-62C9-4DDC-86E5-A6BCA4600216}" dt="2026-02-15T00:24:33.083" v="365" actId="478"/>
          <ac:spMkLst>
            <pc:docMk/>
            <pc:sldMk cId="45603475" sldId="292"/>
            <ac:spMk id="28" creationId="{0AD80ED6-20F9-69EA-3A35-66D60B8EAD23}"/>
          </ac:spMkLst>
        </pc:spChg>
        <pc:spChg chg="add mod">
          <ac:chgData name="Jacob Wyngaard" userId="6181fcd471e98458" providerId="LiveId" clId="{788BA123-62C9-4DDC-86E5-A6BCA4600216}" dt="2026-02-15T00:36:06.346" v="702" actId="1076"/>
          <ac:spMkLst>
            <pc:docMk/>
            <pc:sldMk cId="45603475" sldId="292"/>
            <ac:spMk id="29" creationId="{B411172A-94EC-01E8-F608-622029C40941}"/>
          </ac:spMkLst>
        </pc:spChg>
        <pc:spChg chg="del">
          <ac:chgData name="Jacob Wyngaard" userId="6181fcd471e98458" providerId="LiveId" clId="{788BA123-62C9-4DDC-86E5-A6BCA4600216}" dt="2026-02-15T00:24:33.083" v="365" actId="478"/>
          <ac:spMkLst>
            <pc:docMk/>
            <pc:sldMk cId="45603475" sldId="292"/>
            <ac:spMk id="33" creationId="{CB176EA4-06D0-5BBF-B8DB-59F7EB50FCC6}"/>
          </ac:spMkLst>
        </pc:spChg>
        <pc:spChg chg="del">
          <ac:chgData name="Jacob Wyngaard" userId="6181fcd471e98458" providerId="LiveId" clId="{788BA123-62C9-4DDC-86E5-A6BCA4600216}" dt="2026-02-15T00:24:30.330" v="364" actId="478"/>
          <ac:spMkLst>
            <pc:docMk/>
            <pc:sldMk cId="45603475" sldId="292"/>
            <ac:spMk id="34" creationId="{F03D9819-70EF-BF32-207E-2167C91BD36E}"/>
          </ac:spMkLst>
        </pc:spChg>
        <pc:spChg chg="del">
          <ac:chgData name="Jacob Wyngaard" userId="6181fcd471e98458" providerId="LiveId" clId="{788BA123-62C9-4DDC-86E5-A6BCA4600216}" dt="2026-02-15T00:24:33.083" v="365" actId="478"/>
          <ac:spMkLst>
            <pc:docMk/>
            <pc:sldMk cId="45603475" sldId="292"/>
            <ac:spMk id="38" creationId="{0827329E-60F2-FBA9-5EAF-52AEB00E0632}"/>
          </ac:spMkLst>
        </pc:spChg>
        <pc:spChg chg="del">
          <ac:chgData name="Jacob Wyngaard" userId="6181fcd471e98458" providerId="LiveId" clId="{788BA123-62C9-4DDC-86E5-A6BCA4600216}" dt="2026-02-15T00:24:33.083" v="365" actId="478"/>
          <ac:spMkLst>
            <pc:docMk/>
            <pc:sldMk cId="45603475" sldId="292"/>
            <ac:spMk id="39" creationId="{C55DC130-A682-6830-5660-86F6D35B92E1}"/>
          </ac:spMkLst>
        </pc:spChg>
        <pc:spChg chg="del">
          <ac:chgData name="Jacob Wyngaard" userId="6181fcd471e98458" providerId="LiveId" clId="{788BA123-62C9-4DDC-86E5-A6BCA4600216}" dt="2026-02-15T00:24:33.083" v="365" actId="478"/>
          <ac:spMkLst>
            <pc:docMk/>
            <pc:sldMk cId="45603475" sldId="292"/>
            <ac:spMk id="40" creationId="{B4964D4C-FD48-C91B-6419-D49D0D9705BF}"/>
          </ac:spMkLst>
        </pc:spChg>
        <pc:spChg chg="add mod">
          <ac:chgData name="Jacob Wyngaard" userId="6181fcd471e98458" providerId="LiveId" clId="{788BA123-62C9-4DDC-86E5-A6BCA4600216}" dt="2026-02-15T00:28:37.239" v="579" actId="1076"/>
          <ac:spMkLst>
            <pc:docMk/>
            <pc:sldMk cId="45603475" sldId="292"/>
            <ac:spMk id="41" creationId="{3A297E7A-D066-5AB7-0F48-4B3916E88A7C}"/>
          </ac:spMkLst>
        </pc:spChg>
        <pc:spChg chg="add mod">
          <ac:chgData name="Jacob Wyngaard" userId="6181fcd471e98458" providerId="LiveId" clId="{788BA123-62C9-4DDC-86E5-A6BCA4600216}" dt="2026-02-15T00:28:41.461" v="580" actId="1076"/>
          <ac:spMkLst>
            <pc:docMk/>
            <pc:sldMk cId="45603475" sldId="292"/>
            <ac:spMk id="42" creationId="{44C67B5F-E39D-E388-5FC1-E1863B766BCD}"/>
          </ac:spMkLst>
        </pc:spChg>
        <pc:spChg chg="add mod">
          <ac:chgData name="Jacob Wyngaard" userId="6181fcd471e98458" providerId="LiveId" clId="{788BA123-62C9-4DDC-86E5-A6BCA4600216}" dt="2026-02-15T00:28:37.239" v="579" actId="1076"/>
          <ac:spMkLst>
            <pc:docMk/>
            <pc:sldMk cId="45603475" sldId="292"/>
            <ac:spMk id="44" creationId="{CF3B9AAB-DD71-1B70-6718-9ABB1BFEE872}"/>
          </ac:spMkLst>
        </pc:spChg>
        <pc:spChg chg="add mod">
          <ac:chgData name="Jacob Wyngaard" userId="6181fcd471e98458" providerId="LiveId" clId="{788BA123-62C9-4DDC-86E5-A6BCA4600216}" dt="2026-02-15T00:28:37.239" v="579" actId="1076"/>
          <ac:spMkLst>
            <pc:docMk/>
            <pc:sldMk cId="45603475" sldId="292"/>
            <ac:spMk id="45" creationId="{B4EB7C89-B9CE-1A43-494D-773465F1276A}"/>
          </ac:spMkLst>
        </pc:spChg>
        <pc:spChg chg="add mod">
          <ac:chgData name="Jacob Wyngaard" userId="6181fcd471e98458" providerId="LiveId" clId="{788BA123-62C9-4DDC-86E5-A6BCA4600216}" dt="2026-02-15T00:34:23.061" v="656" actId="1076"/>
          <ac:spMkLst>
            <pc:docMk/>
            <pc:sldMk cId="45603475" sldId="292"/>
            <ac:spMk id="46" creationId="{A81538E9-1A95-7B8B-7EC8-3C265F3A1292}"/>
          </ac:spMkLst>
        </pc:spChg>
        <pc:spChg chg="add mod">
          <ac:chgData name="Jacob Wyngaard" userId="6181fcd471e98458" providerId="LiveId" clId="{788BA123-62C9-4DDC-86E5-A6BCA4600216}" dt="2026-02-15T00:28:37.239" v="579" actId="1076"/>
          <ac:spMkLst>
            <pc:docMk/>
            <pc:sldMk cId="45603475" sldId="292"/>
            <ac:spMk id="47" creationId="{8D309771-2461-5B36-6A55-F9F3F3AF5B71}"/>
          </ac:spMkLst>
        </pc:spChg>
        <pc:spChg chg="add mod">
          <ac:chgData name="Jacob Wyngaard" userId="6181fcd471e98458" providerId="LiveId" clId="{788BA123-62C9-4DDC-86E5-A6BCA4600216}" dt="2026-02-15T00:28:37.239" v="579" actId="1076"/>
          <ac:spMkLst>
            <pc:docMk/>
            <pc:sldMk cId="45603475" sldId="292"/>
            <ac:spMk id="51" creationId="{B39B26EE-A2D9-3B1D-199A-7E357C02B23A}"/>
          </ac:spMkLst>
        </pc:spChg>
        <pc:spChg chg="add mod">
          <ac:chgData name="Jacob Wyngaard" userId="6181fcd471e98458" providerId="LiveId" clId="{788BA123-62C9-4DDC-86E5-A6BCA4600216}" dt="2026-02-15T00:28:37.239" v="579" actId="1076"/>
          <ac:spMkLst>
            <pc:docMk/>
            <pc:sldMk cId="45603475" sldId="292"/>
            <ac:spMk id="52" creationId="{4FFE5079-7A90-0309-E979-9FF7B80625D5}"/>
          </ac:spMkLst>
        </pc:spChg>
        <pc:spChg chg="add mod">
          <ac:chgData name="Jacob Wyngaard" userId="6181fcd471e98458" providerId="LiveId" clId="{788BA123-62C9-4DDC-86E5-A6BCA4600216}" dt="2026-02-15T00:34:03.463" v="648" actId="1076"/>
          <ac:spMkLst>
            <pc:docMk/>
            <pc:sldMk cId="45603475" sldId="292"/>
            <ac:spMk id="53" creationId="{445ADD2D-A85C-6841-82E7-B8D7F4489191}"/>
          </ac:spMkLst>
        </pc:spChg>
        <pc:spChg chg="add mod">
          <ac:chgData name="Jacob Wyngaard" userId="6181fcd471e98458" providerId="LiveId" clId="{788BA123-62C9-4DDC-86E5-A6BCA4600216}" dt="2026-02-15T00:34:18.046" v="655" actId="1076"/>
          <ac:spMkLst>
            <pc:docMk/>
            <pc:sldMk cId="45603475" sldId="292"/>
            <ac:spMk id="54" creationId="{F943137E-272A-531E-5949-0875D5E56C4E}"/>
          </ac:spMkLst>
        </pc:spChg>
        <pc:spChg chg="add mod">
          <ac:chgData name="Jacob Wyngaard" userId="6181fcd471e98458" providerId="LiveId" clId="{788BA123-62C9-4DDC-86E5-A6BCA4600216}" dt="2026-02-15T00:35:18.676" v="673" actId="14100"/>
          <ac:spMkLst>
            <pc:docMk/>
            <pc:sldMk cId="45603475" sldId="292"/>
            <ac:spMk id="55" creationId="{42704E8D-2FBC-3AB8-92E1-A787D4D294EC}"/>
          </ac:spMkLst>
        </pc:spChg>
        <pc:spChg chg="add mod">
          <ac:chgData name="Jacob Wyngaard" userId="6181fcd471e98458" providerId="LiveId" clId="{788BA123-62C9-4DDC-86E5-A6BCA4600216}" dt="2026-02-15T00:35:37.530" v="683" actId="1076"/>
          <ac:spMkLst>
            <pc:docMk/>
            <pc:sldMk cId="45603475" sldId="292"/>
            <ac:spMk id="56" creationId="{74B92F82-D8AB-AF0C-2D97-241E589AB60F}"/>
          </ac:spMkLst>
        </pc:spChg>
        <pc:spChg chg="add mod">
          <ac:chgData name="Jacob Wyngaard" userId="6181fcd471e98458" providerId="LiveId" clId="{788BA123-62C9-4DDC-86E5-A6BCA4600216}" dt="2026-02-15T00:36:43.377" v="740" actId="1076"/>
          <ac:spMkLst>
            <pc:docMk/>
            <pc:sldMk cId="45603475" sldId="292"/>
            <ac:spMk id="57" creationId="{0E44AE67-8380-AD9D-29B9-CD4B3E025A20}"/>
          </ac:spMkLst>
        </pc:spChg>
        <pc:picChg chg="del">
          <ac:chgData name="Jacob Wyngaard" userId="6181fcd471e98458" providerId="LiveId" clId="{788BA123-62C9-4DDC-86E5-A6BCA4600216}" dt="2026-02-15T00:28:12.555" v="574" actId="478"/>
          <ac:picMkLst>
            <pc:docMk/>
            <pc:sldMk cId="45603475" sldId="292"/>
            <ac:picMk id="4" creationId="{9C9BF1C6-AC00-32A8-F8A9-39AE529A317C}"/>
          </ac:picMkLst>
        </pc:picChg>
        <pc:cxnChg chg="del">
          <ac:chgData name="Jacob Wyngaard" userId="6181fcd471e98458" providerId="LiveId" clId="{788BA123-62C9-4DDC-86E5-A6BCA4600216}" dt="2026-02-15T00:24:33.083" v="365" actId="478"/>
          <ac:cxnSpMkLst>
            <pc:docMk/>
            <pc:sldMk cId="45603475" sldId="292"/>
            <ac:cxnSpMk id="3" creationId="{DF2F8A40-8DB0-68A5-841F-C4C6A8C30B6C}"/>
          </ac:cxnSpMkLst>
        </pc:cxnChg>
        <pc:cxnChg chg="del">
          <ac:chgData name="Jacob Wyngaard" userId="6181fcd471e98458" providerId="LiveId" clId="{788BA123-62C9-4DDC-86E5-A6BCA4600216}" dt="2026-02-15T00:24:33.083" v="365" actId="478"/>
          <ac:cxnSpMkLst>
            <pc:docMk/>
            <pc:sldMk cId="45603475" sldId="292"/>
            <ac:cxnSpMk id="20" creationId="{B03308DC-9540-9930-E638-E3B3BE547EA7}"/>
          </ac:cxnSpMkLst>
        </pc:cxnChg>
        <pc:cxnChg chg="del">
          <ac:chgData name="Jacob Wyngaard" userId="6181fcd471e98458" providerId="LiveId" clId="{788BA123-62C9-4DDC-86E5-A6BCA4600216}" dt="2026-02-15T00:24:33.083" v="365" actId="478"/>
          <ac:cxnSpMkLst>
            <pc:docMk/>
            <pc:sldMk cId="45603475" sldId="292"/>
            <ac:cxnSpMk id="22" creationId="{EBA345A9-EF38-3D9F-4C25-0C8308BCF95F}"/>
          </ac:cxnSpMkLst>
        </pc:cxnChg>
        <pc:cxnChg chg="add mod">
          <ac:chgData name="Jacob Wyngaard" userId="6181fcd471e98458" providerId="LiveId" clId="{788BA123-62C9-4DDC-86E5-A6BCA4600216}" dt="2026-02-15T00:28:37.239" v="579" actId="1076"/>
          <ac:cxnSpMkLst>
            <pc:docMk/>
            <pc:sldMk cId="45603475" sldId="292"/>
            <ac:cxnSpMk id="32" creationId="{597661F6-CE2B-701C-559F-3505E0B49BB4}"/>
          </ac:cxnSpMkLst>
        </pc:cxnChg>
        <pc:cxnChg chg="add mod">
          <ac:chgData name="Jacob Wyngaard" userId="6181fcd471e98458" providerId="LiveId" clId="{788BA123-62C9-4DDC-86E5-A6BCA4600216}" dt="2026-02-15T00:28:37.239" v="579" actId="1076"/>
          <ac:cxnSpMkLst>
            <pc:docMk/>
            <pc:sldMk cId="45603475" sldId="292"/>
            <ac:cxnSpMk id="48" creationId="{78CB442D-683F-5AF7-D808-B79ED6469EC4}"/>
          </ac:cxnSpMkLst>
        </pc:cxnChg>
      </pc:sldChg>
      <pc:sldChg chg="addSp delSp modSp add mod">
        <pc:chgData name="Jacob Wyngaard" userId="6181fcd471e98458" providerId="LiveId" clId="{788BA123-62C9-4DDC-86E5-A6BCA4600216}" dt="2026-02-15T18:10:40.710" v="2916" actId="20577"/>
        <pc:sldMkLst>
          <pc:docMk/>
          <pc:sldMk cId="3137839623" sldId="293"/>
        </pc:sldMkLst>
        <pc:spChg chg="add mod">
          <ac:chgData name="Jacob Wyngaard" userId="6181fcd471e98458" providerId="LiveId" clId="{788BA123-62C9-4DDC-86E5-A6BCA4600216}" dt="2026-02-15T00:38:01.259" v="824" actId="1076"/>
          <ac:spMkLst>
            <pc:docMk/>
            <pc:sldMk cId="3137839623" sldId="293"/>
            <ac:spMk id="2" creationId="{CD8DC628-3B0A-DC82-4E66-F38435405F57}"/>
          </ac:spMkLst>
        </pc:spChg>
        <pc:spChg chg="add mod">
          <ac:chgData name="Jacob Wyngaard" userId="6181fcd471e98458" providerId="LiveId" clId="{788BA123-62C9-4DDC-86E5-A6BCA4600216}" dt="2026-02-15T00:39:11.197" v="895" actId="1076"/>
          <ac:spMkLst>
            <pc:docMk/>
            <pc:sldMk cId="3137839623" sldId="293"/>
            <ac:spMk id="3" creationId="{D43BAFB7-4CE4-3665-F35A-45C3C62D0B64}"/>
          </ac:spMkLst>
        </pc:spChg>
        <pc:spChg chg="add mod">
          <ac:chgData name="Jacob Wyngaard" userId="6181fcd471e98458" providerId="LiveId" clId="{788BA123-62C9-4DDC-86E5-A6BCA4600216}" dt="2026-02-15T00:39:32.122" v="936" actId="1076"/>
          <ac:spMkLst>
            <pc:docMk/>
            <pc:sldMk cId="3137839623" sldId="293"/>
            <ac:spMk id="4" creationId="{833CBA46-6B15-F107-CED7-2ACEB90D4D24}"/>
          </ac:spMkLst>
        </pc:spChg>
        <pc:spChg chg="add mod">
          <ac:chgData name="Jacob Wyngaard" userId="6181fcd471e98458" providerId="LiveId" clId="{788BA123-62C9-4DDC-86E5-A6BCA4600216}" dt="2026-02-15T00:40:59.969" v="950" actId="1076"/>
          <ac:spMkLst>
            <pc:docMk/>
            <pc:sldMk cId="3137839623" sldId="293"/>
            <ac:spMk id="5" creationId="{8B5A7337-6ADD-0EF6-32D6-55BFA1DC1CBC}"/>
          </ac:spMkLst>
        </pc:spChg>
        <pc:spChg chg="add mod">
          <ac:chgData name="Jacob Wyngaard" userId="6181fcd471e98458" providerId="LiveId" clId="{788BA123-62C9-4DDC-86E5-A6BCA4600216}" dt="2026-02-15T18:10:40.710" v="2916" actId="20577"/>
          <ac:spMkLst>
            <pc:docMk/>
            <pc:sldMk cId="3137839623" sldId="293"/>
            <ac:spMk id="10" creationId="{A635EA40-148A-FB11-8257-351028E8FA78}"/>
          </ac:spMkLst>
        </pc:spChg>
        <pc:spChg chg="del">
          <ac:chgData name="Jacob Wyngaard" userId="6181fcd471e98458" providerId="LiveId" clId="{788BA123-62C9-4DDC-86E5-A6BCA4600216}" dt="2026-02-15T00:37:15.185" v="747" actId="478"/>
          <ac:spMkLst>
            <pc:docMk/>
            <pc:sldMk cId="3137839623" sldId="293"/>
            <ac:spMk id="24" creationId="{D1316DD8-73B6-FF17-33AF-D7AD6A7A01A6}"/>
          </ac:spMkLst>
        </pc:spChg>
        <pc:spChg chg="del">
          <ac:chgData name="Jacob Wyngaard" userId="6181fcd471e98458" providerId="LiveId" clId="{788BA123-62C9-4DDC-86E5-A6BCA4600216}" dt="2026-02-15T00:37:16.034" v="748" actId="478"/>
          <ac:spMkLst>
            <pc:docMk/>
            <pc:sldMk cId="3137839623" sldId="293"/>
            <ac:spMk id="25" creationId="{AF2F2941-FEB8-4165-F7C5-2DE93BC859B6}"/>
          </ac:spMkLst>
        </pc:spChg>
        <pc:spChg chg="mod">
          <ac:chgData name="Jacob Wyngaard" userId="6181fcd471e98458" providerId="LiveId" clId="{788BA123-62C9-4DDC-86E5-A6BCA4600216}" dt="2026-02-15T00:37:19.222" v="749" actId="1076"/>
          <ac:spMkLst>
            <pc:docMk/>
            <pc:sldMk cId="3137839623" sldId="293"/>
            <ac:spMk id="29" creationId="{E6EA9BA4-5FFD-D0A1-3F0F-4D2FA2087F1C}"/>
          </ac:spMkLst>
        </pc:spChg>
        <pc:spChg chg="del">
          <ac:chgData name="Jacob Wyngaard" userId="6181fcd471e98458" providerId="LiveId" clId="{788BA123-62C9-4DDC-86E5-A6BCA4600216}" dt="2026-02-15T00:37:07.740" v="743" actId="478"/>
          <ac:spMkLst>
            <pc:docMk/>
            <pc:sldMk cId="3137839623" sldId="293"/>
            <ac:spMk id="57" creationId="{ED17B0F2-E937-24E1-59D9-365D77A1A491}"/>
          </ac:spMkLst>
        </pc:spChg>
      </pc:sldChg>
      <pc:sldChg chg="addSp delSp modSp add mod ord">
        <pc:chgData name="Jacob Wyngaard" userId="6181fcd471e98458" providerId="LiveId" clId="{788BA123-62C9-4DDC-86E5-A6BCA4600216}" dt="2026-02-15T17:12:14.599" v="2651" actId="1076"/>
        <pc:sldMkLst>
          <pc:docMk/>
          <pc:sldMk cId="2357545194" sldId="294"/>
        </pc:sldMkLst>
        <pc:spChg chg="del">
          <ac:chgData name="Jacob Wyngaard" userId="6181fcd471e98458" providerId="LiveId" clId="{788BA123-62C9-4DDC-86E5-A6BCA4600216}" dt="2026-02-15T00:42:09.953" v="965" actId="478"/>
          <ac:spMkLst>
            <pc:docMk/>
            <pc:sldMk cId="2357545194" sldId="294"/>
            <ac:spMk id="2" creationId="{923820B3-AAB8-8CFB-9686-6F036F87D941}"/>
          </ac:spMkLst>
        </pc:spChg>
        <pc:spChg chg="add mod">
          <ac:chgData name="Jacob Wyngaard" userId="6181fcd471e98458" providerId="LiveId" clId="{788BA123-62C9-4DDC-86E5-A6BCA4600216}" dt="2026-02-15T17:12:03.539" v="2647" actId="14100"/>
          <ac:spMkLst>
            <pc:docMk/>
            <pc:sldMk cId="2357545194" sldId="294"/>
            <ac:spMk id="24" creationId="{E2533774-4126-1B06-B685-17CCB1B1D6EA}"/>
          </ac:spMkLst>
        </pc:spChg>
        <pc:spChg chg="add mod">
          <ac:chgData name="Jacob Wyngaard" userId="6181fcd471e98458" providerId="LiveId" clId="{788BA123-62C9-4DDC-86E5-A6BCA4600216}" dt="2026-02-15T17:12:08.840" v="2649" actId="14100"/>
          <ac:spMkLst>
            <pc:docMk/>
            <pc:sldMk cId="2357545194" sldId="294"/>
            <ac:spMk id="25" creationId="{684FFBAE-2AA1-1EA3-87E3-1B4B27BDA8DD}"/>
          </ac:spMkLst>
        </pc:spChg>
        <pc:spChg chg="del">
          <ac:chgData name="Jacob Wyngaard" userId="6181fcd471e98458" providerId="LiveId" clId="{788BA123-62C9-4DDC-86E5-A6BCA4600216}" dt="2026-02-15T00:42:09.953" v="965" actId="478"/>
          <ac:spMkLst>
            <pc:docMk/>
            <pc:sldMk cId="2357545194" sldId="294"/>
            <ac:spMk id="27" creationId="{520BD3F4-3390-6A31-58B0-2F71FD60E450}"/>
          </ac:spMkLst>
        </pc:spChg>
        <pc:spChg chg="del">
          <ac:chgData name="Jacob Wyngaard" userId="6181fcd471e98458" providerId="LiveId" clId="{788BA123-62C9-4DDC-86E5-A6BCA4600216}" dt="2026-02-15T00:42:09.953" v="965" actId="478"/>
          <ac:spMkLst>
            <pc:docMk/>
            <pc:sldMk cId="2357545194" sldId="294"/>
            <ac:spMk id="28" creationId="{B60FA532-B8F8-A1F1-14B1-57DB31B60748}"/>
          </ac:spMkLst>
        </pc:spChg>
        <pc:spChg chg="add mod">
          <ac:chgData name="Jacob Wyngaard" userId="6181fcd471e98458" providerId="LiveId" clId="{788BA123-62C9-4DDC-86E5-A6BCA4600216}" dt="2026-02-15T17:12:14.599" v="2651" actId="1076"/>
          <ac:spMkLst>
            <pc:docMk/>
            <pc:sldMk cId="2357545194" sldId="294"/>
            <ac:spMk id="29" creationId="{159E7F89-B509-F269-DB9D-9EAE501BAC99}"/>
          </ac:spMkLst>
        </pc:spChg>
        <pc:spChg chg="del">
          <ac:chgData name="Jacob Wyngaard" userId="6181fcd471e98458" providerId="LiveId" clId="{788BA123-62C9-4DDC-86E5-A6BCA4600216}" dt="2026-02-15T00:42:09.953" v="965" actId="478"/>
          <ac:spMkLst>
            <pc:docMk/>
            <pc:sldMk cId="2357545194" sldId="294"/>
            <ac:spMk id="33" creationId="{247B6C07-8C45-5120-2CA9-BA0F9A4578D3}"/>
          </ac:spMkLst>
        </pc:spChg>
        <pc:spChg chg="del">
          <ac:chgData name="Jacob Wyngaard" userId="6181fcd471e98458" providerId="LiveId" clId="{788BA123-62C9-4DDC-86E5-A6BCA4600216}" dt="2026-02-15T00:42:06.434" v="964" actId="478"/>
          <ac:spMkLst>
            <pc:docMk/>
            <pc:sldMk cId="2357545194" sldId="294"/>
            <ac:spMk id="34" creationId="{A670A754-8A12-B233-8066-AD260EEB150D}"/>
          </ac:spMkLst>
        </pc:spChg>
        <pc:spChg chg="del">
          <ac:chgData name="Jacob Wyngaard" userId="6181fcd471e98458" providerId="LiveId" clId="{788BA123-62C9-4DDC-86E5-A6BCA4600216}" dt="2026-02-15T00:42:09.953" v="965" actId="478"/>
          <ac:spMkLst>
            <pc:docMk/>
            <pc:sldMk cId="2357545194" sldId="294"/>
            <ac:spMk id="38" creationId="{924A20E3-B18F-7BFD-B71D-FE16A4492F1F}"/>
          </ac:spMkLst>
        </pc:spChg>
        <pc:spChg chg="del">
          <ac:chgData name="Jacob Wyngaard" userId="6181fcd471e98458" providerId="LiveId" clId="{788BA123-62C9-4DDC-86E5-A6BCA4600216}" dt="2026-02-15T00:42:09.953" v="965" actId="478"/>
          <ac:spMkLst>
            <pc:docMk/>
            <pc:sldMk cId="2357545194" sldId="294"/>
            <ac:spMk id="39" creationId="{04304364-22D7-8B6B-2571-2212DFD75652}"/>
          </ac:spMkLst>
        </pc:spChg>
        <pc:spChg chg="del">
          <ac:chgData name="Jacob Wyngaard" userId="6181fcd471e98458" providerId="LiveId" clId="{788BA123-62C9-4DDC-86E5-A6BCA4600216}" dt="2026-02-15T00:42:09.953" v="965" actId="478"/>
          <ac:spMkLst>
            <pc:docMk/>
            <pc:sldMk cId="2357545194" sldId="294"/>
            <ac:spMk id="40" creationId="{8886FD79-2554-97FF-7AED-CE5ABA6DA786}"/>
          </ac:spMkLst>
        </pc:spChg>
        <pc:cxnChg chg="del">
          <ac:chgData name="Jacob Wyngaard" userId="6181fcd471e98458" providerId="LiveId" clId="{788BA123-62C9-4DDC-86E5-A6BCA4600216}" dt="2026-02-15T00:42:09.953" v="965" actId="478"/>
          <ac:cxnSpMkLst>
            <pc:docMk/>
            <pc:sldMk cId="2357545194" sldId="294"/>
            <ac:cxnSpMk id="22" creationId="{E77DA03E-A08F-8332-C8AC-3C4F79A90112}"/>
          </ac:cxnSpMkLst>
        </pc:cxnChg>
        <pc:cxnChg chg="del">
          <ac:chgData name="Jacob Wyngaard" userId="6181fcd471e98458" providerId="LiveId" clId="{788BA123-62C9-4DDC-86E5-A6BCA4600216}" dt="2026-02-15T00:42:09.953" v="965" actId="478"/>
          <ac:cxnSpMkLst>
            <pc:docMk/>
            <pc:sldMk cId="2357545194" sldId="294"/>
            <ac:cxnSpMk id="23" creationId="{7A7CA39B-CF77-7C4A-512E-132B6F190882}"/>
          </ac:cxnSpMkLst>
        </pc:cxnChg>
        <pc:cxnChg chg="del">
          <ac:chgData name="Jacob Wyngaard" userId="6181fcd471e98458" providerId="LiveId" clId="{788BA123-62C9-4DDC-86E5-A6BCA4600216}" dt="2026-02-15T00:42:09.953" v="965" actId="478"/>
          <ac:cxnSpMkLst>
            <pc:docMk/>
            <pc:sldMk cId="2357545194" sldId="294"/>
            <ac:cxnSpMk id="36" creationId="{81E95551-0774-89D5-B867-C3B0DC00C122}"/>
          </ac:cxnSpMkLst>
        </pc:cxnChg>
      </pc:sldChg>
      <pc:sldChg chg="addSp delSp modSp add mod">
        <pc:chgData name="Jacob Wyngaard" userId="6181fcd471e98458" providerId="LiveId" clId="{788BA123-62C9-4DDC-86E5-A6BCA4600216}" dt="2026-02-15T17:12:26.331" v="2654" actId="1076"/>
        <pc:sldMkLst>
          <pc:docMk/>
          <pc:sldMk cId="2053631791" sldId="295"/>
        </pc:sldMkLst>
        <pc:spChg chg="add mod">
          <ac:chgData name="Jacob Wyngaard" userId="6181fcd471e98458" providerId="LiveId" clId="{788BA123-62C9-4DDC-86E5-A6BCA4600216}" dt="2026-02-15T17:12:23.542" v="2653" actId="1076"/>
          <ac:spMkLst>
            <pc:docMk/>
            <pc:sldMk cId="2053631791" sldId="295"/>
            <ac:spMk id="2" creationId="{126414A7-5EE0-BDC0-862A-C2CA197122D1}"/>
          </ac:spMkLst>
        </pc:spChg>
        <pc:spChg chg="add mod">
          <ac:chgData name="Jacob Wyngaard" userId="6181fcd471e98458" providerId="LiveId" clId="{788BA123-62C9-4DDC-86E5-A6BCA4600216}" dt="2026-02-15T17:12:26.331" v="2654" actId="1076"/>
          <ac:spMkLst>
            <pc:docMk/>
            <pc:sldMk cId="2053631791" sldId="295"/>
            <ac:spMk id="3" creationId="{9BE277E4-687D-E9A8-E00D-4E561999999A}"/>
          </ac:spMkLst>
        </pc:spChg>
        <pc:spChg chg="add mod">
          <ac:chgData name="Jacob Wyngaard" userId="6181fcd471e98458" providerId="LiveId" clId="{788BA123-62C9-4DDC-86E5-A6BCA4600216}" dt="2026-02-15T00:50:49.114" v="1700" actId="1076"/>
          <ac:spMkLst>
            <pc:docMk/>
            <pc:sldMk cId="2053631791" sldId="295"/>
            <ac:spMk id="20" creationId="{4681A710-024C-52A1-78FF-F740882E5E1E}"/>
          </ac:spMkLst>
        </pc:spChg>
        <pc:spChg chg="mod">
          <ac:chgData name="Jacob Wyngaard" userId="6181fcd471e98458" providerId="LiveId" clId="{788BA123-62C9-4DDC-86E5-A6BCA4600216}" dt="2026-02-15T17:12:19.339" v="2652" actId="14100"/>
          <ac:spMkLst>
            <pc:docMk/>
            <pc:sldMk cId="2053631791" sldId="295"/>
            <ac:spMk id="24" creationId="{6AA0668F-8513-7B41-8541-F0F710F4FA8A}"/>
          </ac:spMkLst>
        </pc:spChg>
        <pc:spChg chg="del">
          <ac:chgData name="Jacob Wyngaard" userId="6181fcd471e98458" providerId="LiveId" clId="{788BA123-62C9-4DDC-86E5-A6BCA4600216}" dt="2026-02-15T00:44:50.239" v="1292" actId="478"/>
          <ac:spMkLst>
            <pc:docMk/>
            <pc:sldMk cId="2053631791" sldId="295"/>
            <ac:spMk id="25" creationId="{7C47729E-2616-A4DC-24AE-F1953DBBB1A1}"/>
          </ac:spMkLst>
        </pc:spChg>
        <pc:spChg chg="del">
          <ac:chgData name="Jacob Wyngaard" userId="6181fcd471e98458" providerId="LiveId" clId="{788BA123-62C9-4DDC-86E5-A6BCA4600216}" dt="2026-02-15T00:44:48.875" v="1291" actId="478"/>
          <ac:spMkLst>
            <pc:docMk/>
            <pc:sldMk cId="2053631791" sldId="295"/>
            <ac:spMk id="29" creationId="{E12F2185-06F6-C494-B731-77665DC1A7EC}"/>
          </ac:spMkLst>
        </pc:spChg>
      </pc:sldChg>
      <pc:sldChg chg="addSp delSp modSp add mod ord">
        <pc:chgData name="Jacob Wyngaard" userId="6181fcd471e98458" providerId="LiveId" clId="{788BA123-62C9-4DDC-86E5-A6BCA4600216}" dt="2026-02-15T22:45:59.732" v="3134" actId="14100"/>
        <pc:sldMkLst>
          <pc:docMk/>
          <pc:sldMk cId="138024688" sldId="296"/>
        </pc:sldMkLst>
        <pc:spChg chg="add mod">
          <ac:chgData name="Jacob Wyngaard" userId="6181fcd471e98458" providerId="LiveId" clId="{788BA123-62C9-4DDC-86E5-A6BCA4600216}" dt="2026-02-15T01:27:02.706" v="2578" actId="1076"/>
          <ac:spMkLst>
            <pc:docMk/>
            <pc:sldMk cId="138024688" sldId="296"/>
            <ac:spMk id="2" creationId="{65ADB615-54B5-85CE-E40B-F40960351B53}"/>
          </ac:spMkLst>
        </pc:spChg>
        <pc:spChg chg="add mod">
          <ac:chgData name="Jacob Wyngaard" userId="6181fcd471e98458" providerId="LiveId" clId="{788BA123-62C9-4DDC-86E5-A6BCA4600216}" dt="2026-02-15T22:45:59.732" v="3134" actId="14100"/>
          <ac:spMkLst>
            <pc:docMk/>
            <pc:sldMk cId="138024688" sldId="296"/>
            <ac:spMk id="3" creationId="{EBD34A71-C114-1F12-0861-9C22C1F5E7A3}"/>
          </ac:spMkLst>
        </pc:spChg>
        <pc:spChg chg="del">
          <ac:chgData name="Jacob Wyngaard" userId="6181fcd471e98458" providerId="LiveId" clId="{788BA123-62C9-4DDC-86E5-A6BCA4600216}" dt="2026-02-15T01:11:11.078" v="2426" actId="478"/>
          <ac:spMkLst>
            <pc:docMk/>
            <pc:sldMk cId="138024688" sldId="296"/>
            <ac:spMk id="7" creationId="{8FBC53B9-908F-8B33-301C-753D441CA64B}"/>
          </ac:spMkLst>
        </pc:spChg>
        <pc:spChg chg="del">
          <ac:chgData name="Jacob Wyngaard" userId="6181fcd471e98458" providerId="LiveId" clId="{788BA123-62C9-4DDC-86E5-A6BCA4600216}" dt="2026-02-15T01:08:36.374" v="2297" actId="478"/>
          <ac:spMkLst>
            <pc:docMk/>
            <pc:sldMk cId="138024688" sldId="296"/>
            <ac:spMk id="11" creationId="{523528BC-552D-3188-EFA0-1359EFA36ED9}"/>
          </ac:spMkLst>
        </pc:spChg>
        <pc:spChg chg="del">
          <ac:chgData name="Jacob Wyngaard" userId="6181fcd471e98458" providerId="LiveId" clId="{788BA123-62C9-4DDC-86E5-A6BCA4600216}" dt="2026-02-15T01:11:11.078" v="2426" actId="478"/>
          <ac:spMkLst>
            <pc:docMk/>
            <pc:sldMk cId="138024688" sldId="296"/>
            <ac:spMk id="12" creationId="{AAF07B7F-E419-1662-5DD9-A3B4CB518E83}"/>
          </ac:spMkLst>
        </pc:spChg>
        <pc:spChg chg="del">
          <ac:chgData name="Jacob Wyngaard" userId="6181fcd471e98458" providerId="LiveId" clId="{788BA123-62C9-4DDC-86E5-A6BCA4600216}" dt="2026-02-15T01:11:11.078" v="2426" actId="478"/>
          <ac:spMkLst>
            <pc:docMk/>
            <pc:sldMk cId="138024688" sldId="296"/>
            <ac:spMk id="13" creationId="{FB8E3D11-4253-16C9-6257-CE54A30EBEDE}"/>
          </ac:spMkLst>
        </pc:spChg>
        <pc:spChg chg="del mod">
          <ac:chgData name="Jacob Wyngaard" userId="6181fcd471e98458" providerId="LiveId" clId="{788BA123-62C9-4DDC-86E5-A6BCA4600216}" dt="2026-02-15T01:11:11.078" v="2426" actId="478"/>
          <ac:spMkLst>
            <pc:docMk/>
            <pc:sldMk cId="138024688" sldId="296"/>
            <ac:spMk id="14" creationId="{5D69902C-827A-DAF9-EE38-B630BAC797A2}"/>
          </ac:spMkLst>
        </pc:spChg>
        <pc:spChg chg="del mod">
          <ac:chgData name="Jacob Wyngaard" userId="6181fcd471e98458" providerId="LiveId" clId="{788BA123-62C9-4DDC-86E5-A6BCA4600216}" dt="2026-02-15T01:11:11.078" v="2426" actId="478"/>
          <ac:spMkLst>
            <pc:docMk/>
            <pc:sldMk cId="138024688" sldId="296"/>
            <ac:spMk id="15" creationId="{30CE6790-F479-E2C7-2674-3732B546C1E9}"/>
          </ac:spMkLst>
        </pc:spChg>
        <pc:spChg chg="del mod">
          <ac:chgData name="Jacob Wyngaard" userId="6181fcd471e98458" providerId="LiveId" clId="{788BA123-62C9-4DDC-86E5-A6BCA4600216}" dt="2026-02-15T01:11:11.078" v="2426" actId="478"/>
          <ac:spMkLst>
            <pc:docMk/>
            <pc:sldMk cId="138024688" sldId="296"/>
            <ac:spMk id="16" creationId="{13F64CEE-5069-E942-675E-A476F030F403}"/>
          </ac:spMkLst>
        </pc:spChg>
        <pc:spChg chg="del mod">
          <ac:chgData name="Jacob Wyngaard" userId="6181fcd471e98458" providerId="LiveId" clId="{788BA123-62C9-4DDC-86E5-A6BCA4600216}" dt="2026-02-15T01:08:34.630" v="2296" actId="478"/>
          <ac:spMkLst>
            <pc:docMk/>
            <pc:sldMk cId="138024688" sldId="296"/>
            <ac:spMk id="17" creationId="{8FBFA9D1-9B45-354F-9424-E321CA41AD72}"/>
          </ac:spMkLst>
        </pc:spChg>
        <pc:spChg chg="mod">
          <ac:chgData name="Jacob Wyngaard" userId="6181fcd471e98458" providerId="LiveId" clId="{788BA123-62C9-4DDC-86E5-A6BCA4600216}" dt="2026-02-15T01:00:53.674" v="1921" actId="20577"/>
          <ac:spMkLst>
            <pc:docMk/>
            <pc:sldMk cId="138024688" sldId="296"/>
            <ac:spMk id="18" creationId="{93353D51-E2CD-55FB-8BD0-B1219D1AFB9B}"/>
          </ac:spMkLst>
        </pc:spChg>
        <pc:spChg chg="mod">
          <ac:chgData name="Jacob Wyngaard" userId="6181fcd471e98458" providerId="LiveId" clId="{788BA123-62C9-4DDC-86E5-A6BCA4600216}" dt="2026-02-15T01:01:10.053" v="1925" actId="20577"/>
          <ac:spMkLst>
            <pc:docMk/>
            <pc:sldMk cId="138024688" sldId="296"/>
            <ac:spMk id="19" creationId="{5C9D8E36-39CA-2A70-9380-CB8C43E46F7F}"/>
          </ac:spMkLst>
        </pc:spChg>
        <pc:spChg chg="add del mod">
          <ac:chgData name="Jacob Wyngaard" userId="6181fcd471e98458" providerId="LiveId" clId="{788BA123-62C9-4DDC-86E5-A6BCA4600216}" dt="2026-02-15T01:11:11.078" v="2426" actId="478"/>
          <ac:spMkLst>
            <pc:docMk/>
            <pc:sldMk cId="138024688" sldId="296"/>
            <ac:spMk id="20" creationId="{92E99B4B-47BC-1862-C327-96954195C61C}"/>
          </ac:spMkLst>
        </pc:spChg>
        <pc:spChg chg="mod">
          <ac:chgData name="Jacob Wyngaard" userId="6181fcd471e98458" providerId="LiveId" clId="{788BA123-62C9-4DDC-86E5-A6BCA4600216}" dt="2026-02-15T00:59:13.605" v="1907" actId="1076"/>
          <ac:spMkLst>
            <pc:docMk/>
            <pc:sldMk cId="138024688" sldId="296"/>
            <ac:spMk id="24" creationId="{D6ACB365-F5AA-BB90-6F3F-06B4DE0F397F}"/>
          </ac:spMkLst>
        </pc:spChg>
        <pc:spChg chg="del">
          <ac:chgData name="Jacob Wyngaard" userId="6181fcd471e98458" providerId="LiveId" clId="{788BA123-62C9-4DDC-86E5-A6BCA4600216}" dt="2026-02-15T00:57:40.009" v="1709" actId="478"/>
          <ac:spMkLst>
            <pc:docMk/>
            <pc:sldMk cId="138024688" sldId="296"/>
            <ac:spMk id="25" creationId="{BFEDD038-34F0-31E8-7E7A-3D277977AF4E}"/>
          </ac:spMkLst>
        </pc:spChg>
        <pc:spChg chg="add mod">
          <ac:chgData name="Jacob Wyngaard" userId="6181fcd471e98458" providerId="LiveId" clId="{788BA123-62C9-4DDC-86E5-A6BCA4600216}" dt="2026-02-15T01:10:03.486" v="2323" actId="20577"/>
          <ac:spMkLst>
            <pc:docMk/>
            <pc:sldMk cId="138024688" sldId="296"/>
            <ac:spMk id="27" creationId="{4BF4F0EF-F8AE-8D49-15F7-D0787B7555AD}"/>
          </ac:spMkLst>
        </pc:spChg>
        <pc:spChg chg="add del mod">
          <ac:chgData name="Jacob Wyngaard" userId="6181fcd471e98458" providerId="LiveId" clId="{788BA123-62C9-4DDC-86E5-A6BCA4600216}" dt="2026-02-15T01:11:11.078" v="2426" actId="478"/>
          <ac:spMkLst>
            <pc:docMk/>
            <pc:sldMk cId="138024688" sldId="296"/>
            <ac:spMk id="28" creationId="{603CFA45-43BE-8145-513D-5A863630AE0C}"/>
          </ac:spMkLst>
        </pc:spChg>
        <pc:spChg chg="del">
          <ac:chgData name="Jacob Wyngaard" userId="6181fcd471e98458" providerId="LiveId" clId="{788BA123-62C9-4DDC-86E5-A6BCA4600216}" dt="2026-02-15T00:57:39.259" v="1708" actId="478"/>
          <ac:spMkLst>
            <pc:docMk/>
            <pc:sldMk cId="138024688" sldId="296"/>
            <ac:spMk id="29" creationId="{B3B4E4E1-2F11-4EBA-A8D5-510DC903EFE4}"/>
          </ac:spMkLst>
        </pc:spChg>
        <pc:spChg chg="add del mod">
          <ac:chgData name="Jacob Wyngaard" userId="6181fcd471e98458" providerId="LiveId" clId="{788BA123-62C9-4DDC-86E5-A6BCA4600216}" dt="2026-02-15T01:11:11.078" v="2426" actId="478"/>
          <ac:spMkLst>
            <pc:docMk/>
            <pc:sldMk cId="138024688" sldId="296"/>
            <ac:spMk id="30" creationId="{8EE5D3F7-ED46-5371-2EE4-1F122970CDC4}"/>
          </ac:spMkLst>
        </pc:spChg>
        <pc:spChg chg="add del mod">
          <ac:chgData name="Jacob Wyngaard" userId="6181fcd471e98458" providerId="LiveId" clId="{788BA123-62C9-4DDC-86E5-A6BCA4600216}" dt="2026-02-15T01:11:11.078" v="2426" actId="478"/>
          <ac:spMkLst>
            <pc:docMk/>
            <pc:sldMk cId="138024688" sldId="296"/>
            <ac:spMk id="31" creationId="{274C1CAF-D6EB-4E43-9044-A53BB8D91729}"/>
          </ac:spMkLst>
        </pc:spChg>
        <pc:picChg chg="mod">
          <ac:chgData name="Jacob Wyngaard" userId="6181fcd471e98458" providerId="LiveId" clId="{788BA123-62C9-4DDC-86E5-A6BCA4600216}" dt="2026-02-15T01:07:43.109" v="2280" actId="1076"/>
          <ac:picMkLst>
            <pc:docMk/>
            <pc:sldMk cId="138024688" sldId="296"/>
            <ac:picMk id="4" creationId="{43810829-C08E-64F3-D61D-D8532581A578}"/>
          </ac:picMkLst>
        </pc:picChg>
        <pc:picChg chg="add del mod">
          <ac:chgData name="Jacob Wyngaard" userId="6181fcd471e98458" providerId="LiveId" clId="{788BA123-62C9-4DDC-86E5-A6BCA4600216}" dt="2026-02-15T01:09:28.031" v="2313" actId="478"/>
          <ac:picMkLst>
            <pc:docMk/>
            <pc:sldMk cId="138024688" sldId="296"/>
            <ac:picMk id="21" creationId="{CBC0DD06-C618-8D90-A8E9-69A4354F816B}"/>
          </ac:picMkLst>
        </pc:picChg>
        <pc:picChg chg="add del mod">
          <ac:chgData name="Jacob Wyngaard" userId="6181fcd471e98458" providerId="LiveId" clId="{788BA123-62C9-4DDC-86E5-A6BCA4600216}" dt="2026-02-15T01:09:27.468" v="2312" actId="478"/>
          <ac:picMkLst>
            <pc:docMk/>
            <pc:sldMk cId="138024688" sldId="296"/>
            <ac:picMk id="22" creationId="{C6091869-B0D2-E5DF-8717-AAB68583DC56}"/>
          </ac:picMkLst>
        </pc:picChg>
        <pc:picChg chg="add del mod">
          <ac:chgData name="Jacob Wyngaard" userId="6181fcd471e98458" providerId="LiveId" clId="{788BA123-62C9-4DDC-86E5-A6BCA4600216}" dt="2026-02-15T01:09:28.589" v="2314" actId="478"/>
          <ac:picMkLst>
            <pc:docMk/>
            <pc:sldMk cId="138024688" sldId="296"/>
            <ac:picMk id="23" creationId="{406E3484-A85C-A7D5-6860-E62BAA5450C1}"/>
          </ac:picMkLst>
        </pc:picChg>
        <pc:picChg chg="add del mod">
          <ac:chgData name="Jacob Wyngaard" userId="6181fcd471e98458" providerId="LiveId" clId="{788BA123-62C9-4DDC-86E5-A6BCA4600216}" dt="2026-02-15T01:09:29.016" v="2315" actId="478"/>
          <ac:picMkLst>
            <pc:docMk/>
            <pc:sldMk cId="138024688" sldId="296"/>
            <ac:picMk id="26" creationId="{E3A10C24-764A-6A00-304A-02D7D641AA7B}"/>
          </ac:picMkLst>
        </pc:picChg>
      </pc:sldChg>
      <pc:sldChg chg="addSp delSp modSp add mod">
        <pc:chgData name="Jacob Wyngaard" userId="6181fcd471e98458" providerId="LiveId" clId="{788BA123-62C9-4DDC-86E5-A6BCA4600216}" dt="2026-02-15T17:20:30.600" v="2806" actId="20577"/>
        <pc:sldMkLst>
          <pc:docMk/>
          <pc:sldMk cId="785384248" sldId="297"/>
        </pc:sldMkLst>
        <pc:spChg chg="del">
          <ac:chgData name="Jacob Wyngaard" userId="6181fcd471e98458" providerId="LiveId" clId="{788BA123-62C9-4DDC-86E5-A6BCA4600216}" dt="2026-02-15T01:27:29.638" v="2579" actId="478"/>
          <ac:spMkLst>
            <pc:docMk/>
            <pc:sldMk cId="785384248" sldId="297"/>
            <ac:spMk id="2" creationId="{49701C64-E0F9-7605-026B-10F7490359B0}"/>
          </ac:spMkLst>
        </pc:spChg>
        <pc:spChg chg="add mod">
          <ac:chgData name="Jacob Wyngaard" userId="6181fcd471e98458" providerId="LiveId" clId="{788BA123-62C9-4DDC-86E5-A6BCA4600216}" dt="2026-02-15T17:13:45.265" v="2657"/>
          <ac:spMkLst>
            <pc:docMk/>
            <pc:sldMk cId="785384248" sldId="297"/>
            <ac:spMk id="2" creationId="{6122FABC-3599-CAEA-A59A-052B76FB790D}"/>
          </ac:spMkLst>
        </pc:spChg>
        <pc:spChg chg="mod">
          <ac:chgData name="Jacob Wyngaard" userId="6181fcd471e98458" providerId="LiveId" clId="{788BA123-62C9-4DDC-86E5-A6BCA4600216}" dt="2026-02-15T17:14:57.899" v="2695" actId="1076"/>
          <ac:spMkLst>
            <pc:docMk/>
            <pc:sldMk cId="785384248" sldId="297"/>
            <ac:spMk id="3" creationId="{29E9968A-393C-38AC-CCCC-7D6E55A32106}"/>
          </ac:spMkLst>
        </pc:spChg>
        <pc:spChg chg="mod">
          <ac:chgData name="Jacob Wyngaard" userId="6181fcd471e98458" providerId="LiveId" clId="{788BA123-62C9-4DDC-86E5-A6BCA4600216}" dt="2026-02-15T17:20:30.600" v="2806" actId="20577"/>
          <ac:spMkLst>
            <pc:docMk/>
            <pc:sldMk cId="785384248" sldId="297"/>
            <ac:spMk id="19" creationId="{CC703CF3-DC64-7C11-A43B-A5BE8F430809}"/>
          </ac:spMkLst>
        </pc:spChg>
        <pc:spChg chg="add mod">
          <ac:chgData name="Jacob Wyngaard" userId="6181fcd471e98458" providerId="LiveId" clId="{788BA123-62C9-4DDC-86E5-A6BCA4600216}" dt="2026-02-15T17:13:45.265" v="2657"/>
          <ac:spMkLst>
            <pc:docMk/>
            <pc:sldMk cId="785384248" sldId="297"/>
            <ac:spMk id="20" creationId="{C3D56043-BAC8-76A8-0E5C-3E799512684E}"/>
          </ac:spMkLst>
        </pc:spChg>
        <pc:spChg chg="add mod">
          <ac:chgData name="Jacob Wyngaard" userId="6181fcd471e98458" providerId="LiveId" clId="{788BA123-62C9-4DDC-86E5-A6BCA4600216}" dt="2026-02-15T17:13:45.265" v="2657"/>
          <ac:spMkLst>
            <pc:docMk/>
            <pc:sldMk cId="785384248" sldId="297"/>
            <ac:spMk id="21" creationId="{22FE3722-6BD9-BEB3-BB76-00784B58542A}"/>
          </ac:spMkLst>
        </pc:spChg>
        <pc:spChg chg="add mod">
          <ac:chgData name="Jacob Wyngaard" userId="6181fcd471e98458" providerId="LiveId" clId="{788BA123-62C9-4DDC-86E5-A6BCA4600216}" dt="2026-02-15T17:15:05.533" v="2697" actId="1076"/>
          <ac:spMkLst>
            <pc:docMk/>
            <pc:sldMk cId="785384248" sldId="297"/>
            <ac:spMk id="22" creationId="{4FFBC979-900E-D7BC-F84A-AA819623CAB5}"/>
          </ac:spMkLst>
        </pc:spChg>
      </pc:sldChg>
      <pc:sldChg chg="addSp delSp modSp add mod">
        <pc:chgData name="Jacob Wyngaard" userId="6181fcd471e98458" providerId="LiveId" clId="{788BA123-62C9-4DDC-86E5-A6BCA4600216}" dt="2026-02-15T17:21:01.332" v="2815" actId="1076"/>
        <pc:sldMkLst>
          <pc:docMk/>
          <pc:sldMk cId="3070394461" sldId="298"/>
        </pc:sldMkLst>
        <pc:spChg chg="add del mod">
          <ac:chgData name="Jacob Wyngaard" userId="6181fcd471e98458" providerId="LiveId" clId="{788BA123-62C9-4DDC-86E5-A6BCA4600216}" dt="2026-02-15T17:15:09.971" v="2698" actId="478"/>
          <ac:spMkLst>
            <pc:docMk/>
            <pc:sldMk cId="3070394461" sldId="298"/>
            <ac:spMk id="2" creationId="{4E5C5870-0319-C9CF-AEE9-4A870B748897}"/>
          </ac:spMkLst>
        </pc:spChg>
        <pc:spChg chg="del">
          <ac:chgData name="Jacob Wyngaard" userId="6181fcd471e98458" providerId="LiveId" clId="{788BA123-62C9-4DDC-86E5-A6BCA4600216}" dt="2026-02-15T17:13:52.042" v="2659" actId="478"/>
          <ac:spMkLst>
            <pc:docMk/>
            <pc:sldMk cId="3070394461" sldId="298"/>
            <ac:spMk id="3" creationId="{983AAF08-EEDD-895B-793E-3218313FED16}"/>
          </ac:spMkLst>
        </pc:spChg>
        <pc:spChg chg="mod">
          <ac:chgData name="Jacob Wyngaard" userId="6181fcd471e98458" providerId="LiveId" clId="{788BA123-62C9-4DDC-86E5-A6BCA4600216}" dt="2026-02-15T17:20:33.896" v="2808" actId="20577"/>
          <ac:spMkLst>
            <pc:docMk/>
            <pc:sldMk cId="3070394461" sldId="298"/>
            <ac:spMk id="19" creationId="{FBFA0434-1A0F-0AB2-F279-9A82593ED42D}"/>
          </ac:spMkLst>
        </pc:spChg>
        <pc:spChg chg="add mod">
          <ac:chgData name="Jacob Wyngaard" userId="6181fcd471e98458" providerId="LiveId" clId="{788BA123-62C9-4DDC-86E5-A6BCA4600216}" dt="2026-02-15T17:15:30.461" v="2719" actId="20577"/>
          <ac:spMkLst>
            <pc:docMk/>
            <pc:sldMk cId="3070394461" sldId="298"/>
            <ac:spMk id="20" creationId="{64878380-AB72-96E5-D3FE-DF31485C4CFE}"/>
          </ac:spMkLst>
        </pc:spChg>
        <pc:spChg chg="add mod">
          <ac:chgData name="Jacob Wyngaard" userId="6181fcd471e98458" providerId="LiveId" clId="{788BA123-62C9-4DDC-86E5-A6BCA4600216}" dt="2026-02-15T17:20:38.031" v="2810" actId="20577"/>
          <ac:spMkLst>
            <pc:docMk/>
            <pc:sldMk cId="3070394461" sldId="298"/>
            <ac:spMk id="21" creationId="{E3CC033C-1C10-9D48-978A-81A5BD72E7DD}"/>
          </ac:spMkLst>
        </pc:spChg>
        <pc:spChg chg="add mod">
          <ac:chgData name="Jacob Wyngaard" userId="6181fcd471e98458" providerId="LiveId" clId="{788BA123-62C9-4DDC-86E5-A6BCA4600216}" dt="2026-02-15T17:20:43.920" v="2814" actId="20577"/>
          <ac:spMkLst>
            <pc:docMk/>
            <pc:sldMk cId="3070394461" sldId="298"/>
            <ac:spMk id="22" creationId="{CF395FDC-B434-8118-8037-5C05505B7FDA}"/>
          </ac:spMkLst>
        </pc:spChg>
        <pc:spChg chg="add mod">
          <ac:chgData name="Jacob Wyngaard" userId="6181fcd471e98458" providerId="LiveId" clId="{788BA123-62C9-4DDC-86E5-A6BCA4600216}" dt="2026-02-15T17:18:11.379" v="2790" actId="1076"/>
          <ac:spMkLst>
            <pc:docMk/>
            <pc:sldMk cId="3070394461" sldId="298"/>
            <ac:spMk id="23" creationId="{76EB7531-9A28-99CB-19C8-69952B5468C4}"/>
          </ac:spMkLst>
        </pc:spChg>
        <pc:spChg chg="del">
          <ac:chgData name="Jacob Wyngaard" userId="6181fcd471e98458" providerId="LiveId" clId="{788BA123-62C9-4DDC-86E5-A6BCA4600216}" dt="2026-02-15T17:14:49.496" v="2694" actId="478"/>
          <ac:spMkLst>
            <pc:docMk/>
            <pc:sldMk cId="3070394461" sldId="298"/>
            <ac:spMk id="24" creationId="{1FB332B1-E043-3B7D-F92C-7307A2D2560D}"/>
          </ac:spMkLst>
        </pc:spChg>
        <pc:spChg chg="add mod">
          <ac:chgData name="Jacob Wyngaard" userId="6181fcd471e98458" providerId="LiveId" clId="{788BA123-62C9-4DDC-86E5-A6BCA4600216}" dt="2026-02-15T17:21:01.332" v="2815" actId="1076"/>
          <ac:spMkLst>
            <pc:docMk/>
            <pc:sldMk cId="3070394461" sldId="298"/>
            <ac:spMk id="25" creationId="{00168EB1-BB8E-7EEE-A949-9B3D463C509B}"/>
          </ac:spMkLst>
        </pc:spChg>
      </pc:sldChg>
      <pc:sldChg chg="addSp delSp modSp add mod">
        <pc:chgData name="Jacob Wyngaard" userId="6181fcd471e98458" providerId="LiveId" clId="{788BA123-62C9-4DDC-86E5-A6BCA4600216}" dt="2026-02-15T22:51:16.828" v="3252" actId="1076"/>
        <pc:sldMkLst>
          <pc:docMk/>
          <pc:sldMk cId="2050459241" sldId="299"/>
        </pc:sldMkLst>
        <pc:spChg chg="add mod">
          <ac:chgData name="Jacob Wyngaard" userId="6181fcd471e98458" providerId="LiveId" clId="{788BA123-62C9-4DDC-86E5-A6BCA4600216}" dt="2026-02-15T18:24:43.508" v="2974" actId="14100"/>
          <ac:spMkLst>
            <pc:docMk/>
            <pc:sldMk cId="2050459241" sldId="299"/>
            <ac:spMk id="2" creationId="{670F03F1-5AEE-8CEB-7589-FB8889C32018}"/>
          </ac:spMkLst>
        </pc:spChg>
        <pc:spChg chg="mod">
          <ac:chgData name="Jacob Wyngaard" userId="6181fcd471e98458" providerId="LiveId" clId="{788BA123-62C9-4DDC-86E5-A6BCA4600216}" dt="2026-02-15T18:25:11.930" v="2979" actId="1076"/>
          <ac:spMkLst>
            <pc:docMk/>
            <pc:sldMk cId="2050459241" sldId="299"/>
            <ac:spMk id="5" creationId="{BD5B4424-83BE-DAFA-EFBC-52FD02680C32}"/>
          </ac:spMkLst>
        </pc:spChg>
        <pc:spChg chg="mod">
          <ac:chgData name="Jacob Wyngaard" userId="6181fcd471e98458" providerId="LiveId" clId="{788BA123-62C9-4DDC-86E5-A6BCA4600216}" dt="2026-02-15T18:25:11.930" v="2979" actId="1076"/>
          <ac:spMkLst>
            <pc:docMk/>
            <pc:sldMk cId="2050459241" sldId="299"/>
            <ac:spMk id="7" creationId="{A5CA5D8E-0611-D872-C680-105691651A81}"/>
          </ac:spMkLst>
        </pc:spChg>
        <pc:spChg chg="mod">
          <ac:chgData name="Jacob Wyngaard" userId="6181fcd471e98458" providerId="LiveId" clId="{788BA123-62C9-4DDC-86E5-A6BCA4600216}" dt="2026-02-15T18:25:11.930" v="2979" actId="1076"/>
          <ac:spMkLst>
            <pc:docMk/>
            <pc:sldMk cId="2050459241" sldId="299"/>
            <ac:spMk id="11" creationId="{6FBE061F-5213-3397-CD35-C58FEFF9C017}"/>
          </ac:spMkLst>
        </pc:spChg>
        <pc:spChg chg="mod">
          <ac:chgData name="Jacob Wyngaard" userId="6181fcd471e98458" providerId="LiveId" clId="{788BA123-62C9-4DDC-86E5-A6BCA4600216}" dt="2026-02-15T18:25:11.930" v="2979" actId="1076"/>
          <ac:spMkLst>
            <pc:docMk/>
            <pc:sldMk cId="2050459241" sldId="299"/>
            <ac:spMk id="13" creationId="{145AF815-B785-6C3A-2A41-E3A185872A3B}"/>
          </ac:spMkLst>
        </pc:spChg>
        <pc:spChg chg="mod">
          <ac:chgData name="Jacob Wyngaard" userId="6181fcd471e98458" providerId="LiveId" clId="{788BA123-62C9-4DDC-86E5-A6BCA4600216}" dt="2026-02-15T18:25:11.930" v="2979" actId="1076"/>
          <ac:spMkLst>
            <pc:docMk/>
            <pc:sldMk cId="2050459241" sldId="299"/>
            <ac:spMk id="14" creationId="{1EB4EAB9-4552-C95D-E350-A0A029AF5DA6}"/>
          </ac:spMkLst>
        </pc:spChg>
        <pc:spChg chg="mod">
          <ac:chgData name="Jacob Wyngaard" userId="6181fcd471e98458" providerId="LiveId" clId="{788BA123-62C9-4DDC-86E5-A6BCA4600216}" dt="2026-02-15T18:25:11.930" v="2979" actId="1076"/>
          <ac:spMkLst>
            <pc:docMk/>
            <pc:sldMk cId="2050459241" sldId="299"/>
            <ac:spMk id="15" creationId="{F13339FC-570C-441E-ACCA-35F23F33FD2D}"/>
          </ac:spMkLst>
        </pc:spChg>
        <pc:spChg chg="mod">
          <ac:chgData name="Jacob Wyngaard" userId="6181fcd471e98458" providerId="LiveId" clId="{788BA123-62C9-4DDC-86E5-A6BCA4600216}" dt="2026-02-15T18:25:11.930" v="2979" actId="1076"/>
          <ac:spMkLst>
            <pc:docMk/>
            <pc:sldMk cId="2050459241" sldId="299"/>
            <ac:spMk id="16" creationId="{38CE7C0F-63D8-6B19-AB47-371B9835B97D}"/>
          </ac:spMkLst>
        </pc:spChg>
        <pc:spChg chg="mod">
          <ac:chgData name="Jacob Wyngaard" userId="6181fcd471e98458" providerId="LiveId" clId="{788BA123-62C9-4DDC-86E5-A6BCA4600216}" dt="2026-02-15T18:25:11.930" v="2979" actId="1076"/>
          <ac:spMkLst>
            <pc:docMk/>
            <pc:sldMk cId="2050459241" sldId="299"/>
            <ac:spMk id="17" creationId="{EE188F55-64C8-FAC1-93E3-EAF701614484}"/>
          </ac:spMkLst>
        </pc:spChg>
        <pc:spChg chg="mod">
          <ac:chgData name="Jacob Wyngaard" userId="6181fcd471e98458" providerId="LiveId" clId="{788BA123-62C9-4DDC-86E5-A6BCA4600216}" dt="2026-02-15T18:25:11.930" v="2979" actId="1076"/>
          <ac:spMkLst>
            <pc:docMk/>
            <pc:sldMk cId="2050459241" sldId="299"/>
            <ac:spMk id="18" creationId="{2A28424D-5581-9DA9-A6BF-644ECB492D08}"/>
          </ac:spMkLst>
        </pc:spChg>
        <pc:spChg chg="mod">
          <ac:chgData name="Jacob Wyngaard" userId="6181fcd471e98458" providerId="LiveId" clId="{788BA123-62C9-4DDC-86E5-A6BCA4600216}" dt="2026-02-15T18:25:11.930" v="2979" actId="1076"/>
          <ac:spMkLst>
            <pc:docMk/>
            <pc:sldMk cId="2050459241" sldId="299"/>
            <ac:spMk id="19" creationId="{5F5BBB62-1389-2E69-A9F7-931F1AB527F0}"/>
          </ac:spMkLst>
        </pc:spChg>
        <pc:spChg chg="del mod">
          <ac:chgData name="Jacob Wyngaard" userId="6181fcd471e98458" providerId="LiveId" clId="{788BA123-62C9-4DDC-86E5-A6BCA4600216}" dt="2026-02-15T18:24:50.475" v="2976" actId="478"/>
          <ac:spMkLst>
            <pc:docMk/>
            <pc:sldMk cId="2050459241" sldId="299"/>
            <ac:spMk id="20" creationId="{35B44426-55BE-1135-340A-E726FC883AE8}"/>
          </ac:spMkLst>
        </pc:spChg>
        <pc:spChg chg="del">
          <ac:chgData name="Jacob Wyngaard" userId="6181fcd471e98458" providerId="LiveId" clId="{788BA123-62C9-4DDC-86E5-A6BCA4600216}" dt="2026-02-15T18:05:11.164" v="2818" actId="478"/>
          <ac:spMkLst>
            <pc:docMk/>
            <pc:sldMk cId="2050459241" sldId="299"/>
            <ac:spMk id="21" creationId="{DB0F62E7-EB34-19B1-F105-B5D6D9ABF5F2}"/>
          </ac:spMkLst>
        </pc:spChg>
        <pc:spChg chg="del">
          <ac:chgData name="Jacob Wyngaard" userId="6181fcd471e98458" providerId="LiveId" clId="{788BA123-62C9-4DDC-86E5-A6BCA4600216}" dt="2026-02-15T18:05:08.852" v="2817" actId="478"/>
          <ac:spMkLst>
            <pc:docMk/>
            <pc:sldMk cId="2050459241" sldId="299"/>
            <ac:spMk id="22" creationId="{099F3B26-CC7E-8558-FBA2-FACAA4AFCB56}"/>
          </ac:spMkLst>
        </pc:spChg>
        <pc:spChg chg="del">
          <ac:chgData name="Jacob Wyngaard" userId="6181fcd471e98458" providerId="LiveId" clId="{788BA123-62C9-4DDC-86E5-A6BCA4600216}" dt="2026-02-15T18:05:12.885" v="2819" actId="478"/>
          <ac:spMkLst>
            <pc:docMk/>
            <pc:sldMk cId="2050459241" sldId="299"/>
            <ac:spMk id="23" creationId="{F1515C05-4F59-04A5-DDC8-833CC8D96C50}"/>
          </ac:spMkLst>
        </pc:spChg>
        <pc:spChg chg="del">
          <ac:chgData name="Jacob Wyngaard" userId="6181fcd471e98458" providerId="LiveId" clId="{788BA123-62C9-4DDC-86E5-A6BCA4600216}" dt="2026-02-15T18:08:01.179" v="2914" actId="478"/>
          <ac:spMkLst>
            <pc:docMk/>
            <pc:sldMk cId="2050459241" sldId="299"/>
            <ac:spMk id="25" creationId="{939FE392-03CD-07EF-83CD-E3546AF3A082}"/>
          </ac:spMkLst>
        </pc:spChg>
        <pc:spChg chg="add mod">
          <ac:chgData name="Jacob Wyngaard" userId="6181fcd471e98458" providerId="LiveId" clId="{788BA123-62C9-4DDC-86E5-A6BCA4600216}" dt="2026-02-15T18:25:05.084" v="2978" actId="1076"/>
          <ac:spMkLst>
            <pc:docMk/>
            <pc:sldMk cId="2050459241" sldId="299"/>
            <ac:spMk id="27" creationId="{B2F79C4E-3F6B-E0FE-DED3-E3E1324D0B56}"/>
          </ac:spMkLst>
        </pc:spChg>
        <pc:spChg chg="add mod">
          <ac:chgData name="Jacob Wyngaard" userId="6181fcd471e98458" providerId="LiveId" clId="{788BA123-62C9-4DDC-86E5-A6BCA4600216}" dt="2026-02-15T18:25:05.084" v="2978" actId="1076"/>
          <ac:spMkLst>
            <pc:docMk/>
            <pc:sldMk cId="2050459241" sldId="299"/>
            <ac:spMk id="28" creationId="{C3199266-C35A-B8CD-CCCA-509D9E8B0601}"/>
          </ac:spMkLst>
        </pc:spChg>
        <pc:spChg chg="mod">
          <ac:chgData name="Jacob Wyngaard" userId="6181fcd471e98458" providerId="LiveId" clId="{788BA123-62C9-4DDC-86E5-A6BCA4600216}" dt="2026-02-15T18:28:15.257" v="3019" actId="1076"/>
          <ac:spMkLst>
            <pc:docMk/>
            <pc:sldMk cId="2050459241" sldId="299"/>
            <ac:spMk id="30" creationId="{2548D1A6-A6F7-AC2F-064D-D470B127C8C0}"/>
          </ac:spMkLst>
        </pc:spChg>
        <pc:spChg chg="add mod">
          <ac:chgData name="Jacob Wyngaard" userId="6181fcd471e98458" providerId="LiveId" clId="{788BA123-62C9-4DDC-86E5-A6BCA4600216}" dt="2026-02-15T18:28:00.931" v="3017" actId="1076"/>
          <ac:spMkLst>
            <pc:docMk/>
            <pc:sldMk cId="2050459241" sldId="299"/>
            <ac:spMk id="31" creationId="{B4627055-1585-0820-EA6E-8F8061C17084}"/>
          </ac:spMkLst>
        </pc:spChg>
        <pc:spChg chg="add mod">
          <ac:chgData name="Jacob Wyngaard" userId="6181fcd471e98458" providerId="LiveId" clId="{788BA123-62C9-4DDC-86E5-A6BCA4600216}" dt="2026-02-15T18:28:23.460" v="3022" actId="1076"/>
          <ac:spMkLst>
            <pc:docMk/>
            <pc:sldMk cId="2050459241" sldId="299"/>
            <ac:spMk id="32" creationId="{5E28CCCE-576C-C11E-FC35-3DFBEEB9FF0C}"/>
          </ac:spMkLst>
        </pc:spChg>
        <pc:spChg chg="add del mod">
          <ac:chgData name="Jacob Wyngaard" userId="6181fcd471e98458" providerId="LiveId" clId="{788BA123-62C9-4DDC-86E5-A6BCA4600216}" dt="2026-02-15T18:28:49.791" v="3029" actId="478"/>
          <ac:spMkLst>
            <pc:docMk/>
            <pc:sldMk cId="2050459241" sldId="299"/>
            <ac:spMk id="33" creationId="{00C6DC21-D2BC-E56F-545F-7DD9C392EE93}"/>
          </ac:spMkLst>
        </pc:spChg>
        <pc:spChg chg="add del mod">
          <ac:chgData name="Jacob Wyngaard" userId="6181fcd471e98458" providerId="LiveId" clId="{788BA123-62C9-4DDC-86E5-A6BCA4600216}" dt="2026-02-15T18:25:54.823" v="2990" actId="478"/>
          <ac:spMkLst>
            <pc:docMk/>
            <pc:sldMk cId="2050459241" sldId="299"/>
            <ac:spMk id="37" creationId="{BAEF71AD-38D6-D0DD-A938-3D6F98CEC0B8}"/>
          </ac:spMkLst>
        </pc:spChg>
        <pc:spChg chg="add del mod">
          <ac:chgData name="Jacob Wyngaard" userId="6181fcd471e98458" providerId="LiveId" clId="{788BA123-62C9-4DDC-86E5-A6BCA4600216}" dt="2026-02-15T18:25:53.773" v="2989" actId="478"/>
          <ac:spMkLst>
            <pc:docMk/>
            <pc:sldMk cId="2050459241" sldId="299"/>
            <ac:spMk id="38" creationId="{E0649A82-1A07-4EE6-FB9B-24F9195AB847}"/>
          </ac:spMkLst>
        </pc:spChg>
        <pc:spChg chg="add mod">
          <ac:chgData name="Jacob Wyngaard" userId="6181fcd471e98458" providerId="LiveId" clId="{788BA123-62C9-4DDC-86E5-A6BCA4600216}" dt="2026-02-15T18:25:05.084" v="2978" actId="1076"/>
          <ac:spMkLst>
            <pc:docMk/>
            <pc:sldMk cId="2050459241" sldId="299"/>
            <ac:spMk id="39" creationId="{9C402440-48D7-28C3-B2CB-366D9F6B5544}"/>
          </ac:spMkLst>
        </pc:spChg>
        <pc:spChg chg="add mod">
          <ac:chgData name="Jacob Wyngaard" userId="6181fcd471e98458" providerId="LiveId" clId="{788BA123-62C9-4DDC-86E5-A6BCA4600216}" dt="2026-02-15T18:28:36.884" v="3028" actId="1076"/>
          <ac:spMkLst>
            <pc:docMk/>
            <pc:sldMk cId="2050459241" sldId="299"/>
            <ac:spMk id="40" creationId="{FFCAFFD2-B736-108A-C939-A39E6A718E28}"/>
          </ac:spMkLst>
        </pc:spChg>
        <pc:spChg chg="add mod">
          <ac:chgData name="Jacob Wyngaard" userId="6181fcd471e98458" providerId="LiveId" clId="{788BA123-62C9-4DDC-86E5-A6BCA4600216}" dt="2026-02-15T18:25:05.084" v="2978" actId="1076"/>
          <ac:spMkLst>
            <pc:docMk/>
            <pc:sldMk cId="2050459241" sldId="299"/>
            <ac:spMk id="42" creationId="{4F6FBBB1-1F42-A8FD-5577-C48960127140}"/>
          </ac:spMkLst>
        </pc:spChg>
        <pc:spChg chg="add mod">
          <ac:chgData name="Jacob Wyngaard" userId="6181fcd471e98458" providerId="LiveId" clId="{788BA123-62C9-4DDC-86E5-A6BCA4600216}" dt="2026-02-15T22:51:16.828" v="3252" actId="1076"/>
          <ac:spMkLst>
            <pc:docMk/>
            <pc:sldMk cId="2050459241" sldId="299"/>
            <ac:spMk id="59" creationId="{4DB179DF-D322-20B4-CDBB-AD3CD977281E}"/>
          </ac:spMkLst>
        </pc:spChg>
        <pc:cxnChg chg="mod">
          <ac:chgData name="Jacob Wyngaard" userId="6181fcd471e98458" providerId="LiveId" clId="{788BA123-62C9-4DDC-86E5-A6BCA4600216}" dt="2026-02-15T18:25:50.907" v="2987" actId="14100"/>
          <ac:cxnSpMkLst>
            <pc:docMk/>
            <pc:sldMk cId="2050459241" sldId="299"/>
            <ac:cxnSpMk id="24" creationId="{FB62C9F4-B48A-2C8E-78EF-E84797B396FF}"/>
          </ac:cxnSpMkLst>
        </pc:cxnChg>
        <pc:cxnChg chg="mod">
          <ac:chgData name="Jacob Wyngaard" userId="6181fcd471e98458" providerId="LiveId" clId="{788BA123-62C9-4DDC-86E5-A6BCA4600216}" dt="2026-02-15T18:26:11.090" v="2995" actId="14100"/>
          <ac:cxnSpMkLst>
            <pc:docMk/>
            <pc:sldMk cId="2050459241" sldId="299"/>
            <ac:cxnSpMk id="26" creationId="{BF69E058-35C7-7FCD-7C92-3F7B276CB4E3}"/>
          </ac:cxnSpMkLst>
        </pc:cxnChg>
        <pc:cxnChg chg="del">
          <ac:chgData name="Jacob Wyngaard" userId="6181fcd471e98458" providerId="LiveId" clId="{788BA123-62C9-4DDC-86E5-A6BCA4600216}" dt="2026-02-15T18:25:52.961" v="2988" actId="478"/>
          <ac:cxnSpMkLst>
            <pc:docMk/>
            <pc:sldMk cId="2050459241" sldId="299"/>
            <ac:cxnSpMk id="29" creationId="{47F4F80D-194E-3390-1E35-312A8FE3289B}"/>
          </ac:cxnSpMkLst>
        </pc:cxnChg>
        <pc:cxnChg chg="mod">
          <ac:chgData name="Jacob Wyngaard" userId="6181fcd471e98458" providerId="LiveId" clId="{788BA123-62C9-4DDC-86E5-A6BCA4600216}" dt="2026-02-15T18:26:50.987" v="3000" actId="1076"/>
          <ac:cxnSpMkLst>
            <pc:docMk/>
            <pc:sldMk cId="2050459241" sldId="299"/>
            <ac:cxnSpMk id="34" creationId="{2FD5D2C3-C616-65A8-6A87-EC53765CD168}"/>
          </ac:cxnSpMkLst>
        </pc:cxnChg>
        <pc:cxnChg chg="del">
          <ac:chgData name="Jacob Wyngaard" userId="6181fcd471e98458" providerId="LiveId" clId="{788BA123-62C9-4DDC-86E5-A6BCA4600216}" dt="2026-02-15T18:25:26.429" v="2983" actId="478"/>
          <ac:cxnSpMkLst>
            <pc:docMk/>
            <pc:sldMk cId="2050459241" sldId="299"/>
            <ac:cxnSpMk id="35" creationId="{0D90AE40-6EA3-6303-24D6-AC552DFFB011}"/>
          </ac:cxnSpMkLst>
        </pc:cxnChg>
        <pc:cxnChg chg="mod">
          <ac:chgData name="Jacob Wyngaard" userId="6181fcd471e98458" providerId="LiveId" clId="{788BA123-62C9-4DDC-86E5-A6BCA4600216}" dt="2026-02-15T18:27:07.406" v="3004" actId="14100"/>
          <ac:cxnSpMkLst>
            <pc:docMk/>
            <pc:sldMk cId="2050459241" sldId="299"/>
            <ac:cxnSpMk id="36" creationId="{7BC1FF15-F991-9C00-538A-A741AAD6E144}"/>
          </ac:cxnSpMkLst>
        </pc:cxnChg>
        <pc:cxnChg chg="add mod">
          <ac:chgData name="Jacob Wyngaard" userId="6181fcd471e98458" providerId="LiveId" clId="{788BA123-62C9-4DDC-86E5-A6BCA4600216}" dt="2026-02-15T18:25:20.612" v="2981" actId="1076"/>
          <ac:cxnSpMkLst>
            <pc:docMk/>
            <pc:sldMk cId="2050459241" sldId="299"/>
            <ac:cxnSpMk id="43" creationId="{16E29DBF-A5A4-DFDE-FE6F-3B54E76A5266}"/>
          </ac:cxnSpMkLst>
        </pc:cxnChg>
        <pc:cxnChg chg="add mod">
          <ac:chgData name="Jacob Wyngaard" userId="6181fcd471e98458" providerId="LiveId" clId="{788BA123-62C9-4DDC-86E5-A6BCA4600216}" dt="2026-02-15T18:26:24.763" v="2998" actId="14100"/>
          <ac:cxnSpMkLst>
            <pc:docMk/>
            <pc:sldMk cId="2050459241" sldId="299"/>
            <ac:cxnSpMk id="47" creationId="{8ADEA8BD-D0F0-EF00-9C1F-3CBDE4D669A4}"/>
          </ac:cxnSpMkLst>
        </pc:cxnChg>
        <pc:cxnChg chg="add mod">
          <ac:chgData name="Jacob Wyngaard" userId="6181fcd471e98458" providerId="LiveId" clId="{788BA123-62C9-4DDC-86E5-A6BCA4600216}" dt="2026-02-15T18:27:20.571" v="3008" actId="14100"/>
          <ac:cxnSpMkLst>
            <pc:docMk/>
            <pc:sldMk cId="2050459241" sldId="299"/>
            <ac:cxnSpMk id="51" creationId="{E0C8F4FA-E696-91EE-96FC-B8254F89C678}"/>
          </ac:cxnSpMkLst>
        </pc:cxnChg>
        <pc:cxnChg chg="add mod">
          <ac:chgData name="Jacob Wyngaard" userId="6181fcd471e98458" providerId="LiveId" clId="{788BA123-62C9-4DDC-86E5-A6BCA4600216}" dt="2026-02-15T18:27:32.412" v="3012" actId="14100"/>
          <ac:cxnSpMkLst>
            <pc:docMk/>
            <pc:sldMk cId="2050459241" sldId="299"/>
            <ac:cxnSpMk id="54" creationId="{185A0616-3710-8BAD-DD48-BD0DD994F3EB}"/>
          </ac:cxnSpMkLst>
        </pc:cxnChg>
      </pc:sldChg>
      <pc:sldChg chg="add del">
        <pc:chgData name="Jacob Wyngaard" userId="6181fcd471e98458" providerId="LiveId" clId="{788BA123-62C9-4DDC-86E5-A6BCA4600216}" dt="2026-02-15T17:20:22.449" v="2804" actId="47"/>
        <pc:sldMkLst>
          <pc:docMk/>
          <pc:sldMk cId="3914406572" sldId="299"/>
        </pc:sldMkLst>
      </pc:sldChg>
      <pc:sldChg chg="addSp delSp modSp add del mod">
        <pc:chgData name="Jacob Wyngaard" userId="6181fcd471e98458" providerId="LiveId" clId="{788BA123-62C9-4DDC-86E5-A6BCA4600216}" dt="2026-02-15T23:13:25.081" v="3578" actId="47"/>
        <pc:sldMkLst>
          <pc:docMk/>
          <pc:sldMk cId="627680557" sldId="300"/>
        </pc:sldMkLst>
        <pc:spChg chg="mod">
          <ac:chgData name="Jacob Wyngaard" userId="6181fcd471e98458" providerId="LiveId" clId="{788BA123-62C9-4DDC-86E5-A6BCA4600216}" dt="2026-02-15T22:44:40.366" v="3117" actId="20577"/>
          <ac:spMkLst>
            <pc:docMk/>
            <pc:sldMk cId="627680557" sldId="300"/>
            <ac:spMk id="2" creationId="{196F8362-A388-ABF0-22FF-E55ACC753F9E}"/>
          </ac:spMkLst>
        </pc:spChg>
        <pc:spChg chg="mod">
          <ac:chgData name="Jacob Wyngaard" userId="6181fcd471e98458" providerId="LiveId" clId="{788BA123-62C9-4DDC-86E5-A6BCA4600216}" dt="2026-02-15T22:46:18.581" v="3148" actId="1036"/>
          <ac:spMkLst>
            <pc:docMk/>
            <pc:sldMk cId="627680557" sldId="300"/>
            <ac:spMk id="5" creationId="{786769F8-76CC-A82B-16EA-FAEAE7E025BE}"/>
          </ac:spMkLst>
        </pc:spChg>
        <pc:spChg chg="mod">
          <ac:chgData name="Jacob Wyngaard" userId="6181fcd471e98458" providerId="LiveId" clId="{788BA123-62C9-4DDC-86E5-A6BCA4600216}" dt="2026-02-15T22:46:18.581" v="3148" actId="1036"/>
          <ac:spMkLst>
            <pc:docMk/>
            <pc:sldMk cId="627680557" sldId="300"/>
            <ac:spMk id="7" creationId="{E657D525-8568-D2DD-4301-38753F80D937}"/>
          </ac:spMkLst>
        </pc:spChg>
        <pc:spChg chg="mod">
          <ac:chgData name="Jacob Wyngaard" userId="6181fcd471e98458" providerId="LiveId" clId="{788BA123-62C9-4DDC-86E5-A6BCA4600216}" dt="2026-02-15T22:46:18.581" v="3148" actId="1036"/>
          <ac:spMkLst>
            <pc:docMk/>
            <pc:sldMk cId="627680557" sldId="300"/>
            <ac:spMk id="11" creationId="{693A176F-D4C4-74B2-B234-A79CD8E4A6FD}"/>
          </ac:spMkLst>
        </pc:spChg>
        <pc:spChg chg="mod">
          <ac:chgData name="Jacob Wyngaard" userId="6181fcd471e98458" providerId="LiveId" clId="{788BA123-62C9-4DDC-86E5-A6BCA4600216}" dt="2026-02-15T22:46:18.581" v="3148" actId="1036"/>
          <ac:spMkLst>
            <pc:docMk/>
            <pc:sldMk cId="627680557" sldId="300"/>
            <ac:spMk id="12" creationId="{C4B302F1-C3FB-6A3E-7E13-5B79D01D5A33}"/>
          </ac:spMkLst>
        </pc:spChg>
        <pc:spChg chg="mod">
          <ac:chgData name="Jacob Wyngaard" userId="6181fcd471e98458" providerId="LiveId" clId="{788BA123-62C9-4DDC-86E5-A6BCA4600216}" dt="2026-02-15T22:46:18.581" v="3148" actId="1036"/>
          <ac:spMkLst>
            <pc:docMk/>
            <pc:sldMk cId="627680557" sldId="300"/>
            <ac:spMk id="13" creationId="{176F1CB8-D38E-F264-7807-7424C287C1E8}"/>
          </ac:spMkLst>
        </pc:spChg>
        <pc:spChg chg="mod">
          <ac:chgData name="Jacob Wyngaard" userId="6181fcd471e98458" providerId="LiveId" clId="{788BA123-62C9-4DDC-86E5-A6BCA4600216}" dt="2026-02-15T22:46:18.581" v="3148" actId="1036"/>
          <ac:spMkLst>
            <pc:docMk/>
            <pc:sldMk cId="627680557" sldId="300"/>
            <ac:spMk id="14" creationId="{16240EF7-FB03-85A6-D700-A713C98E9031}"/>
          </ac:spMkLst>
        </pc:spChg>
        <pc:spChg chg="mod">
          <ac:chgData name="Jacob Wyngaard" userId="6181fcd471e98458" providerId="LiveId" clId="{788BA123-62C9-4DDC-86E5-A6BCA4600216}" dt="2026-02-15T22:46:18.581" v="3148" actId="1036"/>
          <ac:spMkLst>
            <pc:docMk/>
            <pc:sldMk cId="627680557" sldId="300"/>
            <ac:spMk id="15" creationId="{2A2BF494-0CDD-16A3-6EB1-352E0C339DCE}"/>
          </ac:spMkLst>
        </pc:spChg>
        <pc:spChg chg="mod">
          <ac:chgData name="Jacob Wyngaard" userId="6181fcd471e98458" providerId="LiveId" clId="{788BA123-62C9-4DDC-86E5-A6BCA4600216}" dt="2026-02-15T22:46:18.581" v="3148" actId="1036"/>
          <ac:spMkLst>
            <pc:docMk/>
            <pc:sldMk cId="627680557" sldId="300"/>
            <ac:spMk id="16" creationId="{985DDA37-EAB9-F8A6-89B4-8E2BD0A1B926}"/>
          </ac:spMkLst>
        </pc:spChg>
        <pc:spChg chg="mod">
          <ac:chgData name="Jacob Wyngaard" userId="6181fcd471e98458" providerId="LiveId" clId="{788BA123-62C9-4DDC-86E5-A6BCA4600216}" dt="2026-02-15T22:46:18.581" v="3148" actId="1036"/>
          <ac:spMkLst>
            <pc:docMk/>
            <pc:sldMk cId="627680557" sldId="300"/>
            <ac:spMk id="17" creationId="{316B657B-9646-E868-DCFF-C11EB7CBFCC3}"/>
          </ac:spMkLst>
        </pc:spChg>
        <pc:spChg chg="mod">
          <ac:chgData name="Jacob Wyngaard" userId="6181fcd471e98458" providerId="LiveId" clId="{788BA123-62C9-4DDC-86E5-A6BCA4600216}" dt="2026-02-15T22:46:18.581" v="3148" actId="1036"/>
          <ac:spMkLst>
            <pc:docMk/>
            <pc:sldMk cId="627680557" sldId="300"/>
            <ac:spMk id="18" creationId="{647EF98F-845E-6E65-855B-444702E483DF}"/>
          </ac:spMkLst>
        </pc:spChg>
        <pc:spChg chg="add del mod">
          <ac:chgData name="Jacob Wyngaard" userId="6181fcd471e98458" providerId="LiveId" clId="{788BA123-62C9-4DDC-86E5-A6BCA4600216}" dt="2026-02-15T22:51:47.456" v="3261" actId="478"/>
          <ac:spMkLst>
            <pc:docMk/>
            <pc:sldMk cId="627680557" sldId="300"/>
            <ac:spMk id="20" creationId="{1865B65D-90F3-0BAA-7925-8ED402C4D84E}"/>
          </ac:spMkLst>
        </pc:spChg>
        <pc:spChg chg="add mod">
          <ac:chgData name="Jacob Wyngaard" userId="6181fcd471e98458" providerId="LiveId" clId="{788BA123-62C9-4DDC-86E5-A6BCA4600216}" dt="2026-02-15T22:46:58.458" v="3164" actId="20577"/>
          <ac:spMkLst>
            <pc:docMk/>
            <pc:sldMk cId="627680557" sldId="300"/>
            <ac:spMk id="21" creationId="{3A07545D-05A5-B91F-C1EC-50640D03A8E8}"/>
          </ac:spMkLst>
        </pc:spChg>
        <pc:spChg chg="add mod">
          <ac:chgData name="Jacob Wyngaard" userId="6181fcd471e98458" providerId="LiveId" clId="{788BA123-62C9-4DDC-86E5-A6BCA4600216}" dt="2026-02-15T22:47:13.120" v="3170" actId="1076"/>
          <ac:spMkLst>
            <pc:docMk/>
            <pc:sldMk cId="627680557" sldId="300"/>
            <ac:spMk id="23" creationId="{E4A14E5A-F7F0-AC1B-BAF1-5BC2A7348C35}"/>
          </ac:spMkLst>
        </pc:spChg>
        <pc:spChg chg="add mod">
          <ac:chgData name="Jacob Wyngaard" userId="6181fcd471e98458" providerId="LiveId" clId="{788BA123-62C9-4DDC-86E5-A6BCA4600216}" dt="2026-02-15T22:51:38.266" v="3258" actId="20577"/>
          <ac:spMkLst>
            <pc:docMk/>
            <pc:sldMk cId="627680557" sldId="300"/>
            <ac:spMk id="24" creationId="{CF6F2D0D-AE3A-A6DB-D4E2-CF79EDC6F6E9}"/>
          </ac:spMkLst>
        </pc:spChg>
      </pc:sldChg>
      <pc:sldChg chg="addSp delSp modSp add mod ord">
        <pc:chgData name="Jacob Wyngaard" userId="6181fcd471e98458" providerId="LiveId" clId="{788BA123-62C9-4DDC-86E5-A6BCA4600216}" dt="2026-02-15T22:54:26.194" v="3310" actId="20577"/>
        <pc:sldMkLst>
          <pc:docMk/>
          <pc:sldMk cId="1762230063" sldId="301"/>
        </pc:sldMkLst>
        <pc:spChg chg="add mod">
          <ac:chgData name="Jacob Wyngaard" userId="6181fcd471e98458" providerId="LiveId" clId="{788BA123-62C9-4DDC-86E5-A6BCA4600216}" dt="2026-02-15T22:54:21.175" v="3305" actId="20577"/>
          <ac:spMkLst>
            <pc:docMk/>
            <pc:sldMk cId="1762230063" sldId="301"/>
            <ac:spMk id="3" creationId="{FFC0D8C1-A5D7-A338-EE64-7693885797E1}"/>
          </ac:spMkLst>
        </pc:spChg>
        <pc:spChg chg="del">
          <ac:chgData name="Jacob Wyngaard" userId="6181fcd471e98458" providerId="LiveId" clId="{788BA123-62C9-4DDC-86E5-A6BCA4600216}" dt="2026-02-15T22:53:29.763" v="3274" actId="478"/>
          <ac:spMkLst>
            <pc:docMk/>
            <pc:sldMk cId="1762230063" sldId="301"/>
            <ac:spMk id="20" creationId="{B928E0A4-35D0-9D7E-1558-DB07574A5602}"/>
          </ac:spMkLst>
        </pc:spChg>
        <pc:spChg chg="add mod">
          <ac:chgData name="Jacob Wyngaard" userId="6181fcd471e98458" providerId="LiveId" clId="{788BA123-62C9-4DDC-86E5-A6BCA4600216}" dt="2026-02-15T22:54:26.194" v="3310" actId="20577"/>
          <ac:spMkLst>
            <pc:docMk/>
            <pc:sldMk cId="1762230063" sldId="301"/>
            <ac:spMk id="22" creationId="{44B85FC6-0A61-2550-2BF6-FC312DD685D5}"/>
          </ac:spMkLst>
        </pc:spChg>
        <pc:spChg chg="mod">
          <ac:chgData name="Jacob Wyngaard" userId="6181fcd471e98458" providerId="LiveId" clId="{788BA123-62C9-4DDC-86E5-A6BCA4600216}" dt="2026-02-15T22:54:20.234" v="3304" actId="20577"/>
          <ac:spMkLst>
            <pc:docMk/>
            <pc:sldMk cId="1762230063" sldId="301"/>
            <ac:spMk id="24" creationId="{E4A4DEE4-B9B4-3293-9717-267F1D26F421}"/>
          </ac:spMkLst>
        </pc:spChg>
      </pc:sldChg>
      <pc:sldChg chg="addSp delSp modSp add mod">
        <pc:chgData name="Jacob Wyngaard" userId="6181fcd471e98458" providerId="LiveId" clId="{788BA123-62C9-4DDC-86E5-A6BCA4600216}" dt="2026-02-15T23:14:16.446" v="3588" actId="1076"/>
        <pc:sldMkLst>
          <pc:docMk/>
          <pc:sldMk cId="2329195272" sldId="302"/>
        </pc:sldMkLst>
        <pc:spChg chg="del">
          <ac:chgData name="Jacob Wyngaard" userId="6181fcd471e98458" providerId="LiveId" clId="{788BA123-62C9-4DDC-86E5-A6BCA4600216}" dt="2026-02-15T23:13:54.790" v="3581" actId="478"/>
          <ac:spMkLst>
            <pc:docMk/>
            <pc:sldMk cId="2329195272" sldId="302"/>
            <ac:spMk id="2" creationId="{362F0244-032A-AC84-DB47-A2D03C3740F3}"/>
          </ac:spMkLst>
        </pc:spChg>
        <pc:spChg chg="mod">
          <ac:chgData name="Jacob Wyngaard" userId="6181fcd471e98458" providerId="LiveId" clId="{788BA123-62C9-4DDC-86E5-A6BCA4600216}" dt="2026-02-15T23:14:05.352" v="3585" actId="1076"/>
          <ac:spMkLst>
            <pc:docMk/>
            <pc:sldMk cId="2329195272" sldId="302"/>
            <ac:spMk id="3" creationId="{CEF76B2E-AD80-9158-EE58-23D2622C3AA2}"/>
          </ac:spMkLst>
        </pc:spChg>
        <pc:spChg chg="del">
          <ac:chgData name="Jacob Wyngaard" userId="6181fcd471e98458" providerId="LiveId" clId="{788BA123-62C9-4DDC-86E5-A6BCA4600216}" dt="2026-02-15T23:13:53.889" v="3580" actId="478"/>
          <ac:spMkLst>
            <pc:docMk/>
            <pc:sldMk cId="2329195272" sldId="302"/>
            <ac:spMk id="21" creationId="{CEF5384F-6E99-18BA-933A-EF215BDFA650}"/>
          </ac:spMkLst>
        </pc:spChg>
        <pc:spChg chg="del mod">
          <ac:chgData name="Jacob Wyngaard" userId="6181fcd471e98458" providerId="LiveId" clId="{788BA123-62C9-4DDC-86E5-A6BCA4600216}" dt="2026-02-15T23:04:07.738" v="3421" actId="478"/>
          <ac:spMkLst>
            <pc:docMk/>
            <pc:sldMk cId="2329195272" sldId="302"/>
            <ac:spMk id="22" creationId="{05843B9F-6E04-E306-12BA-55E513C8833F}"/>
          </ac:spMkLst>
        </pc:spChg>
        <pc:spChg chg="mod">
          <ac:chgData name="Jacob Wyngaard" userId="6181fcd471e98458" providerId="LiveId" clId="{788BA123-62C9-4DDC-86E5-A6BCA4600216}" dt="2026-02-15T23:13:58.716" v="3582" actId="1076"/>
          <ac:spMkLst>
            <pc:docMk/>
            <pc:sldMk cId="2329195272" sldId="302"/>
            <ac:spMk id="23" creationId="{A26EEBF1-8033-4505-5831-CA6D356F299D}"/>
          </ac:spMkLst>
        </pc:spChg>
        <pc:spChg chg="del mod">
          <ac:chgData name="Jacob Wyngaard" userId="6181fcd471e98458" providerId="LiveId" clId="{788BA123-62C9-4DDC-86E5-A6BCA4600216}" dt="2026-02-15T23:02:40.533" v="3323" actId="478"/>
          <ac:spMkLst>
            <pc:docMk/>
            <pc:sldMk cId="2329195272" sldId="302"/>
            <ac:spMk id="24" creationId="{6AD01F76-C740-42F3-6697-64326F4CA344}"/>
          </ac:spMkLst>
        </pc:spChg>
        <pc:spChg chg="add del">
          <ac:chgData name="Jacob Wyngaard" userId="6181fcd471e98458" providerId="LiveId" clId="{788BA123-62C9-4DDC-86E5-A6BCA4600216}" dt="2026-02-15T23:02:21.848" v="3313" actId="22"/>
          <ac:spMkLst>
            <pc:docMk/>
            <pc:sldMk cId="2329195272" sldId="302"/>
            <ac:spMk id="25" creationId="{F2980297-EA76-250C-7D3B-9DFD83DA7D7A}"/>
          </ac:spMkLst>
        </pc:spChg>
        <pc:spChg chg="add mod">
          <ac:chgData name="Jacob Wyngaard" userId="6181fcd471e98458" providerId="LiveId" clId="{788BA123-62C9-4DDC-86E5-A6BCA4600216}" dt="2026-02-15T23:14:09.487" v="3586" actId="1076"/>
          <ac:spMkLst>
            <pc:docMk/>
            <pc:sldMk cId="2329195272" sldId="302"/>
            <ac:spMk id="26" creationId="{978CE3A6-1A90-55A1-60C6-2DBEA474FA5E}"/>
          </ac:spMkLst>
        </pc:spChg>
        <pc:spChg chg="add mod">
          <ac:chgData name="Jacob Wyngaard" userId="6181fcd471e98458" providerId="LiveId" clId="{788BA123-62C9-4DDC-86E5-A6BCA4600216}" dt="2026-02-15T23:14:11.668" v="3587" actId="1076"/>
          <ac:spMkLst>
            <pc:docMk/>
            <pc:sldMk cId="2329195272" sldId="302"/>
            <ac:spMk id="27" creationId="{EFC132B0-F17B-0CA5-A9DE-5250AAB14F26}"/>
          </ac:spMkLst>
        </pc:spChg>
        <pc:spChg chg="add mod">
          <ac:chgData name="Jacob Wyngaard" userId="6181fcd471e98458" providerId="LiveId" clId="{788BA123-62C9-4DDC-86E5-A6BCA4600216}" dt="2026-02-15T23:14:16.446" v="3588" actId="1076"/>
          <ac:spMkLst>
            <pc:docMk/>
            <pc:sldMk cId="2329195272" sldId="302"/>
            <ac:spMk id="28" creationId="{B7CACBEC-F9BF-8C06-A40F-BC9B41F6A164}"/>
          </ac:spMkLst>
        </pc:spChg>
      </pc:sldChg>
      <pc:sldChg chg="addSp delSp modSp add mod">
        <pc:chgData name="Jacob Wyngaard" userId="6181fcd471e98458" providerId="LiveId" clId="{788BA123-62C9-4DDC-86E5-A6BCA4600216}" dt="2026-02-16T04:20:43.276" v="6322" actId="20577"/>
        <pc:sldMkLst>
          <pc:docMk/>
          <pc:sldMk cId="448432070" sldId="303"/>
        </pc:sldMkLst>
        <pc:spChg chg="del">
          <ac:chgData name="Jacob Wyngaard" userId="6181fcd471e98458" providerId="LiveId" clId="{788BA123-62C9-4DDC-86E5-A6BCA4600216}" dt="2026-02-15T23:14:55.480" v="3602" actId="478"/>
          <ac:spMkLst>
            <pc:docMk/>
            <pc:sldMk cId="448432070" sldId="303"/>
            <ac:spMk id="2" creationId="{0F5E76A5-B2E3-BACF-C30D-3BA2104A7659}"/>
          </ac:spMkLst>
        </pc:spChg>
        <pc:spChg chg="del">
          <ac:chgData name="Jacob Wyngaard" userId="6181fcd471e98458" providerId="LiveId" clId="{788BA123-62C9-4DDC-86E5-A6BCA4600216}" dt="2026-02-15T23:14:46.040" v="3598" actId="478"/>
          <ac:spMkLst>
            <pc:docMk/>
            <pc:sldMk cId="448432070" sldId="303"/>
            <ac:spMk id="3" creationId="{B59EE32E-1E91-54B4-4DE2-722B11268BCF}"/>
          </ac:spMkLst>
        </pc:spChg>
        <pc:spChg chg="del mod">
          <ac:chgData name="Jacob Wyngaard" userId="6181fcd471e98458" providerId="LiveId" clId="{788BA123-62C9-4DDC-86E5-A6BCA4600216}" dt="2026-02-15T23:15:02.913" v="3604" actId="478"/>
          <ac:spMkLst>
            <pc:docMk/>
            <pc:sldMk cId="448432070" sldId="303"/>
            <ac:spMk id="7" creationId="{7B5CDEE4-A94F-F0EE-39E0-A562AB4D4C04}"/>
          </ac:spMkLst>
        </pc:spChg>
        <pc:spChg chg="mod">
          <ac:chgData name="Jacob Wyngaard" userId="6181fcd471e98458" providerId="LiveId" clId="{788BA123-62C9-4DDC-86E5-A6BCA4600216}" dt="2026-02-16T00:27:05.532" v="4403" actId="1076"/>
          <ac:spMkLst>
            <pc:docMk/>
            <pc:sldMk cId="448432070" sldId="303"/>
            <ac:spMk id="9" creationId="{15521200-780C-8EDB-F71D-CB832026ECA9}"/>
          </ac:spMkLst>
        </pc:spChg>
        <pc:spChg chg="del mod">
          <ac:chgData name="Jacob Wyngaard" userId="6181fcd471e98458" providerId="LiveId" clId="{788BA123-62C9-4DDC-86E5-A6BCA4600216}" dt="2026-02-15T23:15:02.913" v="3604" actId="478"/>
          <ac:spMkLst>
            <pc:docMk/>
            <pc:sldMk cId="448432070" sldId="303"/>
            <ac:spMk id="10" creationId="{E4DE8A43-384C-43E0-FB6B-395BDF6A4DA8}"/>
          </ac:spMkLst>
        </pc:spChg>
        <pc:spChg chg="del mod">
          <ac:chgData name="Jacob Wyngaard" userId="6181fcd471e98458" providerId="LiveId" clId="{788BA123-62C9-4DDC-86E5-A6BCA4600216}" dt="2026-02-15T23:15:02.913" v="3604" actId="478"/>
          <ac:spMkLst>
            <pc:docMk/>
            <pc:sldMk cId="448432070" sldId="303"/>
            <ac:spMk id="11" creationId="{0E13FC3E-A799-DC26-8F07-187F1E7679EB}"/>
          </ac:spMkLst>
        </pc:spChg>
        <pc:spChg chg="del mod">
          <ac:chgData name="Jacob Wyngaard" userId="6181fcd471e98458" providerId="LiveId" clId="{788BA123-62C9-4DDC-86E5-A6BCA4600216}" dt="2026-02-15T23:15:02.913" v="3604" actId="478"/>
          <ac:spMkLst>
            <pc:docMk/>
            <pc:sldMk cId="448432070" sldId="303"/>
            <ac:spMk id="12" creationId="{22BC497A-D3FE-38F0-E98A-583B95F944C9}"/>
          </ac:spMkLst>
        </pc:spChg>
        <pc:spChg chg="del mod">
          <ac:chgData name="Jacob Wyngaard" userId="6181fcd471e98458" providerId="LiveId" clId="{788BA123-62C9-4DDC-86E5-A6BCA4600216}" dt="2026-02-15T23:15:02.913" v="3604" actId="478"/>
          <ac:spMkLst>
            <pc:docMk/>
            <pc:sldMk cId="448432070" sldId="303"/>
            <ac:spMk id="13" creationId="{B2496E0E-C9A7-9236-8F94-99B1033AF3CF}"/>
          </ac:spMkLst>
        </pc:spChg>
        <pc:spChg chg="del mod">
          <ac:chgData name="Jacob Wyngaard" userId="6181fcd471e98458" providerId="LiveId" clId="{788BA123-62C9-4DDC-86E5-A6BCA4600216}" dt="2026-02-15T23:15:02.913" v="3604" actId="478"/>
          <ac:spMkLst>
            <pc:docMk/>
            <pc:sldMk cId="448432070" sldId="303"/>
            <ac:spMk id="14" creationId="{362BF20A-4F92-F6FE-8816-FC64363D275F}"/>
          </ac:spMkLst>
        </pc:spChg>
        <pc:spChg chg="del mod">
          <ac:chgData name="Jacob Wyngaard" userId="6181fcd471e98458" providerId="LiveId" clId="{788BA123-62C9-4DDC-86E5-A6BCA4600216}" dt="2026-02-15T23:15:02.913" v="3604" actId="478"/>
          <ac:spMkLst>
            <pc:docMk/>
            <pc:sldMk cId="448432070" sldId="303"/>
            <ac:spMk id="16" creationId="{02CAD5B3-3817-D03C-D94F-DBB6E04D104B}"/>
          </ac:spMkLst>
        </pc:spChg>
        <pc:spChg chg="del mod">
          <ac:chgData name="Jacob Wyngaard" userId="6181fcd471e98458" providerId="LiveId" clId="{788BA123-62C9-4DDC-86E5-A6BCA4600216}" dt="2026-02-15T23:15:02.913" v="3604" actId="478"/>
          <ac:spMkLst>
            <pc:docMk/>
            <pc:sldMk cId="448432070" sldId="303"/>
            <ac:spMk id="17" creationId="{84994D4A-5FBF-4BB9-BBDF-E277EDCE4605}"/>
          </ac:spMkLst>
        </pc:spChg>
        <pc:spChg chg="del mod">
          <ac:chgData name="Jacob Wyngaard" userId="6181fcd471e98458" providerId="LiveId" clId="{788BA123-62C9-4DDC-86E5-A6BCA4600216}" dt="2026-02-15T23:15:02.913" v="3604" actId="478"/>
          <ac:spMkLst>
            <pc:docMk/>
            <pc:sldMk cId="448432070" sldId="303"/>
            <ac:spMk id="18" creationId="{B4200112-8932-02EC-AD44-3A7042C611A3}"/>
          </ac:spMkLst>
        </pc:spChg>
        <pc:spChg chg="del mod">
          <ac:chgData name="Jacob Wyngaard" userId="6181fcd471e98458" providerId="LiveId" clId="{788BA123-62C9-4DDC-86E5-A6BCA4600216}" dt="2026-02-15T23:15:02.913" v="3604" actId="478"/>
          <ac:spMkLst>
            <pc:docMk/>
            <pc:sldMk cId="448432070" sldId="303"/>
            <ac:spMk id="19" creationId="{3C32E148-235C-64EA-AFBE-1BBD00DB3F58}"/>
          </ac:spMkLst>
        </pc:spChg>
        <pc:spChg chg="add del mod">
          <ac:chgData name="Jacob Wyngaard" userId="6181fcd471e98458" providerId="LiveId" clId="{788BA123-62C9-4DDC-86E5-A6BCA4600216}" dt="2026-02-16T00:27:09.060" v="4404" actId="478"/>
          <ac:spMkLst>
            <pc:docMk/>
            <pc:sldMk cId="448432070" sldId="303"/>
            <ac:spMk id="20" creationId="{3082F7B0-2944-BD88-BFFC-7E15CCD9BFD7}"/>
          </ac:spMkLst>
        </pc:spChg>
        <pc:spChg chg="del">
          <ac:chgData name="Jacob Wyngaard" userId="6181fcd471e98458" providerId="LiveId" clId="{788BA123-62C9-4DDC-86E5-A6BCA4600216}" dt="2026-02-15T23:14:54.555" v="3601" actId="478"/>
          <ac:spMkLst>
            <pc:docMk/>
            <pc:sldMk cId="448432070" sldId="303"/>
            <ac:spMk id="21" creationId="{96493DBC-0896-34EA-EB4B-F5204ABF6A34}"/>
          </ac:spMkLst>
        </pc:spChg>
        <pc:spChg chg="add mod">
          <ac:chgData name="Jacob Wyngaard" userId="6181fcd471e98458" providerId="LiveId" clId="{788BA123-62C9-4DDC-86E5-A6BCA4600216}" dt="2026-02-16T00:27:17.123" v="4405" actId="1076"/>
          <ac:spMkLst>
            <pc:docMk/>
            <pc:sldMk cId="448432070" sldId="303"/>
            <ac:spMk id="22" creationId="{8211EAF0-57BB-BCF5-E992-17EA149A5D5A}"/>
          </ac:spMkLst>
        </pc:spChg>
        <pc:spChg chg="del">
          <ac:chgData name="Jacob Wyngaard" userId="6181fcd471e98458" providerId="LiveId" clId="{788BA123-62C9-4DDC-86E5-A6BCA4600216}" dt="2026-02-15T23:14:53.145" v="3600" actId="478"/>
          <ac:spMkLst>
            <pc:docMk/>
            <pc:sldMk cId="448432070" sldId="303"/>
            <ac:spMk id="23" creationId="{00B55319-E918-46A0-FDD8-392EAFB8CC39}"/>
          </ac:spMkLst>
        </pc:spChg>
        <pc:spChg chg="add mod">
          <ac:chgData name="Jacob Wyngaard" userId="6181fcd471e98458" providerId="LiveId" clId="{788BA123-62C9-4DDC-86E5-A6BCA4600216}" dt="2026-02-16T00:33:55.627" v="4573" actId="1076"/>
          <ac:spMkLst>
            <pc:docMk/>
            <pc:sldMk cId="448432070" sldId="303"/>
            <ac:spMk id="24" creationId="{7684DBA5-28FE-A430-FC7A-54D3879791BD}"/>
          </ac:spMkLst>
        </pc:spChg>
        <pc:spChg chg="add mod">
          <ac:chgData name="Jacob Wyngaard" userId="6181fcd471e98458" providerId="LiveId" clId="{788BA123-62C9-4DDC-86E5-A6BCA4600216}" dt="2026-02-16T00:33:57.792" v="4574" actId="1076"/>
          <ac:spMkLst>
            <pc:docMk/>
            <pc:sldMk cId="448432070" sldId="303"/>
            <ac:spMk id="25" creationId="{5B989245-CF0A-CD16-D7E9-739257CF0276}"/>
          </ac:spMkLst>
        </pc:spChg>
        <pc:spChg chg="del">
          <ac:chgData name="Jacob Wyngaard" userId="6181fcd471e98458" providerId="LiveId" clId="{788BA123-62C9-4DDC-86E5-A6BCA4600216}" dt="2026-02-15T23:14:44.812" v="3597" actId="478"/>
          <ac:spMkLst>
            <pc:docMk/>
            <pc:sldMk cId="448432070" sldId="303"/>
            <ac:spMk id="26" creationId="{08FEF1A8-CE9B-F499-7437-2954074E36D4}"/>
          </ac:spMkLst>
        </pc:spChg>
        <pc:spChg chg="add mod">
          <ac:chgData name="Jacob Wyngaard" userId="6181fcd471e98458" providerId="LiveId" clId="{788BA123-62C9-4DDC-86E5-A6BCA4600216}" dt="2026-02-16T00:34:02.007" v="4575" actId="1076"/>
          <ac:spMkLst>
            <pc:docMk/>
            <pc:sldMk cId="448432070" sldId="303"/>
            <ac:spMk id="27" creationId="{CADE6B20-E9CD-7DFE-29CB-D27DE6902E30}"/>
          </ac:spMkLst>
        </pc:spChg>
        <pc:spChg chg="add mod">
          <ac:chgData name="Jacob Wyngaard" userId="6181fcd471e98458" providerId="LiveId" clId="{788BA123-62C9-4DDC-86E5-A6BCA4600216}" dt="2026-02-16T00:34:06.341" v="4576" actId="1076"/>
          <ac:spMkLst>
            <pc:docMk/>
            <pc:sldMk cId="448432070" sldId="303"/>
            <ac:spMk id="28" creationId="{A807B9BB-0509-7B2B-B412-1E0348E466A7}"/>
          </ac:spMkLst>
        </pc:spChg>
        <pc:spChg chg="add mod">
          <ac:chgData name="Jacob Wyngaard" userId="6181fcd471e98458" providerId="LiveId" clId="{788BA123-62C9-4DDC-86E5-A6BCA4600216}" dt="2026-02-16T04:19:52.803" v="6315"/>
          <ac:spMkLst>
            <pc:docMk/>
            <pc:sldMk cId="448432070" sldId="303"/>
            <ac:spMk id="29" creationId="{A6D272B6-E4C7-AAFF-BE33-7AA52E421BF6}"/>
          </ac:spMkLst>
        </pc:spChg>
        <pc:spChg chg="add mod">
          <ac:chgData name="Jacob Wyngaard" userId="6181fcd471e98458" providerId="LiveId" clId="{788BA123-62C9-4DDC-86E5-A6BCA4600216}" dt="2026-02-16T04:19:56.935" v="6316"/>
          <ac:spMkLst>
            <pc:docMk/>
            <pc:sldMk cId="448432070" sldId="303"/>
            <ac:spMk id="30" creationId="{2677D931-5831-EF5C-82D1-F8CD04DAF1A4}"/>
          </ac:spMkLst>
        </pc:spChg>
        <pc:spChg chg="add mod">
          <ac:chgData name="Jacob Wyngaard" userId="6181fcd471e98458" providerId="LiveId" clId="{788BA123-62C9-4DDC-86E5-A6BCA4600216}" dt="2026-02-16T04:20:43.276" v="6322" actId="20577"/>
          <ac:spMkLst>
            <pc:docMk/>
            <pc:sldMk cId="448432070" sldId="303"/>
            <ac:spMk id="31" creationId="{493D7604-3CCE-5D2B-958B-FCEA52C9E89A}"/>
          </ac:spMkLst>
        </pc:spChg>
        <pc:spChg chg="add mod">
          <ac:chgData name="Jacob Wyngaard" userId="6181fcd471e98458" providerId="LiveId" clId="{788BA123-62C9-4DDC-86E5-A6BCA4600216}" dt="2026-02-16T00:35:42.580" v="4633" actId="1076"/>
          <ac:spMkLst>
            <pc:docMk/>
            <pc:sldMk cId="448432070" sldId="303"/>
            <ac:spMk id="33" creationId="{AF08A1E2-43F0-4BF6-B0AF-7A4825C465D5}"/>
          </ac:spMkLst>
        </pc:spChg>
      </pc:sldChg>
      <pc:sldChg chg="addSp delSp modSp add mod">
        <pc:chgData name="Jacob Wyngaard" userId="6181fcd471e98458" providerId="LiveId" clId="{788BA123-62C9-4DDC-86E5-A6BCA4600216}" dt="2026-02-16T04:23:01.160" v="6371" actId="1076"/>
        <pc:sldMkLst>
          <pc:docMk/>
          <pc:sldMk cId="1632653986" sldId="304"/>
        </pc:sldMkLst>
        <pc:spChg chg="add mod">
          <ac:chgData name="Jacob Wyngaard" userId="6181fcd471e98458" providerId="LiveId" clId="{788BA123-62C9-4DDC-86E5-A6BCA4600216}" dt="2026-02-16T04:13:32.800" v="5991" actId="1076"/>
          <ac:spMkLst>
            <pc:docMk/>
            <pc:sldMk cId="1632653986" sldId="304"/>
            <ac:spMk id="2" creationId="{5684B5EE-CE50-EF8C-8682-B56C8012F803}"/>
          </ac:spMkLst>
        </pc:spChg>
        <pc:spChg chg="add del mod">
          <ac:chgData name="Jacob Wyngaard" userId="6181fcd471e98458" providerId="LiveId" clId="{788BA123-62C9-4DDC-86E5-A6BCA4600216}" dt="2026-02-16T03:57:21.544" v="5653" actId="478"/>
          <ac:spMkLst>
            <pc:docMk/>
            <pc:sldMk cId="1632653986" sldId="304"/>
            <ac:spMk id="3" creationId="{4C045CB0-A829-9854-D27E-60F68C988720}"/>
          </ac:spMkLst>
        </pc:spChg>
        <pc:spChg chg="add mod">
          <ac:chgData name="Jacob Wyngaard" userId="6181fcd471e98458" providerId="LiveId" clId="{788BA123-62C9-4DDC-86E5-A6BCA4600216}" dt="2026-02-16T04:22:55.762" v="6370" actId="1076"/>
          <ac:spMkLst>
            <pc:docMk/>
            <pc:sldMk cId="1632653986" sldId="304"/>
            <ac:spMk id="4" creationId="{C8BDA235-0AAB-22EA-641C-9D4BB90ED20A}"/>
          </ac:spMkLst>
        </pc:spChg>
        <pc:spChg chg="add del mod">
          <ac:chgData name="Jacob Wyngaard" userId="6181fcd471e98458" providerId="LiveId" clId="{788BA123-62C9-4DDC-86E5-A6BCA4600216}" dt="2026-02-16T04:03:24.044" v="5824" actId="478"/>
          <ac:spMkLst>
            <pc:docMk/>
            <pc:sldMk cId="1632653986" sldId="304"/>
            <ac:spMk id="5" creationId="{B1FA4E02-6256-D2D0-51B0-ADE423C00A3E}"/>
          </ac:spMkLst>
        </pc:spChg>
        <pc:spChg chg="add del mod">
          <ac:chgData name="Jacob Wyngaard" userId="6181fcd471e98458" providerId="LiveId" clId="{788BA123-62C9-4DDC-86E5-A6BCA4600216}" dt="2026-02-16T04:14:51.768" v="6094" actId="478"/>
          <ac:spMkLst>
            <pc:docMk/>
            <pc:sldMk cId="1632653986" sldId="304"/>
            <ac:spMk id="10" creationId="{A40CDF98-ACB0-F6AF-6B0F-F160F9C04D6B}"/>
          </ac:spMkLst>
        </pc:spChg>
        <pc:spChg chg="add mod">
          <ac:chgData name="Jacob Wyngaard" userId="6181fcd471e98458" providerId="LiveId" clId="{788BA123-62C9-4DDC-86E5-A6BCA4600216}" dt="2026-02-16T04:22:23.381" v="6362" actId="1036"/>
          <ac:spMkLst>
            <pc:docMk/>
            <pc:sldMk cId="1632653986" sldId="304"/>
            <ac:spMk id="11" creationId="{E61C9481-89AA-47C8-2B7C-4F3E0E08ADF4}"/>
          </ac:spMkLst>
        </pc:spChg>
        <pc:spChg chg="add mod">
          <ac:chgData name="Jacob Wyngaard" userId="6181fcd471e98458" providerId="LiveId" clId="{788BA123-62C9-4DDC-86E5-A6BCA4600216}" dt="2026-02-16T04:22:23.381" v="6362" actId="1036"/>
          <ac:spMkLst>
            <pc:docMk/>
            <pc:sldMk cId="1632653986" sldId="304"/>
            <ac:spMk id="13" creationId="{A2AF3451-F187-17FD-AF8D-55C63C036B4A}"/>
          </ac:spMkLst>
        </pc:spChg>
        <pc:spChg chg="add mod">
          <ac:chgData name="Jacob Wyngaard" userId="6181fcd471e98458" providerId="LiveId" clId="{788BA123-62C9-4DDC-86E5-A6BCA4600216}" dt="2026-02-16T04:22:23.381" v="6362" actId="1036"/>
          <ac:spMkLst>
            <pc:docMk/>
            <pc:sldMk cId="1632653986" sldId="304"/>
            <ac:spMk id="15" creationId="{A9F381DE-3F7F-2D2E-C43D-250C3359956E}"/>
          </ac:spMkLst>
        </pc:spChg>
        <pc:spChg chg="add del mod">
          <ac:chgData name="Jacob Wyngaard" userId="6181fcd471e98458" providerId="LiveId" clId="{788BA123-62C9-4DDC-86E5-A6BCA4600216}" dt="2026-02-16T04:22:35.395" v="6365" actId="478"/>
          <ac:spMkLst>
            <pc:docMk/>
            <pc:sldMk cId="1632653986" sldId="304"/>
            <ac:spMk id="17" creationId="{2216646B-6012-D4C2-2DD9-63A2920DF9BE}"/>
          </ac:spMkLst>
        </pc:spChg>
        <pc:spChg chg="del">
          <ac:chgData name="Jacob Wyngaard" userId="6181fcd471e98458" providerId="LiveId" clId="{788BA123-62C9-4DDC-86E5-A6BCA4600216}" dt="2026-02-16T04:13:26.162" v="5988" actId="478"/>
          <ac:spMkLst>
            <pc:docMk/>
            <pc:sldMk cId="1632653986" sldId="304"/>
            <ac:spMk id="20" creationId="{7F25D76C-D973-75D9-91F6-E75331249B4B}"/>
          </ac:spMkLst>
        </pc:spChg>
        <pc:spChg chg="del mod">
          <ac:chgData name="Jacob Wyngaard" userId="6181fcd471e98458" providerId="LiveId" clId="{788BA123-62C9-4DDC-86E5-A6BCA4600216}" dt="2026-02-16T04:13:27.833" v="5989" actId="478"/>
          <ac:spMkLst>
            <pc:docMk/>
            <pc:sldMk cId="1632653986" sldId="304"/>
            <ac:spMk id="22" creationId="{D5A9F6B6-9F36-7D6F-D0E9-C3C62D2A7FFE}"/>
          </ac:spMkLst>
        </pc:spChg>
        <pc:spChg chg="mod">
          <ac:chgData name="Jacob Wyngaard" userId="6181fcd471e98458" providerId="LiveId" clId="{788BA123-62C9-4DDC-86E5-A6BCA4600216}" dt="2026-02-16T04:13:30.456" v="5990" actId="1076"/>
          <ac:spMkLst>
            <pc:docMk/>
            <pc:sldMk cId="1632653986" sldId="304"/>
            <ac:spMk id="24" creationId="{6F24C3D0-EC8E-AA57-0CFB-A7FA533D7410}"/>
          </ac:spMkLst>
        </pc:spChg>
        <pc:spChg chg="del">
          <ac:chgData name="Jacob Wyngaard" userId="6181fcd471e98458" providerId="LiveId" clId="{788BA123-62C9-4DDC-86E5-A6BCA4600216}" dt="2026-02-16T00:25:01.973" v="4356" actId="478"/>
          <ac:spMkLst>
            <pc:docMk/>
            <pc:sldMk cId="1632653986" sldId="304"/>
            <ac:spMk id="25" creationId="{91D24836-8062-078D-4669-F43728888455}"/>
          </ac:spMkLst>
        </pc:spChg>
        <pc:spChg chg="del">
          <ac:chgData name="Jacob Wyngaard" userId="6181fcd471e98458" providerId="LiveId" clId="{788BA123-62C9-4DDC-86E5-A6BCA4600216}" dt="2026-02-16T00:25:01.046" v="4355" actId="478"/>
          <ac:spMkLst>
            <pc:docMk/>
            <pc:sldMk cId="1632653986" sldId="304"/>
            <ac:spMk id="27" creationId="{3E1968D0-68E3-509B-DF13-CE40E4AF3568}"/>
          </ac:spMkLst>
        </pc:spChg>
        <pc:spChg chg="del">
          <ac:chgData name="Jacob Wyngaard" userId="6181fcd471e98458" providerId="LiveId" clId="{788BA123-62C9-4DDC-86E5-A6BCA4600216}" dt="2026-02-16T00:24:58.696" v="4354" actId="478"/>
          <ac:spMkLst>
            <pc:docMk/>
            <pc:sldMk cId="1632653986" sldId="304"/>
            <ac:spMk id="28" creationId="{BB2E2223-60AB-BDDE-CF1C-8A651912B4D0}"/>
          </ac:spMkLst>
        </pc:spChg>
        <pc:spChg chg="del">
          <ac:chgData name="Jacob Wyngaard" userId="6181fcd471e98458" providerId="LiveId" clId="{788BA123-62C9-4DDC-86E5-A6BCA4600216}" dt="2026-02-16T00:24:57.357" v="4353" actId="478"/>
          <ac:spMkLst>
            <pc:docMk/>
            <pc:sldMk cId="1632653986" sldId="304"/>
            <ac:spMk id="29" creationId="{C970A6F3-BFB4-6D3F-28D8-490D90292A1A}"/>
          </ac:spMkLst>
        </pc:spChg>
        <pc:picChg chg="add del mod modCrop">
          <ac:chgData name="Jacob Wyngaard" userId="6181fcd471e98458" providerId="LiveId" clId="{788BA123-62C9-4DDC-86E5-A6BCA4600216}" dt="2026-02-16T04:14:50.305" v="6093" actId="478"/>
          <ac:picMkLst>
            <pc:docMk/>
            <pc:sldMk cId="1632653986" sldId="304"/>
            <ac:picMk id="7" creationId="{316635F3-CFE7-14FC-01D4-5D04BF5814B2}"/>
          </ac:picMkLst>
        </pc:picChg>
        <pc:picChg chg="add mod modCrop">
          <ac:chgData name="Jacob Wyngaard" userId="6181fcd471e98458" providerId="LiveId" clId="{788BA123-62C9-4DDC-86E5-A6BCA4600216}" dt="2026-02-16T04:23:01.160" v="6371" actId="1076"/>
          <ac:picMkLst>
            <pc:docMk/>
            <pc:sldMk cId="1632653986" sldId="304"/>
            <ac:picMk id="16" creationId="{A5A5DEF1-93E0-249E-86DF-F972F963642B}"/>
          </ac:picMkLst>
        </pc:picChg>
      </pc:sldChg>
      <pc:sldChg chg="addSp delSp modSp add mod">
        <pc:chgData name="Jacob Wyngaard" userId="6181fcd471e98458" providerId="LiveId" clId="{788BA123-62C9-4DDC-86E5-A6BCA4600216}" dt="2026-02-16T00:59:51.005" v="5114" actId="1076"/>
        <pc:sldMkLst>
          <pc:docMk/>
          <pc:sldMk cId="1293785239" sldId="305"/>
        </pc:sldMkLst>
        <pc:spChg chg="add mod">
          <ac:chgData name="Jacob Wyngaard" userId="6181fcd471e98458" providerId="LiveId" clId="{788BA123-62C9-4DDC-86E5-A6BCA4600216}" dt="2026-02-16T00:38:31.466" v="4746" actId="1076"/>
          <ac:spMkLst>
            <pc:docMk/>
            <pc:sldMk cId="1293785239" sldId="305"/>
            <ac:spMk id="4" creationId="{BA921846-23FF-B1E7-FB72-BAE5FCCF1B36}"/>
          </ac:spMkLst>
        </pc:spChg>
        <pc:spChg chg="add mod">
          <ac:chgData name="Jacob Wyngaard" userId="6181fcd471e98458" providerId="LiveId" clId="{788BA123-62C9-4DDC-86E5-A6BCA4600216}" dt="2026-02-16T00:38:31.466" v="4746" actId="1076"/>
          <ac:spMkLst>
            <pc:docMk/>
            <pc:sldMk cId="1293785239" sldId="305"/>
            <ac:spMk id="5" creationId="{3579D24D-0EC5-A0C5-7CA5-4557C31ECAE5}"/>
          </ac:spMkLst>
        </pc:spChg>
        <pc:spChg chg="add mod">
          <ac:chgData name="Jacob Wyngaard" userId="6181fcd471e98458" providerId="LiveId" clId="{788BA123-62C9-4DDC-86E5-A6BCA4600216}" dt="2026-02-16T00:38:31.466" v="4746" actId="1076"/>
          <ac:spMkLst>
            <pc:docMk/>
            <pc:sldMk cId="1293785239" sldId="305"/>
            <ac:spMk id="7" creationId="{577A6E04-38B8-8CF8-8841-BF783AEE1B62}"/>
          </ac:spMkLst>
        </pc:spChg>
        <pc:spChg chg="add mod">
          <ac:chgData name="Jacob Wyngaard" userId="6181fcd471e98458" providerId="LiveId" clId="{788BA123-62C9-4DDC-86E5-A6BCA4600216}" dt="2026-02-16T00:38:31.466" v="4746" actId="1076"/>
          <ac:spMkLst>
            <pc:docMk/>
            <pc:sldMk cId="1293785239" sldId="305"/>
            <ac:spMk id="10" creationId="{B057BB44-B090-A5D1-8782-C3573A18CF8C}"/>
          </ac:spMkLst>
        </pc:spChg>
        <pc:spChg chg="add mod">
          <ac:chgData name="Jacob Wyngaard" userId="6181fcd471e98458" providerId="LiveId" clId="{788BA123-62C9-4DDC-86E5-A6BCA4600216}" dt="2026-02-16T00:38:31.466" v="4746" actId="1076"/>
          <ac:spMkLst>
            <pc:docMk/>
            <pc:sldMk cId="1293785239" sldId="305"/>
            <ac:spMk id="11" creationId="{553CED6F-5BFF-E419-B107-3F516A2D8066}"/>
          </ac:spMkLst>
        </pc:spChg>
        <pc:spChg chg="add mod">
          <ac:chgData name="Jacob Wyngaard" userId="6181fcd471e98458" providerId="LiveId" clId="{788BA123-62C9-4DDC-86E5-A6BCA4600216}" dt="2026-02-16T00:38:31.466" v="4746" actId="1076"/>
          <ac:spMkLst>
            <pc:docMk/>
            <pc:sldMk cId="1293785239" sldId="305"/>
            <ac:spMk id="12" creationId="{FFD5CE4B-25C7-693C-3560-1B0E40DCD52A}"/>
          </ac:spMkLst>
        </pc:spChg>
        <pc:spChg chg="add mod">
          <ac:chgData name="Jacob Wyngaard" userId="6181fcd471e98458" providerId="LiveId" clId="{788BA123-62C9-4DDC-86E5-A6BCA4600216}" dt="2026-02-16T00:38:31.466" v="4746" actId="1076"/>
          <ac:spMkLst>
            <pc:docMk/>
            <pc:sldMk cId="1293785239" sldId="305"/>
            <ac:spMk id="13" creationId="{4FBDB9E9-B3DE-54EE-50A6-9651D6689708}"/>
          </ac:spMkLst>
        </pc:spChg>
        <pc:spChg chg="add mod">
          <ac:chgData name="Jacob Wyngaard" userId="6181fcd471e98458" providerId="LiveId" clId="{788BA123-62C9-4DDC-86E5-A6BCA4600216}" dt="2026-02-16T00:38:31.466" v="4746" actId="1076"/>
          <ac:spMkLst>
            <pc:docMk/>
            <pc:sldMk cId="1293785239" sldId="305"/>
            <ac:spMk id="15" creationId="{EC2A63D6-A557-2B8D-D555-733B2CA138E4}"/>
          </ac:spMkLst>
        </pc:spChg>
        <pc:spChg chg="add mod">
          <ac:chgData name="Jacob Wyngaard" userId="6181fcd471e98458" providerId="LiveId" clId="{788BA123-62C9-4DDC-86E5-A6BCA4600216}" dt="2026-02-16T00:38:31.466" v="4746" actId="1076"/>
          <ac:spMkLst>
            <pc:docMk/>
            <pc:sldMk cId="1293785239" sldId="305"/>
            <ac:spMk id="16" creationId="{EE814341-EBCF-11E7-D9CA-FE67C890483F}"/>
          </ac:spMkLst>
        </pc:spChg>
        <pc:spChg chg="add mod">
          <ac:chgData name="Jacob Wyngaard" userId="6181fcd471e98458" providerId="LiveId" clId="{788BA123-62C9-4DDC-86E5-A6BCA4600216}" dt="2026-02-16T00:38:31.466" v="4746" actId="1076"/>
          <ac:spMkLst>
            <pc:docMk/>
            <pc:sldMk cId="1293785239" sldId="305"/>
            <ac:spMk id="17" creationId="{CE92BD12-6464-784C-64D0-E75574BBCEAC}"/>
          </ac:spMkLst>
        </pc:spChg>
        <pc:spChg chg="add mod">
          <ac:chgData name="Jacob Wyngaard" userId="6181fcd471e98458" providerId="LiveId" clId="{788BA123-62C9-4DDC-86E5-A6BCA4600216}" dt="2026-02-16T00:44:56.397" v="4882" actId="1076"/>
          <ac:spMkLst>
            <pc:docMk/>
            <pc:sldMk cId="1293785239" sldId="305"/>
            <ac:spMk id="18" creationId="{D57880A9-1187-0769-C1DD-CB4239ADBB96}"/>
          </ac:spMkLst>
        </pc:spChg>
        <pc:spChg chg="add mod">
          <ac:chgData name="Jacob Wyngaard" userId="6181fcd471e98458" providerId="LiveId" clId="{788BA123-62C9-4DDC-86E5-A6BCA4600216}" dt="2026-02-16T00:39:50.921" v="4760" actId="1076"/>
          <ac:spMkLst>
            <pc:docMk/>
            <pc:sldMk cId="1293785239" sldId="305"/>
            <ac:spMk id="19" creationId="{A466ED42-11FB-6F9D-50AF-452258B9503E}"/>
          </ac:spMkLst>
        </pc:spChg>
        <pc:spChg chg="add mod">
          <ac:chgData name="Jacob Wyngaard" userId="6181fcd471e98458" providerId="LiveId" clId="{788BA123-62C9-4DDC-86E5-A6BCA4600216}" dt="2026-02-16T00:45:24.061" v="4898" actId="1076"/>
          <ac:spMkLst>
            <pc:docMk/>
            <pc:sldMk cId="1293785239" sldId="305"/>
            <ac:spMk id="20" creationId="{8F4466AA-A919-C629-0CAB-830DDB025A7E}"/>
          </ac:spMkLst>
        </pc:spChg>
        <pc:spChg chg="add mod">
          <ac:chgData name="Jacob Wyngaard" userId="6181fcd471e98458" providerId="LiveId" clId="{788BA123-62C9-4DDC-86E5-A6BCA4600216}" dt="2026-02-16T00:59:51.005" v="5114" actId="1076"/>
          <ac:spMkLst>
            <pc:docMk/>
            <pc:sldMk cId="1293785239" sldId="305"/>
            <ac:spMk id="21" creationId="{0874E5B5-66D4-CE36-E21A-ED1E3E25A38E}"/>
          </ac:spMkLst>
        </pc:spChg>
        <pc:spChg chg="del">
          <ac:chgData name="Jacob Wyngaard" userId="6181fcd471e98458" providerId="LiveId" clId="{788BA123-62C9-4DDC-86E5-A6BCA4600216}" dt="2026-02-16T00:36:26.562" v="4636" actId="478"/>
          <ac:spMkLst>
            <pc:docMk/>
            <pc:sldMk cId="1293785239" sldId="305"/>
            <ac:spMk id="22" creationId="{F52828F4-D167-EDF5-A925-4474D089A4FC}"/>
          </ac:spMkLst>
        </pc:spChg>
        <pc:spChg chg="mod">
          <ac:chgData name="Jacob Wyngaard" userId="6181fcd471e98458" providerId="LiveId" clId="{788BA123-62C9-4DDC-86E5-A6BCA4600216}" dt="2026-02-16T00:36:45.256" v="4654" actId="1076"/>
          <ac:spMkLst>
            <pc:docMk/>
            <pc:sldMk cId="1293785239" sldId="305"/>
            <ac:spMk id="24" creationId="{BB1AC3F4-F38C-D13F-37DF-60C16170DD6A}"/>
          </ac:spMkLst>
        </pc:spChg>
        <pc:spChg chg="del">
          <ac:chgData name="Jacob Wyngaard" userId="6181fcd471e98458" providerId="LiveId" clId="{788BA123-62C9-4DDC-86E5-A6BCA4600216}" dt="2026-02-16T00:36:28.643" v="4637" actId="478"/>
          <ac:spMkLst>
            <pc:docMk/>
            <pc:sldMk cId="1293785239" sldId="305"/>
            <ac:spMk id="25" creationId="{D53E3124-E04E-AC4B-429F-A84502A85CE3}"/>
          </ac:spMkLst>
        </pc:spChg>
        <pc:spChg chg="add mod">
          <ac:chgData name="Jacob Wyngaard" userId="6181fcd471e98458" providerId="LiveId" clId="{788BA123-62C9-4DDC-86E5-A6BCA4600216}" dt="2026-02-16T00:45:28.189" v="4899" actId="1076"/>
          <ac:spMkLst>
            <pc:docMk/>
            <pc:sldMk cId="1293785239" sldId="305"/>
            <ac:spMk id="26" creationId="{745954DF-BD67-88F2-5EF8-8DDC31FA9B5E}"/>
          </ac:spMkLst>
        </pc:spChg>
        <pc:spChg chg="del">
          <ac:chgData name="Jacob Wyngaard" userId="6181fcd471e98458" providerId="LiveId" clId="{788BA123-62C9-4DDC-86E5-A6BCA4600216}" dt="2026-02-16T00:36:30.091" v="4638" actId="478"/>
          <ac:spMkLst>
            <pc:docMk/>
            <pc:sldMk cId="1293785239" sldId="305"/>
            <ac:spMk id="27" creationId="{EB68E24B-C372-6DD6-5E53-8B2FBD18D404}"/>
          </ac:spMkLst>
        </pc:spChg>
        <pc:spChg chg="del">
          <ac:chgData name="Jacob Wyngaard" userId="6181fcd471e98458" providerId="LiveId" clId="{788BA123-62C9-4DDC-86E5-A6BCA4600216}" dt="2026-02-16T00:36:30.650" v="4639" actId="478"/>
          <ac:spMkLst>
            <pc:docMk/>
            <pc:sldMk cId="1293785239" sldId="305"/>
            <ac:spMk id="28" creationId="{D6432550-C1AF-D176-1777-42784333347E}"/>
          </ac:spMkLst>
        </pc:spChg>
        <pc:spChg chg="del">
          <ac:chgData name="Jacob Wyngaard" userId="6181fcd471e98458" providerId="LiveId" clId="{788BA123-62C9-4DDC-86E5-A6BCA4600216}" dt="2026-02-16T00:36:31.341" v="4640" actId="478"/>
          <ac:spMkLst>
            <pc:docMk/>
            <pc:sldMk cId="1293785239" sldId="305"/>
            <ac:spMk id="29" creationId="{A0E7214E-D9EF-AA24-6EC9-B9567664D9BD}"/>
          </ac:spMkLst>
        </pc:spChg>
        <pc:spChg chg="del">
          <ac:chgData name="Jacob Wyngaard" userId="6181fcd471e98458" providerId="LiveId" clId="{788BA123-62C9-4DDC-86E5-A6BCA4600216}" dt="2026-02-16T00:36:32.675" v="4641" actId="478"/>
          <ac:spMkLst>
            <pc:docMk/>
            <pc:sldMk cId="1293785239" sldId="305"/>
            <ac:spMk id="30" creationId="{CA456149-7247-DEA8-F564-88639FFA4E7E}"/>
          </ac:spMkLst>
        </pc:spChg>
        <pc:spChg chg="del">
          <ac:chgData name="Jacob Wyngaard" userId="6181fcd471e98458" providerId="LiveId" clId="{788BA123-62C9-4DDC-86E5-A6BCA4600216}" dt="2026-02-16T00:36:34.438" v="4643" actId="478"/>
          <ac:spMkLst>
            <pc:docMk/>
            <pc:sldMk cId="1293785239" sldId="305"/>
            <ac:spMk id="31" creationId="{0E0C1AB5-5501-8846-CE00-77EA1827A2A6}"/>
          </ac:spMkLst>
        </pc:spChg>
        <pc:spChg chg="add mod">
          <ac:chgData name="Jacob Wyngaard" userId="6181fcd471e98458" providerId="LiveId" clId="{788BA123-62C9-4DDC-86E5-A6BCA4600216}" dt="2026-02-16T00:45:35.581" v="4901" actId="1076"/>
          <ac:spMkLst>
            <pc:docMk/>
            <pc:sldMk cId="1293785239" sldId="305"/>
            <ac:spMk id="32" creationId="{C35791FD-5AF4-2D98-94B3-2962586CFA10}"/>
          </ac:spMkLst>
        </pc:spChg>
        <pc:spChg chg="del">
          <ac:chgData name="Jacob Wyngaard" userId="6181fcd471e98458" providerId="LiveId" clId="{788BA123-62C9-4DDC-86E5-A6BCA4600216}" dt="2026-02-16T00:36:33.520" v="4642" actId="478"/>
          <ac:spMkLst>
            <pc:docMk/>
            <pc:sldMk cId="1293785239" sldId="305"/>
            <ac:spMk id="33" creationId="{5A2EFDFC-1222-6786-6266-FC73C4C85F32}"/>
          </ac:spMkLst>
        </pc:spChg>
        <pc:spChg chg="add mod">
          <ac:chgData name="Jacob Wyngaard" userId="6181fcd471e98458" providerId="LiveId" clId="{788BA123-62C9-4DDC-86E5-A6BCA4600216}" dt="2026-02-16T00:44:40.870" v="4877" actId="207"/>
          <ac:spMkLst>
            <pc:docMk/>
            <pc:sldMk cId="1293785239" sldId="305"/>
            <ac:spMk id="34" creationId="{5190CC3A-E40D-8438-F26E-8E90E59D24CA}"/>
          </ac:spMkLst>
        </pc:spChg>
        <pc:spChg chg="add mod">
          <ac:chgData name="Jacob Wyngaard" userId="6181fcd471e98458" providerId="LiveId" clId="{788BA123-62C9-4DDC-86E5-A6BCA4600216}" dt="2026-02-16T00:44:45.357" v="4879" actId="1076"/>
          <ac:spMkLst>
            <pc:docMk/>
            <pc:sldMk cId="1293785239" sldId="305"/>
            <ac:spMk id="35" creationId="{FCD0B914-28EA-EC80-7414-A8571EFE6B95}"/>
          </ac:spMkLst>
        </pc:spChg>
        <pc:spChg chg="add mod">
          <ac:chgData name="Jacob Wyngaard" userId="6181fcd471e98458" providerId="LiveId" clId="{788BA123-62C9-4DDC-86E5-A6BCA4600216}" dt="2026-02-16T00:45:19.249" v="4897" actId="20577"/>
          <ac:spMkLst>
            <pc:docMk/>
            <pc:sldMk cId="1293785239" sldId="305"/>
            <ac:spMk id="36" creationId="{FB5EE0F1-BD82-BD38-F2AA-845999A22000}"/>
          </ac:spMkLst>
        </pc:spChg>
      </pc:sldChg>
      <pc:sldChg chg="addSp delSp modSp add mod">
        <pc:chgData name="Jacob Wyngaard" userId="6181fcd471e98458" providerId="LiveId" clId="{788BA123-62C9-4DDC-86E5-A6BCA4600216}" dt="2026-02-16T01:01:40.385" v="5142" actId="1076"/>
        <pc:sldMkLst>
          <pc:docMk/>
          <pc:sldMk cId="4156708384" sldId="306"/>
        </pc:sldMkLst>
        <pc:spChg chg="del">
          <ac:chgData name="Jacob Wyngaard" userId="6181fcd471e98458" providerId="LiveId" clId="{788BA123-62C9-4DDC-86E5-A6BCA4600216}" dt="2026-02-16T00:49:12.333" v="4931" actId="478"/>
          <ac:spMkLst>
            <pc:docMk/>
            <pc:sldMk cId="4156708384" sldId="306"/>
            <ac:spMk id="3" creationId="{C49F7A53-7AA4-F090-EDEC-EB2B04A1EE8F}"/>
          </ac:spMkLst>
        </pc:spChg>
        <pc:spChg chg="del">
          <ac:chgData name="Jacob Wyngaard" userId="6181fcd471e98458" providerId="LiveId" clId="{788BA123-62C9-4DDC-86E5-A6BCA4600216}" dt="2026-02-16T00:49:12.333" v="4931" actId="478"/>
          <ac:spMkLst>
            <pc:docMk/>
            <pc:sldMk cId="4156708384" sldId="306"/>
            <ac:spMk id="4" creationId="{6CFC4A5C-E0A1-D2AA-14D7-B5C53F079E16}"/>
          </ac:spMkLst>
        </pc:spChg>
        <pc:spChg chg="del">
          <ac:chgData name="Jacob Wyngaard" userId="6181fcd471e98458" providerId="LiveId" clId="{788BA123-62C9-4DDC-86E5-A6BCA4600216}" dt="2026-02-16T00:49:12.333" v="4931" actId="478"/>
          <ac:spMkLst>
            <pc:docMk/>
            <pc:sldMk cId="4156708384" sldId="306"/>
            <ac:spMk id="5" creationId="{DFD89BC3-28ED-1A96-9847-38D26AA0EAC2}"/>
          </ac:spMkLst>
        </pc:spChg>
        <pc:spChg chg="del">
          <ac:chgData name="Jacob Wyngaard" userId="6181fcd471e98458" providerId="LiveId" clId="{788BA123-62C9-4DDC-86E5-A6BCA4600216}" dt="2026-02-16T00:49:12.333" v="4931" actId="478"/>
          <ac:spMkLst>
            <pc:docMk/>
            <pc:sldMk cId="4156708384" sldId="306"/>
            <ac:spMk id="11" creationId="{BBA71625-C4A8-DB78-2482-71A63C1FA3E5}"/>
          </ac:spMkLst>
        </pc:spChg>
        <pc:spChg chg="del">
          <ac:chgData name="Jacob Wyngaard" userId="6181fcd471e98458" providerId="LiveId" clId="{788BA123-62C9-4DDC-86E5-A6BCA4600216}" dt="2026-02-16T00:49:12.333" v="4931" actId="478"/>
          <ac:spMkLst>
            <pc:docMk/>
            <pc:sldMk cId="4156708384" sldId="306"/>
            <ac:spMk id="12" creationId="{2C162183-2BD2-7436-55E9-AB6677A0095F}"/>
          </ac:spMkLst>
        </pc:spChg>
        <pc:spChg chg="del">
          <ac:chgData name="Jacob Wyngaard" userId="6181fcd471e98458" providerId="LiveId" clId="{788BA123-62C9-4DDC-86E5-A6BCA4600216}" dt="2026-02-16T00:49:12.333" v="4931" actId="478"/>
          <ac:spMkLst>
            <pc:docMk/>
            <pc:sldMk cId="4156708384" sldId="306"/>
            <ac:spMk id="13" creationId="{24D1945E-407E-E8E8-65D9-3AA6FC33EF63}"/>
          </ac:spMkLst>
        </pc:spChg>
        <pc:spChg chg="del">
          <ac:chgData name="Jacob Wyngaard" userId="6181fcd471e98458" providerId="LiveId" clId="{788BA123-62C9-4DDC-86E5-A6BCA4600216}" dt="2026-02-16T00:49:12.333" v="4931" actId="478"/>
          <ac:spMkLst>
            <pc:docMk/>
            <pc:sldMk cId="4156708384" sldId="306"/>
            <ac:spMk id="15" creationId="{AC09E715-434E-7CDC-B710-9088BEDDE5B7}"/>
          </ac:spMkLst>
        </pc:spChg>
        <pc:spChg chg="del">
          <ac:chgData name="Jacob Wyngaard" userId="6181fcd471e98458" providerId="LiveId" clId="{788BA123-62C9-4DDC-86E5-A6BCA4600216}" dt="2026-02-16T00:49:12.333" v="4931" actId="478"/>
          <ac:spMkLst>
            <pc:docMk/>
            <pc:sldMk cId="4156708384" sldId="306"/>
            <ac:spMk id="17" creationId="{0A0FB6A8-D48E-8672-AA7F-8EAAD56DD938}"/>
          </ac:spMkLst>
        </pc:spChg>
        <pc:spChg chg="del">
          <ac:chgData name="Jacob Wyngaard" userId="6181fcd471e98458" providerId="LiveId" clId="{788BA123-62C9-4DDC-86E5-A6BCA4600216}" dt="2026-02-16T00:49:13.665" v="4932" actId="478"/>
          <ac:spMkLst>
            <pc:docMk/>
            <pc:sldMk cId="4156708384" sldId="306"/>
            <ac:spMk id="19" creationId="{647F6BFD-C58A-D3F5-8B03-4026210CA058}"/>
          </ac:spMkLst>
        </pc:spChg>
        <pc:spChg chg="mod">
          <ac:chgData name="Jacob Wyngaard" userId="6181fcd471e98458" providerId="LiveId" clId="{788BA123-62C9-4DDC-86E5-A6BCA4600216}" dt="2026-02-16T01:00:45.209" v="5129" actId="1076"/>
          <ac:spMkLst>
            <pc:docMk/>
            <pc:sldMk cId="4156708384" sldId="306"/>
            <ac:spMk id="20" creationId="{8A594640-BF4F-5619-3025-A044BDBC86B6}"/>
          </ac:spMkLst>
        </pc:spChg>
        <pc:spChg chg="mod">
          <ac:chgData name="Jacob Wyngaard" userId="6181fcd471e98458" providerId="LiveId" clId="{788BA123-62C9-4DDC-86E5-A6BCA4600216}" dt="2026-02-16T01:00:29.265" v="5126" actId="1076"/>
          <ac:spMkLst>
            <pc:docMk/>
            <pc:sldMk cId="4156708384" sldId="306"/>
            <ac:spMk id="21" creationId="{FCF0B956-D145-0354-B0D0-66D26AA2826D}"/>
          </ac:spMkLst>
        </pc:spChg>
        <pc:spChg chg="add mod">
          <ac:chgData name="Jacob Wyngaard" userId="6181fcd471e98458" providerId="LiveId" clId="{788BA123-62C9-4DDC-86E5-A6BCA4600216}" dt="2026-02-16T01:00:19.643" v="5124" actId="1076"/>
          <ac:spMkLst>
            <pc:docMk/>
            <pc:sldMk cId="4156708384" sldId="306"/>
            <ac:spMk id="22" creationId="{2E903A09-819F-08CB-BFEE-6C52FB65DC54}"/>
          </ac:spMkLst>
        </pc:spChg>
        <pc:spChg chg="add mod">
          <ac:chgData name="Jacob Wyngaard" userId="6181fcd471e98458" providerId="LiveId" clId="{788BA123-62C9-4DDC-86E5-A6BCA4600216}" dt="2026-02-16T01:00:39.055" v="5128" actId="1076"/>
          <ac:spMkLst>
            <pc:docMk/>
            <pc:sldMk cId="4156708384" sldId="306"/>
            <ac:spMk id="23" creationId="{62ECC082-A593-8A0B-6971-831F165105D4}"/>
          </ac:spMkLst>
        </pc:spChg>
        <pc:spChg chg="add mod">
          <ac:chgData name="Jacob Wyngaard" userId="6181fcd471e98458" providerId="LiveId" clId="{788BA123-62C9-4DDC-86E5-A6BCA4600216}" dt="2026-02-16T01:00:24.204" v="5125" actId="1076"/>
          <ac:spMkLst>
            <pc:docMk/>
            <pc:sldMk cId="4156708384" sldId="306"/>
            <ac:spMk id="25" creationId="{7E9B4D4E-2697-F161-DCE4-1D6082849D8C}"/>
          </ac:spMkLst>
        </pc:spChg>
        <pc:spChg chg="mod">
          <ac:chgData name="Jacob Wyngaard" userId="6181fcd471e98458" providerId="LiveId" clId="{788BA123-62C9-4DDC-86E5-A6BCA4600216}" dt="2026-02-16T01:00:52.685" v="5130" actId="1076"/>
          <ac:spMkLst>
            <pc:docMk/>
            <pc:sldMk cId="4156708384" sldId="306"/>
            <ac:spMk id="26" creationId="{595B475B-0335-73AF-2AA0-D19B2EB05E6C}"/>
          </ac:spMkLst>
        </pc:spChg>
        <pc:spChg chg="add mod">
          <ac:chgData name="Jacob Wyngaard" userId="6181fcd471e98458" providerId="LiveId" clId="{788BA123-62C9-4DDC-86E5-A6BCA4600216}" dt="2026-02-16T01:00:15.188" v="5123" actId="1076"/>
          <ac:spMkLst>
            <pc:docMk/>
            <pc:sldMk cId="4156708384" sldId="306"/>
            <ac:spMk id="27" creationId="{03C01094-127C-1B6E-FF42-E0575F1AEDD8}"/>
          </ac:spMkLst>
        </pc:spChg>
        <pc:spChg chg="add mod">
          <ac:chgData name="Jacob Wyngaard" userId="6181fcd471e98458" providerId="LiveId" clId="{788BA123-62C9-4DDC-86E5-A6BCA4600216}" dt="2026-02-16T00:54:07.384" v="5000" actId="1076"/>
          <ac:spMkLst>
            <pc:docMk/>
            <pc:sldMk cId="4156708384" sldId="306"/>
            <ac:spMk id="28" creationId="{314CC240-B46A-ABBF-6E0B-602E012A2E1F}"/>
          </ac:spMkLst>
        </pc:spChg>
        <pc:spChg chg="add mod">
          <ac:chgData name="Jacob Wyngaard" userId="6181fcd471e98458" providerId="LiveId" clId="{788BA123-62C9-4DDC-86E5-A6BCA4600216}" dt="2026-02-16T00:54:23.258" v="5006" actId="14100"/>
          <ac:spMkLst>
            <pc:docMk/>
            <pc:sldMk cId="4156708384" sldId="306"/>
            <ac:spMk id="30" creationId="{261CF858-8F25-4CDB-B343-CD3044B4D7BC}"/>
          </ac:spMkLst>
        </pc:spChg>
        <pc:spChg chg="add mod">
          <ac:chgData name="Jacob Wyngaard" userId="6181fcd471e98458" providerId="LiveId" clId="{788BA123-62C9-4DDC-86E5-A6BCA4600216}" dt="2026-02-16T00:55:15.273" v="5019" actId="14100"/>
          <ac:spMkLst>
            <pc:docMk/>
            <pc:sldMk cId="4156708384" sldId="306"/>
            <ac:spMk id="31" creationId="{39025073-4990-E45E-8D28-28A35337A123}"/>
          </ac:spMkLst>
        </pc:spChg>
        <pc:spChg chg="mod">
          <ac:chgData name="Jacob Wyngaard" userId="6181fcd471e98458" providerId="LiveId" clId="{788BA123-62C9-4DDC-86E5-A6BCA4600216}" dt="2026-02-16T01:00:56.238" v="5131" actId="1076"/>
          <ac:spMkLst>
            <pc:docMk/>
            <pc:sldMk cId="4156708384" sldId="306"/>
            <ac:spMk id="32" creationId="{ACF78E18-2595-B1BD-3732-0B3EA5B93B4A}"/>
          </ac:spMkLst>
        </pc:spChg>
        <pc:spChg chg="add mod">
          <ac:chgData name="Jacob Wyngaard" userId="6181fcd471e98458" providerId="LiveId" clId="{788BA123-62C9-4DDC-86E5-A6BCA4600216}" dt="2026-02-16T00:56:38.279" v="5025" actId="1076"/>
          <ac:spMkLst>
            <pc:docMk/>
            <pc:sldMk cId="4156708384" sldId="306"/>
            <ac:spMk id="33" creationId="{D71A1997-6719-530D-B224-40D393456B06}"/>
          </ac:spMkLst>
        </pc:spChg>
        <pc:spChg chg="del">
          <ac:chgData name="Jacob Wyngaard" userId="6181fcd471e98458" providerId="LiveId" clId="{788BA123-62C9-4DDC-86E5-A6BCA4600216}" dt="2026-02-16T00:49:12.333" v="4931" actId="478"/>
          <ac:spMkLst>
            <pc:docMk/>
            <pc:sldMk cId="4156708384" sldId="306"/>
            <ac:spMk id="34" creationId="{B6387FB1-4203-0477-D7E3-FB640A754DD6}"/>
          </ac:spMkLst>
        </pc:spChg>
        <pc:spChg chg="del">
          <ac:chgData name="Jacob Wyngaard" userId="6181fcd471e98458" providerId="LiveId" clId="{788BA123-62C9-4DDC-86E5-A6BCA4600216}" dt="2026-02-16T00:49:12.333" v="4931" actId="478"/>
          <ac:spMkLst>
            <pc:docMk/>
            <pc:sldMk cId="4156708384" sldId="306"/>
            <ac:spMk id="35" creationId="{8D27600F-EE17-8C95-D861-119B5A32302A}"/>
          </ac:spMkLst>
        </pc:spChg>
        <pc:spChg chg="mod">
          <ac:chgData name="Jacob Wyngaard" userId="6181fcd471e98458" providerId="LiveId" clId="{788BA123-62C9-4DDC-86E5-A6BCA4600216}" dt="2026-02-16T00:49:07.477" v="4929" actId="1076"/>
          <ac:spMkLst>
            <pc:docMk/>
            <pc:sldMk cId="4156708384" sldId="306"/>
            <ac:spMk id="36" creationId="{F629E24E-6669-DBF7-0E88-ABB66D5444FD}"/>
          </ac:spMkLst>
        </pc:spChg>
        <pc:spChg chg="add mod">
          <ac:chgData name="Jacob Wyngaard" userId="6181fcd471e98458" providerId="LiveId" clId="{788BA123-62C9-4DDC-86E5-A6BCA4600216}" dt="2026-02-16T00:56:48.234" v="5031" actId="1076"/>
          <ac:spMkLst>
            <pc:docMk/>
            <pc:sldMk cId="4156708384" sldId="306"/>
            <ac:spMk id="37" creationId="{F18B3B86-5DEF-FC72-DEA2-9F452577B8E8}"/>
          </ac:spMkLst>
        </pc:spChg>
        <pc:spChg chg="add mod">
          <ac:chgData name="Jacob Wyngaard" userId="6181fcd471e98458" providerId="LiveId" clId="{788BA123-62C9-4DDC-86E5-A6BCA4600216}" dt="2026-02-16T01:01:31.597" v="5139" actId="14100"/>
          <ac:spMkLst>
            <pc:docMk/>
            <pc:sldMk cId="4156708384" sldId="306"/>
            <ac:spMk id="38" creationId="{C6A9D60C-E3D4-DAD4-1AE2-088EB9CBD0D0}"/>
          </ac:spMkLst>
        </pc:spChg>
        <pc:spChg chg="add mod">
          <ac:chgData name="Jacob Wyngaard" userId="6181fcd471e98458" providerId="LiveId" clId="{788BA123-62C9-4DDC-86E5-A6BCA4600216}" dt="2026-02-16T00:51:13.749" v="4973" actId="1076"/>
          <ac:spMkLst>
            <pc:docMk/>
            <pc:sldMk cId="4156708384" sldId="306"/>
            <ac:spMk id="39" creationId="{8A1E8206-EF63-0387-D19A-D8D29CDD1503}"/>
          </ac:spMkLst>
        </pc:spChg>
        <pc:spChg chg="add mod">
          <ac:chgData name="Jacob Wyngaard" userId="6181fcd471e98458" providerId="LiveId" clId="{788BA123-62C9-4DDC-86E5-A6BCA4600216}" dt="2026-02-16T00:51:59.178" v="4977" actId="1076"/>
          <ac:spMkLst>
            <pc:docMk/>
            <pc:sldMk cId="4156708384" sldId="306"/>
            <ac:spMk id="40" creationId="{D314DE4C-B2F4-CB70-3DF0-FFD688C5C6C2}"/>
          </ac:spMkLst>
        </pc:spChg>
        <pc:spChg chg="add mod">
          <ac:chgData name="Jacob Wyngaard" userId="6181fcd471e98458" providerId="LiveId" clId="{788BA123-62C9-4DDC-86E5-A6BCA4600216}" dt="2026-02-16T01:01:14.622" v="5135" actId="14100"/>
          <ac:spMkLst>
            <pc:docMk/>
            <pc:sldMk cId="4156708384" sldId="306"/>
            <ac:spMk id="41" creationId="{C9435B81-E366-A389-C5DE-82D4AFC77FB9}"/>
          </ac:spMkLst>
        </pc:spChg>
        <pc:spChg chg="add mod">
          <ac:chgData name="Jacob Wyngaard" userId="6181fcd471e98458" providerId="LiveId" clId="{788BA123-62C9-4DDC-86E5-A6BCA4600216}" dt="2026-02-16T01:01:17.708" v="5136" actId="1076"/>
          <ac:spMkLst>
            <pc:docMk/>
            <pc:sldMk cId="4156708384" sldId="306"/>
            <ac:spMk id="42" creationId="{BA1D4C86-26FE-2B8E-8EDD-BA72CEEBBE50}"/>
          </ac:spMkLst>
        </pc:spChg>
        <pc:spChg chg="add mod">
          <ac:chgData name="Jacob Wyngaard" userId="6181fcd471e98458" providerId="LiveId" clId="{788BA123-62C9-4DDC-86E5-A6BCA4600216}" dt="2026-02-16T01:01:37.037" v="5141" actId="1076"/>
          <ac:spMkLst>
            <pc:docMk/>
            <pc:sldMk cId="4156708384" sldId="306"/>
            <ac:spMk id="43" creationId="{B9DA941C-65B2-409E-B5C1-2D2D191942D9}"/>
          </ac:spMkLst>
        </pc:spChg>
        <pc:spChg chg="add mod">
          <ac:chgData name="Jacob Wyngaard" userId="6181fcd471e98458" providerId="LiveId" clId="{788BA123-62C9-4DDC-86E5-A6BCA4600216}" dt="2026-02-16T01:01:40.385" v="5142" actId="1076"/>
          <ac:spMkLst>
            <pc:docMk/>
            <pc:sldMk cId="4156708384" sldId="306"/>
            <ac:spMk id="44" creationId="{1310FB8B-7A44-31D0-C477-8E8EDD14D8DA}"/>
          </ac:spMkLst>
        </pc:spChg>
        <pc:picChg chg="del">
          <ac:chgData name="Jacob Wyngaard" userId="6181fcd471e98458" providerId="LiveId" clId="{788BA123-62C9-4DDC-86E5-A6BCA4600216}" dt="2026-02-16T00:49:10.535" v="4930" actId="478"/>
          <ac:picMkLst>
            <pc:docMk/>
            <pc:sldMk cId="4156708384" sldId="306"/>
            <ac:picMk id="2" creationId="{21C87904-1965-450F-2D8A-2F6938DCD8D5}"/>
          </ac:picMkLst>
        </pc:picChg>
      </pc:sldChg>
      <pc:sldChg chg="add del ord">
        <pc:chgData name="Jacob Wyngaard" userId="6181fcd471e98458" providerId="LiveId" clId="{788BA123-62C9-4DDC-86E5-A6BCA4600216}" dt="2026-02-16T01:02:17.402" v="5146" actId="47"/>
        <pc:sldMkLst>
          <pc:docMk/>
          <pc:sldMk cId="3008949671" sldId="307"/>
        </pc:sldMkLst>
      </pc:sldChg>
      <pc:sldChg chg="delSp modSp add mod">
        <pc:chgData name="Jacob Wyngaard" userId="6181fcd471e98458" providerId="LiveId" clId="{788BA123-62C9-4DDC-86E5-A6BCA4600216}" dt="2026-02-16T04:06:39.741" v="5934" actId="14100"/>
        <pc:sldMkLst>
          <pc:docMk/>
          <pc:sldMk cId="4241303160" sldId="307"/>
        </pc:sldMkLst>
        <pc:spChg chg="mod">
          <ac:chgData name="Jacob Wyngaard" userId="6181fcd471e98458" providerId="LiveId" clId="{788BA123-62C9-4DDC-86E5-A6BCA4600216}" dt="2026-02-16T04:06:39.741" v="5934" actId="14100"/>
          <ac:spMkLst>
            <pc:docMk/>
            <pc:sldMk cId="4241303160" sldId="307"/>
            <ac:spMk id="2" creationId="{8A3CA3E6-77C7-E148-FCF5-4CBD31E4C91C}"/>
          </ac:spMkLst>
        </pc:spChg>
        <pc:spChg chg="del">
          <ac:chgData name="Jacob Wyngaard" userId="6181fcd471e98458" providerId="LiveId" clId="{788BA123-62C9-4DDC-86E5-A6BCA4600216}" dt="2026-02-16T04:05:40.899" v="5857" actId="478"/>
          <ac:spMkLst>
            <pc:docMk/>
            <pc:sldMk cId="4241303160" sldId="307"/>
            <ac:spMk id="4" creationId="{D61562BE-2359-3F50-D3FF-F84B5C75B7DC}"/>
          </ac:spMkLst>
        </pc:spChg>
        <pc:spChg chg="mod">
          <ac:chgData name="Jacob Wyngaard" userId="6181fcd471e98458" providerId="LiveId" clId="{788BA123-62C9-4DDC-86E5-A6BCA4600216}" dt="2026-02-16T04:05:03.106" v="5856" actId="1076"/>
          <ac:spMkLst>
            <pc:docMk/>
            <pc:sldMk cId="4241303160" sldId="307"/>
            <ac:spMk id="24" creationId="{96049335-FB74-3EFC-DC12-562AC6B86579}"/>
          </ac:spMkLst>
        </pc:spChg>
      </pc:sldChg>
      <pc:sldChg chg="add del ord">
        <pc:chgData name="Jacob Wyngaard" userId="6181fcd471e98458" providerId="LiveId" clId="{788BA123-62C9-4DDC-86E5-A6BCA4600216}" dt="2026-02-16T01:02:26.959" v="5147" actId="47"/>
        <pc:sldMkLst>
          <pc:docMk/>
          <pc:sldMk cId="44176853" sldId="308"/>
        </pc:sldMkLst>
      </pc:sldChg>
      <pc:sldChg chg="addSp delSp modSp add mod">
        <pc:chgData name="Jacob Wyngaard" userId="6181fcd471e98458" providerId="LiveId" clId="{788BA123-62C9-4DDC-86E5-A6BCA4600216}" dt="2026-02-16T04:27:07.748" v="6403" actId="20577"/>
        <pc:sldMkLst>
          <pc:docMk/>
          <pc:sldMk cId="797539763" sldId="308"/>
        </pc:sldMkLst>
        <pc:spChg chg="del">
          <ac:chgData name="Jacob Wyngaard" userId="6181fcd471e98458" providerId="LiveId" clId="{788BA123-62C9-4DDC-86E5-A6BCA4600216}" dt="2026-02-16T04:24:09.807" v="6393" actId="478"/>
          <ac:spMkLst>
            <pc:docMk/>
            <pc:sldMk cId="797539763" sldId="308"/>
            <ac:spMk id="2" creationId="{5A81292E-88AE-B37E-E948-A1896F7564EF}"/>
          </ac:spMkLst>
        </pc:spChg>
        <pc:spChg chg="mod">
          <ac:chgData name="Jacob Wyngaard" userId="6181fcd471e98458" providerId="LiveId" clId="{788BA123-62C9-4DDC-86E5-A6BCA4600216}" dt="2026-02-16T04:27:07.748" v="6403" actId="20577"/>
          <ac:spMkLst>
            <pc:docMk/>
            <pc:sldMk cId="797539763" sldId="308"/>
            <ac:spMk id="9" creationId="{36CC0D53-10C6-584A-D8CB-27B3FFCDE55B}"/>
          </ac:spMkLst>
        </pc:spChg>
        <pc:spChg chg="del">
          <ac:chgData name="Jacob Wyngaard" userId="6181fcd471e98458" providerId="LiveId" clId="{788BA123-62C9-4DDC-86E5-A6BCA4600216}" dt="2026-02-16T04:24:09.807" v="6393" actId="478"/>
          <ac:spMkLst>
            <pc:docMk/>
            <pc:sldMk cId="797539763" sldId="308"/>
            <ac:spMk id="20" creationId="{3A3C7BA4-8256-B79D-2061-DE24BC804960}"/>
          </ac:spMkLst>
        </pc:spChg>
        <pc:spChg chg="del">
          <ac:chgData name="Jacob Wyngaard" userId="6181fcd471e98458" providerId="LiveId" clId="{788BA123-62C9-4DDC-86E5-A6BCA4600216}" dt="2026-02-16T04:24:09.807" v="6393" actId="478"/>
          <ac:spMkLst>
            <pc:docMk/>
            <pc:sldMk cId="797539763" sldId="308"/>
            <ac:spMk id="22" creationId="{57C30498-C67D-2F0E-886C-99DF5E48F645}"/>
          </ac:spMkLst>
        </pc:spChg>
        <pc:spChg chg="del">
          <ac:chgData name="Jacob Wyngaard" userId="6181fcd471e98458" providerId="LiveId" clId="{788BA123-62C9-4DDC-86E5-A6BCA4600216}" dt="2026-02-16T04:24:09.807" v="6393" actId="478"/>
          <ac:spMkLst>
            <pc:docMk/>
            <pc:sldMk cId="797539763" sldId="308"/>
            <ac:spMk id="24" creationId="{9B9F4109-6A97-995C-B088-81E9C4284973}"/>
          </ac:spMkLst>
        </pc:spChg>
        <pc:picChg chg="add mod">
          <ac:chgData name="Jacob Wyngaard" userId="6181fcd471e98458" providerId="LiveId" clId="{788BA123-62C9-4DDC-86E5-A6BCA4600216}" dt="2026-02-16T04:26:40.775" v="6397" actId="1076"/>
          <ac:picMkLst>
            <pc:docMk/>
            <pc:sldMk cId="797539763" sldId="308"/>
            <ac:picMk id="4" creationId="{759B06DB-CB82-38D9-CA6B-4DB855626538}"/>
          </ac:picMkLst>
        </pc:picChg>
      </pc:sldChg>
      <pc:sldChg chg="add del">
        <pc:chgData name="Jacob Wyngaard" userId="6181fcd471e98458" providerId="LiveId" clId="{788BA123-62C9-4DDC-86E5-A6BCA4600216}" dt="2026-02-16T04:23:09.900" v="6372" actId="47"/>
        <pc:sldMkLst>
          <pc:docMk/>
          <pc:sldMk cId="2062741325" sldId="308"/>
        </pc:sldMkLst>
      </pc:sldChg>
      <pc:sldChg chg="modSp add mod ord">
        <pc:chgData name="Jacob Wyngaard" userId="6181fcd471e98458" providerId="LiveId" clId="{788BA123-62C9-4DDC-86E5-A6BCA4600216}" dt="2026-02-16T04:29:14.134" v="6515" actId="20577"/>
        <pc:sldMkLst>
          <pc:docMk/>
          <pc:sldMk cId="1373182850" sldId="309"/>
        </pc:sldMkLst>
        <pc:spChg chg="mod">
          <ac:chgData name="Jacob Wyngaard" userId="6181fcd471e98458" providerId="LiveId" clId="{788BA123-62C9-4DDC-86E5-A6BCA4600216}" dt="2026-02-16T04:28:56.716" v="6447" actId="14100"/>
          <ac:spMkLst>
            <pc:docMk/>
            <pc:sldMk cId="1373182850" sldId="309"/>
            <ac:spMk id="4" creationId="{34FCCF87-1B13-6B02-39F5-3AA0548E2F20}"/>
          </ac:spMkLst>
        </pc:spChg>
        <pc:spChg chg="mod">
          <ac:chgData name="Jacob Wyngaard" userId="6181fcd471e98458" providerId="LiveId" clId="{788BA123-62C9-4DDC-86E5-A6BCA4600216}" dt="2026-02-16T04:29:14.134" v="6515" actId="20577"/>
          <ac:spMkLst>
            <pc:docMk/>
            <pc:sldMk cId="1373182850" sldId="309"/>
            <ac:spMk id="5" creationId="{7E058B11-9FFF-0576-0BA0-D7E11045181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EB116-73EE-4936-876D-CA605434604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1111250"/>
            <a:ext cx="5334000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278313"/>
            <a:ext cx="5486400" cy="35020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C46F5-682E-4C43-810E-48CF7D15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8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87E91-9664-BDA5-AE6A-7E9F1545B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6CFE4F-2CAC-BD89-E921-D73551D47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5D460-C988-88CF-2071-95F254F22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CDBAC-336F-85E1-422A-689018CA95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10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DF25C-C2EF-C005-AA68-1C08046D6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711313-B669-D9E7-B26D-83B5F9E49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59D76C-F18E-FDA8-F96C-A9D072093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18013-FBDC-F138-B23A-D6317B9609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114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D842E-CE6C-9FF0-C899-B05DE6388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61D5F6-00C6-5CDF-888B-A6F753DC7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FF08FF-964E-4363-6D67-B2369AFE9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5FF06-F318-1FAE-4CBF-4402621CF4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075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5D62D-1BCF-0AF6-A45D-E156B32EE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420EBA-2D41-5AAA-6F3B-1B38548B8D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4DE5B-2F68-FA0E-D991-B9566152B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CF54D-FAA8-427C-ABB2-033283DDB4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415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AA87A-45D8-DA25-3534-B69E1BAA0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385408-8AAB-2CC5-C913-E646C9095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1F0E6-DB65-65D5-9A17-7F205DEB03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A362C-987C-BCB2-388E-85B7845AF6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9969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ED7EC-B491-C8A9-6A86-D2E05B312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CA7A1-ECE7-EEE7-68B5-B196BDA10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CBE9AF-774E-9105-109A-79C9B0443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A6186-79BD-C633-1D54-091F39A18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339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0C86F-4289-DB86-522A-88A6860C7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BDB8C2-C42E-4539-59F2-DBE8B5610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D7B448-F4DC-473E-D86C-81ECB6EA5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49908-FFAE-3499-9F3C-AB1AD9FCDA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077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F3068-089D-AD8A-D6FC-E158A3254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9A35F2-FB9F-75F1-F06A-1E9816683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9D64D-B0A5-082F-B430-6024838AC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5A7B4-4A4C-2345-159F-75B32BBE18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691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BFCCF-8628-719A-355B-188BA51EE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7F205A-1AC1-15C0-AE33-5633FD726E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D8D9BC-64A5-BDCF-96BC-9DF828E9CB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6D62B-3BEB-FF97-2139-263CC6628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3716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FD815-EB5B-CEDC-226C-8BE2A7410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68C28B-4E14-B7E3-FC0F-E9EB0F641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CAAE79-214E-0CED-FABD-6620F71F7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427BE-5AEA-08CD-EC65-B617D97170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880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E91CB-99BA-C013-9F68-3A957E13D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067D41-8BC8-8C81-2E1E-00A1BEE2D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B86BFE-6AC7-55BC-8B15-4B3841654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FAB3A-68E7-9A16-5B24-362F4BD4E7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2398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0525D-2B87-4161-1CC1-0AE0F7095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70DA2A-08B0-AB56-3F97-91F28DE4F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25CB08-A98C-7E51-19A6-293787A11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1AADA-9C8E-F1C6-C658-FA7EBE7E17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805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CE795-005B-4D2B-FCB8-6CAF51DBB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6FAC7-53F3-4D31-51ED-5D9519E88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EFCFCE-BB41-BB77-26DA-9F4CEE5DE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C7B83-B56E-F06D-55EE-6F7461F5C1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7724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84C11-4913-DB8F-62F7-9161289DE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2D815B-089E-70F2-4E3E-B8142FBE1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1B07E7-91DC-B408-9D23-7A6876F13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6A308-47ED-3B4F-B5CA-208B30768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71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42D3C-9D57-507F-2E04-311C920E7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0B2007-6571-D1DF-85CA-CAD644B42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0F2B93-8060-54FB-5534-4388C7090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A3F1F-2A0E-8B78-2EE3-27610536F1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234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BC306-7C9D-031C-6EC1-AF095AC74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E84F09-708B-C92A-CFFD-DFE8EC6C6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6B761C-B9AB-1059-FAA9-E5767AE52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6331B-40F7-63A5-BDB0-0C5576427F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9389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75E5B-78CB-AA17-C0DD-A65B9D0C0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CEB8D5-EEFC-F4E7-EAB3-3C9D19685F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36C428-605A-8A81-2830-6A890DA6E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033B7-DA57-D4C8-B6A5-8B45C3A1C6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196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99EA2-D033-3BB0-CDAD-8B826670C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BD3B56-E1D2-2947-1D21-A57583598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C30C6C-D3DD-5174-BDCC-C3B2790E4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63EB8-B470-ABAE-EE08-DDBC6ACBB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312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778F2-01E6-6114-BC80-B1F2FE4D7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DB8A6-29B1-A034-2FCB-B7646514D4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FE4D9E-9E94-E442-6064-BA214822C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B5017-8A71-C2A5-3EA1-C9D573D4D9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067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7B146-31DE-CA22-D26E-FEBC7A5D6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EAA43B-74A7-4B72-D749-291191460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7936E1-34DC-9112-FB85-10B893AED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55C86-1C57-9491-EA67-8CA060BF21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2897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4C038-D651-8B85-8260-C26D5EAAA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B9B73A-403E-6BBC-A9D7-B1EA7FEEE5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B1AE01-8BC7-8564-3618-55DD1F989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B4232-47E6-3A8A-9504-C16A1604AA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042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D5AEB-03AD-89E8-4951-30D620777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59DFC0-619C-A8A4-AAD3-A139ED1394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EF6487-6696-1D91-D5FD-02C9FBA65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BE72B-A24B-9301-0FF6-B14C99050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177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7DA-EF88-764F-4BB2-90DD369EC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1CB49-A6FF-5490-06FF-C691E6E10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6D7E6-71BD-58F2-CBF4-E78503AE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95E3-7A82-5D3E-BFDC-1AE7B474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9A11E-99A9-F23F-4238-A31D781D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64B2-129B-23A1-2674-8563348A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7FD9C-0A2E-B601-59FC-3A526EBBC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DEFB-358E-B6E9-602E-E50D1A5B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37DC-70E9-4BCE-762A-A3016527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71CA-989F-854F-0506-DBC06C39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9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4B9F-5339-2DC7-EF1C-7ADE66AA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5A0D-A60D-B108-1000-8AB1BEDDE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1A79-101A-F9D5-2D58-008D9394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96FEA-451C-9BD7-FE85-ABE7721E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8E22-35AC-C4A7-7DF0-25148A4F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8D99-A43C-243B-C4C8-DD6A377E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F5C7-3E98-385C-D4CC-79AA9A576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97EA5-02FD-3408-9C44-22CA696BE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5EB16-71B7-FEF2-D131-1DC6215A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B5499-CE45-E51E-C9F3-B31DCD75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EEEB8-6109-294D-EB1A-32BC9A6C5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6EFE-93E5-8BCF-08CB-2CFD4540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D2989-0587-FFA8-CA9B-6B1FC2808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ADFDD-D356-34C7-ABB2-12E204D7C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5A8C9-58F4-D8A2-E078-6C86700EB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961E0-F79F-DC8A-8942-3409FF4AC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262B5-71DA-9BC0-4EA2-2B7D366C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D025E-4D61-3485-686F-F7FDC8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1E9E3-1C2A-3967-AB7D-37A593FD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7C0D-B790-78A5-844C-07DA00A7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B3C7A-A272-8A74-FDB0-FF10B7AF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E517F-231E-473E-2A52-0DBD0429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0E8D7-AEF1-33EF-5C16-F459BB1F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0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CB47C-D1EE-D077-3BEF-928DF212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51ED4-DC95-A9E0-24B4-C2DCA6C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BDA7-CF32-77AD-D5CE-23B56BC2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42E5-59E4-6D3E-78BE-A1E0FD16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E5C4-4836-AEE1-B05E-74FDAD2E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1F0D4-A283-375A-35D9-26B05BFBD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B98DC-0C98-0E90-27A7-75B4CAFE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80928-22DB-5761-6D60-267606D0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FF7E1-E86C-19C0-0A2C-5A4E7FB3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3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0DA3-7875-1508-B11E-26D67ED2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211B7-5EEF-8BCE-B12B-6DEA70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EC012-F909-E4E6-108A-9A27D6B2E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0A5A7-09B3-7AD1-786E-53E8404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CA55B-44A9-BB54-0C67-0AFC84A3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7F222-9F9A-9E7F-90EE-737ADC31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5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68E4-12C6-EA01-70EB-D1FAC1AF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CB90F-6B0E-ACFF-CC12-B1507D46E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0E2F-8C14-7F4B-68F3-EE72E41F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771C8-4AEB-0EA1-C952-CDA04AAD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CEBF8-7B84-5F80-4F7D-AF4F5DBD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8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31484-78AC-FB0F-7630-C4370575F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053D0-EB63-CDF3-BF9D-35E71B339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C4B92-42E9-67BF-9B36-EA7CF567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637F-4C75-7B24-2A1D-152979DF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CF603-77C0-B9F2-A64B-E73520BA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9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D885-ED30-8EA9-7F49-AFA92BBC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E0D96-F750-2F67-FAFA-EA3A47809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ADF68-C2D2-7D96-F604-E6D594860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DFCA7-2E84-49E5-A4F2-77D92A699F3D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578D3-0307-EBF0-53AA-0815083E1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9A0A-1B61-6FF9-649F-8F9311932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5.png"/><Relationship Id="rId5" Type="http://schemas.openxmlformats.org/officeDocument/2006/relationships/image" Target="../media/image7.png"/><Relationship Id="rId10" Type="http://schemas.openxmlformats.org/officeDocument/2006/relationships/image" Target="../media/image14.png"/><Relationship Id="rId4" Type="http://schemas.openxmlformats.org/officeDocument/2006/relationships/image" Target="../media/image6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2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47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8EFE3-AECE-0A3E-F708-3B138EC37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2625B0-9C50-5F21-824B-42EEFCC925B0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517C76-1160-6A2D-B8A6-15DDA1E83A22}"/>
              </a:ext>
            </a:extLst>
          </p:cNvPr>
          <p:cNvSpPr/>
          <p:nvPr/>
        </p:nvSpPr>
        <p:spPr>
          <a:xfrm>
            <a:off x="6095999" y="0"/>
            <a:ext cx="383459" cy="6858000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6DFEDC-5C40-1E05-3C8E-45F902F03177}"/>
              </a:ext>
            </a:extLst>
          </p:cNvPr>
          <p:cNvSpPr txBox="1"/>
          <p:nvPr/>
        </p:nvSpPr>
        <p:spPr>
          <a:xfrm>
            <a:off x="206478" y="1809494"/>
            <a:ext cx="5506063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Game Theory</a:t>
            </a:r>
          </a:p>
          <a:p>
            <a:pPr algn="ctr"/>
            <a:r>
              <a:rPr lang="en-US" sz="4400" b="1" dirty="0">
                <a:solidFill>
                  <a:schemeClr val="bg1"/>
                </a:solidFill>
              </a:rPr>
              <a:t>[Continued]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From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Mathematical Optimization and Economic Theory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411B8F-F3DD-7217-C318-4E4BB0649028}"/>
              </a:ext>
            </a:extLst>
          </p:cNvPr>
          <p:cNvSpPr txBox="1"/>
          <p:nvPr/>
        </p:nvSpPr>
        <p:spPr>
          <a:xfrm>
            <a:off x="294968" y="5998682"/>
            <a:ext cx="5506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Jacob Wyngaard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D9B65E-8F5A-5551-6AF0-DE082A8FF2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0" t="1073" r="2525" b="68842"/>
          <a:stretch>
            <a:fillRect/>
          </a:stretch>
        </p:blipFill>
        <p:spPr>
          <a:xfrm>
            <a:off x="6715431" y="2009767"/>
            <a:ext cx="5395256" cy="252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609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BA1A3-7088-1D76-977C-6B40A6B85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617655A-BBD6-32BD-BEF9-328E8BD07E0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14DB23-C81C-2E90-63DA-2A1F8BC5729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A26395-4C2F-CF61-0495-2CA4A3A53348}"/>
              </a:ext>
            </a:extLst>
          </p:cNvPr>
          <p:cNvSpPr txBox="1"/>
          <p:nvPr/>
        </p:nvSpPr>
        <p:spPr>
          <a:xfrm>
            <a:off x="1563330" y="351682"/>
            <a:ext cx="9330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Zero Sum Game with 2 x 3 Payoff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EF543F-425E-267C-5C7A-43E59D384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2193"/>
            <a:ext cx="5675609" cy="26774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54A052-DEB4-04B8-A37D-9C668B8C4231}"/>
              </a:ext>
            </a:extLst>
          </p:cNvPr>
          <p:cNvSpPr txBox="1"/>
          <p:nvPr/>
        </p:nvSpPr>
        <p:spPr>
          <a:xfrm>
            <a:off x="16673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480490-F860-2EB6-AF90-4FB3A0AAD735}"/>
              </a:ext>
            </a:extLst>
          </p:cNvPr>
          <p:cNvSpPr txBox="1"/>
          <p:nvPr/>
        </p:nvSpPr>
        <p:spPr>
          <a:xfrm>
            <a:off x="29627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0296E1-7EB9-6B28-C6F9-90A9B5EF62A9}"/>
              </a:ext>
            </a:extLst>
          </p:cNvPr>
          <p:cNvSpPr txBox="1"/>
          <p:nvPr/>
        </p:nvSpPr>
        <p:spPr>
          <a:xfrm>
            <a:off x="4258171" y="374047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5B8581-75DA-0270-F4D1-13E4A938B558}"/>
              </a:ext>
            </a:extLst>
          </p:cNvPr>
          <p:cNvSpPr txBox="1"/>
          <p:nvPr/>
        </p:nvSpPr>
        <p:spPr>
          <a:xfrm>
            <a:off x="16673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C1F8EF-D377-64E2-9B70-B07B86A07DB5}"/>
              </a:ext>
            </a:extLst>
          </p:cNvPr>
          <p:cNvSpPr txBox="1"/>
          <p:nvPr/>
        </p:nvSpPr>
        <p:spPr>
          <a:xfrm>
            <a:off x="29627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649C1B-8068-5833-2389-544CE42534BE}"/>
              </a:ext>
            </a:extLst>
          </p:cNvPr>
          <p:cNvSpPr txBox="1"/>
          <p:nvPr/>
        </p:nvSpPr>
        <p:spPr>
          <a:xfrm>
            <a:off x="4258171" y="437294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0BA0E7-8F72-2368-93C1-6C0767785DC1}"/>
              </a:ext>
            </a:extLst>
          </p:cNvPr>
          <p:cNvSpPr txBox="1"/>
          <p:nvPr/>
        </p:nvSpPr>
        <p:spPr>
          <a:xfrm>
            <a:off x="16673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C186BD-F98A-7125-8842-69E6EAC18B4B}"/>
              </a:ext>
            </a:extLst>
          </p:cNvPr>
          <p:cNvSpPr txBox="1"/>
          <p:nvPr/>
        </p:nvSpPr>
        <p:spPr>
          <a:xfrm>
            <a:off x="29627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3F13BB-63FB-8220-25B5-ACF67A5659A8}"/>
              </a:ext>
            </a:extLst>
          </p:cNvPr>
          <p:cNvSpPr txBox="1"/>
          <p:nvPr/>
        </p:nvSpPr>
        <p:spPr>
          <a:xfrm>
            <a:off x="4258171" y="3755356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5B0AC8-5AB7-F7EB-5391-EAE4CB024BDA}"/>
              </a:ext>
            </a:extLst>
          </p:cNvPr>
          <p:cNvSpPr txBox="1"/>
          <p:nvPr/>
        </p:nvSpPr>
        <p:spPr>
          <a:xfrm>
            <a:off x="16673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E5930E-AA35-39C6-D9C2-0CCAF7264280}"/>
              </a:ext>
            </a:extLst>
          </p:cNvPr>
          <p:cNvSpPr txBox="1"/>
          <p:nvPr/>
        </p:nvSpPr>
        <p:spPr>
          <a:xfrm>
            <a:off x="29627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206B7E-8C1E-61FD-89B6-6DCA7499FE64}"/>
              </a:ext>
            </a:extLst>
          </p:cNvPr>
          <p:cNvSpPr txBox="1"/>
          <p:nvPr/>
        </p:nvSpPr>
        <p:spPr>
          <a:xfrm>
            <a:off x="4258171" y="439796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4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EA52623-00BE-1689-8AFB-3B20B50A43EC}"/>
              </a:ext>
            </a:extLst>
          </p:cNvPr>
          <p:cNvCxnSpPr>
            <a:cxnSpLocks/>
          </p:cNvCxnSpPr>
          <p:nvPr/>
        </p:nvCxnSpPr>
        <p:spPr>
          <a:xfrm>
            <a:off x="6346723" y="2246593"/>
            <a:ext cx="0" cy="356729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DA8C4E3-0FEF-8F12-5A05-FFAC6308DF9E}"/>
              </a:ext>
            </a:extLst>
          </p:cNvPr>
          <p:cNvCxnSpPr>
            <a:cxnSpLocks/>
          </p:cNvCxnSpPr>
          <p:nvPr/>
        </p:nvCxnSpPr>
        <p:spPr>
          <a:xfrm flipH="1">
            <a:off x="6346723" y="4614354"/>
            <a:ext cx="4635909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C25C433-34CC-589F-6AE6-203B881E43E7}"/>
              </a:ext>
            </a:extLst>
          </p:cNvPr>
          <p:cNvCxnSpPr>
            <a:cxnSpLocks/>
          </p:cNvCxnSpPr>
          <p:nvPr/>
        </p:nvCxnSpPr>
        <p:spPr>
          <a:xfrm flipH="1" flipV="1">
            <a:off x="6346722" y="2644877"/>
            <a:ext cx="4744065" cy="30283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3E6E785-2B5B-EC40-8F7B-8CA4956F76C3}"/>
              </a:ext>
            </a:extLst>
          </p:cNvPr>
          <p:cNvCxnSpPr>
            <a:cxnSpLocks/>
          </p:cNvCxnSpPr>
          <p:nvPr/>
        </p:nvCxnSpPr>
        <p:spPr>
          <a:xfrm flipH="1">
            <a:off x="6365908" y="3266395"/>
            <a:ext cx="4724879" cy="46400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830ED5B-9CC8-8F83-7304-9BE4573557CA}"/>
                  </a:ext>
                </a:extLst>
              </p:cNvPr>
              <p:cNvSpPr txBox="1"/>
              <p:nvPr/>
            </p:nvSpPr>
            <p:spPr>
              <a:xfrm>
                <a:off x="10982632" y="4325253"/>
                <a:ext cx="677470" cy="46596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830ED5B-9CC8-8F83-7304-9BE457355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2632" y="4325253"/>
                <a:ext cx="677470" cy="465961"/>
              </a:xfrm>
              <a:prstGeom prst="rect">
                <a:avLst/>
              </a:prstGeom>
              <a:blipFill>
                <a:blip r:embed="rId4"/>
                <a:stretch>
                  <a:fillRect t="-10526" r="-540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A33C9AD-E8E9-366E-BE0D-EC3FC9D9DD0F}"/>
                  </a:ext>
                </a:extLst>
              </p:cNvPr>
              <p:cNvSpPr txBox="1"/>
              <p:nvPr/>
            </p:nvSpPr>
            <p:spPr>
              <a:xfrm>
                <a:off x="5028371" y="1813806"/>
                <a:ext cx="2636701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Player 1’s Payoff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A33C9AD-E8E9-366E-BE0D-EC3FC9D9D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371" y="1813806"/>
                <a:ext cx="2636701" cy="461665"/>
              </a:xfrm>
              <a:prstGeom prst="rect">
                <a:avLst/>
              </a:prstGeom>
              <a:blipFill>
                <a:blip r:embed="rId5"/>
                <a:stretch>
                  <a:fillRect t="-13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A937C8D-2FDD-F748-8702-2996C0D14B2D}"/>
              </a:ext>
            </a:extLst>
          </p:cNvPr>
          <p:cNvCxnSpPr>
            <a:cxnSpLocks/>
          </p:cNvCxnSpPr>
          <p:nvPr/>
        </p:nvCxnSpPr>
        <p:spPr>
          <a:xfrm flipH="1">
            <a:off x="6346721" y="2896989"/>
            <a:ext cx="4744066" cy="235823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88DAA0B-C6FB-976F-92CF-FFF163B2F9F1}"/>
              </a:ext>
            </a:extLst>
          </p:cNvPr>
          <p:cNvSpPr txBox="1"/>
          <p:nvPr/>
        </p:nvSpPr>
        <p:spPr>
          <a:xfrm>
            <a:off x="11036710" y="2496917"/>
            <a:ext cx="67747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B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C7F5323-C550-943A-9F94-6EFB7A164B67}"/>
              </a:ext>
            </a:extLst>
          </p:cNvPr>
          <p:cNvSpPr txBox="1"/>
          <p:nvPr/>
        </p:nvSpPr>
        <p:spPr>
          <a:xfrm>
            <a:off x="11036710" y="2986583"/>
            <a:ext cx="67747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C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A75D68-6241-A6AB-7B3C-7D062E956447}"/>
              </a:ext>
            </a:extLst>
          </p:cNvPr>
          <p:cNvSpPr txBox="1"/>
          <p:nvPr/>
        </p:nvSpPr>
        <p:spPr>
          <a:xfrm>
            <a:off x="11036710" y="5416633"/>
            <a:ext cx="67747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147B56B-C131-BEF3-100C-D5810DC6A6F8}"/>
                  </a:ext>
                </a:extLst>
              </p:cNvPr>
              <p:cNvSpPr txBox="1"/>
              <p:nvPr/>
            </p:nvSpPr>
            <p:spPr>
              <a:xfrm>
                <a:off x="8086556" y="4791214"/>
                <a:ext cx="794278" cy="669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147B56B-C131-BEF3-100C-D5810DC6A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6556" y="4791214"/>
                <a:ext cx="794278" cy="6694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B5CDD0C-EBB4-53DF-5C33-6DCE9D02DB16}"/>
              </a:ext>
            </a:extLst>
          </p:cNvPr>
          <p:cNvCxnSpPr>
            <a:cxnSpLocks/>
          </p:cNvCxnSpPr>
          <p:nvPr/>
        </p:nvCxnSpPr>
        <p:spPr>
          <a:xfrm flipV="1">
            <a:off x="8668070" y="4542245"/>
            <a:ext cx="0" cy="22935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2A21A3E-9316-BBCD-0303-7D18171A9DD5}"/>
              </a:ext>
            </a:extLst>
          </p:cNvPr>
          <p:cNvCxnSpPr>
            <a:cxnSpLocks/>
          </p:cNvCxnSpPr>
          <p:nvPr/>
        </p:nvCxnSpPr>
        <p:spPr>
          <a:xfrm flipH="1">
            <a:off x="6364015" y="4092044"/>
            <a:ext cx="2314105" cy="1148564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0BEAF2B-D110-25B4-7398-BC7E18ED91BE}"/>
              </a:ext>
            </a:extLst>
          </p:cNvPr>
          <p:cNvCxnSpPr>
            <a:cxnSpLocks/>
          </p:cNvCxnSpPr>
          <p:nvPr/>
        </p:nvCxnSpPr>
        <p:spPr>
          <a:xfrm flipH="1" flipV="1">
            <a:off x="8563332" y="4041789"/>
            <a:ext cx="2436591" cy="1582837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EB468DDB-9C5E-68F6-3BF1-C4CBC6E02422}"/>
              </a:ext>
            </a:extLst>
          </p:cNvPr>
          <p:cNvSpPr/>
          <p:nvPr/>
        </p:nvSpPr>
        <p:spPr>
          <a:xfrm>
            <a:off x="8571270" y="4059733"/>
            <a:ext cx="117508" cy="11401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B33380-65EF-1BB8-A4B3-5974D2FC682F}"/>
              </a:ext>
            </a:extLst>
          </p:cNvPr>
          <p:cNvSpPr txBox="1"/>
          <p:nvPr/>
        </p:nvSpPr>
        <p:spPr>
          <a:xfrm>
            <a:off x="8483695" y="3892144"/>
            <a:ext cx="2930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The Saddle Point</a:t>
            </a:r>
          </a:p>
        </p:txBody>
      </p:sp>
    </p:spTree>
    <p:extLst>
      <p:ext uri="{BB962C8B-B14F-4D97-AF65-F5344CB8AC3E}">
        <p14:creationId xmlns:p14="http://schemas.microsoft.com/office/powerpoint/2010/main" val="2457022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D22A7-F066-C7BD-8154-9F72B8F96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4BC5B99-A322-E0D6-765C-0244B596221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EFF003-E721-70FB-0F8F-379EE4BB3B7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428397-AC9A-9E95-BAAE-5115266D3F90}"/>
              </a:ext>
            </a:extLst>
          </p:cNvPr>
          <p:cNvSpPr txBox="1"/>
          <p:nvPr/>
        </p:nvSpPr>
        <p:spPr>
          <a:xfrm>
            <a:off x="1563330" y="351682"/>
            <a:ext cx="9330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Zero Sum Game with 2 x 3 Payoff Matrix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A094A7-2BBE-11E0-2C6B-FA872C85E5C0}"/>
              </a:ext>
            </a:extLst>
          </p:cNvPr>
          <p:cNvSpPr txBox="1"/>
          <p:nvPr/>
        </p:nvSpPr>
        <p:spPr>
          <a:xfrm>
            <a:off x="6096000" y="4123813"/>
            <a:ext cx="6050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How do we find Player 2’s best strategy?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0110F09-C7A9-DC5D-0E2B-3C73F924AC2F}"/>
                  </a:ext>
                </a:extLst>
              </p:cNvPr>
              <p:cNvSpPr txBox="1"/>
              <p:nvPr/>
            </p:nvSpPr>
            <p:spPr>
              <a:xfrm>
                <a:off x="6427081" y="1920480"/>
                <a:ext cx="5625637" cy="1876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:r>
                  <a:rPr lang="en-US" sz="2400" dirty="0"/>
                  <a:t>From the graph, we know that Player 1’s equilibrium strategy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and that the value of the game is</a:t>
                </a:r>
              </a:p>
              <a:p>
                <a:pPr lvl="1" algn="ctr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6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−4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0110F09-C7A9-DC5D-0E2B-3C73F924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7081" y="1920480"/>
                <a:ext cx="5625637" cy="1876796"/>
              </a:xfrm>
              <a:prstGeom prst="rect">
                <a:avLst/>
              </a:prstGeom>
              <a:blipFill>
                <a:blip r:embed="rId3"/>
                <a:stretch>
                  <a:fillRect t="-2597" r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411172A-94EC-01E8-F608-622029C40941}"/>
                  </a:ext>
                </a:extLst>
              </p:cNvPr>
              <p:cNvSpPr txBox="1"/>
              <p:nvPr/>
            </p:nvSpPr>
            <p:spPr>
              <a:xfrm>
                <a:off x="6450024" y="4699983"/>
                <a:ext cx="5342895" cy="1386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:r>
                  <a:rPr lang="en-US" sz="2400" dirty="0"/>
                  <a:t>If Player 2’s strategy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, then</a:t>
                </a:r>
              </a:p>
              <a:p>
                <a:pPr marL="800100" lvl="1" indent="-342900" algn="ctr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b="0" dirty="0"/>
              </a:p>
              <a:p>
                <a:pPr marL="800100" lvl="1" indent="-342900" algn="ctr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411172A-94EC-01E8-F608-622029C40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024" y="4699983"/>
                <a:ext cx="5342895" cy="1386020"/>
              </a:xfrm>
              <a:prstGeom prst="rect">
                <a:avLst/>
              </a:prstGeom>
              <a:blipFill>
                <a:blip r:embed="rId4"/>
                <a:stretch>
                  <a:fillRect t="-3524" r="-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316E3CF-1949-22C2-870A-565E2EDF2DB3}"/>
              </a:ext>
            </a:extLst>
          </p:cNvPr>
          <p:cNvCxnSpPr>
            <a:cxnSpLocks/>
          </p:cNvCxnSpPr>
          <p:nvPr/>
        </p:nvCxnSpPr>
        <p:spPr>
          <a:xfrm>
            <a:off x="551436" y="2340165"/>
            <a:ext cx="0" cy="356729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97661F6-CE2B-701C-559F-3505E0B49BB4}"/>
              </a:ext>
            </a:extLst>
          </p:cNvPr>
          <p:cNvCxnSpPr>
            <a:cxnSpLocks/>
          </p:cNvCxnSpPr>
          <p:nvPr/>
        </p:nvCxnSpPr>
        <p:spPr>
          <a:xfrm flipH="1">
            <a:off x="551436" y="4707926"/>
            <a:ext cx="4635909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C5876DF-8112-C45E-A2FA-4373929362E8}"/>
              </a:ext>
            </a:extLst>
          </p:cNvPr>
          <p:cNvCxnSpPr>
            <a:cxnSpLocks/>
          </p:cNvCxnSpPr>
          <p:nvPr/>
        </p:nvCxnSpPr>
        <p:spPr>
          <a:xfrm flipH="1" flipV="1">
            <a:off x="551435" y="2738449"/>
            <a:ext cx="4744065" cy="30283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636572E-5BF5-0AAF-A7D6-12C5C63681E9}"/>
              </a:ext>
            </a:extLst>
          </p:cNvPr>
          <p:cNvCxnSpPr>
            <a:cxnSpLocks/>
          </p:cNvCxnSpPr>
          <p:nvPr/>
        </p:nvCxnSpPr>
        <p:spPr>
          <a:xfrm flipH="1">
            <a:off x="570621" y="3359967"/>
            <a:ext cx="4724879" cy="46400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A297E7A-D066-5AB7-0F48-4B3916E88A7C}"/>
                  </a:ext>
                </a:extLst>
              </p:cNvPr>
              <p:cNvSpPr txBox="1"/>
              <p:nvPr/>
            </p:nvSpPr>
            <p:spPr>
              <a:xfrm>
                <a:off x="5187345" y="4418825"/>
                <a:ext cx="677470" cy="46596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A297E7A-D066-5AB7-0F48-4B3916E88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345" y="4418825"/>
                <a:ext cx="677470" cy="465961"/>
              </a:xfrm>
              <a:prstGeom prst="rect">
                <a:avLst/>
              </a:prstGeom>
              <a:blipFill>
                <a:blip r:embed="rId5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44C67B5F-E39D-E388-5FC1-E1863B766BCD}"/>
              </a:ext>
            </a:extLst>
          </p:cNvPr>
          <p:cNvSpPr txBox="1"/>
          <p:nvPr/>
        </p:nvSpPr>
        <p:spPr>
          <a:xfrm>
            <a:off x="139282" y="1787279"/>
            <a:ext cx="263670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Player 1’s Payoff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35716F1-31AC-044C-533B-7CFBCB4275E7}"/>
              </a:ext>
            </a:extLst>
          </p:cNvPr>
          <p:cNvCxnSpPr>
            <a:cxnSpLocks/>
          </p:cNvCxnSpPr>
          <p:nvPr/>
        </p:nvCxnSpPr>
        <p:spPr>
          <a:xfrm flipH="1">
            <a:off x="551434" y="2990561"/>
            <a:ext cx="4744066" cy="235823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F3B9AAB-DD71-1B70-6718-9ABB1BFEE872}"/>
              </a:ext>
            </a:extLst>
          </p:cNvPr>
          <p:cNvSpPr txBox="1"/>
          <p:nvPr/>
        </p:nvSpPr>
        <p:spPr>
          <a:xfrm>
            <a:off x="5241423" y="2590489"/>
            <a:ext cx="67747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4EB7C89-B9CE-1A43-494D-773465F1276A}"/>
              </a:ext>
            </a:extLst>
          </p:cNvPr>
          <p:cNvSpPr txBox="1"/>
          <p:nvPr/>
        </p:nvSpPr>
        <p:spPr>
          <a:xfrm>
            <a:off x="5241423" y="3080155"/>
            <a:ext cx="67747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1538E9-1A95-7B8B-7EC8-3C265F3A1292}"/>
              </a:ext>
            </a:extLst>
          </p:cNvPr>
          <p:cNvSpPr txBox="1"/>
          <p:nvPr/>
        </p:nvSpPr>
        <p:spPr>
          <a:xfrm>
            <a:off x="5118712" y="5253683"/>
            <a:ext cx="67747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D309771-2461-5B36-6A55-F9F3F3AF5B71}"/>
                  </a:ext>
                </a:extLst>
              </p:cNvPr>
              <p:cNvSpPr txBox="1"/>
              <p:nvPr/>
            </p:nvSpPr>
            <p:spPr>
              <a:xfrm>
                <a:off x="2291269" y="4884786"/>
                <a:ext cx="794278" cy="669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D309771-2461-5B36-6A55-F9F3F3AF5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1269" y="4884786"/>
                <a:ext cx="794278" cy="6694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8CB442D-683F-5AF7-D808-B79ED6469EC4}"/>
              </a:ext>
            </a:extLst>
          </p:cNvPr>
          <p:cNvCxnSpPr>
            <a:cxnSpLocks/>
          </p:cNvCxnSpPr>
          <p:nvPr/>
        </p:nvCxnSpPr>
        <p:spPr>
          <a:xfrm flipV="1">
            <a:off x="2872783" y="4635817"/>
            <a:ext cx="0" cy="22935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BD592F4-CA5E-C4C3-FA10-41537D9E00D5}"/>
              </a:ext>
            </a:extLst>
          </p:cNvPr>
          <p:cNvCxnSpPr>
            <a:cxnSpLocks/>
          </p:cNvCxnSpPr>
          <p:nvPr/>
        </p:nvCxnSpPr>
        <p:spPr>
          <a:xfrm flipH="1">
            <a:off x="568728" y="4185616"/>
            <a:ext cx="2314105" cy="1148564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389B7F6-5090-1981-6525-13FAFF4DF2F9}"/>
              </a:ext>
            </a:extLst>
          </p:cNvPr>
          <p:cNvCxnSpPr>
            <a:cxnSpLocks/>
          </p:cNvCxnSpPr>
          <p:nvPr/>
        </p:nvCxnSpPr>
        <p:spPr>
          <a:xfrm flipH="1" flipV="1">
            <a:off x="2768045" y="4135361"/>
            <a:ext cx="2436591" cy="1582837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B39B26EE-A2D9-3B1D-199A-7E357C02B23A}"/>
              </a:ext>
            </a:extLst>
          </p:cNvPr>
          <p:cNvSpPr/>
          <p:nvPr/>
        </p:nvSpPr>
        <p:spPr>
          <a:xfrm>
            <a:off x="2775983" y="4153305"/>
            <a:ext cx="117508" cy="11401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FFE5079-7A90-0309-E979-9FF7B80625D5}"/>
              </a:ext>
            </a:extLst>
          </p:cNvPr>
          <p:cNvSpPr txBox="1"/>
          <p:nvPr/>
        </p:nvSpPr>
        <p:spPr>
          <a:xfrm>
            <a:off x="2688408" y="3985716"/>
            <a:ext cx="2930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The Saddle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5ADD2D-A85C-6841-82E7-B8D7F4489191}"/>
                  </a:ext>
                </a:extLst>
              </p:cNvPr>
              <p:cNvSpPr txBox="1"/>
              <p:nvPr/>
            </p:nvSpPr>
            <p:spPr>
              <a:xfrm>
                <a:off x="62477" y="2507616"/>
                <a:ext cx="2348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5ADD2D-A85C-6841-82E7-B8D7F4489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77" y="2507616"/>
                <a:ext cx="234864" cy="461665"/>
              </a:xfrm>
              <a:prstGeom prst="rect">
                <a:avLst/>
              </a:prstGeom>
              <a:blipFill>
                <a:blip r:embed="rId7"/>
                <a:stretch>
                  <a:fillRect r="-1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943137E-272A-531E-5949-0875D5E56C4E}"/>
                  </a:ext>
                </a:extLst>
              </p:cNvPr>
              <p:cNvSpPr txBox="1"/>
              <p:nvPr/>
            </p:nvSpPr>
            <p:spPr>
              <a:xfrm>
                <a:off x="5087204" y="5674526"/>
                <a:ext cx="2348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943137E-272A-531E-5949-0875D5E56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204" y="5674526"/>
                <a:ext cx="234864" cy="461665"/>
              </a:xfrm>
              <a:prstGeom prst="rect">
                <a:avLst/>
              </a:prstGeom>
              <a:blipFill>
                <a:blip r:embed="rId8"/>
                <a:stretch>
                  <a:fillRect r="-16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2704E8D-2FBC-3AB8-92E1-A787D4D294EC}"/>
                  </a:ext>
                </a:extLst>
              </p:cNvPr>
              <p:cNvSpPr txBox="1"/>
              <p:nvPr/>
            </p:nvSpPr>
            <p:spPr>
              <a:xfrm>
                <a:off x="62433" y="3585069"/>
                <a:ext cx="2627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2704E8D-2FBC-3AB8-92E1-A787D4D29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3" y="3585069"/>
                <a:ext cx="262767" cy="461665"/>
              </a:xfrm>
              <a:prstGeom prst="rect">
                <a:avLst/>
              </a:prstGeom>
              <a:blipFill>
                <a:blip r:embed="rId9"/>
                <a:stretch>
                  <a:fillRect r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4B92F82-D8AB-AF0C-2D97-241E589AB60F}"/>
                  </a:ext>
                </a:extLst>
              </p:cNvPr>
              <p:cNvSpPr txBox="1"/>
              <p:nvPr/>
            </p:nvSpPr>
            <p:spPr>
              <a:xfrm>
                <a:off x="-402933" y="5084405"/>
                <a:ext cx="95436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4B92F82-D8AB-AF0C-2D97-241E589AB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2933" y="5084405"/>
                <a:ext cx="954366" cy="461665"/>
              </a:xfrm>
              <a:prstGeom prst="rect">
                <a:avLst/>
              </a:prstGeom>
              <a:blipFill>
                <a:blip r:embed="rId10"/>
                <a:stretch>
                  <a:fillRect t="-10526" r="-17949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0E44AE67-8380-AD9D-29B9-CD4B3E025A20}"/>
              </a:ext>
            </a:extLst>
          </p:cNvPr>
          <p:cNvSpPr txBox="1"/>
          <p:nvPr/>
        </p:nvSpPr>
        <p:spPr>
          <a:xfrm>
            <a:off x="6733957" y="6200508"/>
            <a:ext cx="5011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Three unknowns, two constraints</a:t>
            </a:r>
          </a:p>
        </p:txBody>
      </p:sp>
    </p:spTree>
    <p:extLst>
      <p:ext uri="{BB962C8B-B14F-4D97-AF65-F5344CB8AC3E}">
        <p14:creationId xmlns:p14="http://schemas.microsoft.com/office/powerpoint/2010/main" val="45603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626F8-BE76-BBC9-4B1C-5E979F2B6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2F963BC-9D9A-18CF-E36B-740E2B4C1DE7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898195-126B-DC22-EFCC-4DFDB390DD3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102ECC-2F77-DC46-124E-94B86E8C7216}"/>
              </a:ext>
            </a:extLst>
          </p:cNvPr>
          <p:cNvSpPr txBox="1"/>
          <p:nvPr/>
        </p:nvSpPr>
        <p:spPr>
          <a:xfrm>
            <a:off x="1563330" y="351682"/>
            <a:ext cx="9330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Zero Sum Game with 2 x 3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6EA9BA4-5FFD-D0A1-3F0F-4D2FA2087F1C}"/>
                  </a:ext>
                </a:extLst>
              </p:cNvPr>
              <p:cNvSpPr txBox="1"/>
              <p:nvPr/>
            </p:nvSpPr>
            <p:spPr>
              <a:xfrm>
                <a:off x="6709823" y="1816688"/>
                <a:ext cx="5342895" cy="984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0100" lvl="1" indent="-342900" algn="ctr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b="0" dirty="0"/>
              </a:p>
              <a:p>
                <a:pPr marL="800100" lvl="1" indent="-342900" algn="ctr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6EA9BA4-5FFD-D0A1-3F0F-4D2FA2087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9823" y="1816688"/>
                <a:ext cx="5342895" cy="984565"/>
              </a:xfrm>
              <a:prstGeom prst="rect">
                <a:avLst/>
              </a:prstGeom>
              <a:blipFill>
                <a:blip r:embed="rId3"/>
                <a:stretch>
                  <a:fillRect t="-3704" b="-3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3B1C5DD-663C-8BAC-BE12-64772F73FA9B}"/>
              </a:ext>
            </a:extLst>
          </p:cNvPr>
          <p:cNvCxnSpPr>
            <a:cxnSpLocks/>
          </p:cNvCxnSpPr>
          <p:nvPr/>
        </p:nvCxnSpPr>
        <p:spPr>
          <a:xfrm>
            <a:off x="551436" y="2340165"/>
            <a:ext cx="0" cy="356729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12B5E20-73EA-2EF7-1019-B768DB89E842}"/>
              </a:ext>
            </a:extLst>
          </p:cNvPr>
          <p:cNvCxnSpPr>
            <a:cxnSpLocks/>
          </p:cNvCxnSpPr>
          <p:nvPr/>
        </p:nvCxnSpPr>
        <p:spPr>
          <a:xfrm flipH="1">
            <a:off x="551436" y="4707926"/>
            <a:ext cx="4635909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36A2DEF-6122-DB6B-1998-2D7DCA42F585}"/>
              </a:ext>
            </a:extLst>
          </p:cNvPr>
          <p:cNvCxnSpPr>
            <a:cxnSpLocks/>
          </p:cNvCxnSpPr>
          <p:nvPr/>
        </p:nvCxnSpPr>
        <p:spPr>
          <a:xfrm flipH="1" flipV="1">
            <a:off x="551435" y="2738449"/>
            <a:ext cx="4744065" cy="30283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A8AE330-9B57-7A11-D1CA-675970E503B1}"/>
              </a:ext>
            </a:extLst>
          </p:cNvPr>
          <p:cNvCxnSpPr>
            <a:cxnSpLocks/>
          </p:cNvCxnSpPr>
          <p:nvPr/>
        </p:nvCxnSpPr>
        <p:spPr>
          <a:xfrm flipH="1">
            <a:off x="570621" y="3359967"/>
            <a:ext cx="4724879" cy="46400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3DF7D82-159F-BBE6-EA0D-D7D8D208DA11}"/>
                  </a:ext>
                </a:extLst>
              </p:cNvPr>
              <p:cNvSpPr txBox="1"/>
              <p:nvPr/>
            </p:nvSpPr>
            <p:spPr>
              <a:xfrm>
                <a:off x="5187345" y="4418825"/>
                <a:ext cx="677470" cy="46596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3DF7D82-159F-BBE6-EA0D-D7D8D208D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345" y="4418825"/>
                <a:ext cx="677470" cy="465961"/>
              </a:xfrm>
              <a:prstGeom prst="rect">
                <a:avLst/>
              </a:prstGeom>
              <a:blipFill>
                <a:blip r:embed="rId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F8826EF6-D731-BBB7-1273-C9DC93884B95}"/>
              </a:ext>
            </a:extLst>
          </p:cNvPr>
          <p:cNvSpPr txBox="1"/>
          <p:nvPr/>
        </p:nvSpPr>
        <p:spPr>
          <a:xfrm>
            <a:off x="139282" y="1787279"/>
            <a:ext cx="263670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Player 1’s Payoff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7556DBA-F894-5512-F0C7-31C2C2279683}"/>
              </a:ext>
            </a:extLst>
          </p:cNvPr>
          <p:cNvCxnSpPr>
            <a:cxnSpLocks/>
          </p:cNvCxnSpPr>
          <p:nvPr/>
        </p:nvCxnSpPr>
        <p:spPr>
          <a:xfrm flipH="1">
            <a:off x="551434" y="2990561"/>
            <a:ext cx="4744066" cy="235823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177C6CC-7170-B008-6A81-63007DB26199}"/>
              </a:ext>
            </a:extLst>
          </p:cNvPr>
          <p:cNvSpPr txBox="1"/>
          <p:nvPr/>
        </p:nvSpPr>
        <p:spPr>
          <a:xfrm>
            <a:off x="5241423" y="2590489"/>
            <a:ext cx="67747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F6F89A-58DF-5C0F-7646-BBC58EAB20B6}"/>
              </a:ext>
            </a:extLst>
          </p:cNvPr>
          <p:cNvSpPr txBox="1"/>
          <p:nvPr/>
        </p:nvSpPr>
        <p:spPr>
          <a:xfrm>
            <a:off x="5241423" y="3080155"/>
            <a:ext cx="67747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45046F-9325-5A6A-E4D2-F5157A87700A}"/>
              </a:ext>
            </a:extLst>
          </p:cNvPr>
          <p:cNvSpPr txBox="1"/>
          <p:nvPr/>
        </p:nvSpPr>
        <p:spPr>
          <a:xfrm>
            <a:off x="5118712" y="5253683"/>
            <a:ext cx="67747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04CAF61-7729-CB95-00D0-2DF39818DB26}"/>
                  </a:ext>
                </a:extLst>
              </p:cNvPr>
              <p:cNvSpPr txBox="1"/>
              <p:nvPr/>
            </p:nvSpPr>
            <p:spPr>
              <a:xfrm>
                <a:off x="2291269" y="4884786"/>
                <a:ext cx="794278" cy="669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04CAF61-7729-CB95-00D0-2DF39818D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1269" y="4884786"/>
                <a:ext cx="794278" cy="6694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0A66BE5-116E-3B8C-50AD-ECAC4E291E35}"/>
              </a:ext>
            </a:extLst>
          </p:cNvPr>
          <p:cNvCxnSpPr>
            <a:cxnSpLocks/>
          </p:cNvCxnSpPr>
          <p:nvPr/>
        </p:nvCxnSpPr>
        <p:spPr>
          <a:xfrm flipV="1">
            <a:off x="2872783" y="4635817"/>
            <a:ext cx="0" cy="22935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3D548E1-FC4F-76F6-E034-20F9D25EF598}"/>
              </a:ext>
            </a:extLst>
          </p:cNvPr>
          <p:cNvCxnSpPr>
            <a:cxnSpLocks/>
          </p:cNvCxnSpPr>
          <p:nvPr/>
        </p:nvCxnSpPr>
        <p:spPr>
          <a:xfrm flipH="1">
            <a:off x="568728" y="4185616"/>
            <a:ext cx="2314105" cy="1148564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7A9111D-F40C-695F-42F1-2C5246CDE4F3}"/>
              </a:ext>
            </a:extLst>
          </p:cNvPr>
          <p:cNvCxnSpPr>
            <a:cxnSpLocks/>
          </p:cNvCxnSpPr>
          <p:nvPr/>
        </p:nvCxnSpPr>
        <p:spPr>
          <a:xfrm flipH="1" flipV="1">
            <a:off x="2768045" y="4135361"/>
            <a:ext cx="2436591" cy="1582837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5D169133-66F3-D250-A5DC-59702022D3A5}"/>
              </a:ext>
            </a:extLst>
          </p:cNvPr>
          <p:cNvSpPr/>
          <p:nvPr/>
        </p:nvSpPr>
        <p:spPr>
          <a:xfrm>
            <a:off x="2775983" y="4153305"/>
            <a:ext cx="117508" cy="11401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8345D7B-2074-0473-E597-CD6CF54C3468}"/>
              </a:ext>
            </a:extLst>
          </p:cNvPr>
          <p:cNvSpPr txBox="1"/>
          <p:nvPr/>
        </p:nvSpPr>
        <p:spPr>
          <a:xfrm>
            <a:off x="2688408" y="3985716"/>
            <a:ext cx="2930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The Saddle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7DE6B9F-4252-356E-AF4E-BD6DB54FECF5}"/>
                  </a:ext>
                </a:extLst>
              </p:cNvPr>
              <p:cNvSpPr txBox="1"/>
              <p:nvPr/>
            </p:nvSpPr>
            <p:spPr>
              <a:xfrm>
                <a:off x="62477" y="2507616"/>
                <a:ext cx="2348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7DE6B9F-4252-356E-AF4E-BD6DB54FE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77" y="2507616"/>
                <a:ext cx="234864" cy="461665"/>
              </a:xfrm>
              <a:prstGeom prst="rect">
                <a:avLst/>
              </a:prstGeom>
              <a:blipFill>
                <a:blip r:embed="rId6"/>
                <a:stretch>
                  <a:fillRect r="-1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0E0B973-9E0E-03B5-D430-25C011D5A0BE}"/>
                  </a:ext>
                </a:extLst>
              </p:cNvPr>
              <p:cNvSpPr txBox="1"/>
              <p:nvPr/>
            </p:nvSpPr>
            <p:spPr>
              <a:xfrm>
                <a:off x="5087204" y="5674526"/>
                <a:ext cx="2348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0E0B973-9E0E-03B5-D430-25C011D5A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204" y="5674526"/>
                <a:ext cx="234864" cy="461665"/>
              </a:xfrm>
              <a:prstGeom prst="rect">
                <a:avLst/>
              </a:prstGeom>
              <a:blipFill>
                <a:blip r:embed="rId7"/>
                <a:stretch>
                  <a:fillRect r="-16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D9EA1C2-603E-7159-9D31-89E95538CB63}"/>
                  </a:ext>
                </a:extLst>
              </p:cNvPr>
              <p:cNvSpPr txBox="1"/>
              <p:nvPr/>
            </p:nvSpPr>
            <p:spPr>
              <a:xfrm>
                <a:off x="62433" y="3585069"/>
                <a:ext cx="2627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D9EA1C2-603E-7159-9D31-89E95538C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3" y="3585069"/>
                <a:ext cx="262767" cy="461665"/>
              </a:xfrm>
              <a:prstGeom prst="rect">
                <a:avLst/>
              </a:prstGeom>
              <a:blipFill>
                <a:blip r:embed="rId8"/>
                <a:stretch>
                  <a:fillRect r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4DCB2D2-59D7-2D71-7413-C6A5D0A1208D}"/>
                  </a:ext>
                </a:extLst>
              </p:cNvPr>
              <p:cNvSpPr txBox="1"/>
              <p:nvPr/>
            </p:nvSpPr>
            <p:spPr>
              <a:xfrm>
                <a:off x="-402933" y="5084405"/>
                <a:ext cx="95436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4DCB2D2-59D7-2D71-7413-C6A5D0A12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2933" y="5084405"/>
                <a:ext cx="954366" cy="461665"/>
              </a:xfrm>
              <a:prstGeom prst="rect">
                <a:avLst/>
              </a:prstGeom>
              <a:blipFill>
                <a:blip r:embed="rId9"/>
                <a:stretch>
                  <a:fillRect r="-3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CD8DC628-3B0A-DC82-4E66-F38435405F57}"/>
              </a:ext>
            </a:extLst>
          </p:cNvPr>
          <p:cNvSpPr txBox="1"/>
          <p:nvPr/>
        </p:nvSpPr>
        <p:spPr>
          <a:xfrm>
            <a:off x="6617664" y="2908441"/>
            <a:ext cx="5574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What if we could eliminate one of Player 2’s strategies?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3BAFB7-4CE4-3665-F35A-45C3C62D0B64}"/>
                  </a:ext>
                </a:extLst>
              </p:cNvPr>
              <p:cNvSpPr txBox="1"/>
              <p:nvPr/>
            </p:nvSpPr>
            <p:spPr>
              <a:xfrm>
                <a:off x="6903700" y="3794811"/>
                <a:ext cx="504050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:r>
                  <a:rPr lang="en-US" sz="2400" dirty="0"/>
                  <a:t>Line </a:t>
                </a:r>
                <a:r>
                  <a:rPr lang="en-US" sz="2400" dirty="0">
                    <a:solidFill>
                      <a:srgbClr val="064EA1"/>
                    </a:solidFill>
                  </a:rPr>
                  <a:t>C</a:t>
                </a:r>
                <a:r>
                  <a:rPr lang="en-US" sz="2400" dirty="0"/>
                  <a:t> is never part of the minimum line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>
                  <a:solidFill>
                    <a:srgbClr val="064EA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3BAFB7-4CE4-3665-F35A-45C3C62D0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3700" y="3794811"/>
                <a:ext cx="5040509" cy="830997"/>
              </a:xfrm>
              <a:prstGeom prst="rect">
                <a:avLst/>
              </a:prstGeom>
              <a:blipFill>
                <a:blip r:embed="rId10"/>
                <a:stretch>
                  <a:fillRect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33CBA46-6B15-F107-CED7-2ACEB90D4D24}"/>
              </a:ext>
            </a:extLst>
          </p:cNvPr>
          <p:cNvSpPr txBox="1"/>
          <p:nvPr/>
        </p:nvSpPr>
        <p:spPr>
          <a:xfrm>
            <a:off x="6327187" y="4743432"/>
            <a:ext cx="5858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Now we have the system of equations:</a:t>
            </a:r>
            <a:endParaRPr lang="en-US" sz="2400" dirty="0">
              <a:solidFill>
                <a:srgbClr val="064EA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B5A7337-6ADD-0EF6-32D6-55BFA1DC1CBC}"/>
                  </a:ext>
                </a:extLst>
              </p:cNvPr>
              <p:cNvSpPr txBox="1"/>
              <p:nvPr/>
            </p:nvSpPr>
            <p:spPr>
              <a:xfrm>
                <a:off x="6617664" y="5215216"/>
                <a:ext cx="5342895" cy="984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0100" lvl="1" indent="-342900" algn="ctr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b="0" dirty="0"/>
              </a:p>
              <a:p>
                <a:pPr marL="800100" lvl="1" indent="-342900" algn="ctr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B5A7337-6ADD-0EF6-32D6-55BFA1DC1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7664" y="5215216"/>
                <a:ext cx="5342895" cy="984565"/>
              </a:xfrm>
              <a:prstGeom prst="rect">
                <a:avLst/>
              </a:prstGeom>
              <a:blipFill>
                <a:blip r:embed="rId11"/>
                <a:stretch>
                  <a:fillRect t="-3727" b="-3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35EA40-148A-FB11-8257-351028E8FA78}"/>
                  </a:ext>
                </a:extLst>
              </p:cNvPr>
              <p:cNvSpPr txBox="1"/>
              <p:nvPr/>
            </p:nvSpPr>
            <p:spPr>
              <a:xfrm>
                <a:off x="6479331" y="6136191"/>
                <a:ext cx="5705898" cy="6144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Player 2’s equilibrium strategy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,0]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35EA40-148A-FB11-8257-351028E8F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331" y="6136191"/>
                <a:ext cx="5705898" cy="614464"/>
              </a:xfrm>
              <a:prstGeom prst="rect">
                <a:avLst/>
              </a:prstGeom>
              <a:blipFill>
                <a:blip r:embed="rId12"/>
                <a:stretch>
                  <a:fillRect l="-1709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7839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31CBE-7A85-1CFD-CC8C-108FA1D1A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04CF298-DC42-3C77-ACFB-B7B15045DAF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BC1D60-4DB5-1B27-D183-4134078EB14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6794C5-A1E0-CBC5-B883-5B395E95A521}"/>
              </a:ext>
            </a:extLst>
          </p:cNvPr>
          <p:cNvSpPr txBox="1"/>
          <p:nvPr/>
        </p:nvSpPr>
        <p:spPr>
          <a:xfrm>
            <a:off x="1563330" y="351682"/>
            <a:ext cx="9330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Zero Sum Game with 2 x 3 Payoff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CA35BF-C36A-9DB8-DAAF-3C663B29C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2193"/>
            <a:ext cx="5675609" cy="26774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9AF85A-FDC8-BA6D-E44E-CEF434C0E6E1}"/>
              </a:ext>
            </a:extLst>
          </p:cNvPr>
          <p:cNvSpPr txBox="1"/>
          <p:nvPr/>
        </p:nvSpPr>
        <p:spPr>
          <a:xfrm>
            <a:off x="16673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BD48E1-C0E5-9C8E-DA56-C6BFB6BDF547}"/>
              </a:ext>
            </a:extLst>
          </p:cNvPr>
          <p:cNvSpPr txBox="1"/>
          <p:nvPr/>
        </p:nvSpPr>
        <p:spPr>
          <a:xfrm>
            <a:off x="29627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8F7D4E-9067-F1A3-3E28-94A225B243FB}"/>
              </a:ext>
            </a:extLst>
          </p:cNvPr>
          <p:cNvSpPr txBox="1"/>
          <p:nvPr/>
        </p:nvSpPr>
        <p:spPr>
          <a:xfrm>
            <a:off x="4258171" y="374047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B95E96-18F1-32F4-D9FB-D4C77CE13E8D}"/>
              </a:ext>
            </a:extLst>
          </p:cNvPr>
          <p:cNvSpPr txBox="1"/>
          <p:nvPr/>
        </p:nvSpPr>
        <p:spPr>
          <a:xfrm>
            <a:off x="16673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F60C07-B18B-FED6-82F1-4011E8F2F72B}"/>
              </a:ext>
            </a:extLst>
          </p:cNvPr>
          <p:cNvSpPr txBox="1"/>
          <p:nvPr/>
        </p:nvSpPr>
        <p:spPr>
          <a:xfrm>
            <a:off x="29627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AF16BE-50AA-8B06-8FFA-429C52B051E6}"/>
              </a:ext>
            </a:extLst>
          </p:cNvPr>
          <p:cNvSpPr txBox="1"/>
          <p:nvPr/>
        </p:nvSpPr>
        <p:spPr>
          <a:xfrm>
            <a:off x="4258171" y="437294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347727-2944-EA10-8ECD-72C1FAD5CE9F}"/>
              </a:ext>
            </a:extLst>
          </p:cNvPr>
          <p:cNvSpPr txBox="1"/>
          <p:nvPr/>
        </p:nvSpPr>
        <p:spPr>
          <a:xfrm>
            <a:off x="16673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CFF966-2E79-ED30-72C6-D8C0372DA26D}"/>
              </a:ext>
            </a:extLst>
          </p:cNvPr>
          <p:cNvSpPr txBox="1"/>
          <p:nvPr/>
        </p:nvSpPr>
        <p:spPr>
          <a:xfrm>
            <a:off x="29627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7BA502-2DF3-F9F3-9297-579912BBD342}"/>
              </a:ext>
            </a:extLst>
          </p:cNvPr>
          <p:cNvSpPr txBox="1"/>
          <p:nvPr/>
        </p:nvSpPr>
        <p:spPr>
          <a:xfrm>
            <a:off x="4258171" y="3755356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780AA3-41DA-3869-2629-5A244151179A}"/>
              </a:ext>
            </a:extLst>
          </p:cNvPr>
          <p:cNvSpPr txBox="1"/>
          <p:nvPr/>
        </p:nvSpPr>
        <p:spPr>
          <a:xfrm>
            <a:off x="16673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2DA714-F511-6269-F54E-C84F03362DB5}"/>
              </a:ext>
            </a:extLst>
          </p:cNvPr>
          <p:cNvSpPr txBox="1"/>
          <p:nvPr/>
        </p:nvSpPr>
        <p:spPr>
          <a:xfrm>
            <a:off x="29627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3F45E9-CAEB-8571-DA09-0A9CC6CB1612}"/>
              </a:ext>
            </a:extLst>
          </p:cNvPr>
          <p:cNvSpPr txBox="1"/>
          <p:nvPr/>
        </p:nvSpPr>
        <p:spPr>
          <a:xfrm>
            <a:off x="4258171" y="439796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533774-4126-1B06-B685-17CCB1B1D6EA}"/>
              </a:ext>
            </a:extLst>
          </p:cNvPr>
          <p:cNvSpPr txBox="1"/>
          <p:nvPr/>
        </p:nvSpPr>
        <p:spPr>
          <a:xfrm>
            <a:off x="5486248" y="1841004"/>
            <a:ext cx="6316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How do we eliminate strategy </a:t>
            </a:r>
            <a:r>
              <a:rPr lang="en-US" sz="2400" dirty="0">
                <a:solidFill>
                  <a:srgbClr val="064EA1"/>
                </a:solidFill>
              </a:rPr>
              <a:t>C </a:t>
            </a:r>
            <a:r>
              <a:rPr lang="en-US" sz="2400" dirty="0"/>
              <a:t>using the payoff matrix?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4FFBAE-2AA1-1EA3-87E3-1B4B27BDA8DD}"/>
              </a:ext>
            </a:extLst>
          </p:cNvPr>
          <p:cNvSpPr txBox="1"/>
          <p:nvPr/>
        </p:nvSpPr>
        <p:spPr>
          <a:xfrm>
            <a:off x="5742932" y="2939808"/>
            <a:ext cx="60601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We are allowed to eliminate strictly dominated strategies; the dominant strategies can be mixed strategies!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9E7F89-B509-F269-DB9D-9EAE501BAC99}"/>
              </a:ext>
            </a:extLst>
          </p:cNvPr>
          <p:cNvSpPr txBox="1"/>
          <p:nvPr/>
        </p:nvSpPr>
        <p:spPr>
          <a:xfrm>
            <a:off x="5815781" y="4407944"/>
            <a:ext cx="59872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If strategy </a:t>
            </a:r>
            <a:r>
              <a:rPr lang="en-US" sz="2400" dirty="0">
                <a:solidFill>
                  <a:srgbClr val="064EA1"/>
                </a:solidFill>
              </a:rPr>
              <a:t>C </a:t>
            </a:r>
            <a:r>
              <a:rPr lang="en-US" sz="2400" dirty="0"/>
              <a:t>can be strictly dominated by a convex hull of other strategies, then </a:t>
            </a:r>
            <a:r>
              <a:rPr lang="en-US" sz="2400" dirty="0">
                <a:solidFill>
                  <a:srgbClr val="064EA1"/>
                </a:solidFill>
              </a:rPr>
              <a:t>C </a:t>
            </a:r>
            <a:r>
              <a:rPr lang="en-US" sz="2400" dirty="0"/>
              <a:t>can be eliminated</a:t>
            </a:r>
          </a:p>
        </p:txBody>
      </p:sp>
    </p:spTree>
    <p:extLst>
      <p:ext uri="{BB962C8B-B14F-4D97-AF65-F5344CB8AC3E}">
        <p14:creationId xmlns:p14="http://schemas.microsoft.com/office/powerpoint/2010/main" val="2357545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FADFC-D0EB-4B61-AF14-502B322B9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DC35D3-E1F0-4FCA-9ECB-70B6534EC7D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9AEF2D-6E8A-5844-2CE8-6A564BF8447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C781B-97A3-C726-3E30-5D77168316DA}"/>
              </a:ext>
            </a:extLst>
          </p:cNvPr>
          <p:cNvSpPr txBox="1"/>
          <p:nvPr/>
        </p:nvSpPr>
        <p:spPr>
          <a:xfrm>
            <a:off x="1563330" y="351682"/>
            <a:ext cx="9330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Zero Sum Game with 2 x 3 Payoff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0A7D6A-021A-1339-9D1A-1F9110AD7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2193"/>
            <a:ext cx="5675609" cy="26774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B8D133-A2AF-B45D-7B46-7BF52C50E7D9}"/>
              </a:ext>
            </a:extLst>
          </p:cNvPr>
          <p:cNvSpPr txBox="1"/>
          <p:nvPr/>
        </p:nvSpPr>
        <p:spPr>
          <a:xfrm>
            <a:off x="16673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EBD05-31AC-ADCB-CDB5-23C0E9F41336}"/>
              </a:ext>
            </a:extLst>
          </p:cNvPr>
          <p:cNvSpPr txBox="1"/>
          <p:nvPr/>
        </p:nvSpPr>
        <p:spPr>
          <a:xfrm>
            <a:off x="29627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F6811-CC95-9919-0F95-FD164E7ABC67}"/>
              </a:ext>
            </a:extLst>
          </p:cNvPr>
          <p:cNvSpPr txBox="1"/>
          <p:nvPr/>
        </p:nvSpPr>
        <p:spPr>
          <a:xfrm>
            <a:off x="4258171" y="374047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10BDA2-F6D3-7871-6893-9679397DC5E0}"/>
              </a:ext>
            </a:extLst>
          </p:cNvPr>
          <p:cNvSpPr txBox="1"/>
          <p:nvPr/>
        </p:nvSpPr>
        <p:spPr>
          <a:xfrm>
            <a:off x="16673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F2B334-F8B3-28FD-97BD-67BAAF6EC323}"/>
              </a:ext>
            </a:extLst>
          </p:cNvPr>
          <p:cNvSpPr txBox="1"/>
          <p:nvPr/>
        </p:nvSpPr>
        <p:spPr>
          <a:xfrm>
            <a:off x="29627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05AFE2-8CFD-2422-062D-48F93D5610C8}"/>
              </a:ext>
            </a:extLst>
          </p:cNvPr>
          <p:cNvSpPr txBox="1"/>
          <p:nvPr/>
        </p:nvSpPr>
        <p:spPr>
          <a:xfrm>
            <a:off x="4258171" y="437294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BA0E36-5711-204B-1DE2-1C684B5288CC}"/>
              </a:ext>
            </a:extLst>
          </p:cNvPr>
          <p:cNvSpPr txBox="1"/>
          <p:nvPr/>
        </p:nvSpPr>
        <p:spPr>
          <a:xfrm>
            <a:off x="16673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0A67D2-32F6-FF33-43A6-5800010FAE73}"/>
              </a:ext>
            </a:extLst>
          </p:cNvPr>
          <p:cNvSpPr txBox="1"/>
          <p:nvPr/>
        </p:nvSpPr>
        <p:spPr>
          <a:xfrm>
            <a:off x="29627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FDC459-BD58-E348-C9FC-6BF035B24920}"/>
              </a:ext>
            </a:extLst>
          </p:cNvPr>
          <p:cNvSpPr txBox="1"/>
          <p:nvPr/>
        </p:nvSpPr>
        <p:spPr>
          <a:xfrm>
            <a:off x="4258171" y="3755356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BE6FE1-0A8F-D4FD-6A06-B111B25CC7D0}"/>
              </a:ext>
            </a:extLst>
          </p:cNvPr>
          <p:cNvSpPr txBox="1"/>
          <p:nvPr/>
        </p:nvSpPr>
        <p:spPr>
          <a:xfrm>
            <a:off x="16673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65B050-2BB7-C277-326F-80B806ADCE7A}"/>
              </a:ext>
            </a:extLst>
          </p:cNvPr>
          <p:cNvSpPr txBox="1"/>
          <p:nvPr/>
        </p:nvSpPr>
        <p:spPr>
          <a:xfrm>
            <a:off x="29627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29CE8B-5172-0653-DE4C-562FF4BA2F50}"/>
              </a:ext>
            </a:extLst>
          </p:cNvPr>
          <p:cNvSpPr txBox="1"/>
          <p:nvPr/>
        </p:nvSpPr>
        <p:spPr>
          <a:xfrm>
            <a:off x="4258171" y="439796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AA0668F-8513-7B41-8541-F0F710F4FA8A}"/>
                  </a:ext>
                </a:extLst>
              </p:cNvPr>
              <p:cNvSpPr txBox="1"/>
              <p:nvPr/>
            </p:nvSpPr>
            <p:spPr>
              <a:xfrm>
                <a:off x="5879691" y="1841004"/>
                <a:ext cx="6115664" cy="1446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:r>
                  <a:rPr lang="en-US" sz="2400" dirty="0"/>
                  <a:t>We can describe a mixed strategy comprising </a:t>
                </a:r>
                <a:r>
                  <a:rPr lang="en-US" sz="2400" dirty="0">
                    <a:solidFill>
                      <a:srgbClr val="064EA1"/>
                    </a:solidFill>
                  </a:rPr>
                  <a:t>A </a:t>
                </a:r>
                <a:r>
                  <a:rPr lang="en-US" sz="2400" dirty="0"/>
                  <a:t>and </a:t>
                </a:r>
                <a:r>
                  <a:rPr lang="en-US" sz="2400" dirty="0">
                    <a:solidFill>
                      <a:srgbClr val="064EA1"/>
                    </a:solidFill>
                  </a:rPr>
                  <a:t>B </a:t>
                </a:r>
                <a:r>
                  <a:rPr lang="en-US" sz="2400" dirty="0"/>
                  <a:t>as</a:t>
                </a:r>
              </a:p>
              <a:p>
                <a:pPr lvl="1" algn="ctr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mr>
                        </m:m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  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∈(0,1)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AA0668F-8513-7B41-8541-F0F710F4F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691" y="1841004"/>
                <a:ext cx="6115664" cy="1446806"/>
              </a:xfrm>
              <a:prstGeom prst="rect">
                <a:avLst/>
              </a:prstGeom>
              <a:blipFill>
                <a:blip r:embed="rId4"/>
                <a:stretch>
                  <a:fillRect t="-3376" b="-12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26414A7-5EE0-BDC0-862A-C2CA197122D1}"/>
              </a:ext>
            </a:extLst>
          </p:cNvPr>
          <p:cNvSpPr txBox="1"/>
          <p:nvPr/>
        </p:nvSpPr>
        <p:spPr>
          <a:xfrm>
            <a:off x="5879691" y="3467117"/>
            <a:ext cx="60165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For this mixed strategy to dominate </a:t>
            </a:r>
            <a:r>
              <a:rPr lang="en-US" sz="2400" dirty="0">
                <a:solidFill>
                  <a:srgbClr val="064EA1"/>
                </a:solidFill>
              </a:rPr>
              <a:t>C</a:t>
            </a:r>
            <a:r>
              <a:rPr lang="en-US" sz="2400" dirty="0"/>
              <a:t>, the following two inequalities must hold: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BE277E4-687D-E9A8-E00D-4E561999999A}"/>
                  </a:ext>
                </a:extLst>
              </p:cNvPr>
              <p:cNvSpPr txBox="1"/>
              <p:nvPr/>
            </p:nvSpPr>
            <p:spPr>
              <a:xfrm>
                <a:off x="5879691" y="4340131"/>
                <a:ext cx="601653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0100" lvl="1" indent="-342900" algn="ctr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&lt;3</m:t>
                    </m:r>
                  </m:oMath>
                </a14:m>
                <a:endParaRPr lang="en-US" sz="2400" b="0" dirty="0"/>
              </a:p>
              <a:p>
                <a:pPr marL="800100" lvl="1" indent="-342900" algn="ctr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&lt;4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BE277E4-687D-E9A8-E00D-4E5619999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691" y="4340131"/>
                <a:ext cx="6016538" cy="830997"/>
              </a:xfrm>
              <a:prstGeom prst="rect">
                <a:avLst/>
              </a:prstGeom>
              <a:blipFill>
                <a:blip r:embed="rId5"/>
                <a:stretch>
                  <a:fillRect t="-4412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681A710-024C-52A1-78FF-F740882E5E1E}"/>
                  </a:ext>
                </a:extLst>
              </p:cNvPr>
              <p:cNvSpPr txBox="1"/>
              <p:nvPr/>
            </p:nvSpPr>
            <p:spPr>
              <a:xfrm>
                <a:off x="5170008" y="5258069"/>
                <a:ext cx="6942530" cy="1355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:r>
                  <a:rPr lang="en-US" sz="2400" dirty="0"/>
                  <a:t>Since these two inequalities hold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∈(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</a:t>
                </a:r>
                <a:r>
                  <a:rPr lang="en-US" sz="2400" dirty="0">
                    <a:solidFill>
                      <a:srgbClr val="064EA1"/>
                    </a:solidFill>
                  </a:rPr>
                  <a:t>C </a:t>
                </a:r>
                <a:r>
                  <a:rPr lang="en-US" sz="2400" dirty="0"/>
                  <a:t>is strictly dominated by a mixed strategy comprising </a:t>
                </a:r>
                <a:r>
                  <a:rPr lang="en-US" sz="2400" dirty="0">
                    <a:solidFill>
                      <a:srgbClr val="064EA1"/>
                    </a:solidFill>
                  </a:rPr>
                  <a:t>A </a:t>
                </a:r>
                <a:r>
                  <a:rPr lang="en-US" sz="2400" dirty="0"/>
                  <a:t>and </a:t>
                </a:r>
                <a:r>
                  <a:rPr lang="en-US" sz="2400" dirty="0">
                    <a:solidFill>
                      <a:srgbClr val="064EA1"/>
                    </a:solidFill>
                  </a:rPr>
                  <a:t>B</a:t>
                </a:r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681A710-024C-52A1-78FF-F740882E5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008" y="5258069"/>
                <a:ext cx="6942530" cy="1355820"/>
              </a:xfrm>
              <a:prstGeom prst="rect">
                <a:avLst/>
              </a:prstGeom>
              <a:blipFill>
                <a:blip r:embed="rId6"/>
                <a:stretch>
                  <a:fillRect r="-1054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3631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65372-A4DA-6247-E50B-6A321E893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74FFD5-92A0-1D8D-A25F-7E117E69124E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260794-A965-D2C9-00AB-B436DBD5033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13F7DE-3714-2F7D-6C42-A48441C33169}"/>
              </a:ext>
            </a:extLst>
          </p:cNvPr>
          <p:cNvSpPr txBox="1"/>
          <p:nvPr/>
        </p:nvSpPr>
        <p:spPr>
          <a:xfrm>
            <a:off x="1563330" y="351682"/>
            <a:ext cx="9330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Zero Sum Game with 2 x 3 Payoff Matrix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ACB365-F5AA-BB90-6F3F-06B4DE0F397F}"/>
              </a:ext>
            </a:extLst>
          </p:cNvPr>
          <p:cNvSpPr txBox="1"/>
          <p:nvPr/>
        </p:nvSpPr>
        <p:spPr>
          <a:xfrm>
            <a:off x="501445" y="1779638"/>
            <a:ext cx="107761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Does every zero-sum game with a 2 x 3 payoff matrix have a Player 2 strategy that’s strictly dominated by a convex hull of the other strategies?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ADB615-54B5-85CE-E40B-F40960351B53}"/>
              </a:ext>
            </a:extLst>
          </p:cNvPr>
          <p:cNvSpPr txBox="1"/>
          <p:nvPr/>
        </p:nvSpPr>
        <p:spPr>
          <a:xfrm>
            <a:off x="232325" y="2832689"/>
            <a:ext cx="11727350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Claim: A Player 2 strategy cannot be strictly dominated if it contains a row minimum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BD34A71-C114-1F12-0861-9C22C1F5E7A3}"/>
                  </a:ext>
                </a:extLst>
              </p:cNvPr>
              <p:cNvSpPr txBox="1"/>
              <p:nvPr/>
            </p:nvSpPr>
            <p:spPr>
              <a:xfrm>
                <a:off x="0" y="3563647"/>
                <a:ext cx="12287788" cy="3336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:r>
                  <a:rPr lang="en-US" sz="2400" dirty="0"/>
                  <a:t>Proof: Consider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 </m:t>
                    </m:r>
                  </m:oMath>
                </a14:m>
                <a:r>
                  <a:rPr lang="en-US" sz="2400" dirty="0"/>
                  <a:t>Player 2 strategy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 and Player 1 strategy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en-US" sz="2400" dirty="0"/>
                  <a:t> for all columns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2400" dirty="0"/>
              </a:p>
              <a:p>
                <a:pPr lvl="1" algn="ctr"/>
                <a:endParaRPr lang="en-US" sz="2400" dirty="0"/>
              </a:p>
              <a:p>
                <a:pPr lvl="1" algn="ctr"/>
                <a:r>
                  <a:rPr lang="en-US" sz="2400" dirty="0"/>
                  <a:t>For Column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 to be strictly dominated by a convex hull of other strategies,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lvl="1" algn="ctr"/>
                <a:endParaRPr lang="en-US" sz="2400" dirty="0"/>
              </a:p>
              <a:p>
                <a:pPr lvl="1" algn="ctr"/>
                <a:r>
                  <a:rPr lang="en-US" sz="2400" dirty="0"/>
                  <a:t>But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</m:e>
                    </m:nary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func>
                      <m:func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m:rPr>
                                <m:brk m:alnAt="7"/>
                              </m:rP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  <m:nary>
                          <m:naryPr>
                            <m:chr m:val="∑"/>
                            <m:sup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limLow>
                          <m:limLow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min</m:t>
                            </m:r>
                            <m: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𝑖𝑘</m:t>
                                </m:r>
                              </m:sub>
                            </m:sSub>
                          </m:e>
                          <m:lim>
                            <m:r>
                              <m:rPr>
                                <m:brk m:alnAt="7"/>
                              </m:rP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lim>
                        </m:limLow>
                      </m:e>
                    </m:func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lvl="1" algn="ctr"/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BD34A71-C114-1F12-0861-9C22C1F5E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563647"/>
                <a:ext cx="12287788" cy="3336939"/>
              </a:xfrm>
              <a:prstGeom prst="rect">
                <a:avLst/>
              </a:prstGeom>
              <a:blipFill>
                <a:blip r:embed="rId3"/>
                <a:stretch>
                  <a:fillRect t="-1097" b="-89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024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F003B-984A-E3A8-BAA0-C4F83A6AD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5DCD57-6CAF-FCEB-CFB8-C7E245D95ADB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F715B-2EC4-5D00-A58E-5CB214AA2DCC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DF0741-E328-D0F7-F848-AB9741A7D2CE}"/>
              </a:ext>
            </a:extLst>
          </p:cNvPr>
          <p:cNvSpPr txBox="1"/>
          <p:nvPr/>
        </p:nvSpPr>
        <p:spPr>
          <a:xfrm>
            <a:off x="1563330" y="351682"/>
            <a:ext cx="9330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Zero Sum Game with 2 x 3 Payoff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CD9E51-B06D-D836-139C-0044B2F52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2193"/>
            <a:ext cx="5675609" cy="26774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3F8ED5-26A4-823A-F2AE-E28D64172167}"/>
              </a:ext>
            </a:extLst>
          </p:cNvPr>
          <p:cNvSpPr txBox="1"/>
          <p:nvPr/>
        </p:nvSpPr>
        <p:spPr>
          <a:xfrm>
            <a:off x="16673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FFABE3-9671-53BF-B758-C48A255E0E01}"/>
              </a:ext>
            </a:extLst>
          </p:cNvPr>
          <p:cNvSpPr txBox="1"/>
          <p:nvPr/>
        </p:nvSpPr>
        <p:spPr>
          <a:xfrm>
            <a:off x="29627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86B3F1-46A0-38A5-537E-68FEBDF35E19}"/>
              </a:ext>
            </a:extLst>
          </p:cNvPr>
          <p:cNvSpPr txBox="1"/>
          <p:nvPr/>
        </p:nvSpPr>
        <p:spPr>
          <a:xfrm>
            <a:off x="4258171" y="374047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7A9E6C-A9E2-427D-891F-971E727CDFD5}"/>
              </a:ext>
            </a:extLst>
          </p:cNvPr>
          <p:cNvSpPr txBox="1"/>
          <p:nvPr/>
        </p:nvSpPr>
        <p:spPr>
          <a:xfrm>
            <a:off x="16673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85C3F2-3003-99DC-6753-518D4CF30248}"/>
              </a:ext>
            </a:extLst>
          </p:cNvPr>
          <p:cNvSpPr txBox="1"/>
          <p:nvPr/>
        </p:nvSpPr>
        <p:spPr>
          <a:xfrm>
            <a:off x="29627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8A3F12-9A27-3585-5598-50761CE09190}"/>
              </a:ext>
            </a:extLst>
          </p:cNvPr>
          <p:cNvSpPr txBox="1"/>
          <p:nvPr/>
        </p:nvSpPr>
        <p:spPr>
          <a:xfrm>
            <a:off x="4258171" y="437294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67B93A-2B21-0E5C-3616-93F3F4D4C69F}"/>
              </a:ext>
            </a:extLst>
          </p:cNvPr>
          <p:cNvSpPr txBox="1"/>
          <p:nvPr/>
        </p:nvSpPr>
        <p:spPr>
          <a:xfrm>
            <a:off x="16673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B1FD03-969E-DB6C-0365-82F36FA52F65}"/>
              </a:ext>
            </a:extLst>
          </p:cNvPr>
          <p:cNvSpPr txBox="1"/>
          <p:nvPr/>
        </p:nvSpPr>
        <p:spPr>
          <a:xfrm>
            <a:off x="29627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EEBE9A-CE08-9491-03A1-B4759815E553}"/>
              </a:ext>
            </a:extLst>
          </p:cNvPr>
          <p:cNvSpPr txBox="1"/>
          <p:nvPr/>
        </p:nvSpPr>
        <p:spPr>
          <a:xfrm>
            <a:off x="4258171" y="3755356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1F27F0-2646-92C4-BA16-77593075F19E}"/>
              </a:ext>
            </a:extLst>
          </p:cNvPr>
          <p:cNvSpPr txBox="1"/>
          <p:nvPr/>
        </p:nvSpPr>
        <p:spPr>
          <a:xfrm>
            <a:off x="16673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B148D4-2985-829F-C265-83E06E95071B}"/>
              </a:ext>
            </a:extLst>
          </p:cNvPr>
          <p:cNvSpPr txBox="1"/>
          <p:nvPr/>
        </p:nvSpPr>
        <p:spPr>
          <a:xfrm>
            <a:off x="29627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703CF3-DC64-7C11-A43B-A5BE8F430809}"/>
              </a:ext>
            </a:extLst>
          </p:cNvPr>
          <p:cNvSpPr txBox="1"/>
          <p:nvPr/>
        </p:nvSpPr>
        <p:spPr>
          <a:xfrm>
            <a:off x="4258171" y="439796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227247-5118-9500-C562-9DFC99D64DB5}"/>
              </a:ext>
            </a:extLst>
          </p:cNvPr>
          <p:cNvSpPr txBox="1"/>
          <p:nvPr/>
        </p:nvSpPr>
        <p:spPr>
          <a:xfrm>
            <a:off x="501445" y="1779638"/>
            <a:ext cx="107761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Does every zero-sum game with a 2 x 3 payoff matrix have a Player 2 strategy that’s strictly dominated by a convex hull of the other strategies?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9968A-393C-38AC-CCCC-7D6E55A32106}"/>
              </a:ext>
            </a:extLst>
          </p:cNvPr>
          <p:cNvSpPr txBox="1"/>
          <p:nvPr/>
        </p:nvSpPr>
        <p:spPr>
          <a:xfrm>
            <a:off x="5486248" y="2940602"/>
            <a:ext cx="62680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Because </a:t>
            </a:r>
            <a:r>
              <a:rPr lang="en-US" sz="2400" dirty="0">
                <a:solidFill>
                  <a:srgbClr val="064EA1"/>
                </a:solidFill>
              </a:rPr>
              <a:t>A </a:t>
            </a:r>
            <a:r>
              <a:rPr lang="en-US" sz="2400" dirty="0"/>
              <a:t>and</a:t>
            </a:r>
            <a:r>
              <a:rPr lang="en-US" sz="2400" dirty="0">
                <a:solidFill>
                  <a:srgbClr val="064EA1"/>
                </a:solidFill>
              </a:rPr>
              <a:t> B </a:t>
            </a:r>
            <a:r>
              <a:rPr lang="en-US" sz="2400" dirty="0"/>
              <a:t>contain row minimums</a:t>
            </a:r>
            <a:r>
              <a:rPr lang="en-US" sz="2400" dirty="0">
                <a:solidFill>
                  <a:srgbClr val="064EA1"/>
                </a:solidFill>
              </a:rPr>
              <a:t>, </a:t>
            </a:r>
            <a:r>
              <a:rPr lang="en-US" sz="2400" dirty="0"/>
              <a:t>the only strategy that could be strictly dominated in this example is </a:t>
            </a:r>
            <a:r>
              <a:rPr lang="en-US" sz="2400" dirty="0">
                <a:solidFill>
                  <a:srgbClr val="064EA1"/>
                </a:solidFill>
              </a:rPr>
              <a:t>C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FFBC979-900E-D7BC-F84A-AA819623CAB5}"/>
                  </a:ext>
                </a:extLst>
              </p:cNvPr>
              <p:cNvSpPr txBox="1"/>
              <p:nvPr/>
            </p:nvSpPr>
            <p:spPr>
              <a:xfrm>
                <a:off x="5675609" y="4393197"/>
                <a:ext cx="6115664" cy="14882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:r>
                  <a:rPr lang="en-US" sz="2400" dirty="0"/>
                  <a:t>We can describe a mixed strategy comprising </a:t>
                </a:r>
                <a:r>
                  <a:rPr lang="en-US" sz="2400" dirty="0">
                    <a:solidFill>
                      <a:srgbClr val="064EA1"/>
                    </a:solidFill>
                  </a:rPr>
                  <a:t>A </a:t>
                </a:r>
                <a:r>
                  <a:rPr lang="en-US" sz="2400" dirty="0"/>
                  <a:t>and </a:t>
                </a:r>
                <a:r>
                  <a:rPr lang="en-US" sz="2400" dirty="0">
                    <a:solidFill>
                      <a:srgbClr val="064EA1"/>
                    </a:solidFill>
                  </a:rPr>
                  <a:t>B </a:t>
                </a:r>
                <a:r>
                  <a:rPr lang="en-US" sz="2400" dirty="0"/>
                  <a:t>as</a:t>
                </a:r>
              </a:p>
              <a:p>
                <a:pPr lvl="1" algn="ctr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e>
                          </m:mr>
                        </m:m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  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∈(0,1)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FFBC979-900E-D7BC-F84A-AA819623C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609" y="4393197"/>
                <a:ext cx="6115664" cy="1488293"/>
              </a:xfrm>
              <a:prstGeom prst="rect">
                <a:avLst/>
              </a:prstGeom>
              <a:blipFill>
                <a:blip r:embed="rId4"/>
                <a:stretch>
                  <a:fillRect t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5384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799DA-650A-7E43-35E1-C6E2D4F2A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9C92C31-46B2-F466-3CB6-CE171D44255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02BA89-3C65-7880-5013-AEBD1AC063A0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C2BB1B-5955-858C-92A0-1BE2FBA1B98B}"/>
              </a:ext>
            </a:extLst>
          </p:cNvPr>
          <p:cNvSpPr txBox="1"/>
          <p:nvPr/>
        </p:nvSpPr>
        <p:spPr>
          <a:xfrm>
            <a:off x="1563330" y="351682"/>
            <a:ext cx="9330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Zero Sum Game with 2 x 3 Payoff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5B064E-2E63-C03F-57B9-3DB1B50B3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2193"/>
            <a:ext cx="5675609" cy="26774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BAC92B-EFFB-29E9-0F21-49BB7932D687}"/>
              </a:ext>
            </a:extLst>
          </p:cNvPr>
          <p:cNvSpPr txBox="1"/>
          <p:nvPr/>
        </p:nvSpPr>
        <p:spPr>
          <a:xfrm>
            <a:off x="16673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311E3C-CF4C-D9F1-2B42-1011FCD28C6B}"/>
              </a:ext>
            </a:extLst>
          </p:cNvPr>
          <p:cNvSpPr txBox="1"/>
          <p:nvPr/>
        </p:nvSpPr>
        <p:spPr>
          <a:xfrm>
            <a:off x="29627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1A64B2-8FF9-C6D6-F514-A0D686F98794}"/>
              </a:ext>
            </a:extLst>
          </p:cNvPr>
          <p:cNvSpPr txBox="1"/>
          <p:nvPr/>
        </p:nvSpPr>
        <p:spPr>
          <a:xfrm>
            <a:off x="4258171" y="374047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C46040-C769-72E8-C07A-A2AD2F38DA75}"/>
              </a:ext>
            </a:extLst>
          </p:cNvPr>
          <p:cNvSpPr txBox="1"/>
          <p:nvPr/>
        </p:nvSpPr>
        <p:spPr>
          <a:xfrm>
            <a:off x="16673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AA2F50-D5DF-4461-9C3C-6DA2656D91EB}"/>
              </a:ext>
            </a:extLst>
          </p:cNvPr>
          <p:cNvSpPr txBox="1"/>
          <p:nvPr/>
        </p:nvSpPr>
        <p:spPr>
          <a:xfrm>
            <a:off x="29627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0A45C6-3044-F1B9-071D-A88B95C826C0}"/>
              </a:ext>
            </a:extLst>
          </p:cNvPr>
          <p:cNvSpPr txBox="1"/>
          <p:nvPr/>
        </p:nvSpPr>
        <p:spPr>
          <a:xfrm>
            <a:off x="4258171" y="437294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5D1FA1-2B2F-78D2-4021-37E991DECC1B}"/>
              </a:ext>
            </a:extLst>
          </p:cNvPr>
          <p:cNvSpPr txBox="1"/>
          <p:nvPr/>
        </p:nvSpPr>
        <p:spPr>
          <a:xfrm>
            <a:off x="16673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FF1F5C-B9C9-2901-A10B-717823CBC948}"/>
              </a:ext>
            </a:extLst>
          </p:cNvPr>
          <p:cNvSpPr txBox="1"/>
          <p:nvPr/>
        </p:nvSpPr>
        <p:spPr>
          <a:xfrm>
            <a:off x="2962771" y="3760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AEC1E1-6184-E940-73A5-118603BE57DB}"/>
              </a:ext>
            </a:extLst>
          </p:cNvPr>
          <p:cNvSpPr txBox="1"/>
          <p:nvPr/>
        </p:nvSpPr>
        <p:spPr>
          <a:xfrm>
            <a:off x="4258171" y="3755356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D5EED6-C34B-E308-DB5F-D9C698709AB7}"/>
              </a:ext>
            </a:extLst>
          </p:cNvPr>
          <p:cNvSpPr txBox="1"/>
          <p:nvPr/>
        </p:nvSpPr>
        <p:spPr>
          <a:xfrm>
            <a:off x="16673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B002F6-8EA5-350D-F7E4-8885C065CCF2}"/>
              </a:ext>
            </a:extLst>
          </p:cNvPr>
          <p:cNvSpPr txBox="1"/>
          <p:nvPr/>
        </p:nvSpPr>
        <p:spPr>
          <a:xfrm>
            <a:off x="2962771" y="439319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FA0434-1A0F-0AB2-F279-9A82593ED42D}"/>
              </a:ext>
            </a:extLst>
          </p:cNvPr>
          <p:cNvSpPr txBox="1"/>
          <p:nvPr/>
        </p:nvSpPr>
        <p:spPr>
          <a:xfrm>
            <a:off x="4258171" y="439796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878380-AB72-96E5-D3FE-DF31485C4CFE}"/>
              </a:ext>
            </a:extLst>
          </p:cNvPr>
          <p:cNvSpPr txBox="1"/>
          <p:nvPr/>
        </p:nvSpPr>
        <p:spPr>
          <a:xfrm>
            <a:off x="5860919" y="1816688"/>
            <a:ext cx="60165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For a mixed strategy of </a:t>
            </a:r>
            <a:r>
              <a:rPr lang="en-US" sz="2400" dirty="0">
                <a:solidFill>
                  <a:srgbClr val="064EA1"/>
                </a:solidFill>
              </a:rPr>
              <a:t>A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064EA1"/>
                </a:solidFill>
              </a:rPr>
              <a:t>B</a:t>
            </a:r>
            <a:r>
              <a:rPr lang="en-US" sz="2400" dirty="0"/>
              <a:t> to dominate </a:t>
            </a:r>
            <a:r>
              <a:rPr lang="en-US" sz="2400" dirty="0">
                <a:solidFill>
                  <a:srgbClr val="064EA1"/>
                </a:solidFill>
              </a:rPr>
              <a:t>C</a:t>
            </a:r>
            <a:r>
              <a:rPr lang="en-US" sz="2400" dirty="0"/>
              <a:t>, the following two inequalities must hold: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3CC033C-1C10-9D48-978A-81A5BD72E7DD}"/>
                  </a:ext>
                </a:extLst>
              </p:cNvPr>
              <p:cNvSpPr txBox="1"/>
              <p:nvPr/>
            </p:nvSpPr>
            <p:spPr>
              <a:xfrm>
                <a:off x="5860919" y="3122892"/>
                <a:ext cx="6016538" cy="907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0100" lvl="1" indent="-342900" algn="ctr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+100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&lt;2</m:t>
                    </m:r>
                  </m:oMath>
                </a14:m>
                <a:endParaRPr lang="en-US" sz="2400" b="0" dirty="0"/>
              </a:p>
              <a:p>
                <a:pPr marL="800100" lvl="1" indent="-342900" algn="ctr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100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&lt;3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3CC033C-1C10-9D48-978A-81A5BD72E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919" y="3122892"/>
                <a:ext cx="6016538" cy="907941"/>
              </a:xfrm>
              <a:prstGeom prst="rect">
                <a:avLst/>
              </a:prstGeom>
              <a:blipFill>
                <a:blip r:embed="rId4"/>
                <a:stretch>
                  <a:fillRect t="-4027" b="-11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395FDC-B434-8118-8037-5C05505B7FDA}"/>
                  </a:ext>
                </a:extLst>
              </p:cNvPr>
              <p:cNvSpPr txBox="1"/>
              <p:nvPr/>
            </p:nvSpPr>
            <p:spPr>
              <a:xfrm>
                <a:off x="6096000" y="4410257"/>
                <a:ext cx="6016538" cy="1217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0100" lvl="1" indent="-342900" algn="ctr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1+99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&lt;2       ⇒  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99</m:t>
                        </m:r>
                      </m:den>
                    </m:f>
                  </m:oMath>
                </a14:m>
                <a:endParaRPr lang="en-US" sz="2400" b="0" dirty="0"/>
              </a:p>
              <a:p>
                <a:pPr marL="800100" lvl="1" indent="-342900" algn="ctr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100−99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&lt;3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  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97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99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395FDC-B434-8118-8037-5C05505B7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410257"/>
                <a:ext cx="6016538" cy="1217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76EB7531-9A28-99CB-19C8-69952B5468C4}"/>
              </a:ext>
            </a:extLst>
          </p:cNvPr>
          <p:cNvSpPr txBox="1"/>
          <p:nvPr/>
        </p:nvSpPr>
        <p:spPr>
          <a:xfrm>
            <a:off x="6096000" y="4059764"/>
            <a:ext cx="6016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But this requires that: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168EB1-BB8E-7EEE-A949-9B3D463C509B}"/>
              </a:ext>
            </a:extLst>
          </p:cNvPr>
          <p:cNvSpPr txBox="1"/>
          <p:nvPr/>
        </p:nvSpPr>
        <p:spPr>
          <a:xfrm>
            <a:off x="5249023" y="5746917"/>
            <a:ext cx="7240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No mixed strategy of </a:t>
            </a:r>
            <a:r>
              <a:rPr lang="en-US" sz="2400" dirty="0">
                <a:solidFill>
                  <a:srgbClr val="064EA1"/>
                </a:solidFill>
              </a:rPr>
              <a:t>A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064EA1"/>
                </a:solidFill>
              </a:rPr>
              <a:t>B</a:t>
            </a:r>
            <a:r>
              <a:rPr lang="en-US" sz="2400" dirty="0"/>
              <a:t> to dominates </a:t>
            </a:r>
            <a:r>
              <a:rPr lang="en-US" sz="2400" dirty="0">
                <a:solidFill>
                  <a:srgbClr val="064EA1"/>
                </a:solidFill>
              </a:rPr>
              <a:t>C</a:t>
            </a:r>
            <a:r>
              <a:rPr lang="en-US" sz="24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070394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51BEC-F39F-D2AD-79F9-4218AD605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864BEA-022F-2BED-3426-9FB30D1F4843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53F307-0D94-9B3D-EAE4-F852CE96456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926F6E-8B6A-37AD-62DA-A644CC117C5F}"/>
              </a:ext>
            </a:extLst>
          </p:cNvPr>
          <p:cNvSpPr txBox="1"/>
          <p:nvPr/>
        </p:nvSpPr>
        <p:spPr>
          <a:xfrm>
            <a:off x="1563330" y="351682"/>
            <a:ext cx="9330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Zero Sum Game with 2 x 3 Payoff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B4E732-E852-4E14-0C6E-79851D6E9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03" y="3295153"/>
            <a:ext cx="5675609" cy="26774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5B4424-83BE-DAFA-EFBC-52FD02680C32}"/>
              </a:ext>
            </a:extLst>
          </p:cNvPr>
          <p:cNvSpPr txBox="1"/>
          <p:nvPr/>
        </p:nvSpPr>
        <p:spPr>
          <a:xfrm>
            <a:off x="1843774" y="425369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A5D8E-0611-D872-C680-105691651A81}"/>
              </a:ext>
            </a:extLst>
          </p:cNvPr>
          <p:cNvSpPr txBox="1"/>
          <p:nvPr/>
        </p:nvSpPr>
        <p:spPr>
          <a:xfrm>
            <a:off x="3139174" y="425369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8DD301-8DD6-C602-BB14-7F5CC5088E6E}"/>
              </a:ext>
            </a:extLst>
          </p:cNvPr>
          <p:cNvSpPr txBox="1"/>
          <p:nvPr/>
        </p:nvSpPr>
        <p:spPr>
          <a:xfrm>
            <a:off x="4434574" y="423343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BE061F-5213-3397-CD35-C58FEFF9C017}"/>
              </a:ext>
            </a:extLst>
          </p:cNvPr>
          <p:cNvSpPr txBox="1"/>
          <p:nvPr/>
        </p:nvSpPr>
        <p:spPr>
          <a:xfrm>
            <a:off x="1843774" y="488615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DB7712-E71A-B1C7-FC36-5DA5EAEADAFB}"/>
              </a:ext>
            </a:extLst>
          </p:cNvPr>
          <p:cNvSpPr txBox="1"/>
          <p:nvPr/>
        </p:nvSpPr>
        <p:spPr>
          <a:xfrm>
            <a:off x="3139174" y="488615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5AF815-B785-6C3A-2A41-E3A185872A3B}"/>
              </a:ext>
            </a:extLst>
          </p:cNvPr>
          <p:cNvSpPr txBox="1"/>
          <p:nvPr/>
        </p:nvSpPr>
        <p:spPr>
          <a:xfrm>
            <a:off x="4434574" y="486590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B4EAB9-4552-C95D-E350-A0A029AF5DA6}"/>
              </a:ext>
            </a:extLst>
          </p:cNvPr>
          <p:cNvSpPr txBox="1"/>
          <p:nvPr/>
        </p:nvSpPr>
        <p:spPr>
          <a:xfrm>
            <a:off x="1843774" y="425369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3339FC-570C-441E-ACCA-35F23F33FD2D}"/>
              </a:ext>
            </a:extLst>
          </p:cNvPr>
          <p:cNvSpPr txBox="1"/>
          <p:nvPr/>
        </p:nvSpPr>
        <p:spPr>
          <a:xfrm>
            <a:off x="3139174" y="425369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CE7C0F-63D8-6B19-AB47-371B9835B97D}"/>
              </a:ext>
            </a:extLst>
          </p:cNvPr>
          <p:cNvSpPr txBox="1"/>
          <p:nvPr/>
        </p:nvSpPr>
        <p:spPr>
          <a:xfrm>
            <a:off x="4434574" y="4248316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188F55-64C8-FAC1-93E3-EAF701614484}"/>
              </a:ext>
            </a:extLst>
          </p:cNvPr>
          <p:cNvSpPr txBox="1"/>
          <p:nvPr/>
        </p:nvSpPr>
        <p:spPr>
          <a:xfrm>
            <a:off x="1843774" y="488615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28424D-5581-9DA9-A6BF-644ECB492D08}"/>
              </a:ext>
            </a:extLst>
          </p:cNvPr>
          <p:cNvSpPr txBox="1"/>
          <p:nvPr/>
        </p:nvSpPr>
        <p:spPr>
          <a:xfrm>
            <a:off x="3139174" y="488615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5BBB62-1389-2E69-A9F7-931F1AB527F0}"/>
              </a:ext>
            </a:extLst>
          </p:cNvPr>
          <p:cNvSpPr txBox="1"/>
          <p:nvPr/>
        </p:nvSpPr>
        <p:spPr>
          <a:xfrm>
            <a:off x="4434574" y="489092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0F03F1-5AEE-8CEB-7589-FB8889C32018}"/>
              </a:ext>
            </a:extLst>
          </p:cNvPr>
          <p:cNvSpPr txBox="1"/>
          <p:nvPr/>
        </p:nvSpPr>
        <p:spPr>
          <a:xfrm>
            <a:off x="1398577" y="1841004"/>
            <a:ext cx="8640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How do we find the Nash equilibrium for this game?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363CB19-9AFA-8EAC-DAC2-4BC9AB1647B1}"/>
              </a:ext>
            </a:extLst>
          </p:cNvPr>
          <p:cNvCxnSpPr>
            <a:cxnSpLocks/>
          </p:cNvCxnSpPr>
          <p:nvPr/>
        </p:nvCxnSpPr>
        <p:spPr>
          <a:xfrm flipH="1">
            <a:off x="6440617" y="5356102"/>
            <a:ext cx="4635909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B62C9F4-B48A-2C8E-78EF-E84797B396FF}"/>
              </a:ext>
            </a:extLst>
          </p:cNvPr>
          <p:cNvCxnSpPr>
            <a:cxnSpLocks/>
          </p:cNvCxnSpPr>
          <p:nvPr/>
        </p:nvCxnSpPr>
        <p:spPr>
          <a:xfrm flipH="1">
            <a:off x="6440612" y="2943017"/>
            <a:ext cx="4721245" cy="22520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F69E058-35C7-7FCD-7C92-3F7B276CB4E3}"/>
              </a:ext>
            </a:extLst>
          </p:cNvPr>
          <p:cNvCxnSpPr>
            <a:cxnSpLocks/>
          </p:cNvCxnSpPr>
          <p:nvPr/>
        </p:nvCxnSpPr>
        <p:spPr>
          <a:xfrm flipH="1">
            <a:off x="6436978" y="4754488"/>
            <a:ext cx="4724879" cy="25022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2F79C4E-3F6B-E0FE-DED3-E3E1324D0B56}"/>
                  </a:ext>
                </a:extLst>
              </p:cNvPr>
              <p:cNvSpPr txBox="1"/>
              <p:nvPr/>
            </p:nvSpPr>
            <p:spPr>
              <a:xfrm>
                <a:off x="11076526" y="5067001"/>
                <a:ext cx="677470" cy="46596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2F79C4E-3F6B-E0FE-DED3-E3E1324D0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6526" y="5067001"/>
                <a:ext cx="677470" cy="465961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C3199266-C35A-B8CD-CCCA-509D9E8B0601}"/>
              </a:ext>
            </a:extLst>
          </p:cNvPr>
          <p:cNvSpPr txBox="1"/>
          <p:nvPr/>
        </p:nvSpPr>
        <p:spPr>
          <a:xfrm>
            <a:off x="6028463" y="2435455"/>
            <a:ext cx="263670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Player 1’s Payoff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48D1A6-A6F7-AC2F-064D-D470B127C8C0}"/>
              </a:ext>
            </a:extLst>
          </p:cNvPr>
          <p:cNvSpPr txBox="1"/>
          <p:nvPr/>
        </p:nvSpPr>
        <p:spPr>
          <a:xfrm>
            <a:off x="9735847" y="4075728"/>
            <a:ext cx="6774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627055-1585-0820-EA6E-8F8061C17084}"/>
              </a:ext>
            </a:extLst>
          </p:cNvPr>
          <p:cNvSpPr txBox="1"/>
          <p:nvPr/>
        </p:nvSpPr>
        <p:spPr>
          <a:xfrm>
            <a:off x="11069353" y="4443331"/>
            <a:ext cx="6774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28CCCE-576C-C11E-FC35-3DFBEEB9FF0C}"/>
              </a:ext>
            </a:extLst>
          </p:cNvPr>
          <p:cNvSpPr txBox="1"/>
          <p:nvPr/>
        </p:nvSpPr>
        <p:spPr>
          <a:xfrm>
            <a:off x="11038969" y="2571017"/>
            <a:ext cx="6774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A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FD5D2C3-C616-65A8-6A87-EC53765CD168}"/>
              </a:ext>
            </a:extLst>
          </p:cNvPr>
          <p:cNvCxnSpPr>
            <a:cxnSpLocks/>
          </p:cNvCxnSpPr>
          <p:nvPr/>
        </p:nvCxnSpPr>
        <p:spPr>
          <a:xfrm flipV="1">
            <a:off x="10521939" y="5278313"/>
            <a:ext cx="0" cy="22935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BC1FF15-F991-9C00-538A-A741AAD6E144}"/>
              </a:ext>
            </a:extLst>
          </p:cNvPr>
          <p:cNvCxnSpPr>
            <a:cxnSpLocks/>
          </p:cNvCxnSpPr>
          <p:nvPr/>
        </p:nvCxnSpPr>
        <p:spPr>
          <a:xfrm flipH="1">
            <a:off x="6436978" y="4961589"/>
            <a:ext cx="465267" cy="237052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C402440-48D7-28C3-B2CB-366D9F6B5544}"/>
                  </a:ext>
                </a:extLst>
              </p:cNvPr>
              <p:cNvSpPr txBox="1"/>
              <p:nvPr/>
            </p:nvSpPr>
            <p:spPr>
              <a:xfrm>
                <a:off x="5951658" y="3155792"/>
                <a:ext cx="2348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C402440-48D7-28C3-B2CB-366D9F6B5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658" y="3155792"/>
                <a:ext cx="234864" cy="461665"/>
              </a:xfrm>
              <a:prstGeom prst="rect">
                <a:avLst/>
              </a:prstGeom>
              <a:blipFill>
                <a:blip r:embed="rId5"/>
                <a:stretch>
                  <a:fillRect r="-1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FCAFFD2-B736-108A-C939-A39E6A718E28}"/>
                  </a:ext>
                </a:extLst>
              </p:cNvPr>
              <p:cNvSpPr txBox="1"/>
              <p:nvPr/>
            </p:nvSpPr>
            <p:spPr>
              <a:xfrm>
                <a:off x="10181130" y="5433892"/>
                <a:ext cx="2348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.98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FCAFFD2-B736-108A-C939-A39E6A718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1130" y="5433892"/>
                <a:ext cx="234864" cy="461665"/>
              </a:xfrm>
              <a:prstGeom prst="rect">
                <a:avLst/>
              </a:prstGeom>
              <a:blipFill>
                <a:blip r:embed="rId6"/>
                <a:stretch>
                  <a:fillRect r="-164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E4F4DEE-CF42-95A7-9CD6-9A08FEA67DE4}"/>
                  </a:ext>
                </a:extLst>
              </p:cNvPr>
              <p:cNvSpPr txBox="1"/>
              <p:nvPr/>
            </p:nvSpPr>
            <p:spPr>
              <a:xfrm>
                <a:off x="5951614" y="4233245"/>
                <a:ext cx="2627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E4F4DEE-CF42-95A7-9CD6-9A08FEA67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614" y="4233245"/>
                <a:ext cx="262767" cy="461665"/>
              </a:xfrm>
              <a:prstGeom prst="rect">
                <a:avLst/>
              </a:prstGeom>
              <a:blipFill>
                <a:blip r:embed="rId7"/>
                <a:stretch>
                  <a:fillRect r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F6FBBB1-1F42-A8FD-5577-C48960127140}"/>
                  </a:ext>
                </a:extLst>
              </p:cNvPr>
              <p:cNvSpPr txBox="1"/>
              <p:nvPr/>
            </p:nvSpPr>
            <p:spPr>
              <a:xfrm>
                <a:off x="5486248" y="5732581"/>
                <a:ext cx="95436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F6FBBB1-1F42-A8FD-5577-C48960127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248" y="5732581"/>
                <a:ext cx="954366" cy="461665"/>
              </a:xfrm>
              <a:prstGeom prst="rect">
                <a:avLst/>
              </a:prstGeom>
              <a:blipFill>
                <a:blip r:embed="rId8"/>
                <a:stretch>
                  <a:fillRect r="-2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6E29DBF-A5A4-DFDE-FE6F-3B54E76A5266}"/>
              </a:ext>
            </a:extLst>
          </p:cNvPr>
          <p:cNvCxnSpPr>
            <a:cxnSpLocks/>
          </p:cNvCxnSpPr>
          <p:nvPr/>
        </p:nvCxnSpPr>
        <p:spPr>
          <a:xfrm>
            <a:off x="6440614" y="2897120"/>
            <a:ext cx="0" cy="356729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ADEA8BD-D0F0-EF00-9C1F-3CBDE4D669A4}"/>
              </a:ext>
            </a:extLst>
          </p:cNvPr>
          <p:cNvCxnSpPr>
            <a:cxnSpLocks/>
          </p:cNvCxnSpPr>
          <p:nvPr/>
        </p:nvCxnSpPr>
        <p:spPr>
          <a:xfrm flipH="1" flipV="1">
            <a:off x="6419374" y="3085090"/>
            <a:ext cx="4624980" cy="195650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0C8F4FA-E696-91EE-96FC-B8254F89C678}"/>
              </a:ext>
            </a:extLst>
          </p:cNvPr>
          <p:cNvCxnSpPr>
            <a:cxnSpLocks/>
          </p:cNvCxnSpPr>
          <p:nvPr/>
        </p:nvCxnSpPr>
        <p:spPr>
          <a:xfrm flipH="1">
            <a:off x="6883941" y="4784730"/>
            <a:ext cx="3557917" cy="19965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85A0616-3710-8BAD-DD48-BD0DD994F3EB}"/>
              </a:ext>
            </a:extLst>
          </p:cNvPr>
          <p:cNvCxnSpPr>
            <a:cxnSpLocks/>
          </p:cNvCxnSpPr>
          <p:nvPr/>
        </p:nvCxnSpPr>
        <p:spPr>
          <a:xfrm>
            <a:off x="10441858" y="4784730"/>
            <a:ext cx="602496" cy="255308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DB179DF-D322-20B4-CDBB-AD3CD977281E}"/>
                  </a:ext>
                </a:extLst>
              </p:cNvPr>
              <p:cNvSpPr txBox="1"/>
              <p:nvPr/>
            </p:nvSpPr>
            <p:spPr>
              <a:xfrm>
                <a:off x="5486247" y="6105752"/>
                <a:ext cx="7065357" cy="784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000" dirty="0"/>
                  <a:t>Player 1’s Strategy: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.02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.98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lvl="1" algn="ctr">
                  <a:spcAft>
                    <a:spcPts val="600"/>
                  </a:spcAft>
                </a:pPr>
                <a:r>
                  <a:rPr lang="en-US" sz="2000" dirty="0"/>
                  <a:t>At Nash Equilibrium</a:t>
                </a:r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DB179DF-D322-20B4-CDBB-AD3CD9772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247" y="6105752"/>
                <a:ext cx="7065357" cy="784830"/>
              </a:xfrm>
              <a:prstGeom prst="rect">
                <a:avLst/>
              </a:prstGeom>
              <a:blipFill>
                <a:blip r:embed="rId9"/>
                <a:stretch>
                  <a:fillRect t="-3906" b="-140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0459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B9711-23B8-B78B-3EBA-7319EE838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581FD2E-6753-97AC-2F2C-ABBA350B51C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A981C8-01F7-A4FA-B675-87B6AD34389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2356C5-27E8-E79D-B315-4123DFD507B0}"/>
              </a:ext>
            </a:extLst>
          </p:cNvPr>
          <p:cNvSpPr txBox="1"/>
          <p:nvPr/>
        </p:nvSpPr>
        <p:spPr>
          <a:xfrm>
            <a:off x="1563330" y="351682"/>
            <a:ext cx="9330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Zero Sum Game with 2 x 3 Payoff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71EABA-56A9-E6EB-F6C8-8ABBC1223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08670"/>
            <a:ext cx="5675609" cy="26774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A26AE1-7DF3-0A7D-35A6-C1C93621CC19}"/>
              </a:ext>
            </a:extLst>
          </p:cNvPr>
          <p:cNvSpPr txBox="1"/>
          <p:nvPr/>
        </p:nvSpPr>
        <p:spPr>
          <a:xfrm>
            <a:off x="1667371" y="396721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0EE5A0-3E56-9831-0E5C-C604B1C81C78}"/>
              </a:ext>
            </a:extLst>
          </p:cNvPr>
          <p:cNvSpPr txBox="1"/>
          <p:nvPr/>
        </p:nvSpPr>
        <p:spPr>
          <a:xfrm>
            <a:off x="2962771" y="396721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129075-783D-0D4B-FC8D-5DC61EC4B74D}"/>
              </a:ext>
            </a:extLst>
          </p:cNvPr>
          <p:cNvSpPr txBox="1"/>
          <p:nvPr/>
        </p:nvSpPr>
        <p:spPr>
          <a:xfrm>
            <a:off x="4258171" y="39469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BECE8A-AB82-85DF-4C38-B846F7F4DEFF}"/>
              </a:ext>
            </a:extLst>
          </p:cNvPr>
          <p:cNvSpPr txBox="1"/>
          <p:nvPr/>
        </p:nvSpPr>
        <p:spPr>
          <a:xfrm>
            <a:off x="1667371" y="459967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4DA38F-2825-DD52-49A3-4898D24B82C0}"/>
              </a:ext>
            </a:extLst>
          </p:cNvPr>
          <p:cNvSpPr txBox="1"/>
          <p:nvPr/>
        </p:nvSpPr>
        <p:spPr>
          <a:xfrm>
            <a:off x="2962771" y="459967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C8289D-6C1F-CA38-1B57-EE1D451D49DC}"/>
              </a:ext>
            </a:extLst>
          </p:cNvPr>
          <p:cNvSpPr txBox="1"/>
          <p:nvPr/>
        </p:nvSpPr>
        <p:spPr>
          <a:xfrm>
            <a:off x="4258171" y="45794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823FF3-41E3-474A-29C6-78B3DC9B5DFF}"/>
              </a:ext>
            </a:extLst>
          </p:cNvPr>
          <p:cNvSpPr txBox="1"/>
          <p:nvPr/>
        </p:nvSpPr>
        <p:spPr>
          <a:xfrm>
            <a:off x="1667371" y="396721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3B3B97-E4DD-CFEB-FEDC-7B9DB5E4A5ED}"/>
              </a:ext>
            </a:extLst>
          </p:cNvPr>
          <p:cNvSpPr txBox="1"/>
          <p:nvPr/>
        </p:nvSpPr>
        <p:spPr>
          <a:xfrm>
            <a:off x="2962771" y="396721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54DA16-2815-03A2-74F7-FC65B62212BF}"/>
              </a:ext>
            </a:extLst>
          </p:cNvPr>
          <p:cNvSpPr txBox="1"/>
          <p:nvPr/>
        </p:nvSpPr>
        <p:spPr>
          <a:xfrm>
            <a:off x="4258171" y="3961833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CA43ED-B29F-6D57-AFDB-B6F9D703760F}"/>
              </a:ext>
            </a:extLst>
          </p:cNvPr>
          <p:cNvSpPr txBox="1"/>
          <p:nvPr/>
        </p:nvSpPr>
        <p:spPr>
          <a:xfrm>
            <a:off x="1667371" y="459967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DE2069-2D30-1C9E-9FC7-2ED42BC83C66}"/>
              </a:ext>
            </a:extLst>
          </p:cNvPr>
          <p:cNvSpPr txBox="1"/>
          <p:nvPr/>
        </p:nvSpPr>
        <p:spPr>
          <a:xfrm>
            <a:off x="2962771" y="459967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385CA5-899D-9908-FFF8-5396E999589E}"/>
              </a:ext>
            </a:extLst>
          </p:cNvPr>
          <p:cNvSpPr txBox="1"/>
          <p:nvPr/>
        </p:nvSpPr>
        <p:spPr>
          <a:xfrm>
            <a:off x="4258171" y="460444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536A89-C23B-0469-AE12-A167F16BA058}"/>
              </a:ext>
            </a:extLst>
          </p:cNvPr>
          <p:cNvSpPr txBox="1"/>
          <p:nvPr/>
        </p:nvSpPr>
        <p:spPr>
          <a:xfrm>
            <a:off x="1398577" y="1841004"/>
            <a:ext cx="8640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We now use the </a:t>
            </a:r>
            <a:r>
              <a:rPr lang="en-US" sz="2400" b="1" dirty="0"/>
              <a:t>Strong Minimax Theorem</a:t>
            </a:r>
            <a:r>
              <a:rPr lang="en-US" sz="2400" dirty="0"/>
              <a:t>:</a:t>
            </a:r>
            <a:endParaRPr lang="en-US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3FE32A2-3B65-6436-D7F2-6A91D9832B59}"/>
                  </a:ext>
                </a:extLst>
              </p:cNvPr>
              <p:cNvSpPr txBox="1"/>
              <p:nvPr/>
            </p:nvSpPr>
            <p:spPr>
              <a:xfrm>
                <a:off x="2177844" y="2350357"/>
                <a:ext cx="7585588" cy="5234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Either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1∗</m:t>
                            </m:r>
                          </m:sup>
                        </m:sSubSup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nary>
                  </m:oMath>
                </a14:m>
                <a:r>
                  <a:rPr lang="en-US" sz="2400" dirty="0"/>
                  <a:t> 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  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3FE32A2-3B65-6436-D7F2-6A91D9832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7844" y="2350357"/>
                <a:ext cx="7585588" cy="523477"/>
              </a:xfrm>
              <a:prstGeom prst="rect">
                <a:avLst/>
              </a:prstGeom>
              <a:blipFill>
                <a:blip r:embed="rId4"/>
                <a:stretch>
                  <a:fillRect t="-3529" b="-2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907099-05F9-DD68-1315-F593EFACCC48}"/>
                  </a:ext>
                </a:extLst>
              </p:cNvPr>
              <p:cNvSpPr txBox="1"/>
              <p:nvPr/>
            </p:nvSpPr>
            <p:spPr>
              <a:xfrm>
                <a:off x="6425706" y="3033035"/>
                <a:ext cx="44684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Player 1’s Strategy: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.02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.98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907099-05F9-DD68-1315-F593EFACC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5706" y="3033035"/>
                <a:ext cx="4468436" cy="461665"/>
              </a:xfrm>
              <a:prstGeom prst="rect">
                <a:avLst/>
              </a:prstGeom>
              <a:blipFill>
                <a:blip r:embed="rId5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4A4DEE4-B9B4-3293-9717-267F1D26F421}"/>
                  </a:ext>
                </a:extLst>
              </p:cNvPr>
              <p:cNvSpPr txBox="1"/>
              <p:nvPr/>
            </p:nvSpPr>
            <p:spPr>
              <a:xfrm>
                <a:off x="5486248" y="3368466"/>
                <a:ext cx="7585588" cy="11306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𝑖𝐴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=.02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+.98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=98.02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4A4DEE4-B9B4-3293-9717-267F1D26F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248" y="3368466"/>
                <a:ext cx="7585588" cy="11306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C0D8C1-A5D7-A338-EE64-7693885797E1}"/>
                  </a:ext>
                </a:extLst>
              </p:cNvPr>
              <p:cNvSpPr txBox="1"/>
              <p:nvPr/>
            </p:nvSpPr>
            <p:spPr>
              <a:xfrm>
                <a:off x="5486248" y="4539659"/>
                <a:ext cx="7585588" cy="11306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=.02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+.98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2.98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C0D8C1-A5D7-A338-EE64-769388579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248" y="4539659"/>
                <a:ext cx="7585588" cy="11306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4B85FC6-0A61-2550-2BF6-FC312DD685D5}"/>
                  </a:ext>
                </a:extLst>
              </p:cNvPr>
              <p:cNvSpPr txBox="1"/>
              <p:nvPr/>
            </p:nvSpPr>
            <p:spPr>
              <a:xfrm>
                <a:off x="5486248" y="5738381"/>
                <a:ext cx="7585588" cy="11306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=.02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+.98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2.98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4B85FC6-0A61-2550-2BF6-FC312DD68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248" y="5738381"/>
                <a:ext cx="7585588" cy="11306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2230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829AF-B113-ADAC-7FA6-114D30F4A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2667EA-44BC-535E-548A-C1DC9526124A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5A362F-6218-9052-764A-BFB60D6AFF6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616876-6DD1-3D96-093C-FD36E20BC17D}"/>
              </a:ext>
            </a:extLst>
          </p:cNvPr>
          <p:cNvSpPr txBox="1"/>
          <p:nvPr/>
        </p:nvSpPr>
        <p:spPr>
          <a:xfrm>
            <a:off x="1563330" y="351682"/>
            <a:ext cx="9330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Zero Sum Game with 2 x 3 Payoff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AB5EF1-DC69-90A4-4A67-665F76D24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08670"/>
            <a:ext cx="5675609" cy="26774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7E6866-75C4-8739-5A61-6450821CEA43}"/>
              </a:ext>
            </a:extLst>
          </p:cNvPr>
          <p:cNvSpPr txBox="1"/>
          <p:nvPr/>
        </p:nvSpPr>
        <p:spPr>
          <a:xfrm>
            <a:off x="1667371" y="396721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D4D89A-97C1-469E-81CE-464D764001A0}"/>
              </a:ext>
            </a:extLst>
          </p:cNvPr>
          <p:cNvSpPr txBox="1"/>
          <p:nvPr/>
        </p:nvSpPr>
        <p:spPr>
          <a:xfrm>
            <a:off x="2962771" y="396721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E33C73-0CF4-996C-DB70-735C781306CE}"/>
              </a:ext>
            </a:extLst>
          </p:cNvPr>
          <p:cNvSpPr txBox="1"/>
          <p:nvPr/>
        </p:nvSpPr>
        <p:spPr>
          <a:xfrm>
            <a:off x="4258171" y="394695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54307D-BAD2-F3FE-868F-4839E70F810D}"/>
              </a:ext>
            </a:extLst>
          </p:cNvPr>
          <p:cNvSpPr txBox="1"/>
          <p:nvPr/>
        </p:nvSpPr>
        <p:spPr>
          <a:xfrm>
            <a:off x="1667371" y="459967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1C8868-167B-5261-8A2D-641F80C76916}"/>
              </a:ext>
            </a:extLst>
          </p:cNvPr>
          <p:cNvSpPr txBox="1"/>
          <p:nvPr/>
        </p:nvSpPr>
        <p:spPr>
          <a:xfrm>
            <a:off x="2962771" y="459967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19E4A8-1E61-8610-4BB9-9C19ACE22893}"/>
              </a:ext>
            </a:extLst>
          </p:cNvPr>
          <p:cNvSpPr txBox="1"/>
          <p:nvPr/>
        </p:nvSpPr>
        <p:spPr>
          <a:xfrm>
            <a:off x="4258171" y="457941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BCD0AE-4AFA-E0EE-E31C-FF6211BC096A}"/>
              </a:ext>
            </a:extLst>
          </p:cNvPr>
          <p:cNvSpPr txBox="1"/>
          <p:nvPr/>
        </p:nvSpPr>
        <p:spPr>
          <a:xfrm>
            <a:off x="1667371" y="396721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6248E7-EAFA-458D-B9E4-227C10A58EC8}"/>
              </a:ext>
            </a:extLst>
          </p:cNvPr>
          <p:cNvSpPr txBox="1"/>
          <p:nvPr/>
        </p:nvSpPr>
        <p:spPr>
          <a:xfrm>
            <a:off x="2962771" y="396721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60A49F-278E-A521-383E-E9E9321C4B60}"/>
              </a:ext>
            </a:extLst>
          </p:cNvPr>
          <p:cNvSpPr txBox="1"/>
          <p:nvPr/>
        </p:nvSpPr>
        <p:spPr>
          <a:xfrm>
            <a:off x="4258171" y="3961833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03BF07-3B5A-DB7B-BB63-783E0376A662}"/>
              </a:ext>
            </a:extLst>
          </p:cNvPr>
          <p:cNvSpPr txBox="1"/>
          <p:nvPr/>
        </p:nvSpPr>
        <p:spPr>
          <a:xfrm>
            <a:off x="1667371" y="459967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3D4D50-9F5D-1A12-4C08-E5D5FB9A1D7C}"/>
              </a:ext>
            </a:extLst>
          </p:cNvPr>
          <p:cNvSpPr txBox="1"/>
          <p:nvPr/>
        </p:nvSpPr>
        <p:spPr>
          <a:xfrm>
            <a:off x="2962771" y="459967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2860DF-204B-99BA-B6C7-36A0E9EC4A76}"/>
              </a:ext>
            </a:extLst>
          </p:cNvPr>
          <p:cNvSpPr txBox="1"/>
          <p:nvPr/>
        </p:nvSpPr>
        <p:spPr>
          <a:xfrm>
            <a:off x="4258171" y="460444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26EEBF1-8033-4505-5831-CA6D356F299D}"/>
                  </a:ext>
                </a:extLst>
              </p:cNvPr>
              <p:cNvSpPr txBox="1"/>
              <p:nvPr/>
            </p:nvSpPr>
            <p:spPr>
              <a:xfrm>
                <a:off x="6505278" y="1880931"/>
                <a:ext cx="44684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Player 1’s Strategy: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.02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.98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26EEBF1-8033-4505-5831-CA6D356F2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278" y="1880931"/>
                <a:ext cx="4468436" cy="461665"/>
              </a:xfrm>
              <a:prstGeom prst="rect">
                <a:avLst/>
              </a:prstGeom>
              <a:blipFill>
                <a:blip r:embed="rId4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F76B2E-AD80-9158-EE58-23D2622C3AA2}"/>
                  </a:ext>
                </a:extLst>
              </p:cNvPr>
              <p:cNvSpPr txBox="1"/>
              <p:nvPr/>
            </p:nvSpPr>
            <p:spPr>
              <a:xfrm>
                <a:off x="6124399" y="2471366"/>
                <a:ext cx="5651152" cy="9576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𝑖𝐴</m:t>
                              </m:r>
                            </m:sub>
                          </m:sSub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&gt;</m:t>
                      </m:r>
                      <m:nary>
                        <m:naryPr>
                          <m:chr m:val="∑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𝑖𝐵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1∗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Π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𝑖𝐶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=2.98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F76B2E-AD80-9158-EE58-23D2622C3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4399" y="2471366"/>
                <a:ext cx="5651152" cy="9576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78CE3A6-1A90-55A1-60C6-2DBEA474FA5E}"/>
                  </a:ext>
                </a:extLst>
              </p:cNvPr>
              <p:cNvSpPr txBox="1"/>
              <p:nvPr/>
            </p:nvSpPr>
            <p:spPr>
              <a:xfrm>
                <a:off x="6271913" y="3615266"/>
                <a:ext cx="5356123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The Value of the Game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2.98</m:t>
                    </m:r>
                  </m:oMath>
                </a14:m>
                <a:r>
                  <a:rPr lang="en-US" sz="2400" dirty="0"/>
                  <a:t> and Strategy </a:t>
                </a:r>
                <a:r>
                  <a:rPr lang="en-US" sz="2400" dirty="0">
                    <a:solidFill>
                      <a:srgbClr val="064EA1"/>
                    </a:solidFill>
                  </a:rPr>
                  <a:t>A</a:t>
                </a:r>
                <a:r>
                  <a:rPr lang="en-US" sz="2400" dirty="0"/>
                  <a:t> is eliminated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78CE3A6-1A90-55A1-60C6-2DBEA474F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913" y="3615266"/>
                <a:ext cx="5356123" cy="830997"/>
              </a:xfrm>
              <a:prstGeom prst="rect">
                <a:avLst/>
              </a:prstGeom>
              <a:blipFill>
                <a:blip r:embed="rId6"/>
                <a:stretch>
                  <a:fillRect t="-5882" r="-114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EFC132B0-F17B-0CA5-A9DE-5250AAB14F26}"/>
              </a:ext>
            </a:extLst>
          </p:cNvPr>
          <p:cNvSpPr txBox="1"/>
          <p:nvPr/>
        </p:nvSpPr>
        <p:spPr>
          <a:xfrm>
            <a:off x="5696725" y="4604590"/>
            <a:ext cx="65064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Player 2 chooses their strategy to make Player 1’s payoff consistent across strategy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7CACBEC-F9BF-8C06-A40F-BC9B41F6A164}"/>
                  </a:ext>
                </a:extLst>
              </p:cNvPr>
              <p:cNvSpPr txBox="1"/>
              <p:nvPr/>
            </p:nvSpPr>
            <p:spPr>
              <a:xfrm>
                <a:off x="6642016" y="5686147"/>
                <a:ext cx="475357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Player 2’s Strategy: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.9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7CACBEC-F9BF-8C06-A40F-BC9B41F6A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2016" y="5686147"/>
                <a:ext cx="4753571" cy="461665"/>
              </a:xfrm>
              <a:prstGeom prst="rect">
                <a:avLst/>
              </a:prstGeom>
              <a:blipFill>
                <a:blip r:embed="rId7"/>
                <a:stretch>
                  <a:fillRect t="-10667" r="-385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9195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ED7D2-EF4C-3DD9-2F72-B2F26EE42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BFC265-F170-B7A0-CEBD-6B24A205256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881091-E8C5-0A65-FF1C-B80DC2BFC92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521200-780C-8EDB-F71D-CB832026ECA9}"/>
              </a:ext>
            </a:extLst>
          </p:cNvPr>
          <p:cNvSpPr txBox="1"/>
          <p:nvPr/>
        </p:nvSpPr>
        <p:spPr>
          <a:xfrm>
            <a:off x="2202425" y="340568"/>
            <a:ext cx="95962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Finding Nash Equilibria in General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11EAF0-57BB-BCF5-E992-17EA149A5D5A}"/>
              </a:ext>
            </a:extLst>
          </p:cNvPr>
          <p:cNvSpPr txBox="1"/>
          <p:nvPr/>
        </p:nvSpPr>
        <p:spPr>
          <a:xfrm>
            <a:off x="-383458" y="1805574"/>
            <a:ext cx="93504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The Python library </a:t>
            </a:r>
            <a:r>
              <a:rPr lang="en-US" sz="2400" dirty="0">
                <a:solidFill>
                  <a:srgbClr val="00B050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nashpy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/>
              <a:t>has three methods of finding equilibria: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84DBA5-28FE-A430-FC7A-54D3879791BD}"/>
              </a:ext>
            </a:extLst>
          </p:cNvPr>
          <p:cNvSpPr txBox="1"/>
          <p:nvPr/>
        </p:nvSpPr>
        <p:spPr>
          <a:xfrm>
            <a:off x="-481780" y="2304721"/>
            <a:ext cx="41059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 algn="ctr">
              <a:spcAft>
                <a:spcPts val="600"/>
              </a:spcAft>
              <a:buAutoNum type="arabicPeriod"/>
            </a:pPr>
            <a:r>
              <a:rPr lang="en-US" sz="2400" dirty="0"/>
              <a:t>Support Enumeration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B989245-CF0A-CD16-D7E9-739257CF0276}"/>
                  </a:ext>
                </a:extLst>
              </p:cNvPr>
              <p:cNvSpPr txBox="1"/>
              <p:nvPr/>
            </p:nvSpPr>
            <p:spPr>
              <a:xfrm>
                <a:off x="0" y="2762710"/>
                <a:ext cx="410595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,ℓ ∈[1, 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]: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B989245-CF0A-CD16-D7E9-739257CF0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762710"/>
                <a:ext cx="4105952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ADE6B20-E9CD-7DFE-29CB-D27DE6902E30}"/>
                  </a:ext>
                </a:extLst>
              </p:cNvPr>
              <p:cNvSpPr txBox="1"/>
              <p:nvPr/>
            </p:nvSpPr>
            <p:spPr>
              <a:xfrm>
                <a:off x="537186" y="3212090"/>
                <a:ext cx="1147158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For all possible ways to select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strategies for Player 1 and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2400" dirty="0"/>
                  <a:t> strategies for Player 2: </a:t>
                </a: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ADE6B20-E9CD-7DFE-29CB-D27DE6902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86" y="3212090"/>
                <a:ext cx="11471585" cy="461665"/>
              </a:xfrm>
              <a:prstGeom prst="rect">
                <a:avLst/>
              </a:prstGeom>
              <a:blipFill>
                <a:blip r:embed="rId4"/>
                <a:stretch>
                  <a:fillRect t="-10526" r="-1010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A807B9BB-0509-7B2B-B412-1E0348E466A7}"/>
              </a:ext>
            </a:extLst>
          </p:cNvPr>
          <p:cNvSpPr txBox="1"/>
          <p:nvPr/>
        </p:nvSpPr>
        <p:spPr>
          <a:xfrm>
            <a:off x="792826" y="3664215"/>
            <a:ext cx="53031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Solve the indifference equations: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6D272B6-E4C7-AAFF-BE33-7AA52E421BF6}"/>
                  </a:ext>
                </a:extLst>
              </p:cNvPr>
              <p:cNvSpPr txBox="1"/>
              <p:nvPr/>
            </p:nvSpPr>
            <p:spPr>
              <a:xfrm>
                <a:off x="1315556" y="4108581"/>
                <a:ext cx="8172573" cy="469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Π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for some real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, assuming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=1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6D272B6-E4C7-AAFF-BE33-7AA52E421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5556" y="4108581"/>
                <a:ext cx="8172573" cy="469424"/>
              </a:xfrm>
              <a:prstGeom prst="rect">
                <a:avLst/>
              </a:prstGeom>
              <a:blipFill>
                <a:blip r:embed="rId5"/>
                <a:stretch>
                  <a:fillRect t="-127273" b="-19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677D931-5831-EF5C-82D1-F8CD04DAF1A4}"/>
                  </a:ext>
                </a:extLst>
              </p:cNvPr>
              <p:cNvSpPr txBox="1"/>
              <p:nvPr/>
            </p:nvSpPr>
            <p:spPr>
              <a:xfrm>
                <a:off x="1189703" y="4618606"/>
                <a:ext cx="8862452" cy="4686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Π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for some real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, assuming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=1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677D931-5831-EF5C-82D1-F8CD04DAF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703" y="4618606"/>
                <a:ext cx="8862452" cy="468654"/>
              </a:xfrm>
              <a:prstGeom prst="rect">
                <a:avLst/>
              </a:prstGeom>
              <a:blipFill>
                <a:blip r:embed="rId6"/>
                <a:stretch>
                  <a:fillRect t="-127273" b="-19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93D7604-3CCE-5D2B-958B-FCEA52C9E89A}"/>
                  </a:ext>
                </a:extLst>
              </p:cNvPr>
              <p:cNvSpPr txBox="1"/>
              <p:nvPr/>
            </p:nvSpPr>
            <p:spPr>
              <a:xfrm>
                <a:off x="466048" y="5466401"/>
                <a:ext cx="9871587" cy="13915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both contain non-negative values and</a:t>
                </a:r>
              </a:p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 for all Player 1 strategies outside support </a:t>
                </a:r>
              </a:p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for all Player 2 strategies outside support</a:t>
                </a: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93D7604-3CCE-5D2B-958B-FCEA52C9E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48" y="5466401"/>
                <a:ext cx="9871587" cy="1391599"/>
              </a:xfrm>
              <a:prstGeom prst="rect">
                <a:avLst/>
              </a:prstGeom>
              <a:blipFill>
                <a:blip r:embed="rId7"/>
                <a:stretch>
                  <a:fillRect t="-3070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F08A1E2-43F0-4BF6-B0AF-7A4825C465D5}"/>
                  </a:ext>
                </a:extLst>
              </p:cNvPr>
              <p:cNvSpPr txBox="1"/>
              <p:nvPr/>
            </p:nvSpPr>
            <p:spPr>
              <a:xfrm>
                <a:off x="537186" y="5004402"/>
                <a:ext cx="634180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a Nash equilibrium if: </a:t>
                </a: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F08A1E2-43F0-4BF6-B0AF-7A4825C46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86" y="5004402"/>
                <a:ext cx="6341806" cy="461665"/>
              </a:xfrm>
              <a:prstGeom prst="rect">
                <a:avLst/>
              </a:prstGeom>
              <a:blipFill>
                <a:blip r:embed="rId8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8432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47ED8-A324-E8A1-D9AC-A8795F231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7DEF4BA-52C1-4689-4460-1F6944DB619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653E42-7D76-473A-339D-7DA1AD043FE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A6840A-8CD1-56BE-98C6-9A2C5E5D6891}"/>
              </a:ext>
            </a:extLst>
          </p:cNvPr>
          <p:cNvSpPr txBox="1"/>
          <p:nvPr/>
        </p:nvSpPr>
        <p:spPr>
          <a:xfrm>
            <a:off x="2202425" y="340568"/>
            <a:ext cx="95962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Finding Nash Equilibria in General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1AC3F4-F38C-D13F-37DF-60C16170DD6A}"/>
              </a:ext>
            </a:extLst>
          </p:cNvPr>
          <p:cNvSpPr txBox="1"/>
          <p:nvPr/>
        </p:nvSpPr>
        <p:spPr>
          <a:xfrm>
            <a:off x="-383457" y="1805574"/>
            <a:ext cx="48178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Support Enumeration Example: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A45001-4936-FF78-F4DA-9E7EA7B45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83316"/>
            <a:ext cx="5675609" cy="26774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B2C091-A0E7-1FA7-F07C-671EDA537860}"/>
              </a:ext>
            </a:extLst>
          </p:cNvPr>
          <p:cNvSpPr txBox="1"/>
          <p:nvPr/>
        </p:nvSpPr>
        <p:spPr>
          <a:xfrm>
            <a:off x="1667371" y="404185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921846-23FF-B1E7-FB72-BAE5FCCF1B36}"/>
              </a:ext>
            </a:extLst>
          </p:cNvPr>
          <p:cNvSpPr txBox="1"/>
          <p:nvPr/>
        </p:nvSpPr>
        <p:spPr>
          <a:xfrm>
            <a:off x="2962771" y="404185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79D24D-0EC5-A0C5-7CA5-4557C31ECAE5}"/>
              </a:ext>
            </a:extLst>
          </p:cNvPr>
          <p:cNvSpPr txBox="1"/>
          <p:nvPr/>
        </p:nvSpPr>
        <p:spPr>
          <a:xfrm>
            <a:off x="4258171" y="402160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7A6E04-38B8-8CF8-8841-BF783AEE1B62}"/>
              </a:ext>
            </a:extLst>
          </p:cNvPr>
          <p:cNvSpPr txBox="1"/>
          <p:nvPr/>
        </p:nvSpPr>
        <p:spPr>
          <a:xfrm>
            <a:off x="1667371" y="4674320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57BB44-B090-A5D1-8782-C3573A18CF8C}"/>
              </a:ext>
            </a:extLst>
          </p:cNvPr>
          <p:cNvSpPr txBox="1"/>
          <p:nvPr/>
        </p:nvSpPr>
        <p:spPr>
          <a:xfrm>
            <a:off x="2962771" y="4674320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3CED6F-5BFF-E419-B107-3F516A2D8066}"/>
              </a:ext>
            </a:extLst>
          </p:cNvPr>
          <p:cNvSpPr txBox="1"/>
          <p:nvPr/>
        </p:nvSpPr>
        <p:spPr>
          <a:xfrm>
            <a:off x="4258171" y="465406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D5CE4B-25C7-693C-3560-1B0E40DCD52A}"/>
              </a:ext>
            </a:extLst>
          </p:cNvPr>
          <p:cNvSpPr txBox="1"/>
          <p:nvPr/>
        </p:nvSpPr>
        <p:spPr>
          <a:xfrm>
            <a:off x="1667371" y="404185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BDB9E9-B3DE-54EE-50A6-9651D6689708}"/>
              </a:ext>
            </a:extLst>
          </p:cNvPr>
          <p:cNvSpPr txBox="1"/>
          <p:nvPr/>
        </p:nvSpPr>
        <p:spPr>
          <a:xfrm>
            <a:off x="2962771" y="404185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8331DB-CA67-FD76-16D0-B966D241C1D7}"/>
              </a:ext>
            </a:extLst>
          </p:cNvPr>
          <p:cNvSpPr txBox="1"/>
          <p:nvPr/>
        </p:nvSpPr>
        <p:spPr>
          <a:xfrm>
            <a:off x="4258171" y="4036479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2A63D6-A557-2B8D-D555-733B2CA138E4}"/>
              </a:ext>
            </a:extLst>
          </p:cNvPr>
          <p:cNvSpPr txBox="1"/>
          <p:nvPr/>
        </p:nvSpPr>
        <p:spPr>
          <a:xfrm>
            <a:off x="1667371" y="4674320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814341-EBCF-11E7-D9CA-FE67C890483F}"/>
              </a:ext>
            </a:extLst>
          </p:cNvPr>
          <p:cNvSpPr txBox="1"/>
          <p:nvPr/>
        </p:nvSpPr>
        <p:spPr>
          <a:xfrm>
            <a:off x="2962771" y="4674320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92BD12-6464-784C-64D0-E75574BBCEAC}"/>
              </a:ext>
            </a:extLst>
          </p:cNvPr>
          <p:cNvSpPr txBox="1"/>
          <p:nvPr/>
        </p:nvSpPr>
        <p:spPr>
          <a:xfrm>
            <a:off x="4258171" y="467908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7880A9-1187-0769-C1DD-CB4239ADBB96}"/>
                  </a:ext>
                </a:extLst>
              </p:cNvPr>
              <p:cNvSpPr txBox="1"/>
              <p:nvPr/>
            </p:nvSpPr>
            <p:spPr>
              <a:xfrm>
                <a:off x="791482" y="2279247"/>
                <a:ext cx="1002489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Suppose we choose a support of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 for Player 1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b="0" i="1" smtClean="0">
                        <a:solidFill>
                          <a:srgbClr val="064EA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solidFill>
                          <a:srgbClr val="064E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064EA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 for Player 2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7880A9-1187-0769-C1DD-CB4239ADB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82" y="2279247"/>
                <a:ext cx="10024892" cy="461665"/>
              </a:xfrm>
              <a:prstGeom prst="rect">
                <a:avLst/>
              </a:prstGeom>
              <a:blipFill>
                <a:blip r:embed="rId4"/>
                <a:stretch>
                  <a:fillRect t="-10526" r="-852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Arrow: Right 18">
            <a:extLst>
              <a:ext uri="{FF2B5EF4-FFF2-40B4-BE49-F238E27FC236}">
                <a16:creationId xmlns:a16="http://schemas.microsoft.com/office/drawing/2014/main" id="{A466ED42-11FB-6F9D-50AF-452258B9503E}"/>
              </a:ext>
            </a:extLst>
          </p:cNvPr>
          <p:cNvSpPr/>
          <p:nvPr/>
        </p:nvSpPr>
        <p:spPr>
          <a:xfrm>
            <a:off x="5664487" y="4021601"/>
            <a:ext cx="1184484" cy="53331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F4466AA-A919-C629-0CAB-830DDB025A7E}"/>
                  </a:ext>
                </a:extLst>
              </p:cNvPr>
              <p:cNvSpPr txBox="1"/>
              <p:nvPr/>
            </p:nvSpPr>
            <p:spPr>
              <a:xfrm>
                <a:off x="7449426" y="3370014"/>
                <a:ext cx="3394584" cy="9588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  <m:sup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F4466AA-A919-C629-0CAB-830DDB025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9426" y="3370014"/>
                <a:ext cx="3394584" cy="9588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874E5B5-66D4-CE36-E21A-ED1E3E25A38E}"/>
                  </a:ext>
                </a:extLst>
              </p:cNvPr>
              <p:cNvSpPr txBox="1"/>
              <p:nvPr/>
            </p:nvSpPr>
            <p:spPr>
              <a:xfrm>
                <a:off x="6833585" y="5061081"/>
                <a:ext cx="4626266" cy="71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−100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874E5B5-66D4-CE36-E21A-ED1E3E25A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585" y="5061081"/>
                <a:ext cx="4626266" cy="7184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5954DF-BD67-88F2-5EF8-8DDC31FA9B5E}"/>
                  </a:ext>
                </a:extLst>
              </p:cNvPr>
              <p:cNvSpPr txBox="1"/>
              <p:nvPr/>
            </p:nvSpPr>
            <p:spPr>
              <a:xfrm>
                <a:off x="7921711" y="4417048"/>
                <a:ext cx="2496472" cy="5314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5954DF-BD67-88F2-5EF8-8DDC31FA9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1711" y="4417048"/>
                <a:ext cx="2496472" cy="53142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35791FD-5AF4-2D98-94B3-2962586CFA10}"/>
                  </a:ext>
                </a:extLst>
              </p:cNvPr>
              <p:cNvSpPr txBox="1"/>
              <p:nvPr/>
            </p:nvSpPr>
            <p:spPr>
              <a:xfrm>
                <a:off x="7898482" y="5854644"/>
                <a:ext cx="2496472" cy="528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35791FD-5AF4-2D98-94B3-2962586CF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8482" y="5854644"/>
                <a:ext cx="2496472" cy="52809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5190CC3A-E40D-8438-F26E-8E90E59D24CA}"/>
              </a:ext>
            </a:extLst>
          </p:cNvPr>
          <p:cNvSpPr/>
          <p:nvPr/>
        </p:nvSpPr>
        <p:spPr>
          <a:xfrm>
            <a:off x="1773817" y="4046607"/>
            <a:ext cx="1050995" cy="1202360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CD0B914-28EA-EC80-7414-A8571EFE6B95}"/>
              </a:ext>
            </a:extLst>
          </p:cNvPr>
          <p:cNvSpPr/>
          <p:nvPr/>
        </p:nvSpPr>
        <p:spPr>
          <a:xfrm>
            <a:off x="4346711" y="4052693"/>
            <a:ext cx="1050995" cy="1202360"/>
          </a:xfrm>
          <a:prstGeom prst="rect">
            <a:avLst/>
          </a:prstGeom>
          <a:solidFill>
            <a:srgbClr val="FFFF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5EE0F1-BD82-BD38-F2AA-845999A22000}"/>
              </a:ext>
            </a:extLst>
          </p:cNvPr>
          <p:cNvSpPr txBox="1"/>
          <p:nvPr/>
        </p:nvSpPr>
        <p:spPr>
          <a:xfrm>
            <a:off x="6256729" y="2907079"/>
            <a:ext cx="53031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The indifference equations:</a:t>
            </a:r>
          </a:p>
        </p:txBody>
      </p:sp>
    </p:spTree>
    <p:extLst>
      <p:ext uri="{BB962C8B-B14F-4D97-AF65-F5344CB8AC3E}">
        <p14:creationId xmlns:p14="http://schemas.microsoft.com/office/powerpoint/2010/main" val="1293785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D4BCE-6714-167A-E4AE-3BB5C0A6A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E8345E-5C9F-6B42-A073-6AD03D0C2EC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68207D-ABEF-C764-A84A-C93A9E36C61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00D401-2547-F157-8793-DCEC3EAE3891}"/>
              </a:ext>
            </a:extLst>
          </p:cNvPr>
          <p:cNvSpPr txBox="1"/>
          <p:nvPr/>
        </p:nvSpPr>
        <p:spPr>
          <a:xfrm>
            <a:off x="2202425" y="340568"/>
            <a:ext cx="95962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Finding Nash Equilibria in General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794D3A-E516-2EE5-6AA1-62547A00E97D}"/>
              </a:ext>
            </a:extLst>
          </p:cNvPr>
          <p:cNvSpPr txBox="1"/>
          <p:nvPr/>
        </p:nvSpPr>
        <p:spPr>
          <a:xfrm>
            <a:off x="-383457" y="1805574"/>
            <a:ext cx="48178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Support Enumeration Example: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A879B7C-AA10-2F2C-F956-4B5558E5ADB7}"/>
                  </a:ext>
                </a:extLst>
              </p:cNvPr>
              <p:cNvSpPr txBox="1"/>
              <p:nvPr/>
            </p:nvSpPr>
            <p:spPr>
              <a:xfrm>
                <a:off x="791482" y="2279247"/>
                <a:ext cx="1002489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:r>
                  <a:rPr lang="en-US" sz="2400" dirty="0"/>
                  <a:t>Suppose we choose a support of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 for Player 1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b="0" i="1" smtClean="0">
                        <a:solidFill>
                          <a:srgbClr val="064EA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solidFill>
                          <a:srgbClr val="064EA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064EA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 for Player 2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A879B7C-AA10-2F2C-F956-4B5558E5A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82" y="2279247"/>
                <a:ext cx="10024892" cy="461665"/>
              </a:xfrm>
              <a:prstGeom prst="rect">
                <a:avLst/>
              </a:prstGeom>
              <a:blipFill>
                <a:blip r:embed="rId3"/>
                <a:stretch>
                  <a:fillRect t="-10526" r="-852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A594640-BF4F-5619-3025-A044BDBC86B6}"/>
                  </a:ext>
                </a:extLst>
              </p:cNvPr>
              <p:cNvSpPr txBox="1"/>
              <p:nvPr/>
            </p:nvSpPr>
            <p:spPr>
              <a:xfrm>
                <a:off x="1311988" y="3369321"/>
                <a:ext cx="3394584" cy="9588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  <m:sup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A594640-BF4F-5619-3025-A044BDBC8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988" y="3369321"/>
                <a:ext cx="3394584" cy="9588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CF0B956-D145-0354-B0D0-66D26AA2826D}"/>
                  </a:ext>
                </a:extLst>
              </p:cNvPr>
              <p:cNvSpPr txBox="1"/>
              <p:nvPr/>
            </p:nvSpPr>
            <p:spPr>
              <a:xfrm>
                <a:off x="54317" y="5164305"/>
                <a:ext cx="4626266" cy="71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CF0B956-D145-0354-B0D0-66D26AA28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17" y="5164305"/>
                <a:ext cx="4626266" cy="7184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95B475B-0335-73AF-2AA0-D19B2EB05E6C}"/>
                  </a:ext>
                </a:extLst>
              </p:cNvPr>
              <p:cNvSpPr txBox="1"/>
              <p:nvPr/>
            </p:nvSpPr>
            <p:spPr>
              <a:xfrm>
                <a:off x="2407336" y="4328173"/>
                <a:ext cx="2496472" cy="5314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95B475B-0335-73AF-2AA0-D19B2EB05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336" y="4328173"/>
                <a:ext cx="2496472" cy="5314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CF78E18-2595-B1BD-3732-0B3EA5B93B4A}"/>
                  </a:ext>
                </a:extLst>
              </p:cNvPr>
              <p:cNvSpPr txBox="1"/>
              <p:nvPr/>
            </p:nvSpPr>
            <p:spPr>
              <a:xfrm>
                <a:off x="2407336" y="5973229"/>
                <a:ext cx="2496472" cy="528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CF78E18-2595-B1BD-3732-0B3EA5B93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336" y="5973229"/>
                <a:ext cx="2496472" cy="52809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F629E24E-6669-DBF7-0E88-ABB66D5444FD}"/>
              </a:ext>
            </a:extLst>
          </p:cNvPr>
          <p:cNvSpPr txBox="1"/>
          <p:nvPr/>
        </p:nvSpPr>
        <p:spPr>
          <a:xfrm>
            <a:off x="2477012" y="2740912"/>
            <a:ext cx="66929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Solving the indifference equations, we get: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2E903A09-819F-08CB-BFEE-6C52FB65DC54}"/>
              </a:ext>
            </a:extLst>
          </p:cNvPr>
          <p:cNvSpPr/>
          <p:nvPr/>
        </p:nvSpPr>
        <p:spPr>
          <a:xfrm>
            <a:off x="5129309" y="3868722"/>
            <a:ext cx="1184484" cy="53331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62ECC082-A593-8A0B-6971-831F165105D4}"/>
              </a:ext>
            </a:extLst>
          </p:cNvPr>
          <p:cNvSpPr/>
          <p:nvPr/>
        </p:nvSpPr>
        <p:spPr>
          <a:xfrm>
            <a:off x="4466916" y="3369321"/>
            <a:ext cx="599768" cy="1528435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7E9B4D4E-2697-F161-DCE4-1D6082849D8C}"/>
              </a:ext>
            </a:extLst>
          </p:cNvPr>
          <p:cNvSpPr/>
          <p:nvPr/>
        </p:nvSpPr>
        <p:spPr>
          <a:xfrm>
            <a:off x="4466916" y="5073847"/>
            <a:ext cx="599768" cy="1528435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03C01094-127C-1B6E-FF42-E0575F1AEDD8}"/>
              </a:ext>
            </a:extLst>
          </p:cNvPr>
          <p:cNvSpPr/>
          <p:nvPr/>
        </p:nvSpPr>
        <p:spPr>
          <a:xfrm>
            <a:off x="5120020" y="5601498"/>
            <a:ext cx="1184484" cy="53331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14CC240-B46A-ABBF-6E0B-602E012A2E1F}"/>
                  </a:ext>
                </a:extLst>
              </p:cNvPr>
              <p:cNvSpPr txBox="1"/>
              <p:nvPr/>
            </p:nvSpPr>
            <p:spPr>
              <a:xfrm>
                <a:off x="6673475" y="3309346"/>
                <a:ext cx="2496472" cy="5314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=−1/98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14CC240-B46A-ABBF-6E0B-602E012A2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475" y="3309346"/>
                <a:ext cx="2496472" cy="53142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61CF858-8F25-4CDB-B343-CD3044B4D7BC}"/>
                  </a:ext>
                </a:extLst>
              </p:cNvPr>
              <p:cNvSpPr txBox="1"/>
              <p:nvPr/>
            </p:nvSpPr>
            <p:spPr>
              <a:xfrm>
                <a:off x="6807527" y="3853251"/>
                <a:ext cx="2182279" cy="5292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=99/98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61CF858-8F25-4CDB-B343-CD3044B4D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7527" y="3853251"/>
                <a:ext cx="2182279" cy="52924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9025073-4990-E45E-8D28-28A35337A123}"/>
                  </a:ext>
                </a:extLst>
              </p:cNvPr>
              <p:cNvSpPr txBox="1"/>
              <p:nvPr/>
            </p:nvSpPr>
            <p:spPr>
              <a:xfrm>
                <a:off x="7010945" y="4374536"/>
                <a:ext cx="215900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=197/98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9025073-4990-E45E-8D28-28A35337A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945" y="4374536"/>
                <a:ext cx="2159002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71A1997-6719-530D-B224-40D393456B06}"/>
                  </a:ext>
                </a:extLst>
              </p:cNvPr>
              <p:cNvSpPr txBox="1"/>
              <p:nvPr/>
            </p:nvSpPr>
            <p:spPr>
              <a:xfrm>
                <a:off x="6650430" y="5095286"/>
                <a:ext cx="2496472" cy="527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=97/98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71A1997-6719-530D-B224-40D393456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0430" y="5095286"/>
                <a:ext cx="2496472" cy="52732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18B3B86-5DEF-FC72-DEA2-9F452577B8E8}"/>
                  </a:ext>
                </a:extLst>
              </p:cNvPr>
              <p:cNvSpPr txBox="1"/>
              <p:nvPr/>
            </p:nvSpPr>
            <p:spPr>
              <a:xfrm>
                <a:off x="6915483" y="5618725"/>
                <a:ext cx="1791982" cy="528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=1/98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18B3B86-5DEF-FC72-DEA2-9F452577B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5483" y="5618725"/>
                <a:ext cx="1791982" cy="52809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6A9D60C-E3D4-DAD4-1AE2-088EB9CBD0D0}"/>
                  </a:ext>
                </a:extLst>
              </p:cNvPr>
              <p:cNvSpPr txBox="1"/>
              <p:nvPr/>
            </p:nvSpPr>
            <p:spPr>
              <a:xfrm>
                <a:off x="6915482" y="6103127"/>
                <a:ext cx="22962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=−197/98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6A9D60C-E3D4-DAD4-1AE2-088EB9CBD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5482" y="6103127"/>
                <a:ext cx="2296289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ight Brace 38">
            <a:extLst>
              <a:ext uri="{FF2B5EF4-FFF2-40B4-BE49-F238E27FC236}">
                <a16:creationId xmlns:a16="http://schemas.microsoft.com/office/drawing/2014/main" id="{8A1E8206-EF63-0387-D19A-D8D29CDD1503}"/>
              </a:ext>
            </a:extLst>
          </p:cNvPr>
          <p:cNvSpPr/>
          <p:nvPr/>
        </p:nvSpPr>
        <p:spPr>
          <a:xfrm flipH="1">
            <a:off x="6399459" y="3355690"/>
            <a:ext cx="599768" cy="1528435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D314DE4C-B2F4-CB70-3DF0-FFD688C5C6C2}"/>
              </a:ext>
            </a:extLst>
          </p:cNvPr>
          <p:cNvSpPr/>
          <p:nvPr/>
        </p:nvSpPr>
        <p:spPr>
          <a:xfrm flipH="1">
            <a:off x="6411177" y="5103939"/>
            <a:ext cx="599768" cy="1528435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C9435B81-E366-A389-C5DE-82D4AFC77FB9}"/>
              </a:ext>
            </a:extLst>
          </p:cNvPr>
          <p:cNvSpPr/>
          <p:nvPr/>
        </p:nvSpPr>
        <p:spPr>
          <a:xfrm rot="10800000">
            <a:off x="8972517" y="3384642"/>
            <a:ext cx="812146" cy="38083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1D4C86-26FE-2B8E-8EDD-BA72CEEBBE50}"/>
              </a:ext>
            </a:extLst>
          </p:cNvPr>
          <p:cNvSpPr txBox="1"/>
          <p:nvPr/>
        </p:nvSpPr>
        <p:spPr>
          <a:xfrm>
            <a:off x="9378589" y="3159560"/>
            <a:ext cx="19964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</a:rPr>
              <a:t>Invalid Solution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B9DA941C-65B2-409E-B5C1-2D2D191942D9}"/>
              </a:ext>
            </a:extLst>
          </p:cNvPr>
          <p:cNvSpPr/>
          <p:nvPr/>
        </p:nvSpPr>
        <p:spPr>
          <a:xfrm rot="10800000">
            <a:off x="9171057" y="6150082"/>
            <a:ext cx="812147" cy="380833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310FB8B-7A44-31D0-C477-8E8EDD14D8DA}"/>
                  </a:ext>
                </a:extLst>
              </p:cNvPr>
              <p:cNvSpPr txBox="1"/>
              <p:nvPr/>
            </p:nvSpPr>
            <p:spPr>
              <a:xfrm>
                <a:off x="9378589" y="5949238"/>
                <a:ext cx="3003512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 for zero sum games</a:t>
                </a: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310FB8B-7A44-31D0-C477-8E8EDD14D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8589" y="5949238"/>
                <a:ext cx="3003512" cy="830997"/>
              </a:xfrm>
              <a:prstGeom prst="rect">
                <a:avLst/>
              </a:prstGeom>
              <a:blipFill>
                <a:blip r:embed="rId14"/>
                <a:stretch>
                  <a:fillRect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6708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5D9FD-7FFF-8309-B290-CC150EB60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C2DEEEE-712D-FBAB-24E2-0E9159BE098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5FD918-5EFE-AAF8-FC8D-2A40AC42E19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0F292D-D46B-AA98-1308-8B63161B4A0B}"/>
                  </a:ext>
                </a:extLst>
              </p:cNvPr>
              <p:cNvSpPr txBox="1"/>
              <p:nvPr/>
            </p:nvSpPr>
            <p:spPr>
              <a:xfrm>
                <a:off x="1297858" y="351682"/>
                <a:ext cx="959628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chemeClr val="bg1"/>
                    </a:solidFill>
                  </a:rPr>
                  <a:t>Zero Sum Game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x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Matrix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0F292D-D46B-AA98-1308-8B63161B4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858" y="351682"/>
                <a:ext cx="9596284" cy="707886"/>
              </a:xfrm>
              <a:prstGeom prst="rect">
                <a:avLst/>
              </a:prstGeom>
              <a:blipFill>
                <a:blip r:embed="rId3"/>
                <a:stretch>
                  <a:fillRect l="-2287" t="-15517" r="-381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6F24C3D0-EC8E-AA57-0CFB-A7FA533D7410}"/>
              </a:ext>
            </a:extLst>
          </p:cNvPr>
          <p:cNvSpPr txBox="1"/>
          <p:nvPr/>
        </p:nvSpPr>
        <p:spPr>
          <a:xfrm>
            <a:off x="-609600" y="1808870"/>
            <a:ext cx="41059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2.   Vertex Enumeration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84B5EE-CE50-EF8C-8682-B56C8012F803}"/>
              </a:ext>
            </a:extLst>
          </p:cNvPr>
          <p:cNvSpPr txBox="1"/>
          <p:nvPr/>
        </p:nvSpPr>
        <p:spPr>
          <a:xfrm>
            <a:off x="-373626" y="2209598"/>
            <a:ext cx="12280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We represent the possible payoffs for Player 1 and Player 2 through polytopes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BDA235-0AAB-22EA-641C-9D4BB90ED20A}"/>
              </a:ext>
            </a:extLst>
          </p:cNvPr>
          <p:cNvSpPr txBox="1"/>
          <p:nvPr/>
        </p:nvSpPr>
        <p:spPr>
          <a:xfrm>
            <a:off x="250721" y="3946393"/>
            <a:ext cx="112136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Since the Nash equilibrium must be on a vertex, we iterate through all possible pairs of fully labeled vertices (one from each polytope)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1C9481-89AA-47C8-2B7C-4F3E0E08ADF4}"/>
                  </a:ext>
                </a:extLst>
              </p:cNvPr>
              <p:cNvSpPr txBox="1"/>
              <p:nvPr/>
            </p:nvSpPr>
            <p:spPr>
              <a:xfrm>
                <a:off x="3092244" y="5454228"/>
                <a:ext cx="7585588" cy="5234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Either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1∗</m:t>
                            </m:r>
                          </m:sup>
                        </m:sSubSup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nary>
                  </m:oMath>
                </a14:m>
                <a:r>
                  <a:rPr lang="en-US" sz="2400" dirty="0"/>
                  <a:t> 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  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1C9481-89AA-47C8-2B7C-4F3E0E08A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244" y="5454228"/>
                <a:ext cx="7585588" cy="523477"/>
              </a:xfrm>
              <a:prstGeom prst="rect">
                <a:avLst/>
              </a:prstGeom>
              <a:blipFill>
                <a:blip r:embed="rId4"/>
                <a:stretch>
                  <a:fillRect t="-3488" b="-19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2AF3451-F187-17FD-AF8D-55C63C036B4A}"/>
                  </a:ext>
                </a:extLst>
              </p:cNvPr>
              <p:cNvSpPr txBox="1"/>
              <p:nvPr/>
            </p:nvSpPr>
            <p:spPr>
              <a:xfrm>
                <a:off x="2895599" y="6128569"/>
                <a:ext cx="7408607" cy="544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Either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nary>
                  </m:oMath>
                </a14:m>
                <a:r>
                  <a:rPr lang="en-US" sz="2400" dirty="0"/>
                  <a:t> 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4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  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2AF3451-F187-17FD-AF8D-55C63C036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599" y="6128569"/>
                <a:ext cx="7408607" cy="544893"/>
              </a:xfrm>
              <a:prstGeom prst="rect">
                <a:avLst/>
              </a:prstGeom>
              <a:blipFill>
                <a:blip r:embed="rId5"/>
                <a:stretch>
                  <a:fillRect t="-3333" b="-1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9F381DE-3F7F-2D2E-C43D-250C3359956E}"/>
              </a:ext>
            </a:extLst>
          </p:cNvPr>
          <p:cNvSpPr txBox="1"/>
          <p:nvPr/>
        </p:nvSpPr>
        <p:spPr>
          <a:xfrm>
            <a:off x="459657" y="4841699"/>
            <a:ext cx="106139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lang="en-US" sz="2400" dirty="0"/>
              <a:t>A pair of vertices is fully labeled if they satisfy the Strong Minimax Theorem: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5A5DEF1-93E0-249E-86DF-F972F963642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771" t="17410" r="6380" b="36513"/>
          <a:stretch>
            <a:fillRect/>
          </a:stretch>
        </p:blipFill>
        <p:spPr>
          <a:xfrm>
            <a:off x="2632585" y="2678707"/>
            <a:ext cx="6449961" cy="126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653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572AB-BE1C-982B-11D5-BB31F5537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059448-0250-3499-342A-C7C95F6FC068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21B1BD-CB20-9614-F82E-6E0D2035E55F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3FB4DA-CA94-00F6-207F-A058EB4F890F}"/>
                  </a:ext>
                </a:extLst>
              </p:cNvPr>
              <p:cNvSpPr txBox="1"/>
              <p:nvPr/>
            </p:nvSpPr>
            <p:spPr>
              <a:xfrm>
                <a:off x="1297858" y="351682"/>
                <a:ext cx="959628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chemeClr val="bg1"/>
                    </a:solidFill>
                  </a:rPr>
                  <a:t>Zero Sum Game with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x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Payoff Matrix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3FB4DA-CA94-00F6-207F-A058EB4F8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858" y="351682"/>
                <a:ext cx="9596284" cy="707886"/>
              </a:xfrm>
              <a:prstGeom prst="rect">
                <a:avLst/>
              </a:prstGeom>
              <a:blipFill>
                <a:blip r:embed="rId3"/>
                <a:stretch>
                  <a:fillRect l="-2287" t="-15517" r="-381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98947A6D-C9FA-3129-8F51-2B517460ABD3}"/>
              </a:ext>
            </a:extLst>
          </p:cNvPr>
          <p:cNvSpPr txBox="1"/>
          <p:nvPr/>
        </p:nvSpPr>
        <p:spPr>
          <a:xfrm>
            <a:off x="-344129" y="1816688"/>
            <a:ext cx="70609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How do we solve zero sum games in general?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4BF3DA-E716-503A-61BF-207C372B24FF}"/>
              </a:ext>
            </a:extLst>
          </p:cNvPr>
          <p:cNvSpPr txBox="1"/>
          <p:nvPr/>
        </p:nvSpPr>
        <p:spPr>
          <a:xfrm>
            <a:off x="0" y="2409035"/>
            <a:ext cx="93504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The Python library </a:t>
            </a:r>
            <a:r>
              <a:rPr lang="en-US" sz="2400" dirty="0">
                <a:solidFill>
                  <a:srgbClr val="00B050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nashpy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/>
              <a:t>has three methods of finding equilibria: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049335-FB74-3EFC-DC12-562AC6B86579}"/>
              </a:ext>
            </a:extLst>
          </p:cNvPr>
          <p:cNvSpPr txBox="1"/>
          <p:nvPr/>
        </p:nvSpPr>
        <p:spPr>
          <a:xfrm>
            <a:off x="0" y="3001382"/>
            <a:ext cx="4552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3.   Lemke Howson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3CA3E6-77C7-E148-FCF5-4CBD31E4C91C}"/>
              </a:ext>
            </a:extLst>
          </p:cNvPr>
          <p:cNvSpPr txBox="1"/>
          <p:nvPr/>
        </p:nvSpPr>
        <p:spPr>
          <a:xfrm>
            <a:off x="0" y="3463047"/>
            <a:ext cx="10658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600"/>
              </a:spcAft>
            </a:pPr>
            <a:r>
              <a:rPr lang="en-US" sz="2400" dirty="0"/>
              <a:t>Very efficient but not guaranteed to find all of the Nash equilibria</a:t>
            </a:r>
          </a:p>
        </p:txBody>
      </p:sp>
    </p:spTree>
    <p:extLst>
      <p:ext uri="{BB962C8B-B14F-4D97-AF65-F5344CB8AC3E}">
        <p14:creationId xmlns:p14="http://schemas.microsoft.com/office/powerpoint/2010/main" val="4241303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EFE60-B757-7006-834E-FC996D788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A66E840-BBDC-8F83-C456-F35A110A5FE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DBA5A5-B5DF-01C5-B23A-5318EF120E0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CC0D53-10C6-584A-D8CB-27B3FFCDE55B}"/>
              </a:ext>
            </a:extLst>
          </p:cNvPr>
          <p:cNvSpPr txBox="1"/>
          <p:nvPr/>
        </p:nvSpPr>
        <p:spPr>
          <a:xfrm>
            <a:off x="3529780" y="351682"/>
            <a:ext cx="73643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Sample </a:t>
            </a:r>
            <a:r>
              <a:rPr lang="en-US" sz="4000" b="1" dirty="0" err="1">
                <a:solidFill>
                  <a:schemeClr val="bg1"/>
                </a:solidFill>
              </a:rPr>
              <a:t>NashPy</a:t>
            </a:r>
            <a:r>
              <a:rPr lang="en-US" sz="4000" b="1" dirty="0">
                <a:solidFill>
                  <a:schemeClr val="bg1"/>
                </a:solidFill>
              </a:rPr>
              <a:t>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9B06DB-CB82-38D9-CA6B-4DB855626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1" y="1895081"/>
            <a:ext cx="12093677" cy="480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539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50ADA-81B8-C35C-40D5-9AEFD870A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757FB4-BA9A-96DA-B778-06C2D6763F0E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13A247-52BD-67BD-FC86-F6FB530C33FC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5B8262-8485-BB00-A690-CF4D0D4C0CC4}"/>
              </a:ext>
            </a:extLst>
          </p:cNvPr>
          <p:cNvSpPr txBox="1"/>
          <p:nvPr/>
        </p:nvSpPr>
        <p:spPr>
          <a:xfrm>
            <a:off x="904568" y="29655"/>
            <a:ext cx="10864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</a:rPr>
              <a:t>Imputations and </a:t>
            </a:r>
          </a:p>
          <a:p>
            <a:pPr algn="ctr"/>
            <a:r>
              <a:rPr lang="en-US" sz="4000" b="1" dirty="0">
                <a:solidFill>
                  <a:srgbClr val="FFFFFF"/>
                </a:solidFill>
              </a:rPr>
              <a:t>von Neumann-Morgenstern solutions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FD561F-5C61-F3AB-5A6D-FFB9A245B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503" y="1934638"/>
            <a:ext cx="8312993" cy="4677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9621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2F9A6-0406-34FB-6D2E-BEAE6BCB9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314551-D638-58AB-0A0C-6890601927C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1C9473-9A1B-CA36-5417-ED476DA5927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FCCF87-1B13-6B02-39F5-3AA0548E2F20}"/>
              </a:ext>
            </a:extLst>
          </p:cNvPr>
          <p:cNvSpPr txBox="1"/>
          <p:nvPr/>
        </p:nvSpPr>
        <p:spPr>
          <a:xfrm>
            <a:off x="4414684" y="403178"/>
            <a:ext cx="31561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Imputations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058B11-9FFF-0576-0BA0-D7E110451810}"/>
                  </a:ext>
                </a:extLst>
              </p:cNvPr>
              <p:cNvSpPr txBox="1"/>
              <p:nvPr/>
            </p:nvSpPr>
            <p:spPr>
              <a:xfrm>
                <a:off x="-339768" y="1871283"/>
                <a:ext cx="11897032" cy="15815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We call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Π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an </a:t>
                </a:r>
                <a:r>
                  <a:rPr lang="en-US" sz="2400" b="1" dirty="0"/>
                  <a:t>imputation</a:t>
                </a:r>
                <a:r>
                  <a:rPr lang="en-US" sz="2400" dirty="0"/>
                  <a:t> if each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400" dirty="0"/>
                  <a:t> is the payoff for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 err="1"/>
                  <a:t>th</a:t>
                </a:r>
                <a:r>
                  <a:rPr lang="en-US" sz="2400" dirty="0"/>
                  <a:t> player. An imputation “divides the spoils”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Spoils arise from the super-additivity of coalition making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058B11-9FFF-0576-0BA0-D7E110451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39768" y="1871283"/>
                <a:ext cx="11897032" cy="1581587"/>
              </a:xfrm>
              <a:prstGeom prst="rect">
                <a:avLst/>
              </a:prstGeom>
              <a:blipFill>
                <a:blip r:embed="rId3"/>
                <a:stretch>
                  <a:fillRect t="-1931" r="-1127"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3182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F2233-07AC-9DB8-0C85-AB76A6D2D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DEFF1A-A57C-FC06-245A-D261730A9FC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B46159-70B0-9FFB-B65A-3AF9EB1121B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0625E9-7459-BBD1-42F8-1E979B69228D}"/>
              </a:ext>
            </a:extLst>
          </p:cNvPr>
          <p:cNvSpPr txBox="1"/>
          <p:nvPr/>
        </p:nvSpPr>
        <p:spPr>
          <a:xfrm>
            <a:off x="2698400" y="403178"/>
            <a:ext cx="96946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Imputations and Rationality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63DBAD-1638-1EB8-6734-93B4491CD854}"/>
                  </a:ext>
                </a:extLst>
              </p:cNvPr>
              <p:cNvSpPr txBox="1"/>
              <p:nvPr/>
            </p:nvSpPr>
            <p:spPr>
              <a:xfrm>
                <a:off x="-339768" y="1871283"/>
                <a:ext cx="11897032" cy="2722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We call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Π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an </a:t>
                </a:r>
                <a:r>
                  <a:rPr lang="en-US" sz="2400" b="1" dirty="0"/>
                  <a:t>imputation</a:t>
                </a:r>
                <a:r>
                  <a:rPr lang="en-US" sz="2400" dirty="0"/>
                  <a:t> if each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400" dirty="0"/>
                  <a:t> is the payoff for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 err="1"/>
                  <a:t>th</a:t>
                </a:r>
                <a:r>
                  <a:rPr lang="en-US" sz="2400" dirty="0"/>
                  <a:t> player. An imputation “divides the spoils”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The assumption of </a:t>
                </a:r>
                <a:r>
                  <a:rPr lang="en-US" sz="2400" b="1" dirty="0"/>
                  <a:t>group rationality </a:t>
                </a:r>
                <a:r>
                  <a:rPr lang="en-US" sz="2400" dirty="0"/>
                  <a:t>requires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1,2,…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	This just means we divide all of the spoils; we don’t waste anything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The assumption of individual rationality requires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63DBAD-1638-1EB8-6734-93B4491CD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39768" y="1871283"/>
                <a:ext cx="11897032" cy="2722220"/>
              </a:xfrm>
              <a:prstGeom prst="rect">
                <a:avLst/>
              </a:prstGeom>
              <a:blipFill>
                <a:blip r:embed="rId3"/>
                <a:stretch>
                  <a:fillRect t="-1119" r="-1127" b="-42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2398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1EAF0-5D96-A002-0A2C-B4CFB2206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664606-41DC-AE84-1A78-395E265927E2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3229F4-DA08-486D-DC6B-71EEFED48E8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0F9BD9-A3AC-5C49-9A61-5723DBB8D5CD}"/>
              </a:ext>
            </a:extLst>
          </p:cNvPr>
          <p:cNvSpPr txBox="1"/>
          <p:nvPr/>
        </p:nvSpPr>
        <p:spPr>
          <a:xfrm>
            <a:off x="3684361" y="403178"/>
            <a:ext cx="48232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Effective Coalitions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F2383B-BF7C-E9D9-9D39-F767B791F919}"/>
                  </a:ext>
                </a:extLst>
              </p:cNvPr>
              <p:cNvSpPr txBox="1"/>
              <p:nvPr/>
            </p:nvSpPr>
            <p:spPr>
              <a:xfrm>
                <a:off x="-339768" y="1871283"/>
                <a:ext cx="11897032" cy="3437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A 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/>
                  <a:t> of players is </a:t>
                </a:r>
                <a:r>
                  <a:rPr lang="en-US" sz="2400" b="1" dirty="0"/>
                  <a:t>effective</a:t>
                </a:r>
                <a:r>
                  <a:rPr lang="en-US" sz="2400" dirty="0"/>
                  <a:t> for an imputation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400" dirty="0"/>
                  <a:t>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 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</m:oMath>
                </a14:m>
                <a:endParaRPr lang="en-US" sz="2400" dirty="0"/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An imputation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dominates imputation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if there is an effective set of players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/>
                  <a:t> such that every player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/>
                  <a:t> has a higher payoff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A </a:t>
                </a:r>
                <a:r>
                  <a:rPr lang="en-US" sz="2400" b="1" dirty="0"/>
                  <a:t>von Neumann-Morgenstern solution </a:t>
                </a:r>
                <a:r>
                  <a:rPr lang="en-US" sz="2400" dirty="0"/>
                  <a:t>is an imputation which is not dominated by any other imputation in the set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There may be infinite or no von Neumann-Morgenstern solutions in a game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F2383B-BF7C-E9D9-9D39-F767B791F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39768" y="1871283"/>
                <a:ext cx="11897032" cy="3437479"/>
              </a:xfrm>
              <a:prstGeom prst="rect">
                <a:avLst/>
              </a:prstGeom>
              <a:blipFill>
                <a:blip r:embed="rId3"/>
                <a:stretch>
                  <a:fillRect t="-17021" r="-461" b="-31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20592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ADD8A-31F9-8A44-3C8D-CF219C12A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79FD5E-AFFC-E586-EBD7-A0F759B07BD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C61F6E-54ED-5B99-F375-022A64CBF56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8485D2-D86A-8D6B-66D2-E4F3620C26FD}"/>
              </a:ext>
            </a:extLst>
          </p:cNvPr>
          <p:cNvSpPr txBox="1"/>
          <p:nvPr/>
        </p:nvSpPr>
        <p:spPr>
          <a:xfrm>
            <a:off x="4483510" y="403178"/>
            <a:ext cx="4024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The Core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9EEE71-603B-30BC-067B-7167D377B44F}"/>
                  </a:ext>
                </a:extLst>
              </p:cNvPr>
              <p:cNvSpPr txBox="1"/>
              <p:nvPr/>
            </p:nvSpPr>
            <p:spPr>
              <a:xfrm>
                <a:off x="-339768" y="1871283"/>
                <a:ext cx="11897032" cy="4176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The set of von Neumann-Morgenstern solutions can be narrowed by requiring that every imputation satisfy: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400" dirty="0"/>
                  <a:t> for every subset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{1,2,…,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     Sub-Coalitions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The core generally has either zero entries or many, although sometimes the core consists of a unique implementation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This unique implementation can be obtained via the </a:t>
                </a:r>
                <a:r>
                  <a:rPr lang="en-US" sz="2400" b="1" dirty="0"/>
                  <a:t>Shapley value</a:t>
                </a:r>
                <a:r>
                  <a:rPr lang="en-US" sz="2400" dirty="0"/>
                  <a:t>, which is based off the additional payoff a player brings to the coalition</a:t>
                </a:r>
              </a:p>
              <a:p>
                <a:pPr lvl="1"/>
                <a:endParaRPr 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9EEE71-603B-30BC-067B-7167D377B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39768" y="1871283"/>
                <a:ext cx="11897032" cy="4176143"/>
              </a:xfrm>
              <a:prstGeom prst="rect">
                <a:avLst/>
              </a:prstGeom>
              <a:blipFill>
                <a:blip r:embed="rId3"/>
                <a:stretch>
                  <a:fillRect t="-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10111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4C1F8D5-4AD3-CA6D-CA09-1F939BFFC77B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ADB15C-53EA-0ED4-E0E9-C6A73C390DD1}"/>
              </a:ext>
            </a:extLst>
          </p:cNvPr>
          <p:cNvSpPr/>
          <p:nvPr/>
        </p:nvSpPr>
        <p:spPr>
          <a:xfrm>
            <a:off x="6095999" y="0"/>
            <a:ext cx="383459" cy="6858000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41FF28-576E-AE9D-45ED-6C6260407807}"/>
              </a:ext>
            </a:extLst>
          </p:cNvPr>
          <p:cNvSpPr txBox="1"/>
          <p:nvPr/>
        </p:nvSpPr>
        <p:spPr>
          <a:xfrm>
            <a:off x="206478" y="2301107"/>
            <a:ext cx="550606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Control Theory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From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Mathematical Optimization and Economic Theory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8CE436-4D95-16F3-641B-9EF9E76C0804}"/>
              </a:ext>
            </a:extLst>
          </p:cNvPr>
          <p:cNvSpPr txBox="1"/>
          <p:nvPr/>
        </p:nvSpPr>
        <p:spPr>
          <a:xfrm>
            <a:off x="294968" y="5998682"/>
            <a:ext cx="5506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Jacob Wyngaard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112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2358</TotalTime>
  <Words>1630</Words>
  <Application>Microsoft Office PowerPoint</Application>
  <PresentationFormat>Widescreen</PresentationFormat>
  <Paragraphs>322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Wyngaard</dc:creator>
  <cp:lastModifiedBy>Jacob Wyngaard</cp:lastModifiedBy>
  <cp:revision>26</cp:revision>
  <cp:lastPrinted>2025-08-21T02:00:35Z</cp:lastPrinted>
  <dcterms:created xsi:type="dcterms:W3CDTF">2025-08-20T23:47:39Z</dcterms:created>
  <dcterms:modified xsi:type="dcterms:W3CDTF">2026-02-16T04:30:01Z</dcterms:modified>
</cp:coreProperties>
</file>