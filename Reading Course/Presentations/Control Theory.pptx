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8" r:id="rId3"/>
    <p:sldId id="289" r:id="rId4"/>
    <p:sldId id="290" r:id="rId5"/>
    <p:sldId id="291" r:id="rId6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64EA1"/>
    <a:srgbClr val="CDE6EF"/>
    <a:srgbClr val="14A7D8"/>
    <a:srgbClr val="CDE6F0"/>
    <a:srgbClr val="FBDB0E"/>
    <a:srgbClr val="D5D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24A444-5B55-4FC2-A312-96105A7C531D}" v="2084" dt="2026-02-17T03:29:07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2-17T03:49:11.099" v="7410" actId="20577"/>
      <pc:docMkLst>
        <pc:docMk/>
      </pc:docMkLst>
      <pc:sldChg chg="addSp delSp modSp mod ord">
        <pc:chgData name="Jacob Wyngaard" userId="6181fcd471e98458" providerId="LiveId" clId="{788BA123-62C9-4DDC-86E5-A6BCA4600216}" dt="2026-02-17T03:15:30.601" v="6549" actId="1076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2-11T00:25:08.893" v="6" actId="20577"/>
          <ac:spMkLst>
            <pc:docMk/>
            <pc:sldMk cId="1116112418" sldId="256"/>
            <ac:spMk id="9" creationId="{E041FF28-576E-AE9D-45ED-6C6260407807}"/>
          </ac:spMkLst>
        </pc:spChg>
        <pc:picChg chg="add mod modCrop">
          <ac:chgData name="Jacob Wyngaard" userId="6181fcd471e98458" providerId="LiveId" clId="{788BA123-62C9-4DDC-86E5-A6BCA4600216}" dt="2026-02-17T03:15:30.601" v="6549" actId="1076"/>
          <ac:picMkLst>
            <pc:docMk/>
            <pc:sldMk cId="1116112418" sldId="256"/>
            <ac:picMk id="2" creationId="{BFB8B3D1-6132-E6F4-E59C-0D2F835210E7}"/>
          </ac:picMkLst>
        </pc:picChg>
      </pc:sldChg>
      <pc:sldChg chg="addSp modSp add del mod">
        <pc:chgData name="Jacob Wyngaard" userId="6181fcd471e98458" providerId="LiveId" clId="{788BA123-62C9-4DDC-86E5-A6BCA4600216}" dt="2026-02-17T03:14:43.719" v="6539" actId="47"/>
        <pc:sldMkLst>
          <pc:docMk/>
          <pc:sldMk cId="2457022423" sldId="277"/>
        </pc:sldMkLst>
      </pc:sldChg>
      <pc:sldChg chg="add del">
        <pc:chgData name="Jacob Wyngaard" userId="6181fcd471e98458" providerId="LiveId" clId="{788BA123-62C9-4DDC-86E5-A6BCA4600216}" dt="2026-02-17T03:14:43.719" v="6539" actId="47"/>
        <pc:sldMkLst>
          <pc:docMk/>
          <pc:sldMk cId="2262398433" sldId="286"/>
        </pc:sldMkLst>
      </pc:sldChg>
      <pc:sldChg chg="add del">
        <pc:chgData name="Jacob Wyngaard" userId="6181fcd471e98458" providerId="LiveId" clId="{788BA123-62C9-4DDC-86E5-A6BCA4600216}" dt="2026-02-17T03:14:43.719" v="6539" actId="47"/>
        <pc:sldMkLst>
          <pc:docMk/>
          <pc:sldMk cId="672059297" sldId="287"/>
        </pc:sldMkLst>
      </pc:sldChg>
      <pc:sldChg chg="modSp add del mod ord">
        <pc:chgData name="Jacob Wyngaard" userId="6181fcd471e98458" providerId="LiveId" clId="{788BA123-62C9-4DDC-86E5-A6BCA4600216}" dt="2026-02-17T03:21:06.027" v="6934" actId="20577"/>
        <pc:sldMkLst>
          <pc:docMk/>
          <pc:sldMk cId="3751011158" sldId="288"/>
        </pc:sldMkLst>
        <pc:spChg chg="mod">
          <ac:chgData name="Jacob Wyngaard" userId="6181fcd471e98458" providerId="LiveId" clId="{788BA123-62C9-4DDC-86E5-A6BCA4600216}" dt="2026-02-17T03:18:35.653" v="6602" actId="20577"/>
          <ac:spMkLst>
            <pc:docMk/>
            <pc:sldMk cId="3751011158" sldId="288"/>
            <ac:spMk id="4" creationId="{E78485D2-D86A-8D6B-66D2-E4F3620C26FD}"/>
          </ac:spMkLst>
        </pc:spChg>
        <pc:spChg chg="mod">
          <ac:chgData name="Jacob Wyngaard" userId="6181fcd471e98458" providerId="LiveId" clId="{788BA123-62C9-4DDC-86E5-A6BCA4600216}" dt="2026-02-17T03:21:06.027" v="6934" actId="20577"/>
          <ac:spMkLst>
            <pc:docMk/>
            <pc:sldMk cId="3751011158" sldId="288"/>
            <ac:spMk id="5" creationId="{4A9EEE71-603B-30BC-067B-7167D377B44F}"/>
          </ac:spMkLst>
        </pc:spChg>
      </pc:sldChg>
      <pc:sldChg chg="modSp add mod">
        <pc:chgData name="Jacob Wyngaard" userId="6181fcd471e98458" providerId="LiveId" clId="{788BA123-62C9-4DDC-86E5-A6BCA4600216}" dt="2026-02-17T03:49:07.336" v="7405" actId="20577"/>
        <pc:sldMkLst>
          <pc:docMk/>
          <pc:sldMk cId="1976399664" sldId="289"/>
        </pc:sldMkLst>
        <pc:spChg chg="mod">
          <ac:chgData name="Jacob Wyngaard" userId="6181fcd471e98458" providerId="LiveId" clId="{788BA123-62C9-4DDC-86E5-A6BCA4600216}" dt="2026-02-17T03:22:53.498" v="6962" actId="1076"/>
          <ac:spMkLst>
            <pc:docMk/>
            <pc:sldMk cId="1976399664" sldId="289"/>
            <ac:spMk id="4" creationId="{BD09CF10-E9FF-693E-9103-5DFFCDE98302}"/>
          </ac:spMkLst>
        </pc:spChg>
        <pc:spChg chg="mod">
          <ac:chgData name="Jacob Wyngaard" userId="6181fcd471e98458" providerId="LiveId" clId="{788BA123-62C9-4DDC-86E5-A6BCA4600216}" dt="2026-02-17T03:49:07.336" v="7405" actId="20577"/>
          <ac:spMkLst>
            <pc:docMk/>
            <pc:sldMk cId="1976399664" sldId="289"/>
            <ac:spMk id="5" creationId="{87BDE1BC-92B0-9882-6718-0F62B4CF3082}"/>
          </ac:spMkLst>
        </pc:spChg>
      </pc:sldChg>
      <pc:sldChg chg="modSp add mod">
        <pc:chgData name="Jacob Wyngaard" userId="6181fcd471e98458" providerId="LiveId" clId="{788BA123-62C9-4DDC-86E5-A6BCA4600216}" dt="2026-02-17T03:49:11.099" v="7410" actId="20577"/>
        <pc:sldMkLst>
          <pc:docMk/>
          <pc:sldMk cId="3338416145" sldId="290"/>
        </pc:sldMkLst>
        <pc:spChg chg="mod">
          <ac:chgData name="Jacob Wyngaard" userId="6181fcd471e98458" providerId="LiveId" clId="{788BA123-62C9-4DDC-86E5-A6BCA4600216}" dt="2026-02-17T03:22:50.029" v="6961" actId="1076"/>
          <ac:spMkLst>
            <pc:docMk/>
            <pc:sldMk cId="3338416145" sldId="290"/>
            <ac:spMk id="4" creationId="{3A74DDFB-A46E-4CB9-522E-8B6CF9BBD622}"/>
          </ac:spMkLst>
        </pc:spChg>
        <pc:spChg chg="mod">
          <ac:chgData name="Jacob Wyngaard" userId="6181fcd471e98458" providerId="LiveId" clId="{788BA123-62C9-4DDC-86E5-A6BCA4600216}" dt="2026-02-17T03:49:11.099" v="7410" actId="20577"/>
          <ac:spMkLst>
            <pc:docMk/>
            <pc:sldMk cId="3338416145" sldId="290"/>
            <ac:spMk id="5" creationId="{9D559EAC-A182-5183-57C4-89EDE0E5FC5E}"/>
          </ac:spMkLst>
        </pc:spChg>
      </pc:sldChg>
      <pc:sldChg chg="modSp add del mod ord">
        <pc:chgData name="Jacob Wyngaard" userId="6181fcd471e98458" providerId="LiveId" clId="{788BA123-62C9-4DDC-86E5-A6BCA4600216}" dt="2026-02-17T03:14:43.719" v="6539" actId="47"/>
        <pc:sldMkLst>
          <pc:docMk/>
          <pc:sldMk cId="3911962155" sldId="290"/>
        </pc:sldMkLst>
        <pc:spChg chg="mod">
          <ac:chgData name="Jacob Wyngaard" userId="6181fcd471e98458" providerId="LiveId" clId="{788BA123-62C9-4DDC-86E5-A6BCA4600216}" dt="2026-02-16T04:28:31.442" v="6441" actId="122"/>
          <ac:spMkLst>
            <pc:docMk/>
            <pc:sldMk cId="3911962155" sldId="290"/>
            <ac:spMk id="4" creationId="{F45B8262-8485-BB00-A690-CF4D0D4C0CC4}"/>
          </ac:spMkLst>
        </pc:spChg>
      </pc:sldChg>
      <pc:sldChg chg="addSp modSp add del mod">
        <pc:chgData name="Jacob Wyngaard" userId="6181fcd471e98458" providerId="LiveId" clId="{788BA123-62C9-4DDC-86E5-A6BCA4600216}" dt="2026-02-17T03:14:43.719" v="6539" actId="47"/>
        <pc:sldMkLst>
          <pc:docMk/>
          <pc:sldMk cId="606609933" sldId="291"/>
        </pc:sldMkLst>
      </pc:sldChg>
      <pc:sldChg chg="modSp add mod">
        <pc:chgData name="Jacob Wyngaard" userId="6181fcd471e98458" providerId="LiveId" clId="{788BA123-62C9-4DDC-86E5-A6BCA4600216}" dt="2026-02-17T03:29:07.703" v="7400"/>
        <pc:sldMkLst>
          <pc:docMk/>
          <pc:sldMk cId="3662587087" sldId="291"/>
        </pc:sldMkLst>
        <pc:spChg chg="mod">
          <ac:chgData name="Jacob Wyngaard" userId="6181fcd471e98458" providerId="LiveId" clId="{788BA123-62C9-4DDC-86E5-A6BCA4600216}" dt="2026-02-17T03:23:42.421" v="6991" actId="1076"/>
          <ac:spMkLst>
            <pc:docMk/>
            <pc:sldMk cId="3662587087" sldId="291"/>
            <ac:spMk id="4" creationId="{B9E82FB7-AD36-89BE-B361-1CF22B123A7E}"/>
          </ac:spMkLst>
        </pc:spChg>
        <pc:spChg chg="mod">
          <ac:chgData name="Jacob Wyngaard" userId="6181fcd471e98458" providerId="LiveId" clId="{788BA123-62C9-4DDC-86E5-A6BCA4600216}" dt="2026-02-17T03:29:07.703" v="7400"/>
          <ac:spMkLst>
            <pc:docMk/>
            <pc:sldMk cId="3662587087" sldId="291"/>
            <ac:spMk id="5" creationId="{9EFF876E-F0C2-71F8-BEF0-366B805990BD}"/>
          </ac:spMkLst>
        </pc:spChg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45603475" sldId="292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3137839623" sldId="293"/>
        </pc:sldMkLst>
      </pc:sldChg>
      <pc:sldChg chg="addSp delSp modSp add del mod ord">
        <pc:chgData name="Jacob Wyngaard" userId="6181fcd471e98458" providerId="LiveId" clId="{788BA123-62C9-4DDC-86E5-A6BCA4600216}" dt="2026-02-17T03:14:43.719" v="6539" actId="47"/>
        <pc:sldMkLst>
          <pc:docMk/>
          <pc:sldMk cId="2357545194" sldId="294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2053631791" sldId="295"/>
        </pc:sldMkLst>
      </pc:sldChg>
      <pc:sldChg chg="addSp delSp modSp add del mod ord">
        <pc:chgData name="Jacob Wyngaard" userId="6181fcd471e98458" providerId="LiveId" clId="{788BA123-62C9-4DDC-86E5-A6BCA4600216}" dt="2026-02-17T03:14:43.719" v="6539" actId="47"/>
        <pc:sldMkLst>
          <pc:docMk/>
          <pc:sldMk cId="138024688" sldId="296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785384248" sldId="297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3070394461" sldId="298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2050459241" sldId="299"/>
        </pc:sldMkLst>
      </pc:sldChg>
      <pc:sldChg chg="addSp delSp modSp add del mod ord">
        <pc:chgData name="Jacob Wyngaard" userId="6181fcd471e98458" providerId="LiveId" clId="{788BA123-62C9-4DDC-86E5-A6BCA4600216}" dt="2026-02-17T03:14:43.719" v="6539" actId="47"/>
        <pc:sldMkLst>
          <pc:docMk/>
          <pc:sldMk cId="1762230063" sldId="301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2329195272" sldId="302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448432070" sldId="303"/>
        </pc:sldMkLst>
        <pc:spChg chg="mod">
          <ac:chgData name="Jacob Wyngaard" userId="6181fcd471e98458" providerId="LiveId" clId="{788BA123-62C9-4DDC-86E5-A6BCA4600216}" dt="2026-02-16T00:27:05.532" v="4403" actId="1076"/>
          <ac:spMkLst>
            <pc:docMk/>
            <pc:sldMk cId="448432070" sldId="303"/>
            <ac:spMk id="9" creationId="{15521200-780C-8EDB-F71D-CB832026ECA9}"/>
          </ac:spMkLst>
        </pc:spChg>
        <pc:spChg chg="add del mod">
          <ac:chgData name="Jacob Wyngaard" userId="6181fcd471e98458" providerId="LiveId" clId="{788BA123-62C9-4DDC-86E5-A6BCA4600216}" dt="2026-02-16T00:27:09.060" v="4404" actId="478"/>
          <ac:spMkLst>
            <pc:docMk/>
            <pc:sldMk cId="448432070" sldId="303"/>
            <ac:spMk id="20" creationId="{3082F7B0-2944-BD88-BFFC-7E15CCD9BFD7}"/>
          </ac:spMkLst>
        </pc:spChg>
        <pc:spChg chg="add mod">
          <ac:chgData name="Jacob Wyngaard" userId="6181fcd471e98458" providerId="LiveId" clId="{788BA123-62C9-4DDC-86E5-A6BCA4600216}" dt="2026-02-16T00:27:17.123" v="4405" actId="1076"/>
          <ac:spMkLst>
            <pc:docMk/>
            <pc:sldMk cId="448432070" sldId="303"/>
            <ac:spMk id="22" creationId="{8211EAF0-57BB-BCF5-E992-17EA149A5D5A}"/>
          </ac:spMkLst>
        </pc:spChg>
        <pc:spChg chg="add mod">
          <ac:chgData name="Jacob Wyngaard" userId="6181fcd471e98458" providerId="LiveId" clId="{788BA123-62C9-4DDC-86E5-A6BCA4600216}" dt="2026-02-16T00:33:55.627" v="4573" actId="1076"/>
          <ac:spMkLst>
            <pc:docMk/>
            <pc:sldMk cId="448432070" sldId="303"/>
            <ac:spMk id="24" creationId="{7684DBA5-28FE-A430-FC7A-54D3879791BD}"/>
          </ac:spMkLst>
        </pc:spChg>
        <pc:spChg chg="add mod">
          <ac:chgData name="Jacob Wyngaard" userId="6181fcd471e98458" providerId="LiveId" clId="{788BA123-62C9-4DDC-86E5-A6BCA4600216}" dt="2026-02-16T00:33:57.792" v="4574" actId="1076"/>
          <ac:spMkLst>
            <pc:docMk/>
            <pc:sldMk cId="448432070" sldId="303"/>
            <ac:spMk id="25" creationId="{5B989245-CF0A-CD16-D7E9-739257CF0276}"/>
          </ac:spMkLst>
        </pc:spChg>
        <pc:spChg chg="add mod">
          <ac:chgData name="Jacob Wyngaard" userId="6181fcd471e98458" providerId="LiveId" clId="{788BA123-62C9-4DDC-86E5-A6BCA4600216}" dt="2026-02-16T00:34:02.007" v="4575" actId="1076"/>
          <ac:spMkLst>
            <pc:docMk/>
            <pc:sldMk cId="448432070" sldId="303"/>
            <ac:spMk id="27" creationId="{CADE6B20-E9CD-7DFE-29CB-D27DE6902E30}"/>
          </ac:spMkLst>
        </pc:spChg>
        <pc:spChg chg="add mod">
          <ac:chgData name="Jacob Wyngaard" userId="6181fcd471e98458" providerId="LiveId" clId="{788BA123-62C9-4DDC-86E5-A6BCA4600216}" dt="2026-02-16T00:34:06.341" v="4576" actId="1076"/>
          <ac:spMkLst>
            <pc:docMk/>
            <pc:sldMk cId="448432070" sldId="303"/>
            <ac:spMk id="28" creationId="{A807B9BB-0509-7B2B-B412-1E0348E466A7}"/>
          </ac:spMkLst>
        </pc:spChg>
        <pc:spChg chg="add mod">
          <ac:chgData name="Jacob Wyngaard" userId="6181fcd471e98458" providerId="LiveId" clId="{788BA123-62C9-4DDC-86E5-A6BCA4600216}" dt="2026-02-16T04:19:52.803" v="6315"/>
          <ac:spMkLst>
            <pc:docMk/>
            <pc:sldMk cId="448432070" sldId="303"/>
            <ac:spMk id="29" creationId="{A6D272B6-E4C7-AAFF-BE33-7AA52E421BF6}"/>
          </ac:spMkLst>
        </pc:spChg>
        <pc:spChg chg="add mod">
          <ac:chgData name="Jacob Wyngaard" userId="6181fcd471e98458" providerId="LiveId" clId="{788BA123-62C9-4DDC-86E5-A6BCA4600216}" dt="2026-02-16T04:19:56.935" v="6316"/>
          <ac:spMkLst>
            <pc:docMk/>
            <pc:sldMk cId="448432070" sldId="303"/>
            <ac:spMk id="30" creationId="{2677D931-5831-EF5C-82D1-F8CD04DAF1A4}"/>
          </ac:spMkLst>
        </pc:spChg>
        <pc:spChg chg="add mod">
          <ac:chgData name="Jacob Wyngaard" userId="6181fcd471e98458" providerId="LiveId" clId="{788BA123-62C9-4DDC-86E5-A6BCA4600216}" dt="2026-02-16T04:20:43.276" v="6322" actId="20577"/>
          <ac:spMkLst>
            <pc:docMk/>
            <pc:sldMk cId="448432070" sldId="303"/>
            <ac:spMk id="31" creationId="{493D7604-3CCE-5D2B-958B-FCEA52C9E89A}"/>
          </ac:spMkLst>
        </pc:spChg>
        <pc:spChg chg="add mod">
          <ac:chgData name="Jacob Wyngaard" userId="6181fcd471e98458" providerId="LiveId" clId="{788BA123-62C9-4DDC-86E5-A6BCA4600216}" dt="2026-02-16T00:35:42.580" v="4633" actId="1076"/>
          <ac:spMkLst>
            <pc:docMk/>
            <pc:sldMk cId="448432070" sldId="303"/>
            <ac:spMk id="33" creationId="{AF08A1E2-43F0-4BF6-B0AF-7A4825C465D5}"/>
          </ac:spMkLst>
        </pc:spChg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1632653986" sldId="304"/>
        </pc:sldMkLst>
        <pc:spChg chg="add mod">
          <ac:chgData name="Jacob Wyngaard" userId="6181fcd471e98458" providerId="LiveId" clId="{788BA123-62C9-4DDC-86E5-A6BCA4600216}" dt="2026-02-16T04:13:32.800" v="5991" actId="1076"/>
          <ac:spMkLst>
            <pc:docMk/>
            <pc:sldMk cId="1632653986" sldId="304"/>
            <ac:spMk id="2" creationId="{5684B5EE-CE50-EF8C-8682-B56C8012F803}"/>
          </ac:spMkLst>
        </pc:spChg>
        <pc:spChg chg="add del mod">
          <ac:chgData name="Jacob Wyngaard" userId="6181fcd471e98458" providerId="LiveId" clId="{788BA123-62C9-4DDC-86E5-A6BCA4600216}" dt="2026-02-16T03:57:21.544" v="5653" actId="478"/>
          <ac:spMkLst>
            <pc:docMk/>
            <pc:sldMk cId="1632653986" sldId="304"/>
            <ac:spMk id="3" creationId="{4C045CB0-A829-9854-D27E-60F68C988720}"/>
          </ac:spMkLst>
        </pc:spChg>
        <pc:spChg chg="add mod">
          <ac:chgData name="Jacob Wyngaard" userId="6181fcd471e98458" providerId="LiveId" clId="{788BA123-62C9-4DDC-86E5-A6BCA4600216}" dt="2026-02-16T04:22:55.762" v="6370" actId="1076"/>
          <ac:spMkLst>
            <pc:docMk/>
            <pc:sldMk cId="1632653986" sldId="304"/>
            <ac:spMk id="4" creationId="{C8BDA235-0AAB-22EA-641C-9D4BB90ED20A}"/>
          </ac:spMkLst>
        </pc:spChg>
        <pc:spChg chg="add del mod">
          <ac:chgData name="Jacob Wyngaard" userId="6181fcd471e98458" providerId="LiveId" clId="{788BA123-62C9-4DDC-86E5-A6BCA4600216}" dt="2026-02-16T04:03:24.044" v="5824" actId="478"/>
          <ac:spMkLst>
            <pc:docMk/>
            <pc:sldMk cId="1632653986" sldId="304"/>
            <ac:spMk id="5" creationId="{B1FA4E02-6256-D2D0-51B0-ADE423C00A3E}"/>
          </ac:spMkLst>
        </pc:spChg>
        <pc:spChg chg="add del mod">
          <ac:chgData name="Jacob Wyngaard" userId="6181fcd471e98458" providerId="LiveId" clId="{788BA123-62C9-4DDC-86E5-A6BCA4600216}" dt="2026-02-16T04:14:51.768" v="6094" actId="478"/>
          <ac:spMkLst>
            <pc:docMk/>
            <pc:sldMk cId="1632653986" sldId="304"/>
            <ac:spMk id="10" creationId="{A40CDF98-ACB0-F6AF-6B0F-F160F9C04D6B}"/>
          </ac:spMkLst>
        </pc:spChg>
        <pc:spChg chg="add mod">
          <ac:chgData name="Jacob Wyngaard" userId="6181fcd471e98458" providerId="LiveId" clId="{788BA123-62C9-4DDC-86E5-A6BCA4600216}" dt="2026-02-16T04:22:23.381" v="6362" actId="1036"/>
          <ac:spMkLst>
            <pc:docMk/>
            <pc:sldMk cId="1632653986" sldId="304"/>
            <ac:spMk id="11" creationId="{E61C9481-89AA-47C8-2B7C-4F3E0E08ADF4}"/>
          </ac:spMkLst>
        </pc:spChg>
        <pc:spChg chg="add mod">
          <ac:chgData name="Jacob Wyngaard" userId="6181fcd471e98458" providerId="LiveId" clId="{788BA123-62C9-4DDC-86E5-A6BCA4600216}" dt="2026-02-16T04:22:23.381" v="6362" actId="1036"/>
          <ac:spMkLst>
            <pc:docMk/>
            <pc:sldMk cId="1632653986" sldId="304"/>
            <ac:spMk id="13" creationId="{A2AF3451-F187-17FD-AF8D-55C63C036B4A}"/>
          </ac:spMkLst>
        </pc:spChg>
        <pc:spChg chg="add mod">
          <ac:chgData name="Jacob Wyngaard" userId="6181fcd471e98458" providerId="LiveId" clId="{788BA123-62C9-4DDC-86E5-A6BCA4600216}" dt="2026-02-16T04:22:23.381" v="6362" actId="1036"/>
          <ac:spMkLst>
            <pc:docMk/>
            <pc:sldMk cId="1632653986" sldId="304"/>
            <ac:spMk id="15" creationId="{A9F381DE-3F7F-2D2E-C43D-250C3359956E}"/>
          </ac:spMkLst>
        </pc:spChg>
        <pc:spChg chg="add del mod">
          <ac:chgData name="Jacob Wyngaard" userId="6181fcd471e98458" providerId="LiveId" clId="{788BA123-62C9-4DDC-86E5-A6BCA4600216}" dt="2026-02-16T04:22:35.395" v="6365" actId="478"/>
          <ac:spMkLst>
            <pc:docMk/>
            <pc:sldMk cId="1632653986" sldId="304"/>
            <ac:spMk id="17" creationId="{2216646B-6012-D4C2-2DD9-63A2920DF9BE}"/>
          </ac:spMkLst>
        </pc:spChg>
        <pc:spChg chg="del">
          <ac:chgData name="Jacob Wyngaard" userId="6181fcd471e98458" providerId="LiveId" clId="{788BA123-62C9-4DDC-86E5-A6BCA4600216}" dt="2026-02-16T04:13:26.162" v="5988" actId="478"/>
          <ac:spMkLst>
            <pc:docMk/>
            <pc:sldMk cId="1632653986" sldId="304"/>
            <ac:spMk id="20" creationId="{7F25D76C-D973-75D9-91F6-E75331249B4B}"/>
          </ac:spMkLst>
        </pc:spChg>
        <pc:spChg chg="del mod">
          <ac:chgData name="Jacob Wyngaard" userId="6181fcd471e98458" providerId="LiveId" clId="{788BA123-62C9-4DDC-86E5-A6BCA4600216}" dt="2026-02-16T04:13:27.833" v="5989" actId="478"/>
          <ac:spMkLst>
            <pc:docMk/>
            <pc:sldMk cId="1632653986" sldId="304"/>
            <ac:spMk id="22" creationId="{D5A9F6B6-9F36-7D6F-D0E9-C3C62D2A7FFE}"/>
          </ac:spMkLst>
        </pc:spChg>
        <pc:spChg chg="mod">
          <ac:chgData name="Jacob Wyngaard" userId="6181fcd471e98458" providerId="LiveId" clId="{788BA123-62C9-4DDC-86E5-A6BCA4600216}" dt="2026-02-16T04:13:30.456" v="5990" actId="1076"/>
          <ac:spMkLst>
            <pc:docMk/>
            <pc:sldMk cId="1632653986" sldId="304"/>
            <ac:spMk id="24" creationId="{6F24C3D0-EC8E-AA57-0CFB-A7FA533D7410}"/>
          </ac:spMkLst>
        </pc:spChg>
        <pc:spChg chg="del">
          <ac:chgData name="Jacob Wyngaard" userId="6181fcd471e98458" providerId="LiveId" clId="{788BA123-62C9-4DDC-86E5-A6BCA4600216}" dt="2026-02-16T00:25:01.973" v="4356" actId="478"/>
          <ac:spMkLst>
            <pc:docMk/>
            <pc:sldMk cId="1632653986" sldId="304"/>
            <ac:spMk id="25" creationId="{91D24836-8062-078D-4669-F43728888455}"/>
          </ac:spMkLst>
        </pc:spChg>
        <pc:spChg chg="del">
          <ac:chgData name="Jacob Wyngaard" userId="6181fcd471e98458" providerId="LiveId" clId="{788BA123-62C9-4DDC-86E5-A6BCA4600216}" dt="2026-02-16T00:25:01.046" v="4355" actId="478"/>
          <ac:spMkLst>
            <pc:docMk/>
            <pc:sldMk cId="1632653986" sldId="304"/>
            <ac:spMk id="27" creationId="{3E1968D0-68E3-509B-DF13-CE40E4AF3568}"/>
          </ac:spMkLst>
        </pc:spChg>
        <pc:spChg chg="del">
          <ac:chgData name="Jacob Wyngaard" userId="6181fcd471e98458" providerId="LiveId" clId="{788BA123-62C9-4DDC-86E5-A6BCA4600216}" dt="2026-02-16T00:24:58.696" v="4354" actId="478"/>
          <ac:spMkLst>
            <pc:docMk/>
            <pc:sldMk cId="1632653986" sldId="304"/>
            <ac:spMk id="28" creationId="{BB2E2223-60AB-BDDE-CF1C-8A651912B4D0}"/>
          </ac:spMkLst>
        </pc:spChg>
        <pc:spChg chg="del">
          <ac:chgData name="Jacob Wyngaard" userId="6181fcd471e98458" providerId="LiveId" clId="{788BA123-62C9-4DDC-86E5-A6BCA4600216}" dt="2026-02-16T00:24:57.357" v="4353" actId="478"/>
          <ac:spMkLst>
            <pc:docMk/>
            <pc:sldMk cId="1632653986" sldId="304"/>
            <ac:spMk id="29" creationId="{C970A6F3-BFB4-6D3F-28D8-490D90292A1A}"/>
          </ac:spMkLst>
        </pc:spChg>
        <pc:picChg chg="add del mod modCrop">
          <ac:chgData name="Jacob Wyngaard" userId="6181fcd471e98458" providerId="LiveId" clId="{788BA123-62C9-4DDC-86E5-A6BCA4600216}" dt="2026-02-16T04:14:50.305" v="6093" actId="478"/>
          <ac:picMkLst>
            <pc:docMk/>
            <pc:sldMk cId="1632653986" sldId="304"/>
            <ac:picMk id="7" creationId="{316635F3-CFE7-14FC-01D4-5D04BF5814B2}"/>
          </ac:picMkLst>
        </pc:picChg>
        <pc:picChg chg="add mod modCrop">
          <ac:chgData name="Jacob Wyngaard" userId="6181fcd471e98458" providerId="LiveId" clId="{788BA123-62C9-4DDC-86E5-A6BCA4600216}" dt="2026-02-16T04:23:01.160" v="6371" actId="1076"/>
          <ac:picMkLst>
            <pc:docMk/>
            <pc:sldMk cId="1632653986" sldId="304"/>
            <ac:picMk id="16" creationId="{A5A5DEF1-93E0-249E-86DF-F972F963642B}"/>
          </ac:picMkLst>
        </pc:picChg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1293785239" sldId="305"/>
        </pc:sldMkLst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4" creationId="{BA921846-23FF-B1E7-FB72-BAE5FCCF1B36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5" creationId="{3579D24D-0EC5-A0C5-7CA5-4557C31ECAE5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7" creationId="{577A6E04-38B8-8CF8-8841-BF783AEE1B62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0" creationId="{B057BB44-B090-A5D1-8782-C3573A18CF8C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1" creationId="{553CED6F-5BFF-E419-B107-3F516A2D8066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2" creationId="{FFD5CE4B-25C7-693C-3560-1B0E40DCD52A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3" creationId="{4FBDB9E9-B3DE-54EE-50A6-9651D6689708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5" creationId="{EC2A63D6-A557-2B8D-D555-733B2CA138E4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6" creationId="{EE814341-EBCF-11E7-D9CA-FE67C890483F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7" creationId="{CE92BD12-6464-784C-64D0-E75574BBCEAC}"/>
          </ac:spMkLst>
        </pc:spChg>
        <pc:spChg chg="add mod">
          <ac:chgData name="Jacob Wyngaard" userId="6181fcd471e98458" providerId="LiveId" clId="{788BA123-62C9-4DDC-86E5-A6BCA4600216}" dt="2026-02-16T00:44:56.397" v="4882" actId="1076"/>
          <ac:spMkLst>
            <pc:docMk/>
            <pc:sldMk cId="1293785239" sldId="305"/>
            <ac:spMk id="18" creationId="{D57880A9-1187-0769-C1DD-CB4239ADBB96}"/>
          </ac:spMkLst>
        </pc:spChg>
        <pc:spChg chg="add mod">
          <ac:chgData name="Jacob Wyngaard" userId="6181fcd471e98458" providerId="LiveId" clId="{788BA123-62C9-4DDC-86E5-A6BCA4600216}" dt="2026-02-16T00:39:50.921" v="4760" actId="1076"/>
          <ac:spMkLst>
            <pc:docMk/>
            <pc:sldMk cId="1293785239" sldId="305"/>
            <ac:spMk id="19" creationId="{A466ED42-11FB-6F9D-50AF-452258B9503E}"/>
          </ac:spMkLst>
        </pc:spChg>
        <pc:spChg chg="add mod">
          <ac:chgData name="Jacob Wyngaard" userId="6181fcd471e98458" providerId="LiveId" clId="{788BA123-62C9-4DDC-86E5-A6BCA4600216}" dt="2026-02-16T00:45:24.061" v="4898" actId="1076"/>
          <ac:spMkLst>
            <pc:docMk/>
            <pc:sldMk cId="1293785239" sldId="305"/>
            <ac:spMk id="20" creationId="{8F4466AA-A919-C629-0CAB-830DDB025A7E}"/>
          </ac:spMkLst>
        </pc:spChg>
        <pc:spChg chg="add mod">
          <ac:chgData name="Jacob Wyngaard" userId="6181fcd471e98458" providerId="LiveId" clId="{788BA123-62C9-4DDC-86E5-A6BCA4600216}" dt="2026-02-16T00:59:51.005" v="5114" actId="1076"/>
          <ac:spMkLst>
            <pc:docMk/>
            <pc:sldMk cId="1293785239" sldId="305"/>
            <ac:spMk id="21" creationId="{0874E5B5-66D4-CE36-E21A-ED1E3E25A38E}"/>
          </ac:spMkLst>
        </pc:spChg>
        <pc:spChg chg="del">
          <ac:chgData name="Jacob Wyngaard" userId="6181fcd471e98458" providerId="LiveId" clId="{788BA123-62C9-4DDC-86E5-A6BCA4600216}" dt="2026-02-16T00:36:26.562" v="4636" actId="478"/>
          <ac:spMkLst>
            <pc:docMk/>
            <pc:sldMk cId="1293785239" sldId="305"/>
            <ac:spMk id="22" creationId="{F52828F4-D167-EDF5-A925-4474D089A4FC}"/>
          </ac:spMkLst>
        </pc:spChg>
        <pc:spChg chg="mod">
          <ac:chgData name="Jacob Wyngaard" userId="6181fcd471e98458" providerId="LiveId" clId="{788BA123-62C9-4DDC-86E5-A6BCA4600216}" dt="2026-02-16T00:36:45.256" v="4654" actId="1076"/>
          <ac:spMkLst>
            <pc:docMk/>
            <pc:sldMk cId="1293785239" sldId="305"/>
            <ac:spMk id="24" creationId="{BB1AC3F4-F38C-D13F-37DF-60C16170DD6A}"/>
          </ac:spMkLst>
        </pc:spChg>
        <pc:spChg chg="del">
          <ac:chgData name="Jacob Wyngaard" userId="6181fcd471e98458" providerId="LiveId" clId="{788BA123-62C9-4DDC-86E5-A6BCA4600216}" dt="2026-02-16T00:36:28.643" v="4637" actId="478"/>
          <ac:spMkLst>
            <pc:docMk/>
            <pc:sldMk cId="1293785239" sldId="305"/>
            <ac:spMk id="25" creationId="{D53E3124-E04E-AC4B-429F-A84502A85CE3}"/>
          </ac:spMkLst>
        </pc:spChg>
        <pc:spChg chg="add mod">
          <ac:chgData name="Jacob Wyngaard" userId="6181fcd471e98458" providerId="LiveId" clId="{788BA123-62C9-4DDC-86E5-A6BCA4600216}" dt="2026-02-16T00:45:28.189" v="4899" actId="1076"/>
          <ac:spMkLst>
            <pc:docMk/>
            <pc:sldMk cId="1293785239" sldId="305"/>
            <ac:spMk id="26" creationId="{745954DF-BD67-88F2-5EF8-8DDC31FA9B5E}"/>
          </ac:spMkLst>
        </pc:spChg>
        <pc:spChg chg="del">
          <ac:chgData name="Jacob Wyngaard" userId="6181fcd471e98458" providerId="LiveId" clId="{788BA123-62C9-4DDC-86E5-A6BCA4600216}" dt="2026-02-16T00:36:30.091" v="4638" actId="478"/>
          <ac:spMkLst>
            <pc:docMk/>
            <pc:sldMk cId="1293785239" sldId="305"/>
            <ac:spMk id="27" creationId="{EB68E24B-C372-6DD6-5E53-8B2FBD18D404}"/>
          </ac:spMkLst>
        </pc:spChg>
        <pc:spChg chg="del">
          <ac:chgData name="Jacob Wyngaard" userId="6181fcd471e98458" providerId="LiveId" clId="{788BA123-62C9-4DDC-86E5-A6BCA4600216}" dt="2026-02-16T00:36:30.650" v="4639" actId="478"/>
          <ac:spMkLst>
            <pc:docMk/>
            <pc:sldMk cId="1293785239" sldId="305"/>
            <ac:spMk id="28" creationId="{D6432550-C1AF-D176-1777-42784333347E}"/>
          </ac:spMkLst>
        </pc:spChg>
        <pc:spChg chg="del">
          <ac:chgData name="Jacob Wyngaard" userId="6181fcd471e98458" providerId="LiveId" clId="{788BA123-62C9-4DDC-86E5-A6BCA4600216}" dt="2026-02-16T00:36:31.341" v="4640" actId="478"/>
          <ac:spMkLst>
            <pc:docMk/>
            <pc:sldMk cId="1293785239" sldId="305"/>
            <ac:spMk id="29" creationId="{A0E7214E-D9EF-AA24-6EC9-B9567664D9BD}"/>
          </ac:spMkLst>
        </pc:spChg>
        <pc:spChg chg="del">
          <ac:chgData name="Jacob Wyngaard" userId="6181fcd471e98458" providerId="LiveId" clId="{788BA123-62C9-4DDC-86E5-A6BCA4600216}" dt="2026-02-16T00:36:32.675" v="4641" actId="478"/>
          <ac:spMkLst>
            <pc:docMk/>
            <pc:sldMk cId="1293785239" sldId="305"/>
            <ac:spMk id="30" creationId="{CA456149-7247-DEA8-F564-88639FFA4E7E}"/>
          </ac:spMkLst>
        </pc:spChg>
        <pc:spChg chg="del">
          <ac:chgData name="Jacob Wyngaard" userId="6181fcd471e98458" providerId="LiveId" clId="{788BA123-62C9-4DDC-86E5-A6BCA4600216}" dt="2026-02-16T00:36:34.438" v="4643" actId="478"/>
          <ac:spMkLst>
            <pc:docMk/>
            <pc:sldMk cId="1293785239" sldId="305"/>
            <ac:spMk id="31" creationId="{0E0C1AB5-5501-8846-CE00-77EA1827A2A6}"/>
          </ac:spMkLst>
        </pc:spChg>
        <pc:spChg chg="add mod">
          <ac:chgData name="Jacob Wyngaard" userId="6181fcd471e98458" providerId="LiveId" clId="{788BA123-62C9-4DDC-86E5-A6BCA4600216}" dt="2026-02-16T00:45:35.581" v="4901" actId="1076"/>
          <ac:spMkLst>
            <pc:docMk/>
            <pc:sldMk cId="1293785239" sldId="305"/>
            <ac:spMk id="32" creationId="{C35791FD-5AF4-2D98-94B3-2962586CFA10}"/>
          </ac:spMkLst>
        </pc:spChg>
        <pc:spChg chg="del">
          <ac:chgData name="Jacob Wyngaard" userId="6181fcd471e98458" providerId="LiveId" clId="{788BA123-62C9-4DDC-86E5-A6BCA4600216}" dt="2026-02-16T00:36:33.520" v="4642" actId="478"/>
          <ac:spMkLst>
            <pc:docMk/>
            <pc:sldMk cId="1293785239" sldId="305"/>
            <ac:spMk id="33" creationId="{5A2EFDFC-1222-6786-6266-FC73C4C85F32}"/>
          </ac:spMkLst>
        </pc:spChg>
        <pc:spChg chg="add mod">
          <ac:chgData name="Jacob Wyngaard" userId="6181fcd471e98458" providerId="LiveId" clId="{788BA123-62C9-4DDC-86E5-A6BCA4600216}" dt="2026-02-16T00:44:40.870" v="4877" actId="207"/>
          <ac:spMkLst>
            <pc:docMk/>
            <pc:sldMk cId="1293785239" sldId="305"/>
            <ac:spMk id="34" creationId="{5190CC3A-E40D-8438-F26E-8E90E59D24CA}"/>
          </ac:spMkLst>
        </pc:spChg>
        <pc:spChg chg="add mod">
          <ac:chgData name="Jacob Wyngaard" userId="6181fcd471e98458" providerId="LiveId" clId="{788BA123-62C9-4DDC-86E5-A6BCA4600216}" dt="2026-02-16T00:44:45.357" v="4879" actId="1076"/>
          <ac:spMkLst>
            <pc:docMk/>
            <pc:sldMk cId="1293785239" sldId="305"/>
            <ac:spMk id="35" creationId="{FCD0B914-28EA-EC80-7414-A8571EFE6B95}"/>
          </ac:spMkLst>
        </pc:spChg>
        <pc:spChg chg="add mod">
          <ac:chgData name="Jacob Wyngaard" userId="6181fcd471e98458" providerId="LiveId" clId="{788BA123-62C9-4DDC-86E5-A6BCA4600216}" dt="2026-02-16T00:45:19.249" v="4897" actId="20577"/>
          <ac:spMkLst>
            <pc:docMk/>
            <pc:sldMk cId="1293785239" sldId="305"/>
            <ac:spMk id="36" creationId="{FB5EE0F1-BD82-BD38-F2AA-845999A22000}"/>
          </ac:spMkLst>
        </pc:spChg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4156708384" sldId="306"/>
        </pc:sldMkLst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3" creationId="{C49F7A53-7AA4-F090-EDEC-EB2B04A1EE8F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4" creationId="{6CFC4A5C-E0A1-D2AA-14D7-B5C53F079E16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5" creationId="{DFD89BC3-28ED-1A96-9847-38D26AA0EAC2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1" creationId="{BBA71625-C4A8-DB78-2482-71A63C1FA3E5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2" creationId="{2C162183-2BD2-7436-55E9-AB6677A0095F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3" creationId="{24D1945E-407E-E8E8-65D9-3AA6FC33EF63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5" creationId="{AC09E715-434E-7CDC-B710-9088BEDDE5B7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7" creationId="{0A0FB6A8-D48E-8672-AA7F-8EAAD56DD938}"/>
          </ac:spMkLst>
        </pc:spChg>
        <pc:spChg chg="del">
          <ac:chgData name="Jacob Wyngaard" userId="6181fcd471e98458" providerId="LiveId" clId="{788BA123-62C9-4DDC-86E5-A6BCA4600216}" dt="2026-02-16T00:49:13.665" v="4932" actId="478"/>
          <ac:spMkLst>
            <pc:docMk/>
            <pc:sldMk cId="4156708384" sldId="306"/>
            <ac:spMk id="19" creationId="{647F6BFD-C58A-D3F5-8B03-4026210CA058}"/>
          </ac:spMkLst>
        </pc:spChg>
        <pc:spChg chg="mod">
          <ac:chgData name="Jacob Wyngaard" userId="6181fcd471e98458" providerId="LiveId" clId="{788BA123-62C9-4DDC-86E5-A6BCA4600216}" dt="2026-02-16T01:00:45.209" v="5129" actId="1076"/>
          <ac:spMkLst>
            <pc:docMk/>
            <pc:sldMk cId="4156708384" sldId="306"/>
            <ac:spMk id="20" creationId="{8A594640-BF4F-5619-3025-A044BDBC86B6}"/>
          </ac:spMkLst>
        </pc:spChg>
        <pc:spChg chg="mod">
          <ac:chgData name="Jacob Wyngaard" userId="6181fcd471e98458" providerId="LiveId" clId="{788BA123-62C9-4DDC-86E5-A6BCA4600216}" dt="2026-02-16T01:00:29.265" v="5126" actId="1076"/>
          <ac:spMkLst>
            <pc:docMk/>
            <pc:sldMk cId="4156708384" sldId="306"/>
            <ac:spMk id="21" creationId="{FCF0B956-D145-0354-B0D0-66D26AA2826D}"/>
          </ac:spMkLst>
        </pc:spChg>
        <pc:spChg chg="add mod">
          <ac:chgData name="Jacob Wyngaard" userId="6181fcd471e98458" providerId="LiveId" clId="{788BA123-62C9-4DDC-86E5-A6BCA4600216}" dt="2026-02-16T01:00:19.643" v="5124" actId="1076"/>
          <ac:spMkLst>
            <pc:docMk/>
            <pc:sldMk cId="4156708384" sldId="306"/>
            <ac:spMk id="22" creationId="{2E903A09-819F-08CB-BFEE-6C52FB65DC54}"/>
          </ac:spMkLst>
        </pc:spChg>
        <pc:spChg chg="add mod">
          <ac:chgData name="Jacob Wyngaard" userId="6181fcd471e98458" providerId="LiveId" clId="{788BA123-62C9-4DDC-86E5-A6BCA4600216}" dt="2026-02-16T01:00:39.055" v="5128" actId="1076"/>
          <ac:spMkLst>
            <pc:docMk/>
            <pc:sldMk cId="4156708384" sldId="306"/>
            <ac:spMk id="23" creationId="{62ECC082-A593-8A0B-6971-831F165105D4}"/>
          </ac:spMkLst>
        </pc:spChg>
        <pc:spChg chg="add mod">
          <ac:chgData name="Jacob Wyngaard" userId="6181fcd471e98458" providerId="LiveId" clId="{788BA123-62C9-4DDC-86E5-A6BCA4600216}" dt="2026-02-16T01:00:24.204" v="5125" actId="1076"/>
          <ac:spMkLst>
            <pc:docMk/>
            <pc:sldMk cId="4156708384" sldId="306"/>
            <ac:spMk id="25" creationId="{7E9B4D4E-2697-F161-DCE4-1D6082849D8C}"/>
          </ac:spMkLst>
        </pc:spChg>
        <pc:spChg chg="mod">
          <ac:chgData name="Jacob Wyngaard" userId="6181fcd471e98458" providerId="LiveId" clId="{788BA123-62C9-4DDC-86E5-A6BCA4600216}" dt="2026-02-16T01:00:52.685" v="5130" actId="1076"/>
          <ac:spMkLst>
            <pc:docMk/>
            <pc:sldMk cId="4156708384" sldId="306"/>
            <ac:spMk id="26" creationId="{595B475B-0335-73AF-2AA0-D19B2EB05E6C}"/>
          </ac:spMkLst>
        </pc:spChg>
        <pc:spChg chg="add mod">
          <ac:chgData name="Jacob Wyngaard" userId="6181fcd471e98458" providerId="LiveId" clId="{788BA123-62C9-4DDC-86E5-A6BCA4600216}" dt="2026-02-16T01:00:15.188" v="5123" actId="1076"/>
          <ac:spMkLst>
            <pc:docMk/>
            <pc:sldMk cId="4156708384" sldId="306"/>
            <ac:spMk id="27" creationId="{03C01094-127C-1B6E-FF42-E0575F1AEDD8}"/>
          </ac:spMkLst>
        </pc:spChg>
        <pc:spChg chg="add mod">
          <ac:chgData name="Jacob Wyngaard" userId="6181fcd471e98458" providerId="LiveId" clId="{788BA123-62C9-4DDC-86E5-A6BCA4600216}" dt="2026-02-16T00:54:07.384" v="5000" actId="1076"/>
          <ac:spMkLst>
            <pc:docMk/>
            <pc:sldMk cId="4156708384" sldId="306"/>
            <ac:spMk id="28" creationId="{314CC240-B46A-ABBF-6E0B-602E012A2E1F}"/>
          </ac:spMkLst>
        </pc:spChg>
        <pc:spChg chg="add mod">
          <ac:chgData name="Jacob Wyngaard" userId="6181fcd471e98458" providerId="LiveId" clId="{788BA123-62C9-4DDC-86E5-A6BCA4600216}" dt="2026-02-16T00:54:23.258" v="5006" actId="14100"/>
          <ac:spMkLst>
            <pc:docMk/>
            <pc:sldMk cId="4156708384" sldId="306"/>
            <ac:spMk id="30" creationId="{261CF858-8F25-4CDB-B343-CD3044B4D7BC}"/>
          </ac:spMkLst>
        </pc:spChg>
        <pc:spChg chg="add mod">
          <ac:chgData name="Jacob Wyngaard" userId="6181fcd471e98458" providerId="LiveId" clId="{788BA123-62C9-4DDC-86E5-A6BCA4600216}" dt="2026-02-16T00:55:15.273" v="5019" actId="14100"/>
          <ac:spMkLst>
            <pc:docMk/>
            <pc:sldMk cId="4156708384" sldId="306"/>
            <ac:spMk id="31" creationId="{39025073-4990-E45E-8D28-28A35337A123}"/>
          </ac:spMkLst>
        </pc:spChg>
        <pc:spChg chg="mod">
          <ac:chgData name="Jacob Wyngaard" userId="6181fcd471e98458" providerId="LiveId" clId="{788BA123-62C9-4DDC-86E5-A6BCA4600216}" dt="2026-02-16T01:00:56.238" v="5131" actId="1076"/>
          <ac:spMkLst>
            <pc:docMk/>
            <pc:sldMk cId="4156708384" sldId="306"/>
            <ac:spMk id="32" creationId="{ACF78E18-2595-B1BD-3732-0B3EA5B93B4A}"/>
          </ac:spMkLst>
        </pc:spChg>
        <pc:spChg chg="add mod">
          <ac:chgData name="Jacob Wyngaard" userId="6181fcd471e98458" providerId="LiveId" clId="{788BA123-62C9-4DDC-86E5-A6BCA4600216}" dt="2026-02-16T00:56:38.279" v="5025" actId="1076"/>
          <ac:spMkLst>
            <pc:docMk/>
            <pc:sldMk cId="4156708384" sldId="306"/>
            <ac:spMk id="33" creationId="{D71A1997-6719-530D-B224-40D393456B06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34" creationId="{B6387FB1-4203-0477-D7E3-FB640A754DD6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35" creationId="{8D27600F-EE17-8C95-D861-119B5A32302A}"/>
          </ac:spMkLst>
        </pc:spChg>
        <pc:spChg chg="mod">
          <ac:chgData name="Jacob Wyngaard" userId="6181fcd471e98458" providerId="LiveId" clId="{788BA123-62C9-4DDC-86E5-A6BCA4600216}" dt="2026-02-16T00:49:07.477" v="4929" actId="1076"/>
          <ac:spMkLst>
            <pc:docMk/>
            <pc:sldMk cId="4156708384" sldId="306"/>
            <ac:spMk id="36" creationId="{F629E24E-6669-DBF7-0E88-ABB66D5444FD}"/>
          </ac:spMkLst>
        </pc:spChg>
        <pc:spChg chg="add mod">
          <ac:chgData name="Jacob Wyngaard" userId="6181fcd471e98458" providerId="LiveId" clId="{788BA123-62C9-4DDC-86E5-A6BCA4600216}" dt="2026-02-16T00:56:48.234" v="5031" actId="1076"/>
          <ac:spMkLst>
            <pc:docMk/>
            <pc:sldMk cId="4156708384" sldId="306"/>
            <ac:spMk id="37" creationId="{F18B3B86-5DEF-FC72-DEA2-9F452577B8E8}"/>
          </ac:spMkLst>
        </pc:spChg>
        <pc:spChg chg="add mod">
          <ac:chgData name="Jacob Wyngaard" userId="6181fcd471e98458" providerId="LiveId" clId="{788BA123-62C9-4DDC-86E5-A6BCA4600216}" dt="2026-02-16T01:01:31.597" v="5139" actId="14100"/>
          <ac:spMkLst>
            <pc:docMk/>
            <pc:sldMk cId="4156708384" sldId="306"/>
            <ac:spMk id="38" creationId="{C6A9D60C-E3D4-DAD4-1AE2-088EB9CBD0D0}"/>
          </ac:spMkLst>
        </pc:spChg>
        <pc:spChg chg="add mod">
          <ac:chgData name="Jacob Wyngaard" userId="6181fcd471e98458" providerId="LiveId" clId="{788BA123-62C9-4DDC-86E5-A6BCA4600216}" dt="2026-02-16T00:51:13.749" v="4973" actId="1076"/>
          <ac:spMkLst>
            <pc:docMk/>
            <pc:sldMk cId="4156708384" sldId="306"/>
            <ac:spMk id="39" creationId="{8A1E8206-EF63-0387-D19A-D8D29CDD1503}"/>
          </ac:spMkLst>
        </pc:spChg>
        <pc:spChg chg="add mod">
          <ac:chgData name="Jacob Wyngaard" userId="6181fcd471e98458" providerId="LiveId" clId="{788BA123-62C9-4DDC-86E5-A6BCA4600216}" dt="2026-02-16T00:51:59.178" v="4977" actId="1076"/>
          <ac:spMkLst>
            <pc:docMk/>
            <pc:sldMk cId="4156708384" sldId="306"/>
            <ac:spMk id="40" creationId="{D314DE4C-B2F4-CB70-3DF0-FFD688C5C6C2}"/>
          </ac:spMkLst>
        </pc:spChg>
        <pc:spChg chg="add mod">
          <ac:chgData name="Jacob Wyngaard" userId="6181fcd471e98458" providerId="LiveId" clId="{788BA123-62C9-4DDC-86E5-A6BCA4600216}" dt="2026-02-16T01:01:14.622" v="5135" actId="14100"/>
          <ac:spMkLst>
            <pc:docMk/>
            <pc:sldMk cId="4156708384" sldId="306"/>
            <ac:spMk id="41" creationId="{C9435B81-E366-A389-C5DE-82D4AFC77FB9}"/>
          </ac:spMkLst>
        </pc:spChg>
        <pc:spChg chg="add mod">
          <ac:chgData name="Jacob Wyngaard" userId="6181fcd471e98458" providerId="LiveId" clId="{788BA123-62C9-4DDC-86E5-A6BCA4600216}" dt="2026-02-16T01:01:17.708" v="5136" actId="1076"/>
          <ac:spMkLst>
            <pc:docMk/>
            <pc:sldMk cId="4156708384" sldId="306"/>
            <ac:spMk id="42" creationId="{BA1D4C86-26FE-2B8E-8EDD-BA72CEEBBE50}"/>
          </ac:spMkLst>
        </pc:spChg>
        <pc:spChg chg="add mod">
          <ac:chgData name="Jacob Wyngaard" userId="6181fcd471e98458" providerId="LiveId" clId="{788BA123-62C9-4DDC-86E5-A6BCA4600216}" dt="2026-02-16T01:01:37.037" v="5141" actId="1076"/>
          <ac:spMkLst>
            <pc:docMk/>
            <pc:sldMk cId="4156708384" sldId="306"/>
            <ac:spMk id="43" creationId="{B9DA941C-65B2-409E-B5C1-2D2D191942D9}"/>
          </ac:spMkLst>
        </pc:spChg>
        <pc:spChg chg="add mod">
          <ac:chgData name="Jacob Wyngaard" userId="6181fcd471e98458" providerId="LiveId" clId="{788BA123-62C9-4DDC-86E5-A6BCA4600216}" dt="2026-02-16T01:01:40.385" v="5142" actId="1076"/>
          <ac:spMkLst>
            <pc:docMk/>
            <pc:sldMk cId="4156708384" sldId="306"/>
            <ac:spMk id="44" creationId="{1310FB8B-7A44-31D0-C477-8E8EDD14D8DA}"/>
          </ac:spMkLst>
        </pc:spChg>
        <pc:picChg chg="del">
          <ac:chgData name="Jacob Wyngaard" userId="6181fcd471e98458" providerId="LiveId" clId="{788BA123-62C9-4DDC-86E5-A6BCA4600216}" dt="2026-02-16T00:49:10.535" v="4930" actId="478"/>
          <ac:picMkLst>
            <pc:docMk/>
            <pc:sldMk cId="4156708384" sldId="306"/>
            <ac:picMk id="2" creationId="{21C87904-1965-450F-2D8A-2F6938DCD8D5}"/>
          </ac:picMkLst>
        </pc:picChg>
      </pc:sldChg>
      <pc:sldChg chg="add del ord">
        <pc:chgData name="Jacob Wyngaard" userId="6181fcd471e98458" providerId="LiveId" clId="{788BA123-62C9-4DDC-86E5-A6BCA4600216}" dt="2026-02-16T01:02:17.402" v="5146" actId="47"/>
        <pc:sldMkLst>
          <pc:docMk/>
          <pc:sldMk cId="3008949671" sldId="307"/>
        </pc:sldMkLst>
      </pc:sldChg>
      <pc:sldChg chg="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4241303160" sldId="307"/>
        </pc:sldMkLst>
        <pc:spChg chg="mod">
          <ac:chgData name="Jacob Wyngaard" userId="6181fcd471e98458" providerId="LiveId" clId="{788BA123-62C9-4DDC-86E5-A6BCA4600216}" dt="2026-02-16T04:06:39.741" v="5934" actId="14100"/>
          <ac:spMkLst>
            <pc:docMk/>
            <pc:sldMk cId="4241303160" sldId="307"/>
            <ac:spMk id="2" creationId="{8A3CA3E6-77C7-E148-FCF5-4CBD31E4C91C}"/>
          </ac:spMkLst>
        </pc:spChg>
        <pc:spChg chg="del">
          <ac:chgData name="Jacob Wyngaard" userId="6181fcd471e98458" providerId="LiveId" clId="{788BA123-62C9-4DDC-86E5-A6BCA4600216}" dt="2026-02-16T04:05:40.899" v="5857" actId="478"/>
          <ac:spMkLst>
            <pc:docMk/>
            <pc:sldMk cId="4241303160" sldId="307"/>
            <ac:spMk id="4" creationId="{D61562BE-2359-3F50-D3FF-F84B5C75B7DC}"/>
          </ac:spMkLst>
        </pc:spChg>
        <pc:spChg chg="mod">
          <ac:chgData name="Jacob Wyngaard" userId="6181fcd471e98458" providerId="LiveId" clId="{788BA123-62C9-4DDC-86E5-A6BCA4600216}" dt="2026-02-16T04:05:03.106" v="5856" actId="1076"/>
          <ac:spMkLst>
            <pc:docMk/>
            <pc:sldMk cId="4241303160" sldId="307"/>
            <ac:spMk id="24" creationId="{96049335-FB74-3EFC-DC12-562AC6B86579}"/>
          </ac:spMkLst>
        </pc:spChg>
      </pc:sldChg>
      <pc:sldChg chg="add del ord">
        <pc:chgData name="Jacob Wyngaard" userId="6181fcd471e98458" providerId="LiveId" clId="{788BA123-62C9-4DDC-86E5-A6BCA4600216}" dt="2026-02-16T01:02:26.959" v="5147" actId="47"/>
        <pc:sldMkLst>
          <pc:docMk/>
          <pc:sldMk cId="44176853" sldId="308"/>
        </pc:sldMkLst>
      </pc:sldChg>
      <pc:sldChg chg="addSp delSp modSp add del mod">
        <pc:chgData name="Jacob Wyngaard" userId="6181fcd471e98458" providerId="LiveId" clId="{788BA123-62C9-4DDC-86E5-A6BCA4600216}" dt="2026-02-17T03:14:43.719" v="6539" actId="47"/>
        <pc:sldMkLst>
          <pc:docMk/>
          <pc:sldMk cId="797539763" sldId="308"/>
        </pc:sldMkLst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" creationId="{5A81292E-88AE-B37E-E948-A1896F7564EF}"/>
          </ac:spMkLst>
        </pc:spChg>
        <pc:spChg chg="mod">
          <ac:chgData name="Jacob Wyngaard" userId="6181fcd471e98458" providerId="LiveId" clId="{788BA123-62C9-4DDC-86E5-A6BCA4600216}" dt="2026-02-16T04:27:07.748" v="6403" actId="20577"/>
          <ac:spMkLst>
            <pc:docMk/>
            <pc:sldMk cId="797539763" sldId="308"/>
            <ac:spMk id="9" creationId="{36CC0D53-10C6-584A-D8CB-27B3FFCDE55B}"/>
          </ac:spMkLst>
        </pc:spChg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0" creationId="{3A3C7BA4-8256-B79D-2061-DE24BC804960}"/>
          </ac:spMkLst>
        </pc:spChg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2" creationId="{57C30498-C67D-2F0E-886C-99DF5E48F645}"/>
          </ac:spMkLst>
        </pc:spChg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4" creationId="{9B9F4109-6A97-995C-B088-81E9C4284973}"/>
          </ac:spMkLst>
        </pc:spChg>
        <pc:picChg chg="add mod">
          <ac:chgData name="Jacob Wyngaard" userId="6181fcd471e98458" providerId="LiveId" clId="{788BA123-62C9-4DDC-86E5-A6BCA4600216}" dt="2026-02-16T04:26:40.775" v="6397" actId="1076"/>
          <ac:picMkLst>
            <pc:docMk/>
            <pc:sldMk cId="797539763" sldId="308"/>
            <ac:picMk id="4" creationId="{759B06DB-CB82-38D9-CA6B-4DB855626538}"/>
          </ac:picMkLst>
        </pc:picChg>
      </pc:sldChg>
      <pc:sldChg chg="add del">
        <pc:chgData name="Jacob Wyngaard" userId="6181fcd471e98458" providerId="LiveId" clId="{788BA123-62C9-4DDC-86E5-A6BCA4600216}" dt="2026-02-16T04:23:09.900" v="6372" actId="47"/>
        <pc:sldMkLst>
          <pc:docMk/>
          <pc:sldMk cId="2062741325" sldId="308"/>
        </pc:sldMkLst>
      </pc:sldChg>
      <pc:sldChg chg="modSp add del mod ord">
        <pc:chgData name="Jacob Wyngaard" userId="6181fcd471e98458" providerId="LiveId" clId="{788BA123-62C9-4DDC-86E5-A6BCA4600216}" dt="2026-02-17T03:14:43.719" v="6539" actId="47"/>
        <pc:sldMkLst>
          <pc:docMk/>
          <pc:sldMk cId="1373182850" sldId="309"/>
        </pc:sldMkLst>
        <pc:spChg chg="mod">
          <ac:chgData name="Jacob Wyngaard" userId="6181fcd471e98458" providerId="LiveId" clId="{788BA123-62C9-4DDC-86E5-A6BCA4600216}" dt="2026-02-16T04:28:56.716" v="6447" actId="14100"/>
          <ac:spMkLst>
            <pc:docMk/>
            <pc:sldMk cId="1373182850" sldId="309"/>
            <ac:spMk id="4" creationId="{34FCCF87-1B13-6B02-39F5-3AA0548E2F20}"/>
          </ac:spMkLst>
        </pc:spChg>
        <pc:spChg chg="mod">
          <ac:chgData name="Jacob Wyngaard" userId="6181fcd471e98458" providerId="LiveId" clId="{788BA123-62C9-4DDC-86E5-A6BCA4600216}" dt="2026-02-16T04:29:14.134" v="6515" actId="20577"/>
          <ac:spMkLst>
            <pc:docMk/>
            <pc:sldMk cId="1373182850" sldId="309"/>
            <ac:spMk id="5" creationId="{7E058B11-9FFF-0576-0BA0-D7E1104518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D5AEB-03AD-89E8-4951-30D62077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9DFC0-619C-A8A4-AAD3-A139ED139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F6487-6696-1D91-D5FD-02C9FBA65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BE72B-A24B-9301-0FF6-B14C99050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77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EC76-3E23-CB8B-5463-7962DE2E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3ABC5-037D-9CB8-7656-F527AF67E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2C553-2235-4840-F723-2F1AB053F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81F3-8CB7-AABA-3D86-0EEE4F8B6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8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315E-7D22-153C-6394-93C10F23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367CB-A65D-7C79-103F-4B4CE9573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D7E2D-9ECE-0897-E9E5-B19447DF5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961CC-5116-C3EF-48C8-36EF1E279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81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5442-BAA9-7DD4-1464-1124C0DA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C7C24-C5C4-7375-E694-AE160DF9B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F52C6-B195-1A4A-68FE-B6A32691E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103BB-F6A5-57E4-3817-2089C894B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07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06478" y="2301107"/>
            <a:ext cx="55060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Control Theory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CE436-4D95-16F3-641B-9EF9E76C0804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8B3D1-6132-E6F4-E59C-0D2F835210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75" r="7086" b="10572"/>
          <a:stretch>
            <a:fillRect/>
          </a:stretch>
        </p:blipFill>
        <p:spPr>
          <a:xfrm>
            <a:off x="6702552" y="1769624"/>
            <a:ext cx="5400283" cy="277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DD8A-31F9-8A44-3C8D-CF219C12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79FD5E-AFFC-E586-EBD7-A0F759B07BD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61F6E-54ED-5B99-F375-022A64CBF56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485D2-D86A-8D6B-66D2-E4F3620C26FD}"/>
              </a:ext>
            </a:extLst>
          </p:cNvPr>
          <p:cNvSpPr txBox="1"/>
          <p:nvPr/>
        </p:nvSpPr>
        <p:spPr>
          <a:xfrm>
            <a:off x="4483510" y="403178"/>
            <a:ext cx="4024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EEE71-603B-30BC-067B-7167D377B44F}"/>
              </a:ext>
            </a:extLst>
          </p:cNvPr>
          <p:cNvSpPr txBox="1"/>
          <p:nvPr/>
        </p:nvSpPr>
        <p:spPr>
          <a:xfrm>
            <a:off x="-339768" y="1871283"/>
            <a:ext cx="118970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A control problem seeks to maximize an objective functional which depends upon the state and control variables of a dynamic system over a period of time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The dynamic system evolves in time through equations of motion, which depend on the state and control variables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101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1663-DBC6-BF8A-5DBF-F8C6BDBA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037A6B-04C8-6E21-5D85-CE93577CCFD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39FFE-B689-F372-2FAF-3E2E510FFEC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9CF10-E9FF-693E-9103-5DFFCDE98302}"/>
              </a:ext>
            </a:extLst>
          </p:cNvPr>
          <p:cNvSpPr txBox="1"/>
          <p:nvPr/>
        </p:nvSpPr>
        <p:spPr>
          <a:xfrm>
            <a:off x="4083936" y="403178"/>
            <a:ext cx="4024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State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DE1BC-92B0-9882-6718-0F62B4CF3082}"/>
              </a:ext>
            </a:extLst>
          </p:cNvPr>
          <p:cNvSpPr txBox="1"/>
          <p:nvPr/>
        </p:nvSpPr>
        <p:spPr>
          <a:xfrm>
            <a:off x="-339768" y="1871283"/>
            <a:ext cx="11897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Words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639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2F02-F86C-DD40-6DB9-BC77EE58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3E5895-0951-F8FB-D6AA-70F06C4EC29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3A3AF-56EB-9B95-B0B2-06CBD2CA74E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4DDFB-A46E-4CB9-522E-8B6CF9BBD622}"/>
              </a:ext>
            </a:extLst>
          </p:cNvPr>
          <p:cNvSpPr txBox="1"/>
          <p:nvPr/>
        </p:nvSpPr>
        <p:spPr>
          <a:xfrm>
            <a:off x="4060722" y="378560"/>
            <a:ext cx="4316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Control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59EAC-A182-5183-57C4-89EDE0E5FC5E}"/>
              </a:ext>
            </a:extLst>
          </p:cNvPr>
          <p:cNvSpPr txBox="1"/>
          <p:nvPr/>
        </p:nvSpPr>
        <p:spPr>
          <a:xfrm>
            <a:off x="-339768" y="1871283"/>
            <a:ext cx="11897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Words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841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5C57-4875-C779-713B-259EA1CE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0E6B1C-4372-0650-A3F7-CF85603EE58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763C5F-2306-096A-DA38-73D185A4978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82FB7-AD36-89BE-B361-1CF22B123A7E}"/>
              </a:ext>
            </a:extLst>
          </p:cNvPr>
          <p:cNvSpPr txBox="1"/>
          <p:nvPr/>
        </p:nvSpPr>
        <p:spPr>
          <a:xfrm>
            <a:off x="3736257" y="378560"/>
            <a:ext cx="5240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Objective Functional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FF876E-F0C2-71F8-BEF0-366B805990BD}"/>
                  </a:ext>
                </a:extLst>
              </p:cNvPr>
              <p:cNvSpPr txBox="1"/>
              <p:nvPr/>
            </p:nvSpPr>
            <p:spPr>
              <a:xfrm>
                <a:off x="-310271" y="1843566"/>
                <a:ext cx="11897032" cy="3831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The objective functional is generally of the following form: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𝒖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/>
                  <a:t> is the intermediate function, representing the marginal cost at each point in time</a:t>
                </a:r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represents the cost of finishing in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FF876E-F0C2-71F8-BEF0-366B80599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0271" y="1843566"/>
                <a:ext cx="11897032" cy="3831690"/>
              </a:xfrm>
              <a:prstGeom prst="rect">
                <a:avLst/>
              </a:prstGeom>
              <a:blipFill>
                <a:blip r:embed="rId3"/>
                <a:stretch>
                  <a:fillRect t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58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121</Words>
  <Application>Microsoft Office PowerPoint</Application>
  <PresentationFormat>Widescreen</PresentationFormat>
  <Paragraphs>23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26</cp:revision>
  <cp:lastPrinted>2025-08-21T02:00:35Z</cp:lastPrinted>
  <dcterms:created xsi:type="dcterms:W3CDTF">2025-08-20T23:47:39Z</dcterms:created>
  <dcterms:modified xsi:type="dcterms:W3CDTF">2026-02-17T03:49:17Z</dcterms:modified>
</cp:coreProperties>
</file>