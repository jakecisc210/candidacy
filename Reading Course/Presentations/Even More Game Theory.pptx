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91" r:id="rId2"/>
    <p:sldId id="277" r:id="rId3"/>
    <p:sldId id="297" r:id="rId4"/>
    <p:sldId id="298" r:id="rId5"/>
    <p:sldId id="299" r:id="rId6"/>
    <p:sldId id="292" r:id="rId7"/>
    <p:sldId id="300" r:id="rId8"/>
    <p:sldId id="301" r:id="rId9"/>
    <p:sldId id="302" r:id="rId10"/>
    <p:sldId id="303" r:id="rId11"/>
    <p:sldId id="304" r:id="rId12"/>
    <p:sldId id="306" r:id="rId13"/>
    <p:sldId id="307" r:id="rId14"/>
    <p:sldId id="308" r:id="rId15"/>
    <p:sldId id="310" r:id="rId16"/>
    <p:sldId id="313" r:id="rId17"/>
    <p:sldId id="311" r:id="rId18"/>
    <p:sldId id="312" r:id="rId19"/>
    <p:sldId id="309" r:id="rId20"/>
    <p:sldId id="317" r:id="rId21"/>
    <p:sldId id="318" r:id="rId22"/>
    <p:sldId id="319" r:id="rId23"/>
    <p:sldId id="320" r:id="rId24"/>
    <p:sldId id="321" r:id="rId25"/>
    <p:sldId id="322" r:id="rId26"/>
    <p:sldId id="314" r:id="rId27"/>
    <p:sldId id="315" r:id="rId28"/>
    <p:sldId id="316" r:id="rId29"/>
    <p:sldId id="323" r:id="rId30"/>
    <p:sldId id="324" r:id="rId31"/>
  </p:sldIdLst>
  <p:sldSz cx="12192000" cy="6858000"/>
  <p:notesSz cx="6858000" cy="889158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7D359C8-AACA-2EA8-D24E-0AAD455781CC}" name="Jacob Wyngaard" initials="JW" userId="6181fcd471e98458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64EA1"/>
    <a:srgbClr val="F21C0B"/>
    <a:srgbClr val="5E83A6"/>
    <a:srgbClr val="EBF1F8"/>
    <a:srgbClr val="B2BFB9"/>
    <a:srgbClr val="E9F5E7"/>
    <a:srgbClr val="FFFFFF"/>
    <a:srgbClr val="CDE6EF"/>
    <a:srgbClr val="14A7D8"/>
    <a:srgbClr val="CDE6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95ABCAE-281F-488A-8CE8-04C8D97BC84B}" v="2964" dt="2026-02-25T00:31:07.45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651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102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8/10/relationships/authors" Target="authors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cob Wyngaard" userId="6181fcd471e98458" providerId="LiveId" clId="{788BA123-62C9-4DDC-86E5-A6BCA4600216}"/>
    <pc:docChg chg="undo custSel addSld delSld modSld sldOrd">
      <pc:chgData name="Jacob Wyngaard" userId="6181fcd471e98458" providerId="LiveId" clId="{788BA123-62C9-4DDC-86E5-A6BCA4600216}" dt="2026-02-25T00:31:07.451" v="9433"/>
      <pc:docMkLst>
        <pc:docMk/>
      </pc:docMkLst>
      <pc:sldChg chg="addSp delSp modSp mod">
        <pc:chgData name="Jacob Wyngaard" userId="6181fcd471e98458" providerId="LiveId" clId="{788BA123-62C9-4DDC-86E5-A6BCA4600216}" dt="2026-02-23T16:52:25.070" v="1073" actId="20577"/>
        <pc:sldMkLst>
          <pc:docMk/>
          <pc:sldMk cId="2457022423" sldId="277"/>
        </pc:sldMkLst>
        <pc:spChg chg="mod">
          <ac:chgData name="Jacob Wyngaard" userId="6181fcd471e98458" providerId="LiveId" clId="{788BA123-62C9-4DDC-86E5-A6BCA4600216}" dt="2026-02-23T16:38:56.894" v="703" actId="1076"/>
          <ac:spMkLst>
            <pc:docMk/>
            <pc:sldMk cId="2457022423" sldId="277"/>
            <ac:spMk id="9" creationId="{1CA26395-4C2F-CF61-0495-2CA4A3A53348}"/>
          </ac:spMkLst>
        </pc:spChg>
        <pc:spChg chg="add mod">
          <ac:chgData name="Jacob Wyngaard" userId="6181fcd471e98458" providerId="LiveId" clId="{788BA123-62C9-4DDC-86E5-A6BCA4600216}" dt="2026-02-23T16:46:20.310" v="880" actId="1076"/>
          <ac:spMkLst>
            <pc:docMk/>
            <pc:sldMk cId="2457022423" sldId="277"/>
            <ac:spMk id="25" creationId="{0D5585F5-32D4-61FD-4AFA-5630D46FCAA4}"/>
          </ac:spMkLst>
        </pc:spChg>
        <pc:spChg chg="add mod">
          <ac:chgData name="Jacob Wyngaard" userId="6181fcd471e98458" providerId="LiveId" clId="{788BA123-62C9-4DDC-86E5-A6BCA4600216}" dt="2026-02-23T16:46:23.499" v="881" actId="1076"/>
          <ac:spMkLst>
            <pc:docMk/>
            <pc:sldMk cId="2457022423" sldId="277"/>
            <ac:spMk id="29" creationId="{EC23143A-C425-3166-5A0C-1A7CDCED563D}"/>
          </ac:spMkLst>
        </pc:spChg>
        <pc:spChg chg="add mod">
          <ac:chgData name="Jacob Wyngaard" userId="6181fcd471e98458" providerId="LiveId" clId="{788BA123-62C9-4DDC-86E5-A6BCA4600216}" dt="2026-02-23T16:50:10.753" v="1053" actId="1076"/>
          <ac:spMkLst>
            <pc:docMk/>
            <pc:sldMk cId="2457022423" sldId="277"/>
            <ac:spMk id="30" creationId="{931B4B9F-02A8-DB0B-98E1-A397DF52F62D}"/>
          </ac:spMkLst>
        </pc:spChg>
        <pc:spChg chg="add mod">
          <ac:chgData name="Jacob Wyngaard" userId="6181fcd471e98458" providerId="LiveId" clId="{788BA123-62C9-4DDC-86E5-A6BCA4600216}" dt="2026-02-23T16:50:34.999" v="1059" actId="1076"/>
          <ac:spMkLst>
            <pc:docMk/>
            <pc:sldMk cId="2457022423" sldId="277"/>
            <ac:spMk id="32" creationId="{27FAA035-B413-259B-A062-6685EA6B12FC}"/>
          </ac:spMkLst>
        </pc:spChg>
        <pc:spChg chg="add mod">
          <ac:chgData name="Jacob Wyngaard" userId="6181fcd471e98458" providerId="LiveId" clId="{788BA123-62C9-4DDC-86E5-A6BCA4600216}" dt="2026-02-23T16:50:42.530" v="1061" actId="1076"/>
          <ac:spMkLst>
            <pc:docMk/>
            <pc:sldMk cId="2457022423" sldId="277"/>
            <ac:spMk id="35" creationId="{1C5A0267-311E-57B9-4BBF-DAC55FE46BE4}"/>
          </ac:spMkLst>
        </pc:spChg>
        <pc:spChg chg="add mod">
          <ac:chgData name="Jacob Wyngaard" userId="6181fcd471e98458" providerId="LiveId" clId="{788BA123-62C9-4DDC-86E5-A6BCA4600216}" dt="2026-02-23T16:52:25.070" v="1073" actId="20577"/>
          <ac:spMkLst>
            <pc:docMk/>
            <pc:sldMk cId="2457022423" sldId="277"/>
            <ac:spMk id="37" creationId="{56F2428F-B40D-17A0-7007-ECAE725475AD}"/>
          </ac:spMkLst>
        </pc:spChg>
        <pc:spChg chg="add mod">
          <ac:chgData name="Jacob Wyngaard" userId="6181fcd471e98458" providerId="LiveId" clId="{788BA123-62C9-4DDC-86E5-A6BCA4600216}" dt="2026-02-23T16:51:37.722" v="1067" actId="20577"/>
          <ac:spMkLst>
            <pc:docMk/>
            <pc:sldMk cId="2457022423" sldId="277"/>
            <ac:spMk id="43" creationId="{51E00468-4633-8000-5321-17962D96F9E0}"/>
          </ac:spMkLst>
        </pc:spChg>
        <pc:spChg chg="add mod">
          <ac:chgData name="Jacob Wyngaard" userId="6181fcd471e98458" providerId="LiveId" clId="{788BA123-62C9-4DDC-86E5-A6BCA4600216}" dt="2026-02-23T16:50:15.458" v="1054" actId="1076"/>
          <ac:spMkLst>
            <pc:docMk/>
            <pc:sldMk cId="2457022423" sldId="277"/>
            <ac:spMk id="44" creationId="{6AF1858D-37BD-1E7D-B227-99F84FA2DFA7}"/>
          </ac:spMkLst>
        </pc:spChg>
        <pc:spChg chg="add mod">
          <ac:chgData name="Jacob Wyngaard" userId="6181fcd471e98458" providerId="LiveId" clId="{788BA123-62C9-4DDC-86E5-A6BCA4600216}" dt="2026-02-23T16:50:52.484" v="1063" actId="1076"/>
          <ac:spMkLst>
            <pc:docMk/>
            <pc:sldMk cId="2457022423" sldId="277"/>
            <ac:spMk id="45" creationId="{478B85B6-D5C0-B5E7-1661-5AE1886DE10E}"/>
          </ac:spMkLst>
        </pc:spChg>
        <pc:spChg chg="add mod">
          <ac:chgData name="Jacob Wyngaard" userId="6181fcd471e98458" providerId="LiveId" clId="{788BA123-62C9-4DDC-86E5-A6BCA4600216}" dt="2026-02-23T16:50:50.108" v="1062" actId="1076"/>
          <ac:spMkLst>
            <pc:docMk/>
            <pc:sldMk cId="2457022423" sldId="277"/>
            <ac:spMk id="46" creationId="{C40719BF-1DC5-7AC8-2CF6-5F29CB9B36AA}"/>
          </ac:spMkLst>
        </pc:spChg>
      </pc:sldChg>
      <pc:sldChg chg="addSp delSp modSp mod">
        <pc:chgData name="Jacob Wyngaard" userId="6181fcd471e98458" providerId="LiveId" clId="{788BA123-62C9-4DDC-86E5-A6BCA4600216}" dt="2026-02-23T16:25:56.439" v="11" actId="1076"/>
        <pc:sldMkLst>
          <pc:docMk/>
          <pc:sldMk cId="606609933" sldId="291"/>
        </pc:sldMkLst>
        <pc:spChg chg="mod">
          <ac:chgData name="Jacob Wyngaard" userId="6181fcd471e98458" providerId="LiveId" clId="{788BA123-62C9-4DDC-86E5-A6BCA4600216}" dt="2026-02-23T16:24:17.561" v="2" actId="20577"/>
          <ac:spMkLst>
            <pc:docMk/>
            <pc:sldMk cId="606609933" sldId="291"/>
            <ac:spMk id="9" creationId="{146DFEDC-5C40-1E05-3C8E-45F902F03177}"/>
          </ac:spMkLst>
        </pc:spChg>
        <pc:picChg chg="add mod">
          <ac:chgData name="Jacob Wyngaard" userId="6181fcd471e98458" providerId="LiveId" clId="{788BA123-62C9-4DDC-86E5-A6BCA4600216}" dt="2026-02-23T16:25:47.449" v="7" actId="1076"/>
          <ac:picMkLst>
            <pc:docMk/>
            <pc:sldMk cId="606609933" sldId="291"/>
            <ac:picMk id="3" creationId="{CE09EE05-A5B9-1FBF-2DBB-C555BB643101}"/>
          </ac:picMkLst>
        </pc:picChg>
        <pc:picChg chg="add mod">
          <ac:chgData name="Jacob Wyngaard" userId="6181fcd471e98458" providerId="LiveId" clId="{788BA123-62C9-4DDC-86E5-A6BCA4600216}" dt="2026-02-23T16:25:56.439" v="11" actId="1076"/>
          <ac:picMkLst>
            <pc:docMk/>
            <pc:sldMk cId="606609933" sldId="291"/>
            <ac:picMk id="5" creationId="{4C457158-DF9F-C419-9A83-2FA4F37689F7}"/>
          </ac:picMkLst>
        </pc:picChg>
      </pc:sldChg>
      <pc:sldChg chg="addSp modSp add mod">
        <pc:chgData name="Jacob Wyngaard" userId="6181fcd471e98458" providerId="LiveId" clId="{788BA123-62C9-4DDC-86E5-A6BCA4600216}" dt="2026-02-23T17:03:28.443" v="1567" actId="1076"/>
        <pc:sldMkLst>
          <pc:docMk/>
          <pc:sldMk cId="3199105467" sldId="292"/>
        </pc:sldMkLst>
        <pc:spChg chg="add mod">
          <ac:chgData name="Jacob Wyngaard" userId="6181fcd471e98458" providerId="LiveId" clId="{788BA123-62C9-4DDC-86E5-A6BCA4600216}" dt="2026-02-23T16:56:30.952" v="1220" actId="1076"/>
          <ac:spMkLst>
            <pc:docMk/>
            <pc:sldMk cId="3199105467" sldId="292"/>
            <ac:spMk id="2" creationId="{988F1941-A8E0-7EBC-A5F9-0BC6146B56AC}"/>
          </ac:spMkLst>
        </pc:spChg>
        <pc:spChg chg="add mod">
          <ac:chgData name="Jacob Wyngaard" userId="6181fcd471e98458" providerId="LiveId" clId="{788BA123-62C9-4DDC-86E5-A6BCA4600216}" dt="2026-02-23T17:00:24.286" v="1321" actId="20577"/>
          <ac:spMkLst>
            <pc:docMk/>
            <pc:sldMk cId="3199105467" sldId="292"/>
            <ac:spMk id="3" creationId="{EE9B614D-AF8E-693A-DD60-A225666858BF}"/>
          </ac:spMkLst>
        </pc:spChg>
        <pc:spChg chg="add mod">
          <ac:chgData name="Jacob Wyngaard" userId="6181fcd471e98458" providerId="LiveId" clId="{788BA123-62C9-4DDC-86E5-A6BCA4600216}" dt="2026-02-23T17:01:13.638" v="1396" actId="113"/>
          <ac:spMkLst>
            <pc:docMk/>
            <pc:sldMk cId="3199105467" sldId="292"/>
            <ac:spMk id="4" creationId="{21094D36-D732-27AE-3FDA-861A5F08CA1E}"/>
          </ac:spMkLst>
        </pc:spChg>
        <pc:spChg chg="add mod">
          <ac:chgData name="Jacob Wyngaard" userId="6181fcd471e98458" providerId="LiveId" clId="{788BA123-62C9-4DDC-86E5-A6BCA4600216}" dt="2026-02-23T17:01:38.852" v="1398" actId="1076"/>
          <ac:spMkLst>
            <pc:docMk/>
            <pc:sldMk cId="3199105467" sldId="292"/>
            <ac:spMk id="10" creationId="{E5D5DDD3-FC1D-7B66-3D30-B5BDFEE470BF}"/>
          </ac:spMkLst>
        </pc:spChg>
        <pc:spChg chg="add mod">
          <ac:chgData name="Jacob Wyngaard" userId="6181fcd471e98458" providerId="LiveId" clId="{788BA123-62C9-4DDC-86E5-A6BCA4600216}" dt="2026-02-23T17:01:38.852" v="1398" actId="1076"/>
          <ac:spMkLst>
            <pc:docMk/>
            <pc:sldMk cId="3199105467" sldId="292"/>
            <ac:spMk id="11" creationId="{E3469CD2-88EC-6ECE-5CE0-27D2266CFC35}"/>
          </ac:spMkLst>
        </pc:spChg>
        <pc:spChg chg="add mod">
          <ac:chgData name="Jacob Wyngaard" userId="6181fcd471e98458" providerId="LiveId" clId="{788BA123-62C9-4DDC-86E5-A6BCA4600216}" dt="2026-02-23T17:01:38.852" v="1398" actId="1076"/>
          <ac:spMkLst>
            <pc:docMk/>
            <pc:sldMk cId="3199105467" sldId="292"/>
            <ac:spMk id="12" creationId="{7B8F252F-6C9F-E629-F8A8-7220C6DE1671}"/>
          </ac:spMkLst>
        </pc:spChg>
        <pc:spChg chg="add mod">
          <ac:chgData name="Jacob Wyngaard" userId="6181fcd471e98458" providerId="LiveId" clId="{788BA123-62C9-4DDC-86E5-A6BCA4600216}" dt="2026-02-23T17:01:38.852" v="1398" actId="1076"/>
          <ac:spMkLst>
            <pc:docMk/>
            <pc:sldMk cId="3199105467" sldId="292"/>
            <ac:spMk id="13" creationId="{675DE30F-EB14-4704-EA75-EBF2682D2AC4}"/>
          </ac:spMkLst>
        </pc:spChg>
        <pc:spChg chg="add mod">
          <ac:chgData name="Jacob Wyngaard" userId="6181fcd471e98458" providerId="LiveId" clId="{788BA123-62C9-4DDC-86E5-A6BCA4600216}" dt="2026-02-23T17:01:38.852" v="1398" actId="1076"/>
          <ac:spMkLst>
            <pc:docMk/>
            <pc:sldMk cId="3199105467" sldId="292"/>
            <ac:spMk id="14" creationId="{C1F9E94B-441A-08A4-4E2C-183EC25DE877}"/>
          </ac:spMkLst>
        </pc:spChg>
        <pc:spChg chg="add mod">
          <ac:chgData name="Jacob Wyngaard" userId="6181fcd471e98458" providerId="LiveId" clId="{788BA123-62C9-4DDC-86E5-A6BCA4600216}" dt="2026-02-23T17:02:04.260" v="1433" actId="20577"/>
          <ac:spMkLst>
            <pc:docMk/>
            <pc:sldMk cId="3199105467" sldId="292"/>
            <ac:spMk id="15" creationId="{33EF5E07-4069-C0BC-DC25-9044F71FC081}"/>
          </ac:spMkLst>
        </pc:spChg>
        <pc:spChg chg="add mod">
          <ac:chgData name="Jacob Wyngaard" userId="6181fcd471e98458" providerId="LiveId" clId="{788BA123-62C9-4DDC-86E5-A6BCA4600216}" dt="2026-02-23T17:02:08.227" v="1435" actId="20577"/>
          <ac:spMkLst>
            <pc:docMk/>
            <pc:sldMk cId="3199105467" sldId="292"/>
            <ac:spMk id="16" creationId="{E61B0EA7-8F7B-410B-A538-79D5C6364E2B}"/>
          </ac:spMkLst>
        </pc:spChg>
        <pc:spChg chg="add mod">
          <ac:chgData name="Jacob Wyngaard" userId="6181fcd471e98458" providerId="LiveId" clId="{788BA123-62C9-4DDC-86E5-A6BCA4600216}" dt="2026-02-23T17:02:11.590" v="1437" actId="20577"/>
          <ac:spMkLst>
            <pc:docMk/>
            <pc:sldMk cId="3199105467" sldId="292"/>
            <ac:spMk id="17" creationId="{21D5782A-730E-D087-46C9-313FCE154C14}"/>
          </ac:spMkLst>
        </pc:spChg>
        <pc:spChg chg="mod">
          <ac:chgData name="Jacob Wyngaard" userId="6181fcd471e98458" providerId="LiveId" clId="{788BA123-62C9-4DDC-86E5-A6BCA4600216}" dt="2026-02-23T17:02:06.140" v="1434" actId="20577"/>
          <ac:spMkLst>
            <pc:docMk/>
            <pc:sldMk cId="3199105467" sldId="292"/>
            <ac:spMk id="18" creationId="{4EA4E27F-2E3A-4393-6362-B3029AA8A5EA}"/>
          </ac:spMkLst>
        </pc:spChg>
        <pc:spChg chg="add mod">
          <ac:chgData name="Jacob Wyngaard" userId="6181fcd471e98458" providerId="LiveId" clId="{788BA123-62C9-4DDC-86E5-A6BCA4600216}" dt="2026-02-23T17:02:10.008" v="1436" actId="20577"/>
          <ac:spMkLst>
            <pc:docMk/>
            <pc:sldMk cId="3199105467" sldId="292"/>
            <ac:spMk id="19" creationId="{26273934-FBDD-F576-2DBE-869CA7D38C69}"/>
          </ac:spMkLst>
        </pc:spChg>
        <pc:spChg chg="add mod">
          <ac:chgData name="Jacob Wyngaard" userId="6181fcd471e98458" providerId="LiveId" clId="{788BA123-62C9-4DDC-86E5-A6BCA4600216}" dt="2026-02-23T17:02:12.419" v="1438" actId="20577"/>
          <ac:spMkLst>
            <pc:docMk/>
            <pc:sldMk cId="3199105467" sldId="292"/>
            <ac:spMk id="20" creationId="{0D7D2161-16C2-BEAA-0F53-DF2AE66C9B0D}"/>
          </ac:spMkLst>
        </pc:spChg>
        <pc:spChg chg="add mod">
          <ac:chgData name="Jacob Wyngaard" userId="6181fcd471e98458" providerId="LiveId" clId="{788BA123-62C9-4DDC-86E5-A6BCA4600216}" dt="2026-02-23T17:02:01.777" v="1432" actId="1076"/>
          <ac:spMkLst>
            <pc:docMk/>
            <pc:sldMk cId="3199105467" sldId="292"/>
            <ac:spMk id="22" creationId="{996AC98A-8D53-1A20-1976-FAA413F5BA58}"/>
          </ac:spMkLst>
        </pc:spChg>
        <pc:spChg chg="add mod">
          <ac:chgData name="Jacob Wyngaard" userId="6181fcd471e98458" providerId="LiveId" clId="{788BA123-62C9-4DDC-86E5-A6BCA4600216}" dt="2026-02-23T17:02:23.762" v="1442" actId="1076"/>
          <ac:spMkLst>
            <pc:docMk/>
            <pc:sldMk cId="3199105467" sldId="292"/>
            <ac:spMk id="23" creationId="{A2A79B8D-D852-0C8A-B280-1B47DA618B5C}"/>
          </ac:spMkLst>
        </pc:spChg>
        <pc:spChg chg="add mod">
          <ac:chgData name="Jacob Wyngaard" userId="6181fcd471e98458" providerId="LiveId" clId="{788BA123-62C9-4DDC-86E5-A6BCA4600216}" dt="2026-02-23T17:02:26.562" v="1444" actId="1076"/>
          <ac:spMkLst>
            <pc:docMk/>
            <pc:sldMk cId="3199105467" sldId="292"/>
            <ac:spMk id="24" creationId="{5114466E-8164-BDBA-BC9E-5766106D4667}"/>
          </ac:spMkLst>
        </pc:spChg>
        <pc:spChg chg="add mod">
          <ac:chgData name="Jacob Wyngaard" userId="6181fcd471e98458" providerId="LiveId" clId="{788BA123-62C9-4DDC-86E5-A6BCA4600216}" dt="2026-02-23T17:03:28.443" v="1567" actId="1076"/>
          <ac:spMkLst>
            <pc:docMk/>
            <pc:sldMk cId="3199105467" sldId="292"/>
            <ac:spMk id="25" creationId="{D2A616BD-F53B-A670-77AB-9EAC7A7C65B6}"/>
          </ac:spMkLst>
        </pc:spChg>
      </pc:sldChg>
      <pc:sldChg chg="addSp modSp add mod">
        <pc:chgData name="Jacob Wyngaard" userId="6181fcd471e98458" providerId="LiveId" clId="{788BA123-62C9-4DDC-86E5-A6BCA4600216}" dt="2026-02-23T16:54:27.264" v="1141" actId="1076"/>
        <pc:sldMkLst>
          <pc:docMk/>
          <pc:sldMk cId="1828421699" sldId="297"/>
        </pc:sldMkLst>
        <pc:spChg chg="add mod">
          <ac:chgData name="Jacob Wyngaard" userId="6181fcd471e98458" providerId="LiveId" clId="{788BA123-62C9-4DDC-86E5-A6BCA4600216}" dt="2026-02-23T16:53:49.422" v="1091" actId="1038"/>
          <ac:spMkLst>
            <pc:docMk/>
            <pc:sldMk cId="1828421699" sldId="297"/>
            <ac:spMk id="2" creationId="{6F611EFF-B5E3-2A88-EA7D-67B1BC269EC0}"/>
          </ac:spMkLst>
        </pc:spChg>
        <pc:spChg chg="add mod">
          <ac:chgData name="Jacob Wyngaard" userId="6181fcd471e98458" providerId="LiveId" clId="{788BA123-62C9-4DDC-86E5-A6BCA4600216}" dt="2026-02-23T16:53:55.966" v="1097" actId="1037"/>
          <ac:spMkLst>
            <pc:docMk/>
            <pc:sldMk cId="1828421699" sldId="297"/>
            <ac:spMk id="3" creationId="{46F6FD1C-2AB6-589E-4B2C-BB9A33A498A6}"/>
          </ac:spMkLst>
        </pc:spChg>
        <pc:spChg chg="add mod">
          <ac:chgData name="Jacob Wyngaard" userId="6181fcd471e98458" providerId="LiveId" clId="{788BA123-62C9-4DDC-86E5-A6BCA4600216}" dt="2026-02-23T16:54:05.059" v="1116" actId="1037"/>
          <ac:spMkLst>
            <pc:docMk/>
            <pc:sldMk cId="1828421699" sldId="297"/>
            <ac:spMk id="4" creationId="{5C43F415-3E23-55D9-FD0B-D274A3CD2334}"/>
          </ac:spMkLst>
        </pc:spChg>
        <pc:spChg chg="add mod">
          <ac:chgData name="Jacob Wyngaard" userId="6181fcd471e98458" providerId="LiveId" clId="{788BA123-62C9-4DDC-86E5-A6BCA4600216}" dt="2026-02-23T16:54:12.904" v="1140" actId="1037"/>
          <ac:spMkLst>
            <pc:docMk/>
            <pc:sldMk cId="1828421699" sldId="297"/>
            <ac:spMk id="5" creationId="{A42DDF3F-B3D8-1923-C7AE-646F9AF35646}"/>
          </ac:spMkLst>
        </pc:spChg>
        <pc:spChg chg="add mod">
          <ac:chgData name="Jacob Wyngaard" userId="6181fcd471e98458" providerId="LiveId" clId="{788BA123-62C9-4DDC-86E5-A6BCA4600216}" dt="2026-02-23T16:54:27.264" v="1141" actId="1076"/>
          <ac:spMkLst>
            <pc:docMk/>
            <pc:sldMk cId="1828421699" sldId="297"/>
            <ac:spMk id="7" creationId="{0E2C7005-AACD-0DF0-87B3-D4DD99CC459D}"/>
          </ac:spMkLst>
        </pc:spChg>
      </pc:sldChg>
      <pc:sldChg chg="addSp modSp add mod ord">
        <pc:chgData name="Jacob Wyngaard" userId="6181fcd471e98458" providerId="LiveId" clId="{788BA123-62C9-4DDC-86E5-A6BCA4600216}" dt="2026-02-23T16:55:04.811" v="1152" actId="14100"/>
        <pc:sldMkLst>
          <pc:docMk/>
          <pc:sldMk cId="3026030696" sldId="298"/>
        </pc:sldMkLst>
        <pc:spChg chg="add mod">
          <ac:chgData name="Jacob Wyngaard" userId="6181fcd471e98458" providerId="LiveId" clId="{788BA123-62C9-4DDC-86E5-A6BCA4600216}" dt="2026-02-23T16:54:41.997" v="1148" actId="1076"/>
          <ac:spMkLst>
            <pc:docMk/>
            <pc:sldMk cId="3026030696" sldId="298"/>
            <ac:spMk id="2" creationId="{F9F322E9-8FD4-A10F-1190-878ECB66BDCB}"/>
          </ac:spMkLst>
        </pc:spChg>
        <pc:spChg chg="add mod">
          <ac:chgData name="Jacob Wyngaard" userId="6181fcd471e98458" providerId="LiveId" clId="{788BA123-62C9-4DDC-86E5-A6BCA4600216}" dt="2026-02-23T16:54:41.997" v="1148" actId="1076"/>
          <ac:spMkLst>
            <pc:docMk/>
            <pc:sldMk cId="3026030696" sldId="298"/>
            <ac:spMk id="3" creationId="{47B3D457-E06D-6096-933E-CDD599D075BF}"/>
          </ac:spMkLst>
        </pc:spChg>
        <pc:spChg chg="add mod">
          <ac:chgData name="Jacob Wyngaard" userId="6181fcd471e98458" providerId="LiveId" clId="{788BA123-62C9-4DDC-86E5-A6BCA4600216}" dt="2026-02-23T16:55:04.811" v="1152" actId="14100"/>
          <ac:spMkLst>
            <pc:docMk/>
            <pc:sldMk cId="3026030696" sldId="298"/>
            <ac:spMk id="4" creationId="{D015DC8D-5EFB-70F3-3E0F-1BAC91AD497B}"/>
          </ac:spMkLst>
        </pc:spChg>
      </pc:sldChg>
      <pc:sldChg chg="addSp modSp add mod ord">
        <pc:chgData name="Jacob Wyngaard" userId="6181fcd471e98458" providerId="LiveId" clId="{788BA123-62C9-4DDC-86E5-A6BCA4600216}" dt="2026-02-23T23:55:17.591" v="4195" actId="1076"/>
        <pc:sldMkLst>
          <pc:docMk/>
          <pc:sldMk cId="105783776" sldId="299"/>
        </pc:sldMkLst>
        <pc:spChg chg="add mod">
          <ac:chgData name="Jacob Wyngaard" userId="6181fcd471e98458" providerId="LiveId" clId="{788BA123-62C9-4DDC-86E5-A6BCA4600216}" dt="2026-02-23T16:55:32.469" v="1160" actId="14100"/>
          <ac:spMkLst>
            <pc:docMk/>
            <pc:sldMk cId="105783776" sldId="299"/>
            <ac:spMk id="2" creationId="{462FBF87-C5F5-89B9-1C69-B84E1F20A5BA}"/>
          </ac:spMkLst>
        </pc:spChg>
        <pc:spChg chg="add mod">
          <ac:chgData name="Jacob Wyngaard" userId="6181fcd471e98458" providerId="LiveId" clId="{788BA123-62C9-4DDC-86E5-A6BCA4600216}" dt="2026-02-23T23:55:17.591" v="4195" actId="1076"/>
          <ac:spMkLst>
            <pc:docMk/>
            <pc:sldMk cId="105783776" sldId="299"/>
            <ac:spMk id="3" creationId="{7FB3CABB-202B-7EEE-3835-0FA51703526F}"/>
          </ac:spMkLst>
        </pc:spChg>
      </pc:sldChg>
      <pc:sldChg chg="modSp add mod ord">
        <pc:chgData name="Jacob Wyngaard" userId="6181fcd471e98458" providerId="LiveId" clId="{788BA123-62C9-4DDC-86E5-A6BCA4600216}" dt="2026-02-23T17:04:15.920" v="1597" actId="20577"/>
        <pc:sldMkLst>
          <pc:docMk/>
          <pc:sldMk cId="1159773281" sldId="300"/>
        </pc:sldMkLst>
        <pc:spChg chg="mod">
          <ac:chgData name="Jacob Wyngaard" userId="6181fcd471e98458" providerId="LiveId" clId="{788BA123-62C9-4DDC-86E5-A6BCA4600216}" dt="2026-02-23T17:03:41.185" v="1583" actId="20577"/>
          <ac:spMkLst>
            <pc:docMk/>
            <pc:sldMk cId="1159773281" sldId="300"/>
            <ac:spMk id="9" creationId="{CAF36E8B-035D-C39E-2E80-BA81626D4B5D}"/>
          </ac:spMkLst>
        </pc:spChg>
        <pc:spChg chg="mod">
          <ac:chgData name="Jacob Wyngaard" userId="6181fcd471e98458" providerId="LiveId" clId="{788BA123-62C9-4DDC-86E5-A6BCA4600216}" dt="2026-02-23T17:04:04.201" v="1594" actId="14100"/>
          <ac:spMkLst>
            <pc:docMk/>
            <pc:sldMk cId="1159773281" sldId="300"/>
            <ac:spMk id="29" creationId="{9D213195-BDB4-0EC4-3E1B-C218811E61DF}"/>
          </ac:spMkLst>
        </pc:spChg>
        <pc:spChg chg="mod">
          <ac:chgData name="Jacob Wyngaard" userId="6181fcd471e98458" providerId="LiveId" clId="{788BA123-62C9-4DDC-86E5-A6BCA4600216}" dt="2026-02-23T17:04:15.920" v="1597" actId="20577"/>
          <ac:spMkLst>
            <pc:docMk/>
            <pc:sldMk cId="1159773281" sldId="300"/>
            <ac:spMk id="30" creationId="{82973583-521F-DAEF-40FA-002B43413B5D}"/>
          </ac:spMkLst>
        </pc:spChg>
      </pc:sldChg>
      <pc:sldChg chg="addSp delSp modSp add mod">
        <pc:chgData name="Jacob Wyngaard" userId="6181fcd471e98458" providerId="LiveId" clId="{788BA123-62C9-4DDC-86E5-A6BCA4600216}" dt="2026-02-23T22:06:55.318" v="2097" actId="1076"/>
        <pc:sldMkLst>
          <pc:docMk/>
          <pc:sldMk cId="2955935516" sldId="301"/>
        </pc:sldMkLst>
        <pc:spChg chg="add mod">
          <ac:chgData name="Jacob Wyngaard" userId="6181fcd471e98458" providerId="LiveId" clId="{788BA123-62C9-4DDC-86E5-A6BCA4600216}" dt="2026-02-23T17:15:22.753" v="2056" actId="1036"/>
          <ac:spMkLst>
            <pc:docMk/>
            <pc:sldMk cId="2955935516" sldId="301"/>
            <ac:spMk id="3" creationId="{36C3C63A-7EDD-4F61-944C-359E45BDAECC}"/>
          </ac:spMkLst>
        </pc:spChg>
        <pc:spChg chg="add mod">
          <ac:chgData name="Jacob Wyngaard" userId="6181fcd471e98458" providerId="LiveId" clId="{788BA123-62C9-4DDC-86E5-A6BCA4600216}" dt="2026-02-23T17:15:22.753" v="2056" actId="1036"/>
          <ac:spMkLst>
            <pc:docMk/>
            <pc:sldMk cId="2955935516" sldId="301"/>
            <ac:spMk id="4" creationId="{67853C12-6248-1A7A-ECDC-9708BCF6025B}"/>
          </ac:spMkLst>
        </pc:spChg>
        <pc:spChg chg="add mod">
          <ac:chgData name="Jacob Wyngaard" userId="6181fcd471e98458" providerId="LiveId" clId="{788BA123-62C9-4DDC-86E5-A6BCA4600216}" dt="2026-02-23T17:15:22.753" v="2056" actId="1036"/>
          <ac:spMkLst>
            <pc:docMk/>
            <pc:sldMk cId="2955935516" sldId="301"/>
            <ac:spMk id="5" creationId="{64955C3B-26BF-D5DA-78FF-8B210A670642}"/>
          </ac:spMkLst>
        </pc:spChg>
        <pc:spChg chg="add mod">
          <ac:chgData name="Jacob Wyngaard" userId="6181fcd471e98458" providerId="LiveId" clId="{788BA123-62C9-4DDC-86E5-A6BCA4600216}" dt="2026-02-23T17:15:22.753" v="2056" actId="1036"/>
          <ac:spMkLst>
            <pc:docMk/>
            <pc:sldMk cId="2955935516" sldId="301"/>
            <ac:spMk id="7" creationId="{F2DF3C2D-9775-8F51-5314-594F8A87F75B}"/>
          </ac:spMkLst>
        </pc:spChg>
        <pc:spChg chg="mod">
          <ac:chgData name="Jacob Wyngaard" userId="6181fcd471e98458" providerId="LiveId" clId="{788BA123-62C9-4DDC-86E5-A6BCA4600216}" dt="2026-02-23T17:04:48.702" v="1607" actId="1076"/>
          <ac:spMkLst>
            <pc:docMk/>
            <pc:sldMk cId="2955935516" sldId="301"/>
            <ac:spMk id="9" creationId="{DCA632BB-06DF-1870-E054-95EFE47B74ED}"/>
          </ac:spMkLst>
        </pc:spChg>
        <pc:spChg chg="add mod">
          <ac:chgData name="Jacob Wyngaard" userId="6181fcd471e98458" providerId="LiveId" clId="{788BA123-62C9-4DDC-86E5-A6BCA4600216}" dt="2026-02-23T17:15:22.753" v="2056" actId="1036"/>
          <ac:spMkLst>
            <pc:docMk/>
            <pc:sldMk cId="2955935516" sldId="301"/>
            <ac:spMk id="10" creationId="{7C74C39A-A61A-5261-6D83-E35F5C4456A5}"/>
          </ac:spMkLst>
        </pc:spChg>
        <pc:spChg chg="add mod">
          <ac:chgData name="Jacob Wyngaard" userId="6181fcd471e98458" providerId="LiveId" clId="{788BA123-62C9-4DDC-86E5-A6BCA4600216}" dt="2026-02-23T22:06:55.318" v="2097" actId="1076"/>
          <ac:spMkLst>
            <pc:docMk/>
            <pc:sldMk cId="2955935516" sldId="301"/>
            <ac:spMk id="11" creationId="{BE54EDB5-06CB-819D-FF1D-FD6068A638F7}"/>
          </ac:spMkLst>
        </pc:spChg>
        <pc:spChg chg="add mod">
          <ac:chgData name="Jacob Wyngaard" userId="6181fcd471e98458" providerId="LiveId" clId="{788BA123-62C9-4DDC-86E5-A6BCA4600216}" dt="2026-02-23T17:15:22.753" v="2056" actId="1036"/>
          <ac:spMkLst>
            <pc:docMk/>
            <pc:sldMk cId="2955935516" sldId="301"/>
            <ac:spMk id="12" creationId="{DCEAE557-3B67-D0CC-B882-B41B4F5D752E}"/>
          </ac:spMkLst>
        </pc:spChg>
        <pc:spChg chg="add mod">
          <ac:chgData name="Jacob Wyngaard" userId="6181fcd471e98458" providerId="LiveId" clId="{788BA123-62C9-4DDC-86E5-A6BCA4600216}" dt="2026-02-23T17:15:22.753" v="2056" actId="1036"/>
          <ac:spMkLst>
            <pc:docMk/>
            <pc:sldMk cId="2955935516" sldId="301"/>
            <ac:spMk id="13" creationId="{B0F87055-EE82-697B-6867-3B78904A276F}"/>
          </ac:spMkLst>
        </pc:spChg>
        <pc:spChg chg="add mod">
          <ac:chgData name="Jacob Wyngaard" userId="6181fcd471e98458" providerId="LiveId" clId="{788BA123-62C9-4DDC-86E5-A6BCA4600216}" dt="2026-02-23T17:15:22.753" v="2056" actId="1036"/>
          <ac:spMkLst>
            <pc:docMk/>
            <pc:sldMk cId="2955935516" sldId="301"/>
            <ac:spMk id="14" creationId="{56FD0708-F54F-95D7-9378-3B0E0C298330}"/>
          </ac:spMkLst>
        </pc:spChg>
        <pc:spChg chg="add mod">
          <ac:chgData name="Jacob Wyngaard" userId="6181fcd471e98458" providerId="LiveId" clId="{788BA123-62C9-4DDC-86E5-A6BCA4600216}" dt="2026-02-23T17:10:21.210" v="1813" actId="1076"/>
          <ac:spMkLst>
            <pc:docMk/>
            <pc:sldMk cId="2955935516" sldId="301"/>
            <ac:spMk id="15" creationId="{2A38F455-D08A-B422-EDF4-D21A4605FF78}"/>
          </ac:spMkLst>
        </pc:spChg>
        <pc:spChg chg="add mod">
          <ac:chgData name="Jacob Wyngaard" userId="6181fcd471e98458" providerId="LiveId" clId="{788BA123-62C9-4DDC-86E5-A6BCA4600216}" dt="2026-02-23T17:15:32.058" v="2058" actId="1076"/>
          <ac:spMkLst>
            <pc:docMk/>
            <pc:sldMk cId="2955935516" sldId="301"/>
            <ac:spMk id="16" creationId="{03B89678-855A-C2E1-9860-338ECA10AAAE}"/>
          </ac:spMkLst>
        </pc:spChg>
        <pc:graphicFrameChg chg="add mod modGraphic">
          <ac:chgData name="Jacob Wyngaard" userId="6181fcd471e98458" providerId="LiveId" clId="{788BA123-62C9-4DDC-86E5-A6BCA4600216}" dt="2026-02-23T17:15:22.753" v="2056" actId="1036"/>
          <ac:graphicFrameMkLst>
            <pc:docMk/>
            <pc:sldMk cId="2955935516" sldId="301"/>
            <ac:graphicFrameMk id="2" creationId="{0C9996AD-48BF-2BE7-0296-B57A1E591556}"/>
          </ac:graphicFrameMkLst>
        </pc:graphicFrameChg>
      </pc:sldChg>
      <pc:sldChg chg="addSp delSp modSp add mod">
        <pc:chgData name="Jacob Wyngaard" userId="6181fcd471e98458" providerId="LiveId" clId="{788BA123-62C9-4DDC-86E5-A6BCA4600216}" dt="2026-02-23T23:22:57.216" v="3187" actId="20577"/>
        <pc:sldMkLst>
          <pc:docMk/>
          <pc:sldMk cId="969326362" sldId="302"/>
        </pc:sldMkLst>
        <pc:spChg chg="mod">
          <ac:chgData name="Jacob Wyngaard" userId="6181fcd471e98458" providerId="LiveId" clId="{788BA123-62C9-4DDC-86E5-A6BCA4600216}" dt="2026-02-23T22:04:59.260" v="2065" actId="1076"/>
          <ac:spMkLst>
            <pc:docMk/>
            <pc:sldMk cId="969326362" sldId="302"/>
            <ac:spMk id="11" creationId="{0F61629F-200E-5A34-9958-860F2E046A75}"/>
          </ac:spMkLst>
        </pc:spChg>
        <pc:spChg chg="mod">
          <ac:chgData name="Jacob Wyngaard" userId="6181fcd471e98458" providerId="LiveId" clId="{788BA123-62C9-4DDC-86E5-A6BCA4600216}" dt="2026-02-23T23:22:57.216" v="3187" actId="20577"/>
          <ac:spMkLst>
            <pc:docMk/>
            <pc:sldMk cId="969326362" sldId="302"/>
            <ac:spMk id="15" creationId="{85121463-A2EE-D3BD-1C1B-E947EDD46F5E}"/>
          </ac:spMkLst>
        </pc:spChg>
        <pc:spChg chg="add mod">
          <ac:chgData name="Jacob Wyngaard" userId="6181fcd471e98458" providerId="LiveId" clId="{788BA123-62C9-4DDC-86E5-A6BCA4600216}" dt="2026-02-23T22:05:04.230" v="2066" actId="1076"/>
          <ac:spMkLst>
            <pc:docMk/>
            <pc:sldMk cId="969326362" sldId="302"/>
            <ac:spMk id="16" creationId="{C454F02D-E988-66AE-5F0E-1BA4997F8B37}"/>
          </ac:spMkLst>
        </pc:spChg>
        <pc:spChg chg="add mod">
          <ac:chgData name="Jacob Wyngaard" userId="6181fcd471e98458" providerId="LiveId" clId="{788BA123-62C9-4DDC-86E5-A6BCA4600216}" dt="2026-02-23T22:05:28.786" v="2072" actId="1076"/>
          <ac:spMkLst>
            <pc:docMk/>
            <pc:sldMk cId="969326362" sldId="302"/>
            <ac:spMk id="17" creationId="{402357C0-9DB7-43E1-9F50-7EA62CF984E8}"/>
          </ac:spMkLst>
        </pc:spChg>
        <pc:spChg chg="add mod">
          <ac:chgData name="Jacob Wyngaard" userId="6181fcd471e98458" providerId="LiveId" clId="{788BA123-62C9-4DDC-86E5-A6BCA4600216}" dt="2026-02-23T22:05:38.673" v="2073" actId="1076"/>
          <ac:spMkLst>
            <pc:docMk/>
            <pc:sldMk cId="969326362" sldId="302"/>
            <ac:spMk id="18" creationId="{0F27DF81-B4B6-DCEA-EEC3-3B7D957AFCB6}"/>
          </ac:spMkLst>
        </pc:spChg>
        <pc:spChg chg="add mod">
          <ac:chgData name="Jacob Wyngaard" userId="6181fcd471e98458" providerId="LiveId" clId="{788BA123-62C9-4DDC-86E5-A6BCA4600216}" dt="2026-02-23T22:06:27.249" v="2093" actId="1076"/>
          <ac:spMkLst>
            <pc:docMk/>
            <pc:sldMk cId="969326362" sldId="302"/>
            <ac:spMk id="19" creationId="{27A3A171-FACC-A9E7-1E6E-F44FF35B04F4}"/>
          </ac:spMkLst>
        </pc:spChg>
        <pc:spChg chg="add mod">
          <ac:chgData name="Jacob Wyngaard" userId="6181fcd471e98458" providerId="LiveId" clId="{788BA123-62C9-4DDC-86E5-A6BCA4600216}" dt="2026-02-23T22:06:19.186" v="2092" actId="1076"/>
          <ac:spMkLst>
            <pc:docMk/>
            <pc:sldMk cId="969326362" sldId="302"/>
            <ac:spMk id="20" creationId="{6AFFC491-1E29-9A56-6D9A-B2D0AD82A6AE}"/>
          </ac:spMkLst>
        </pc:spChg>
        <pc:spChg chg="add mod">
          <ac:chgData name="Jacob Wyngaard" userId="6181fcd471e98458" providerId="LiveId" clId="{788BA123-62C9-4DDC-86E5-A6BCA4600216}" dt="2026-02-23T22:06:52.581" v="2095" actId="1076"/>
          <ac:spMkLst>
            <pc:docMk/>
            <pc:sldMk cId="969326362" sldId="302"/>
            <ac:spMk id="21" creationId="{1016E659-570C-771B-65C4-266937342B88}"/>
          </ac:spMkLst>
        </pc:spChg>
        <pc:spChg chg="add mod">
          <ac:chgData name="Jacob Wyngaard" userId="6181fcd471e98458" providerId="LiveId" clId="{788BA123-62C9-4DDC-86E5-A6BCA4600216}" dt="2026-02-23T22:07:02.084" v="2099" actId="1076"/>
          <ac:spMkLst>
            <pc:docMk/>
            <pc:sldMk cId="969326362" sldId="302"/>
            <ac:spMk id="22" creationId="{D4A18284-08CC-0087-83E3-2FD1F5F1DA48}"/>
          </ac:spMkLst>
        </pc:spChg>
        <pc:spChg chg="add mod">
          <ac:chgData name="Jacob Wyngaard" userId="6181fcd471e98458" providerId="LiveId" clId="{788BA123-62C9-4DDC-86E5-A6BCA4600216}" dt="2026-02-23T22:07:33.444" v="2114" actId="1076"/>
          <ac:spMkLst>
            <pc:docMk/>
            <pc:sldMk cId="969326362" sldId="302"/>
            <ac:spMk id="23" creationId="{AEE64714-3917-62C4-983E-F68A6B2807C4}"/>
          </ac:spMkLst>
        </pc:spChg>
        <pc:spChg chg="add mod">
          <ac:chgData name="Jacob Wyngaard" userId="6181fcd471e98458" providerId="LiveId" clId="{788BA123-62C9-4DDC-86E5-A6BCA4600216}" dt="2026-02-23T22:07:52.119" v="2137" actId="1037"/>
          <ac:spMkLst>
            <pc:docMk/>
            <pc:sldMk cId="969326362" sldId="302"/>
            <ac:spMk id="24" creationId="{6EF63F67-B0C7-4835-B1F9-6878A3369F9F}"/>
          </ac:spMkLst>
        </pc:spChg>
        <pc:spChg chg="add mod">
          <ac:chgData name="Jacob Wyngaard" userId="6181fcd471e98458" providerId="LiveId" clId="{788BA123-62C9-4DDC-86E5-A6BCA4600216}" dt="2026-02-23T22:09:14.864" v="2205" actId="403"/>
          <ac:spMkLst>
            <pc:docMk/>
            <pc:sldMk cId="969326362" sldId="302"/>
            <ac:spMk id="27" creationId="{31E80102-4CC7-013C-6C71-E301453841DA}"/>
          </ac:spMkLst>
        </pc:spChg>
        <pc:spChg chg="add mod">
          <ac:chgData name="Jacob Wyngaard" userId="6181fcd471e98458" providerId="LiveId" clId="{788BA123-62C9-4DDC-86E5-A6BCA4600216}" dt="2026-02-23T22:10:57.305" v="2228" actId="1076"/>
          <ac:spMkLst>
            <pc:docMk/>
            <pc:sldMk cId="969326362" sldId="302"/>
            <ac:spMk id="30" creationId="{A180E809-D579-AB53-6D2D-7F358BFCD24E}"/>
          </ac:spMkLst>
        </pc:spChg>
        <pc:spChg chg="add mod">
          <ac:chgData name="Jacob Wyngaard" userId="6181fcd471e98458" providerId="LiveId" clId="{788BA123-62C9-4DDC-86E5-A6BCA4600216}" dt="2026-02-23T22:10:50.430" v="2227" actId="1035"/>
          <ac:spMkLst>
            <pc:docMk/>
            <pc:sldMk cId="969326362" sldId="302"/>
            <ac:spMk id="31" creationId="{F958AD7A-2D45-9B37-BDDF-7A6A3FFF3623}"/>
          </ac:spMkLst>
        </pc:spChg>
        <pc:spChg chg="add mod">
          <ac:chgData name="Jacob Wyngaard" userId="6181fcd471e98458" providerId="LiveId" clId="{788BA123-62C9-4DDC-86E5-A6BCA4600216}" dt="2026-02-23T22:11:20.729" v="2242" actId="20577"/>
          <ac:spMkLst>
            <pc:docMk/>
            <pc:sldMk cId="969326362" sldId="302"/>
            <ac:spMk id="32" creationId="{80FC0D1C-9FBC-6F35-5BAA-6B9BCD1E9137}"/>
          </ac:spMkLst>
        </pc:spChg>
        <pc:spChg chg="add mod">
          <ac:chgData name="Jacob Wyngaard" userId="6181fcd471e98458" providerId="LiveId" clId="{788BA123-62C9-4DDC-86E5-A6BCA4600216}" dt="2026-02-23T22:11:13.046" v="2236" actId="1035"/>
          <ac:spMkLst>
            <pc:docMk/>
            <pc:sldMk cId="969326362" sldId="302"/>
            <ac:spMk id="33" creationId="{50D96433-7217-557F-F1BC-DE2B5F59C088}"/>
          </ac:spMkLst>
        </pc:spChg>
        <pc:spChg chg="add mod">
          <ac:chgData name="Jacob Wyngaard" userId="6181fcd471e98458" providerId="LiveId" clId="{788BA123-62C9-4DDC-86E5-A6BCA4600216}" dt="2026-02-23T22:11:58.244" v="2247" actId="20577"/>
          <ac:spMkLst>
            <pc:docMk/>
            <pc:sldMk cId="969326362" sldId="302"/>
            <ac:spMk id="35" creationId="{44D227D1-3C8E-4476-1C27-1A24574FFFE9}"/>
          </ac:spMkLst>
        </pc:spChg>
        <pc:spChg chg="add mod">
          <ac:chgData name="Jacob Wyngaard" userId="6181fcd471e98458" providerId="LiveId" clId="{788BA123-62C9-4DDC-86E5-A6BCA4600216}" dt="2026-02-23T22:12:33.316" v="2265" actId="1035"/>
          <ac:spMkLst>
            <pc:docMk/>
            <pc:sldMk cId="969326362" sldId="302"/>
            <ac:spMk id="37" creationId="{B905197C-AF06-1FB6-14BA-82C7D3F41375}"/>
          </ac:spMkLst>
        </pc:spChg>
        <pc:spChg chg="add mod">
          <ac:chgData name="Jacob Wyngaard" userId="6181fcd471e98458" providerId="LiveId" clId="{788BA123-62C9-4DDC-86E5-A6BCA4600216}" dt="2026-02-23T22:12:40.012" v="2267" actId="1076"/>
          <ac:spMkLst>
            <pc:docMk/>
            <pc:sldMk cId="969326362" sldId="302"/>
            <ac:spMk id="38" creationId="{7FFEFA90-84D4-FF3A-9460-37DF5AC49BF0}"/>
          </ac:spMkLst>
        </pc:spChg>
        <pc:spChg chg="add mod">
          <ac:chgData name="Jacob Wyngaard" userId="6181fcd471e98458" providerId="LiveId" clId="{788BA123-62C9-4DDC-86E5-A6BCA4600216}" dt="2026-02-23T22:12:50.542" v="2269" actId="1076"/>
          <ac:spMkLst>
            <pc:docMk/>
            <pc:sldMk cId="969326362" sldId="302"/>
            <ac:spMk id="39" creationId="{061B7111-06F2-14CA-D12B-7A8ECA9005F5}"/>
          </ac:spMkLst>
        </pc:spChg>
        <pc:spChg chg="add mod">
          <ac:chgData name="Jacob Wyngaard" userId="6181fcd471e98458" providerId="LiveId" clId="{788BA123-62C9-4DDC-86E5-A6BCA4600216}" dt="2026-02-23T22:12:56.205" v="2272" actId="1036"/>
          <ac:spMkLst>
            <pc:docMk/>
            <pc:sldMk cId="969326362" sldId="302"/>
            <ac:spMk id="40" creationId="{4093A334-DE4F-8EFA-9F52-6CFE3B825C44}"/>
          </ac:spMkLst>
        </pc:spChg>
        <pc:spChg chg="add mod">
          <ac:chgData name="Jacob Wyngaard" userId="6181fcd471e98458" providerId="LiveId" clId="{788BA123-62C9-4DDC-86E5-A6BCA4600216}" dt="2026-02-23T22:13:10.201" v="2275" actId="1035"/>
          <ac:spMkLst>
            <pc:docMk/>
            <pc:sldMk cId="969326362" sldId="302"/>
            <ac:spMk id="41" creationId="{E786619C-FB3A-16F4-50A4-6C253CB0B841}"/>
          </ac:spMkLst>
        </pc:spChg>
        <pc:spChg chg="add mod">
          <ac:chgData name="Jacob Wyngaard" userId="6181fcd471e98458" providerId="LiveId" clId="{788BA123-62C9-4DDC-86E5-A6BCA4600216}" dt="2026-02-23T22:13:15.173" v="2277" actId="1035"/>
          <ac:spMkLst>
            <pc:docMk/>
            <pc:sldMk cId="969326362" sldId="302"/>
            <ac:spMk id="42" creationId="{DBC6CC9C-67B4-B683-694A-622F78992FC3}"/>
          </ac:spMkLst>
        </pc:spChg>
        <pc:spChg chg="add mod">
          <ac:chgData name="Jacob Wyngaard" userId="6181fcd471e98458" providerId="LiveId" clId="{788BA123-62C9-4DDC-86E5-A6BCA4600216}" dt="2026-02-23T22:14:13.109" v="2281" actId="1036"/>
          <ac:spMkLst>
            <pc:docMk/>
            <pc:sldMk cId="969326362" sldId="302"/>
            <ac:spMk id="43" creationId="{AC79F144-B180-C236-321D-4D66BA0ABBAD}"/>
          </ac:spMkLst>
        </pc:spChg>
        <pc:spChg chg="add mod">
          <ac:chgData name="Jacob Wyngaard" userId="6181fcd471e98458" providerId="LiveId" clId="{788BA123-62C9-4DDC-86E5-A6BCA4600216}" dt="2026-02-23T22:14:13.109" v="2281" actId="1036"/>
          <ac:spMkLst>
            <pc:docMk/>
            <pc:sldMk cId="969326362" sldId="302"/>
            <ac:spMk id="44" creationId="{04A5E222-314F-4FCA-C0AB-C64D51DA4362}"/>
          </ac:spMkLst>
        </pc:spChg>
        <pc:spChg chg="add mod">
          <ac:chgData name="Jacob Wyngaard" userId="6181fcd471e98458" providerId="LiveId" clId="{788BA123-62C9-4DDC-86E5-A6BCA4600216}" dt="2026-02-23T22:14:13.109" v="2281" actId="1036"/>
          <ac:spMkLst>
            <pc:docMk/>
            <pc:sldMk cId="969326362" sldId="302"/>
            <ac:spMk id="45" creationId="{2D925BB4-33B4-493A-9BAD-CDD007D9C9FE}"/>
          </ac:spMkLst>
        </pc:spChg>
        <pc:spChg chg="add mod">
          <ac:chgData name="Jacob Wyngaard" userId="6181fcd471e98458" providerId="LiveId" clId="{788BA123-62C9-4DDC-86E5-A6BCA4600216}" dt="2026-02-23T22:14:13.109" v="2281" actId="1036"/>
          <ac:spMkLst>
            <pc:docMk/>
            <pc:sldMk cId="969326362" sldId="302"/>
            <ac:spMk id="46" creationId="{1F2B5CAF-9679-1C38-6E58-548D576886EF}"/>
          </ac:spMkLst>
        </pc:spChg>
        <pc:spChg chg="add mod">
          <ac:chgData name="Jacob Wyngaard" userId="6181fcd471e98458" providerId="LiveId" clId="{788BA123-62C9-4DDC-86E5-A6BCA4600216}" dt="2026-02-23T22:14:13.109" v="2281" actId="1036"/>
          <ac:spMkLst>
            <pc:docMk/>
            <pc:sldMk cId="969326362" sldId="302"/>
            <ac:spMk id="47" creationId="{561FBE00-4452-AB95-D2ED-C735985F2241}"/>
          </ac:spMkLst>
        </pc:spChg>
        <pc:spChg chg="add mod">
          <ac:chgData name="Jacob Wyngaard" userId="6181fcd471e98458" providerId="LiveId" clId="{788BA123-62C9-4DDC-86E5-A6BCA4600216}" dt="2026-02-23T22:14:13.109" v="2281" actId="1036"/>
          <ac:spMkLst>
            <pc:docMk/>
            <pc:sldMk cId="969326362" sldId="302"/>
            <ac:spMk id="48" creationId="{19385BBC-1449-11E0-5F9F-F1E7C16C9FB5}"/>
          </ac:spMkLst>
        </pc:spChg>
        <pc:spChg chg="add mod">
          <ac:chgData name="Jacob Wyngaard" userId="6181fcd471e98458" providerId="LiveId" clId="{788BA123-62C9-4DDC-86E5-A6BCA4600216}" dt="2026-02-23T22:14:36.612" v="2287" actId="1076"/>
          <ac:spMkLst>
            <pc:docMk/>
            <pc:sldMk cId="969326362" sldId="302"/>
            <ac:spMk id="49" creationId="{6DF5E04B-8778-6CEF-5B41-36F1226BF14C}"/>
          </ac:spMkLst>
        </pc:spChg>
        <pc:spChg chg="add mod">
          <ac:chgData name="Jacob Wyngaard" userId="6181fcd471e98458" providerId="LiveId" clId="{788BA123-62C9-4DDC-86E5-A6BCA4600216}" dt="2026-02-23T22:14:50.333" v="2291" actId="1076"/>
          <ac:spMkLst>
            <pc:docMk/>
            <pc:sldMk cId="969326362" sldId="302"/>
            <ac:spMk id="50" creationId="{E9D338A8-6115-E955-CEBB-7A654A683380}"/>
          </ac:spMkLst>
        </pc:spChg>
        <pc:spChg chg="add mod">
          <ac:chgData name="Jacob Wyngaard" userId="6181fcd471e98458" providerId="LiveId" clId="{788BA123-62C9-4DDC-86E5-A6BCA4600216}" dt="2026-02-23T22:16:33.951" v="2312" actId="1076"/>
          <ac:spMkLst>
            <pc:docMk/>
            <pc:sldMk cId="969326362" sldId="302"/>
            <ac:spMk id="51" creationId="{31DA717E-D7BE-812C-4F06-9E37CE33722E}"/>
          </ac:spMkLst>
        </pc:spChg>
        <pc:spChg chg="add mod">
          <ac:chgData name="Jacob Wyngaard" userId="6181fcd471e98458" providerId="LiveId" clId="{788BA123-62C9-4DDC-86E5-A6BCA4600216}" dt="2026-02-23T22:17:02.217" v="2317" actId="1076"/>
          <ac:spMkLst>
            <pc:docMk/>
            <pc:sldMk cId="969326362" sldId="302"/>
            <ac:spMk id="52" creationId="{A9995409-3D2F-EA59-208A-1750646CEC40}"/>
          </ac:spMkLst>
        </pc:spChg>
        <pc:spChg chg="add mod">
          <ac:chgData name="Jacob Wyngaard" userId="6181fcd471e98458" providerId="LiveId" clId="{788BA123-62C9-4DDC-86E5-A6BCA4600216}" dt="2026-02-23T22:19:50.677" v="2321" actId="1076"/>
          <ac:spMkLst>
            <pc:docMk/>
            <pc:sldMk cId="969326362" sldId="302"/>
            <ac:spMk id="54" creationId="{ACE5A000-19BA-A067-86F3-60E12353B5FE}"/>
          </ac:spMkLst>
        </pc:spChg>
        <pc:spChg chg="add mod">
          <ac:chgData name="Jacob Wyngaard" userId="6181fcd471e98458" providerId="LiveId" clId="{788BA123-62C9-4DDC-86E5-A6BCA4600216}" dt="2026-02-23T22:20:29.805" v="2324" actId="20577"/>
          <ac:spMkLst>
            <pc:docMk/>
            <pc:sldMk cId="969326362" sldId="302"/>
            <ac:spMk id="56" creationId="{6A1EE04C-40B8-9ED9-1766-D829B2F8777B}"/>
          </ac:spMkLst>
        </pc:spChg>
        <pc:spChg chg="add mod">
          <ac:chgData name="Jacob Wyngaard" userId="6181fcd471e98458" providerId="LiveId" clId="{788BA123-62C9-4DDC-86E5-A6BCA4600216}" dt="2026-02-23T22:20:15.415" v="2323" actId="1076"/>
          <ac:spMkLst>
            <pc:docMk/>
            <pc:sldMk cId="969326362" sldId="302"/>
            <ac:spMk id="57" creationId="{94235E63-0126-7EF5-D9B1-FCD6C6683F80}"/>
          </ac:spMkLst>
        </pc:spChg>
        <pc:spChg chg="add mod">
          <ac:chgData name="Jacob Wyngaard" userId="6181fcd471e98458" providerId="LiveId" clId="{788BA123-62C9-4DDC-86E5-A6BCA4600216}" dt="2026-02-23T22:22:58.018" v="2369" actId="1036"/>
          <ac:spMkLst>
            <pc:docMk/>
            <pc:sldMk cId="969326362" sldId="302"/>
            <ac:spMk id="58" creationId="{0D71B35A-5B6F-28FE-F18A-7000A714FD93}"/>
          </ac:spMkLst>
        </pc:spChg>
        <pc:spChg chg="add mod">
          <ac:chgData name="Jacob Wyngaard" userId="6181fcd471e98458" providerId="LiveId" clId="{788BA123-62C9-4DDC-86E5-A6BCA4600216}" dt="2026-02-23T22:22:46.981" v="2367" actId="1038"/>
          <ac:spMkLst>
            <pc:docMk/>
            <pc:sldMk cId="969326362" sldId="302"/>
            <ac:spMk id="59" creationId="{CAAED2A1-5393-EBF4-CAF9-870C83E4BFCD}"/>
          </ac:spMkLst>
        </pc:spChg>
        <pc:spChg chg="add mod">
          <ac:chgData name="Jacob Wyngaard" userId="6181fcd471e98458" providerId="LiveId" clId="{788BA123-62C9-4DDC-86E5-A6BCA4600216}" dt="2026-02-23T22:23:42.279" v="2378" actId="20577"/>
          <ac:spMkLst>
            <pc:docMk/>
            <pc:sldMk cId="969326362" sldId="302"/>
            <ac:spMk id="61" creationId="{B04DF8A0-F4D3-584A-81F5-13AA15A0ECF0}"/>
          </ac:spMkLst>
        </pc:spChg>
        <pc:spChg chg="add mod">
          <ac:chgData name="Jacob Wyngaard" userId="6181fcd471e98458" providerId="LiveId" clId="{788BA123-62C9-4DDC-86E5-A6BCA4600216}" dt="2026-02-23T22:23:58.322" v="2384" actId="1036"/>
          <ac:spMkLst>
            <pc:docMk/>
            <pc:sldMk cId="969326362" sldId="302"/>
            <ac:spMk id="62" creationId="{5996F47C-4AE2-6803-7F5A-0115A09A9C12}"/>
          </ac:spMkLst>
        </pc:spChg>
        <pc:spChg chg="add mod">
          <ac:chgData name="Jacob Wyngaard" userId="6181fcd471e98458" providerId="LiveId" clId="{788BA123-62C9-4DDC-86E5-A6BCA4600216}" dt="2026-02-23T22:24:35.294" v="2403" actId="1076"/>
          <ac:spMkLst>
            <pc:docMk/>
            <pc:sldMk cId="969326362" sldId="302"/>
            <ac:spMk id="63" creationId="{9869939D-2035-C737-2625-006225D71CF5}"/>
          </ac:spMkLst>
        </pc:spChg>
        <pc:spChg chg="add mod">
          <ac:chgData name="Jacob Wyngaard" userId="6181fcd471e98458" providerId="LiveId" clId="{788BA123-62C9-4DDC-86E5-A6BCA4600216}" dt="2026-02-23T22:25:04.243" v="2422" actId="20577"/>
          <ac:spMkLst>
            <pc:docMk/>
            <pc:sldMk cId="969326362" sldId="302"/>
            <ac:spMk id="64" creationId="{7D5D689B-D966-16D3-B188-7467C029E59E}"/>
          </ac:spMkLst>
        </pc:spChg>
        <pc:graphicFrameChg chg="mod modGraphic">
          <ac:chgData name="Jacob Wyngaard" userId="6181fcd471e98458" providerId="LiveId" clId="{788BA123-62C9-4DDC-86E5-A6BCA4600216}" dt="2026-02-23T22:05:17.037" v="2071" actId="2161"/>
          <ac:graphicFrameMkLst>
            <pc:docMk/>
            <pc:sldMk cId="969326362" sldId="302"/>
            <ac:graphicFrameMk id="2" creationId="{86A03013-DF27-88B2-15FB-16F8D64F229C}"/>
          </ac:graphicFrameMkLst>
        </pc:graphicFrameChg>
        <pc:picChg chg="add mod">
          <ac:chgData name="Jacob Wyngaard" userId="6181fcd471e98458" providerId="LiveId" clId="{788BA123-62C9-4DDC-86E5-A6BCA4600216}" dt="2026-02-23T22:09:33.231" v="2208" actId="1076"/>
          <ac:picMkLst>
            <pc:docMk/>
            <pc:sldMk cId="969326362" sldId="302"/>
            <ac:picMk id="28" creationId="{8FC27C06-2064-4213-36C9-1F45CB01A6C8}"/>
          </ac:picMkLst>
        </pc:picChg>
        <pc:picChg chg="add mod">
          <ac:chgData name="Jacob Wyngaard" userId="6181fcd471e98458" providerId="LiveId" clId="{788BA123-62C9-4DDC-86E5-A6BCA4600216}" dt="2026-02-23T22:10:00.159" v="2213" actId="1076"/>
          <ac:picMkLst>
            <pc:docMk/>
            <pc:sldMk cId="969326362" sldId="302"/>
            <ac:picMk id="29" creationId="{2A2FB1FF-3FD2-E85B-5452-CFB59528D2CE}"/>
          </ac:picMkLst>
        </pc:picChg>
        <pc:picChg chg="add mod">
          <ac:chgData name="Jacob Wyngaard" userId="6181fcd471e98458" providerId="LiveId" clId="{788BA123-62C9-4DDC-86E5-A6BCA4600216}" dt="2026-02-23T22:11:40.418" v="2244" actId="1076"/>
          <ac:picMkLst>
            <pc:docMk/>
            <pc:sldMk cId="969326362" sldId="302"/>
            <ac:picMk id="34" creationId="{23D00250-CA42-3C01-78CE-CD42B8B70793}"/>
          </ac:picMkLst>
        </pc:picChg>
        <pc:picChg chg="add mod">
          <ac:chgData name="Jacob Wyngaard" userId="6181fcd471e98458" providerId="LiveId" clId="{788BA123-62C9-4DDC-86E5-A6BCA4600216}" dt="2026-02-23T22:11:55.752" v="2246" actId="1076"/>
          <ac:picMkLst>
            <pc:docMk/>
            <pc:sldMk cId="969326362" sldId="302"/>
            <ac:picMk id="36" creationId="{FDB17D83-9CC5-4966-0C16-DCECF6787679}"/>
          </ac:picMkLst>
        </pc:picChg>
        <pc:picChg chg="add mod">
          <ac:chgData name="Jacob Wyngaard" userId="6181fcd471e98458" providerId="LiveId" clId="{788BA123-62C9-4DDC-86E5-A6BCA4600216}" dt="2026-02-23T22:19:34.120" v="2319" actId="1076"/>
          <ac:picMkLst>
            <pc:docMk/>
            <pc:sldMk cId="969326362" sldId="302"/>
            <ac:picMk id="53" creationId="{DFC16EA4-3E33-8E73-CC03-E0027967CFFB}"/>
          </ac:picMkLst>
        </pc:picChg>
        <pc:picChg chg="add mod">
          <ac:chgData name="Jacob Wyngaard" userId="6181fcd471e98458" providerId="LiveId" clId="{788BA123-62C9-4DDC-86E5-A6BCA4600216}" dt="2026-02-23T22:19:50.677" v="2321" actId="1076"/>
          <ac:picMkLst>
            <pc:docMk/>
            <pc:sldMk cId="969326362" sldId="302"/>
            <ac:picMk id="55" creationId="{5BD36081-6FCC-584A-9F90-18D4F42FA015}"/>
          </ac:picMkLst>
        </pc:picChg>
        <pc:picChg chg="add mod">
          <ac:chgData name="Jacob Wyngaard" userId="6181fcd471e98458" providerId="LiveId" clId="{788BA123-62C9-4DDC-86E5-A6BCA4600216}" dt="2026-02-23T22:23:17.715" v="2375" actId="1076"/>
          <ac:picMkLst>
            <pc:docMk/>
            <pc:sldMk cId="969326362" sldId="302"/>
            <ac:picMk id="60" creationId="{90732BD1-88D7-B3DD-D022-E345FCB6BDBC}"/>
          </ac:picMkLst>
        </pc:picChg>
        <pc:picChg chg="add mod">
          <ac:chgData name="Jacob Wyngaard" userId="6181fcd471e98458" providerId="LiveId" clId="{788BA123-62C9-4DDC-86E5-A6BCA4600216}" dt="2026-02-23T22:25:11.809" v="2424" actId="1076"/>
          <ac:picMkLst>
            <pc:docMk/>
            <pc:sldMk cId="969326362" sldId="302"/>
            <ac:picMk id="65" creationId="{5AA3EA10-3009-5969-CB99-54A026E21903}"/>
          </ac:picMkLst>
        </pc:picChg>
        <pc:picChg chg="add mod">
          <ac:chgData name="Jacob Wyngaard" userId="6181fcd471e98458" providerId="LiveId" clId="{788BA123-62C9-4DDC-86E5-A6BCA4600216}" dt="2026-02-23T22:25:17.922" v="2426" actId="1076"/>
          <ac:picMkLst>
            <pc:docMk/>
            <pc:sldMk cId="969326362" sldId="302"/>
            <ac:picMk id="66" creationId="{AB103FFE-C09E-7948-264D-7992536334A7}"/>
          </ac:picMkLst>
        </pc:picChg>
      </pc:sldChg>
      <pc:sldChg chg="addSp delSp modSp add mod">
        <pc:chgData name="Jacob Wyngaard" userId="6181fcd471e98458" providerId="LiveId" clId="{788BA123-62C9-4DDC-86E5-A6BCA4600216}" dt="2026-02-23T22:42:57.432" v="3137" actId="20577"/>
        <pc:sldMkLst>
          <pc:docMk/>
          <pc:sldMk cId="1276044030" sldId="303"/>
        </pc:sldMkLst>
        <pc:spChg chg="mod">
          <ac:chgData name="Jacob Wyngaard" userId="6181fcd471e98458" providerId="LiveId" clId="{788BA123-62C9-4DDC-86E5-A6BCA4600216}" dt="2026-02-23T22:27:53.310" v="2752" actId="1076"/>
          <ac:spMkLst>
            <pc:docMk/>
            <pc:sldMk cId="1276044030" sldId="303"/>
            <ac:spMk id="9" creationId="{B5B6276E-4601-A78B-1C87-83C27FC0F954}"/>
          </ac:spMkLst>
        </pc:spChg>
        <pc:spChg chg="mod">
          <ac:chgData name="Jacob Wyngaard" userId="6181fcd471e98458" providerId="LiveId" clId="{788BA123-62C9-4DDC-86E5-A6BCA4600216}" dt="2026-02-23T22:42:57.432" v="3137" actId="20577"/>
          <ac:spMkLst>
            <pc:docMk/>
            <pc:sldMk cId="1276044030" sldId="303"/>
            <ac:spMk id="15" creationId="{BF589156-1C1E-5A3B-B2CA-64ABAFA875A4}"/>
          </ac:spMkLst>
        </pc:spChg>
        <pc:picChg chg="add mod">
          <ac:chgData name="Jacob Wyngaard" userId="6181fcd471e98458" providerId="LiveId" clId="{788BA123-62C9-4DDC-86E5-A6BCA4600216}" dt="2026-02-23T22:42:00.924" v="2949" actId="1076"/>
          <ac:picMkLst>
            <pc:docMk/>
            <pc:sldMk cId="1276044030" sldId="303"/>
            <ac:picMk id="4" creationId="{A3213F0F-4191-E379-5CD2-5B46452977B9}"/>
          </ac:picMkLst>
        </pc:picChg>
      </pc:sldChg>
      <pc:sldChg chg="addSp delSp modSp add del mod">
        <pc:chgData name="Jacob Wyngaard" userId="6181fcd471e98458" providerId="LiveId" clId="{788BA123-62C9-4DDC-86E5-A6BCA4600216}" dt="2026-02-23T23:54:39.747" v="4188" actId="1076"/>
        <pc:sldMkLst>
          <pc:docMk/>
          <pc:sldMk cId="1632653986" sldId="304"/>
        </pc:sldMkLst>
        <pc:spChg chg="mod">
          <ac:chgData name="Jacob Wyngaard" userId="6181fcd471e98458" providerId="LiveId" clId="{788BA123-62C9-4DDC-86E5-A6BCA4600216}" dt="2026-02-23T23:49:44.654" v="4070" actId="1076"/>
          <ac:spMkLst>
            <pc:docMk/>
            <pc:sldMk cId="1632653986" sldId="304"/>
            <ac:spMk id="2" creationId="{5684B5EE-CE50-EF8C-8682-B56C8012F803}"/>
          </ac:spMkLst>
        </pc:spChg>
        <pc:spChg chg="add mod">
          <ac:chgData name="Jacob Wyngaard" userId="6181fcd471e98458" providerId="LiveId" clId="{788BA123-62C9-4DDC-86E5-A6BCA4600216}" dt="2026-02-23T23:54:39.747" v="4188" actId="1076"/>
          <ac:spMkLst>
            <pc:docMk/>
            <pc:sldMk cId="1632653986" sldId="304"/>
            <ac:spMk id="3" creationId="{602E9BE4-2794-28A8-6D95-B34DC8DA3AC7}"/>
          </ac:spMkLst>
        </pc:spChg>
        <pc:spChg chg="add mod">
          <ac:chgData name="Jacob Wyngaard" userId="6181fcd471e98458" providerId="LiveId" clId="{788BA123-62C9-4DDC-86E5-A6BCA4600216}" dt="2026-02-23T23:54:36.195" v="4187" actId="1076"/>
          <ac:spMkLst>
            <pc:docMk/>
            <pc:sldMk cId="1632653986" sldId="304"/>
            <ac:spMk id="5" creationId="{D376B72D-08F1-DD6F-AA72-3A5FF4BC2735}"/>
          </ac:spMkLst>
        </pc:spChg>
        <pc:spChg chg="mod">
          <ac:chgData name="Jacob Wyngaard" userId="6181fcd471e98458" providerId="LiveId" clId="{788BA123-62C9-4DDC-86E5-A6BCA4600216}" dt="2026-02-23T22:44:12.245" v="3168" actId="14100"/>
          <ac:spMkLst>
            <pc:docMk/>
            <pc:sldMk cId="1632653986" sldId="304"/>
            <ac:spMk id="9" creationId="{0E0F292D-D46B-AA98-1308-8B63161B4A0B}"/>
          </ac:spMkLst>
        </pc:spChg>
        <pc:spChg chg="add mod">
          <ac:chgData name="Jacob Wyngaard" userId="6181fcd471e98458" providerId="LiveId" clId="{788BA123-62C9-4DDC-86E5-A6BCA4600216}" dt="2026-02-23T23:44:41.821" v="3996" actId="20577"/>
          <ac:spMkLst>
            <pc:docMk/>
            <pc:sldMk cId="1632653986" sldId="304"/>
            <ac:spMk id="10" creationId="{A4BC73C2-1CD9-4F16-5248-A06E983E68F6}"/>
          </ac:spMkLst>
        </pc:spChg>
        <pc:spChg chg="add mod">
          <ac:chgData name="Jacob Wyngaard" userId="6181fcd471e98458" providerId="LiveId" clId="{788BA123-62C9-4DDC-86E5-A6BCA4600216}" dt="2026-02-23T23:51:41.076" v="4105" actId="14100"/>
          <ac:spMkLst>
            <pc:docMk/>
            <pc:sldMk cId="1632653986" sldId="304"/>
            <ac:spMk id="12" creationId="{F4452D3C-4D53-E66A-F2E8-112821E92CCF}"/>
          </ac:spMkLst>
        </pc:spChg>
        <pc:spChg chg="add mod">
          <ac:chgData name="Jacob Wyngaard" userId="6181fcd471e98458" providerId="LiveId" clId="{788BA123-62C9-4DDC-86E5-A6BCA4600216}" dt="2026-02-23T23:52:01.752" v="4134" actId="14100"/>
          <ac:spMkLst>
            <pc:docMk/>
            <pc:sldMk cId="1632653986" sldId="304"/>
            <ac:spMk id="17" creationId="{1DDE05FE-F8FD-E58E-6187-E59895EBEFA8}"/>
          </ac:spMkLst>
        </pc:spChg>
        <pc:spChg chg="add mod">
          <ac:chgData name="Jacob Wyngaard" userId="6181fcd471e98458" providerId="LiveId" clId="{788BA123-62C9-4DDC-86E5-A6BCA4600216}" dt="2026-02-23T23:44:49.545" v="3998" actId="20577"/>
          <ac:spMkLst>
            <pc:docMk/>
            <pc:sldMk cId="1632653986" sldId="304"/>
            <ac:spMk id="18" creationId="{B579DED5-B0DC-5A43-9098-61EE81CA7CB2}"/>
          </ac:spMkLst>
        </pc:spChg>
        <pc:spChg chg="add mod">
          <ac:chgData name="Jacob Wyngaard" userId="6181fcd471e98458" providerId="LiveId" clId="{788BA123-62C9-4DDC-86E5-A6BCA4600216}" dt="2026-02-23T23:51:34.811" v="4104" actId="20577"/>
          <ac:spMkLst>
            <pc:docMk/>
            <pc:sldMk cId="1632653986" sldId="304"/>
            <ac:spMk id="21" creationId="{6EF15C59-E291-CC94-13AC-BBFC14A5984C}"/>
          </ac:spMkLst>
        </pc:spChg>
        <pc:spChg chg="add mod">
          <ac:chgData name="Jacob Wyngaard" userId="6181fcd471e98458" providerId="LiveId" clId="{788BA123-62C9-4DDC-86E5-A6BCA4600216}" dt="2026-02-23T23:54:34.085" v="4186" actId="1076"/>
          <ac:spMkLst>
            <pc:docMk/>
            <pc:sldMk cId="1632653986" sldId="304"/>
            <ac:spMk id="22" creationId="{FB00E845-52DF-B902-93C2-85C10D3CA399}"/>
          </ac:spMkLst>
        </pc:spChg>
        <pc:spChg chg="add mod">
          <ac:chgData name="Jacob Wyngaard" userId="6181fcd471e98458" providerId="LiveId" clId="{788BA123-62C9-4DDC-86E5-A6BCA4600216}" dt="2026-02-23T23:52:07.872" v="4135" actId="1076"/>
          <ac:spMkLst>
            <pc:docMk/>
            <pc:sldMk cId="1632653986" sldId="304"/>
            <ac:spMk id="25" creationId="{FF999183-97E0-2DD6-F76B-D2B16C40EBE9}"/>
          </ac:spMkLst>
        </pc:spChg>
      </pc:sldChg>
      <pc:sldChg chg="add del">
        <pc:chgData name="Jacob Wyngaard" userId="6181fcd471e98458" providerId="LiveId" clId="{788BA123-62C9-4DDC-86E5-A6BCA4600216}" dt="2026-02-24T03:52:08.217" v="7602" actId="47"/>
        <pc:sldMkLst>
          <pc:docMk/>
          <pc:sldMk cId="2937071657" sldId="305"/>
        </pc:sldMkLst>
      </pc:sldChg>
      <pc:sldChg chg="addSp modSp add mod">
        <pc:chgData name="Jacob Wyngaard" userId="6181fcd471e98458" providerId="LiveId" clId="{788BA123-62C9-4DDC-86E5-A6BCA4600216}" dt="2026-02-23T23:55:55.882" v="4280" actId="1076"/>
        <pc:sldMkLst>
          <pc:docMk/>
          <pc:sldMk cId="3396362434" sldId="306"/>
        </pc:sldMkLst>
        <pc:spChg chg="add mod">
          <ac:chgData name="Jacob Wyngaard" userId="6181fcd471e98458" providerId="LiveId" clId="{788BA123-62C9-4DDC-86E5-A6BCA4600216}" dt="2026-02-23T23:55:14.453" v="4193" actId="14100"/>
          <ac:spMkLst>
            <pc:docMk/>
            <pc:sldMk cId="3396362434" sldId="306"/>
            <ac:spMk id="4" creationId="{A82C5042-CF9B-21B3-F35D-B1592B2C8FFE}"/>
          </ac:spMkLst>
        </pc:spChg>
        <pc:spChg chg="add mod">
          <ac:chgData name="Jacob Wyngaard" userId="6181fcd471e98458" providerId="LiveId" clId="{788BA123-62C9-4DDC-86E5-A6BCA4600216}" dt="2026-02-23T23:55:55.882" v="4280" actId="1076"/>
          <ac:spMkLst>
            <pc:docMk/>
            <pc:sldMk cId="3396362434" sldId="306"/>
            <ac:spMk id="7" creationId="{B173093C-EB80-84F6-A325-83C86B07FFD5}"/>
          </ac:spMkLst>
        </pc:spChg>
      </pc:sldChg>
      <pc:sldChg chg="addSp delSp modSp add mod ord">
        <pc:chgData name="Jacob Wyngaard" userId="6181fcd471e98458" providerId="LiveId" clId="{788BA123-62C9-4DDC-86E5-A6BCA4600216}" dt="2026-02-24T00:14:43.930" v="5031" actId="14100"/>
        <pc:sldMkLst>
          <pc:docMk/>
          <pc:sldMk cId="2869556279" sldId="307"/>
        </pc:sldMkLst>
        <pc:spChg chg="add mod">
          <ac:chgData name="Jacob Wyngaard" userId="6181fcd471e98458" providerId="LiveId" clId="{788BA123-62C9-4DDC-86E5-A6BCA4600216}" dt="2026-02-24T00:06:33.875" v="4543" actId="404"/>
          <ac:spMkLst>
            <pc:docMk/>
            <pc:sldMk cId="2869556279" sldId="307"/>
            <ac:spMk id="4" creationId="{9F9C14EB-DF79-DDC7-46F1-7017DAE8F94E}"/>
          </ac:spMkLst>
        </pc:spChg>
        <pc:spChg chg="add del mod">
          <ac:chgData name="Jacob Wyngaard" userId="6181fcd471e98458" providerId="LiveId" clId="{788BA123-62C9-4DDC-86E5-A6BCA4600216}" dt="2026-02-24T00:09:14.794" v="4605" actId="478"/>
          <ac:spMkLst>
            <pc:docMk/>
            <pc:sldMk cId="2869556279" sldId="307"/>
            <ac:spMk id="7" creationId="{539F39E4-09B3-E209-A891-CE8692119359}"/>
          </ac:spMkLst>
        </pc:spChg>
        <pc:spChg chg="mod">
          <ac:chgData name="Jacob Wyngaard" userId="6181fcd471e98458" providerId="LiveId" clId="{788BA123-62C9-4DDC-86E5-A6BCA4600216}" dt="2026-02-23T23:56:54.357" v="4306" actId="20577"/>
          <ac:spMkLst>
            <pc:docMk/>
            <pc:sldMk cId="2869556279" sldId="307"/>
            <ac:spMk id="9" creationId="{BB9B2C8F-B4AD-451A-77B6-8FFD02A030B0}"/>
          </ac:spMkLst>
        </pc:spChg>
        <pc:spChg chg="add mod">
          <ac:chgData name="Jacob Wyngaard" userId="6181fcd471e98458" providerId="LiveId" clId="{788BA123-62C9-4DDC-86E5-A6BCA4600216}" dt="2026-02-24T00:08:54.858" v="4599" actId="20577"/>
          <ac:spMkLst>
            <pc:docMk/>
            <pc:sldMk cId="2869556279" sldId="307"/>
            <ac:spMk id="13" creationId="{2BD7361A-DB26-C42D-4F99-10796E33691E}"/>
          </ac:spMkLst>
        </pc:spChg>
        <pc:spChg chg="add mod">
          <ac:chgData name="Jacob Wyngaard" userId="6181fcd471e98458" providerId="LiveId" clId="{788BA123-62C9-4DDC-86E5-A6BCA4600216}" dt="2026-02-24T00:09:04.871" v="4604" actId="113"/>
          <ac:spMkLst>
            <pc:docMk/>
            <pc:sldMk cId="2869556279" sldId="307"/>
            <ac:spMk id="14" creationId="{6BEA7E5E-E520-04AD-B759-F437E7F180C1}"/>
          </ac:spMkLst>
        </pc:spChg>
        <pc:spChg chg="add del mod">
          <ac:chgData name="Jacob Wyngaard" userId="6181fcd471e98458" providerId="LiveId" clId="{788BA123-62C9-4DDC-86E5-A6BCA4600216}" dt="2026-02-24T00:09:23.200" v="4607" actId="478"/>
          <ac:spMkLst>
            <pc:docMk/>
            <pc:sldMk cId="2869556279" sldId="307"/>
            <ac:spMk id="15" creationId="{6946A35E-FFC9-E306-ED4D-0AAA2E076851}"/>
          </ac:spMkLst>
        </pc:spChg>
        <pc:spChg chg="add mod">
          <ac:chgData name="Jacob Wyngaard" userId="6181fcd471e98458" providerId="LiveId" clId="{788BA123-62C9-4DDC-86E5-A6BCA4600216}" dt="2026-02-24T00:13:22.045" v="4974" actId="21"/>
          <ac:spMkLst>
            <pc:docMk/>
            <pc:sldMk cId="2869556279" sldId="307"/>
            <ac:spMk id="16" creationId="{39866290-4B54-3B7E-1251-11822166E6D4}"/>
          </ac:spMkLst>
        </pc:spChg>
        <pc:spChg chg="add mod">
          <ac:chgData name="Jacob Wyngaard" userId="6181fcd471e98458" providerId="LiveId" clId="{788BA123-62C9-4DDC-86E5-A6BCA4600216}" dt="2026-02-24T00:13:57.418" v="4993" actId="21"/>
          <ac:spMkLst>
            <pc:docMk/>
            <pc:sldMk cId="2869556279" sldId="307"/>
            <ac:spMk id="20" creationId="{257F59D6-B062-5674-552B-BD14A8C22E3D}"/>
          </ac:spMkLst>
        </pc:spChg>
        <pc:spChg chg="add mod">
          <ac:chgData name="Jacob Wyngaard" userId="6181fcd471e98458" providerId="LiveId" clId="{788BA123-62C9-4DDC-86E5-A6BCA4600216}" dt="2026-02-24T00:14:13.419" v="5002" actId="1076"/>
          <ac:spMkLst>
            <pc:docMk/>
            <pc:sldMk cId="2869556279" sldId="307"/>
            <ac:spMk id="24" creationId="{CF6275DD-B81E-5E1A-63EF-836B60458346}"/>
          </ac:spMkLst>
        </pc:spChg>
        <pc:spChg chg="add mod">
          <ac:chgData name="Jacob Wyngaard" userId="6181fcd471e98458" providerId="LiveId" clId="{788BA123-62C9-4DDC-86E5-A6BCA4600216}" dt="2026-02-24T00:14:43.930" v="5031" actId="14100"/>
          <ac:spMkLst>
            <pc:docMk/>
            <pc:sldMk cId="2869556279" sldId="307"/>
            <ac:spMk id="27" creationId="{45A9A997-4D54-9DAC-6778-45CAA7200899}"/>
          </ac:spMkLst>
        </pc:spChg>
      </pc:sldChg>
      <pc:sldChg chg="addSp delSp modSp add mod">
        <pc:chgData name="Jacob Wyngaard" userId="6181fcd471e98458" providerId="LiveId" clId="{788BA123-62C9-4DDC-86E5-A6BCA4600216}" dt="2026-02-24T00:19:21.342" v="5121" actId="1076"/>
        <pc:sldMkLst>
          <pc:docMk/>
          <pc:sldMk cId="74585992" sldId="308"/>
        </pc:sldMkLst>
        <pc:spChg chg="add del mod">
          <ac:chgData name="Jacob Wyngaard" userId="6181fcd471e98458" providerId="LiveId" clId="{788BA123-62C9-4DDC-86E5-A6BCA4600216}" dt="2026-02-24T00:19:15.544" v="5119" actId="478"/>
          <ac:spMkLst>
            <pc:docMk/>
            <pc:sldMk cId="74585992" sldId="308"/>
            <ac:spMk id="3" creationId="{3D7F1D53-D2E6-DDBF-028C-2D9B4909E35B}"/>
          </ac:spMkLst>
        </pc:spChg>
        <pc:spChg chg="mod">
          <ac:chgData name="Jacob Wyngaard" userId="6181fcd471e98458" providerId="LiveId" clId="{788BA123-62C9-4DDC-86E5-A6BCA4600216}" dt="2026-02-24T00:15:02.829" v="5051" actId="20577"/>
          <ac:spMkLst>
            <pc:docMk/>
            <pc:sldMk cId="74585992" sldId="308"/>
            <ac:spMk id="4" creationId="{9A8DC66A-E2C2-4F9D-7636-E6DC9DC2B559}"/>
          </ac:spMkLst>
        </pc:spChg>
        <pc:spChg chg="add del mod">
          <ac:chgData name="Jacob Wyngaard" userId="6181fcd471e98458" providerId="LiveId" clId="{788BA123-62C9-4DDC-86E5-A6BCA4600216}" dt="2026-02-24T00:19:15.544" v="5119" actId="478"/>
          <ac:spMkLst>
            <pc:docMk/>
            <pc:sldMk cId="74585992" sldId="308"/>
            <ac:spMk id="5" creationId="{7FFB4C62-F7CA-40AC-3A6D-3ADE2A0D5C5B}"/>
          </ac:spMkLst>
        </pc:spChg>
        <pc:spChg chg="add del mod">
          <ac:chgData name="Jacob Wyngaard" userId="6181fcd471e98458" providerId="LiveId" clId="{788BA123-62C9-4DDC-86E5-A6BCA4600216}" dt="2026-02-24T00:19:15.544" v="5119" actId="478"/>
          <ac:spMkLst>
            <pc:docMk/>
            <pc:sldMk cId="74585992" sldId="308"/>
            <ac:spMk id="7" creationId="{94E69DBE-B660-FBB7-8414-27B59E4D4528}"/>
          </ac:spMkLst>
        </pc:spChg>
        <pc:spChg chg="add del mod">
          <ac:chgData name="Jacob Wyngaard" userId="6181fcd471e98458" providerId="LiveId" clId="{788BA123-62C9-4DDC-86E5-A6BCA4600216}" dt="2026-02-24T00:19:15.544" v="5119" actId="478"/>
          <ac:spMkLst>
            <pc:docMk/>
            <pc:sldMk cId="74585992" sldId="308"/>
            <ac:spMk id="10" creationId="{397B2F56-83EF-4755-428B-9F09AD446F76}"/>
          </ac:spMkLst>
        </pc:spChg>
        <pc:spChg chg="add del mod">
          <ac:chgData name="Jacob Wyngaard" userId="6181fcd471e98458" providerId="LiveId" clId="{788BA123-62C9-4DDC-86E5-A6BCA4600216}" dt="2026-02-24T00:19:15.544" v="5119" actId="478"/>
          <ac:spMkLst>
            <pc:docMk/>
            <pc:sldMk cId="74585992" sldId="308"/>
            <ac:spMk id="11" creationId="{053B51B0-B292-72BA-734D-2D2EED1E80C5}"/>
          </ac:spMkLst>
        </pc:spChg>
        <pc:spChg chg="mod">
          <ac:chgData name="Jacob Wyngaard" userId="6181fcd471e98458" providerId="LiveId" clId="{788BA123-62C9-4DDC-86E5-A6BCA4600216}" dt="2026-02-24T00:16:01.607" v="5083" actId="20577"/>
          <ac:spMkLst>
            <pc:docMk/>
            <pc:sldMk cId="74585992" sldId="308"/>
            <ac:spMk id="13" creationId="{9DA6C2BA-51FF-2901-9C8C-F6CF83B87BF5}"/>
          </ac:spMkLst>
        </pc:spChg>
        <pc:spChg chg="mod">
          <ac:chgData name="Jacob Wyngaard" userId="6181fcd471e98458" providerId="LiveId" clId="{788BA123-62C9-4DDC-86E5-A6BCA4600216}" dt="2026-02-24T00:19:21.342" v="5121" actId="1076"/>
          <ac:spMkLst>
            <pc:docMk/>
            <pc:sldMk cId="74585992" sldId="308"/>
            <ac:spMk id="14" creationId="{6C01BD3A-84FE-9ECA-678C-28AB8ADF781F}"/>
          </ac:spMkLst>
        </pc:spChg>
        <pc:spChg chg="add del mod">
          <ac:chgData name="Jacob Wyngaard" userId="6181fcd471e98458" providerId="LiveId" clId="{788BA123-62C9-4DDC-86E5-A6BCA4600216}" dt="2026-02-24T00:19:15.544" v="5119" actId="478"/>
          <ac:spMkLst>
            <pc:docMk/>
            <pc:sldMk cId="74585992" sldId="308"/>
            <ac:spMk id="15" creationId="{A8EE3266-B212-A0FA-BE6E-48F232D85DB9}"/>
          </ac:spMkLst>
        </pc:spChg>
        <pc:spChg chg="del">
          <ac:chgData name="Jacob Wyngaard" userId="6181fcd471e98458" providerId="LiveId" clId="{788BA123-62C9-4DDC-86E5-A6BCA4600216}" dt="2026-02-24T00:15:08.069" v="5053" actId="478"/>
          <ac:spMkLst>
            <pc:docMk/>
            <pc:sldMk cId="74585992" sldId="308"/>
            <ac:spMk id="16" creationId="{48C74979-6081-FEB4-F12B-78D98A13CCC8}"/>
          </ac:spMkLst>
        </pc:spChg>
        <pc:spChg chg="add del mod">
          <ac:chgData name="Jacob Wyngaard" userId="6181fcd471e98458" providerId="LiveId" clId="{788BA123-62C9-4DDC-86E5-A6BCA4600216}" dt="2026-02-24T00:19:15.544" v="5119" actId="478"/>
          <ac:spMkLst>
            <pc:docMk/>
            <pc:sldMk cId="74585992" sldId="308"/>
            <ac:spMk id="17" creationId="{46EB8B7A-36FE-E22C-9148-8741AE14012E}"/>
          </ac:spMkLst>
        </pc:spChg>
        <pc:spChg chg="add del mod">
          <ac:chgData name="Jacob Wyngaard" userId="6181fcd471e98458" providerId="LiveId" clId="{788BA123-62C9-4DDC-86E5-A6BCA4600216}" dt="2026-02-24T00:19:15.544" v="5119" actId="478"/>
          <ac:spMkLst>
            <pc:docMk/>
            <pc:sldMk cId="74585992" sldId="308"/>
            <ac:spMk id="19" creationId="{9E8AF70A-8AE7-BEC9-E73F-EA1721F6537F}"/>
          </ac:spMkLst>
        </pc:spChg>
        <pc:spChg chg="del">
          <ac:chgData name="Jacob Wyngaard" userId="6181fcd471e98458" providerId="LiveId" clId="{788BA123-62C9-4DDC-86E5-A6BCA4600216}" dt="2026-02-24T00:15:05.997" v="5052" actId="478"/>
          <ac:spMkLst>
            <pc:docMk/>
            <pc:sldMk cId="74585992" sldId="308"/>
            <ac:spMk id="20" creationId="{F5E904BF-DF9E-653D-4F73-B4C095D44C6D}"/>
          </ac:spMkLst>
        </pc:spChg>
        <pc:spChg chg="add del mod">
          <ac:chgData name="Jacob Wyngaard" userId="6181fcd471e98458" providerId="LiveId" clId="{788BA123-62C9-4DDC-86E5-A6BCA4600216}" dt="2026-02-24T00:19:15.544" v="5119" actId="478"/>
          <ac:spMkLst>
            <pc:docMk/>
            <pc:sldMk cId="74585992" sldId="308"/>
            <ac:spMk id="21" creationId="{B4ECCC82-736B-81D6-4801-FCA868933F93}"/>
          </ac:spMkLst>
        </pc:spChg>
        <pc:spChg chg="add del mod">
          <ac:chgData name="Jacob Wyngaard" userId="6181fcd471e98458" providerId="LiveId" clId="{788BA123-62C9-4DDC-86E5-A6BCA4600216}" dt="2026-02-24T00:19:15.544" v="5119" actId="478"/>
          <ac:spMkLst>
            <pc:docMk/>
            <pc:sldMk cId="74585992" sldId="308"/>
            <ac:spMk id="22" creationId="{30A058A6-95B7-0218-CAA7-6B0C26D489BA}"/>
          </ac:spMkLst>
        </pc:spChg>
        <pc:spChg chg="del">
          <ac:chgData name="Jacob Wyngaard" userId="6181fcd471e98458" providerId="LiveId" clId="{788BA123-62C9-4DDC-86E5-A6BCA4600216}" dt="2026-02-24T00:15:09.357" v="5054" actId="478"/>
          <ac:spMkLst>
            <pc:docMk/>
            <pc:sldMk cId="74585992" sldId="308"/>
            <ac:spMk id="24" creationId="{DACCCCA0-2952-69BC-3EF4-C193E73AF85E}"/>
          </ac:spMkLst>
        </pc:spChg>
        <pc:spChg chg="del">
          <ac:chgData name="Jacob Wyngaard" userId="6181fcd471e98458" providerId="LiveId" clId="{788BA123-62C9-4DDC-86E5-A6BCA4600216}" dt="2026-02-24T00:15:10.076" v="5055" actId="478"/>
          <ac:spMkLst>
            <pc:docMk/>
            <pc:sldMk cId="74585992" sldId="308"/>
            <ac:spMk id="27" creationId="{6286611F-3916-4EC3-11A5-FBBDB51E7E37}"/>
          </ac:spMkLst>
        </pc:spChg>
        <pc:picChg chg="del">
          <ac:chgData name="Jacob Wyngaard" userId="6181fcd471e98458" providerId="LiveId" clId="{788BA123-62C9-4DDC-86E5-A6BCA4600216}" dt="2026-02-24T00:19:16.909" v="5120" actId="478"/>
          <ac:picMkLst>
            <pc:docMk/>
            <pc:sldMk cId="74585992" sldId="308"/>
            <ac:picMk id="2" creationId="{68E44B46-0FF2-5426-64D6-518021ECA379}"/>
          </ac:picMkLst>
        </pc:picChg>
      </pc:sldChg>
      <pc:sldChg chg="addSp delSp modSp add mod">
        <pc:chgData name="Jacob Wyngaard" userId="6181fcd471e98458" providerId="LiveId" clId="{788BA123-62C9-4DDC-86E5-A6BCA4600216}" dt="2026-02-24T03:45:43.810" v="7220" actId="20577"/>
        <pc:sldMkLst>
          <pc:docMk/>
          <pc:sldMk cId="2843278506" sldId="309"/>
        </pc:sldMkLst>
        <pc:spChg chg="add mod">
          <ac:chgData name="Jacob Wyngaard" userId="6181fcd471e98458" providerId="LiveId" clId="{788BA123-62C9-4DDC-86E5-A6BCA4600216}" dt="2026-02-24T03:40:40.333" v="6833" actId="1076"/>
          <ac:spMkLst>
            <pc:docMk/>
            <pc:sldMk cId="2843278506" sldId="309"/>
            <ac:spMk id="2" creationId="{DB9E0421-0254-3B41-45B3-50E44C67EBE8}"/>
          </ac:spMkLst>
        </pc:spChg>
        <pc:spChg chg="add mod">
          <ac:chgData name="Jacob Wyngaard" userId="6181fcd471e98458" providerId="LiveId" clId="{788BA123-62C9-4DDC-86E5-A6BCA4600216}" dt="2026-02-24T03:43:56.294" v="7024" actId="20577"/>
          <ac:spMkLst>
            <pc:docMk/>
            <pc:sldMk cId="2843278506" sldId="309"/>
            <ac:spMk id="3" creationId="{9CC0D328-7AA6-1A47-5380-B3EE441646F1}"/>
          </ac:spMkLst>
        </pc:spChg>
        <pc:spChg chg="add mod">
          <ac:chgData name="Jacob Wyngaard" userId="6181fcd471e98458" providerId="LiveId" clId="{788BA123-62C9-4DDC-86E5-A6BCA4600216}" dt="2026-02-24T03:44:07.047" v="7037" actId="20577"/>
          <ac:spMkLst>
            <pc:docMk/>
            <pc:sldMk cId="2843278506" sldId="309"/>
            <ac:spMk id="4" creationId="{33DC81B0-AA88-4778-A0C5-93028DF5B62A}"/>
          </ac:spMkLst>
        </pc:spChg>
        <pc:spChg chg="add mod">
          <ac:chgData name="Jacob Wyngaard" userId="6181fcd471e98458" providerId="LiveId" clId="{788BA123-62C9-4DDC-86E5-A6BCA4600216}" dt="2026-02-24T03:40:55.341" v="6837" actId="14100"/>
          <ac:spMkLst>
            <pc:docMk/>
            <pc:sldMk cId="2843278506" sldId="309"/>
            <ac:spMk id="5" creationId="{9CEFD498-28E3-B85C-31B2-25A0F4E4F4FE}"/>
          </ac:spMkLst>
        </pc:spChg>
        <pc:spChg chg="add mod">
          <ac:chgData name="Jacob Wyngaard" userId="6181fcd471e98458" providerId="LiveId" clId="{788BA123-62C9-4DDC-86E5-A6BCA4600216}" dt="2026-02-24T03:45:10.919" v="7163" actId="20577"/>
          <ac:spMkLst>
            <pc:docMk/>
            <pc:sldMk cId="2843278506" sldId="309"/>
            <ac:spMk id="7" creationId="{BDDA974D-B1F3-BCA0-EEE5-A911336A96F4}"/>
          </ac:spMkLst>
        </pc:spChg>
        <pc:spChg chg="mod">
          <ac:chgData name="Jacob Wyngaard" userId="6181fcd471e98458" providerId="LiveId" clId="{788BA123-62C9-4DDC-86E5-A6BCA4600216}" dt="2026-02-24T00:41:37.466" v="5431" actId="1076"/>
          <ac:spMkLst>
            <pc:docMk/>
            <pc:sldMk cId="2843278506" sldId="309"/>
            <ac:spMk id="9" creationId="{1CA26395-4C2F-CF61-0495-2CA4A3A53348}"/>
          </ac:spMkLst>
        </pc:spChg>
        <pc:spChg chg="add mod">
          <ac:chgData name="Jacob Wyngaard" userId="6181fcd471e98458" providerId="LiveId" clId="{788BA123-62C9-4DDC-86E5-A6BCA4600216}" dt="2026-02-24T03:44:24.605" v="7094" actId="20577"/>
          <ac:spMkLst>
            <pc:docMk/>
            <pc:sldMk cId="2843278506" sldId="309"/>
            <ac:spMk id="10" creationId="{C3108D6C-74D5-9139-81D7-E2F514D0B861}"/>
          </ac:spMkLst>
        </pc:spChg>
        <pc:spChg chg="add mod">
          <ac:chgData name="Jacob Wyngaard" userId="6181fcd471e98458" providerId="LiveId" clId="{788BA123-62C9-4DDC-86E5-A6BCA4600216}" dt="2026-02-24T03:44:47.436" v="7152" actId="20577"/>
          <ac:spMkLst>
            <pc:docMk/>
            <pc:sldMk cId="2843278506" sldId="309"/>
            <ac:spMk id="11" creationId="{E97FF0A9-82E0-2906-4809-7FB8A091EAD0}"/>
          </ac:spMkLst>
        </pc:spChg>
        <pc:spChg chg="add mod">
          <ac:chgData name="Jacob Wyngaard" userId="6181fcd471e98458" providerId="LiveId" clId="{788BA123-62C9-4DDC-86E5-A6BCA4600216}" dt="2026-02-24T03:45:13.481" v="7169" actId="20577"/>
          <ac:spMkLst>
            <pc:docMk/>
            <pc:sldMk cId="2843278506" sldId="309"/>
            <ac:spMk id="12" creationId="{8E39931A-B02E-E1FE-4341-1C6257E44D6F}"/>
          </ac:spMkLst>
        </pc:spChg>
        <pc:spChg chg="del">
          <ac:chgData name="Jacob Wyngaard" userId="6181fcd471e98458" providerId="LiveId" clId="{788BA123-62C9-4DDC-86E5-A6BCA4600216}" dt="2026-02-24T00:41:39.953" v="5432" actId="478"/>
          <ac:spMkLst>
            <pc:docMk/>
            <pc:sldMk cId="2843278506" sldId="309"/>
            <ac:spMk id="12" creationId="{E9C1F8EF-D377-64E2-9B70-B07B86A07DB5}"/>
          </ac:spMkLst>
        </pc:spChg>
        <pc:spChg chg="add mod">
          <ac:chgData name="Jacob Wyngaard" userId="6181fcd471e98458" providerId="LiveId" clId="{788BA123-62C9-4DDC-86E5-A6BCA4600216}" dt="2026-02-24T03:45:43.810" v="7220" actId="20577"/>
          <ac:spMkLst>
            <pc:docMk/>
            <pc:sldMk cId="2843278506" sldId="309"/>
            <ac:spMk id="13" creationId="{7E2CFA20-797C-4C21-6B5F-CEB89111E25D}"/>
          </ac:spMkLst>
        </pc:spChg>
        <pc:spChg chg="del">
          <ac:chgData name="Jacob Wyngaard" userId="6181fcd471e98458" providerId="LiveId" clId="{788BA123-62C9-4DDC-86E5-A6BCA4600216}" dt="2026-02-24T00:41:39.953" v="5432" actId="478"/>
          <ac:spMkLst>
            <pc:docMk/>
            <pc:sldMk cId="2843278506" sldId="309"/>
            <ac:spMk id="14" creationId="{870BA0E7-8F72-2368-93C1-6C0767785DC1}"/>
          </ac:spMkLst>
        </pc:spChg>
        <pc:spChg chg="del">
          <ac:chgData name="Jacob Wyngaard" userId="6181fcd471e98458" providerId="LiveId" clId="{788BA123-62C9-4DDC-86E5-A6BCA4600216}" dt="2026-02-24T00:41:39.953" v="5432" actId="478"/>
          <ac:spMkLst>
            <pc:docMk/>
            <pc:sldMk cId="2843278506" sldId="309"/>
            <ac:spMk id="16" creationId="{363F13BB-63FB-8220-25B5-ACF67A5659A8}"/>
          </ac:spMkLst>
        </pc:spChg>
        <pc:spChg chg="del">
          <ac:chgData name="Jacob Wyngaard" userId="6181fcd471e98458" providerId="LiveId" clId="{788BA123-62C9-4DDC-86E5-A6BCA4600216}" dt="2026-02-24T00:41:39.953" v="5432" actId="478"/>
          <ac:spMkLst>
            <pc:docMk/>
            <pc:sldMk cId="2843278506" sldId="309"/>
            <ac:spMk id="17" creationId="{685B0AC8-5AB7-F7EB-5391-EAE4CB024BDA}"/>
          </ac:spMkLst>
        </pc:spChg>
        <pc:spChg chg="del">
          <ac:chgData name="Jacob Wyngaard" userId="6181fcd471e98458" providerId="LiveId" clId="{788BA123-62C9-4DDC-86E5-A6BCA4600216}" dt="2026-02-24T00:41:39.953" v="5432" actId="478"/>
          <ac:spMkLst>
            <pc:docMk/>
            <pc:sldMk cId="2843278506" sldId="309"/>
            <ac:spMk id="19" creationId="{09206B7E-8C1E-61FD-89B6-6DCA7499FE64}"/>
          </ac:spMkLst>
        </pc:spChg>
        <pc:spChg chg="del">
          <ac:chgData name="Jacob Wyngaard" userId="6181fcd471e98458" providerId="LiveId" clId="{788BA123-62C9-4DDC-86E5-A6BCA4600216}" dt="2026-02-24T00:41:39.953" v="5432" actId="478"/>
          <ac:spMkLst>
            <pc:docMk/>
            <pc:sldMk cId="2843278506" sldId="309"/>
            <ac:spMk id="27" creationId="{EB468DDB-9C5E-68F6-3BF1-C4CBC6E02422}"/>
          </ac:spMkLst>
        </pc:spChg>
        <pc:spChg chg="del">
          <ac:chgData name="Jacob Wyngaard" userId="6181fcd471e98458" providerId="LiveId" clId="{788BA123-62C9-4DDC-86E5-A6BCA4600216}" dt="2026-02-24T00:41:39.953" v="5432" actId="478"/>
          <ac:spMkLst>
            <pc:docMk/>
            <pc:sldMk cId="2843278506" sldId="309"/>
            <ac:spMk id="28" creationId="{08B33380-65EF-1BB8-A4B3-5974D2FC682F}"/>
          </ac:spMkLst>
        </pc:spChg>
        <pc:spChg chg="del">
          <ac:chgData name="Jacob Wyngaard" userId="6181fcd471e98458" providerId="LiveId" clId="{788BA123-62C9-4DDC-86E5-A6BCA4600216}" dt="2026-02-24T00:41:39.953" v="5432" actId="478"/>
          <ac:spMkLst>
            <pc:docMk/>
            <pc:sldMk cId="2843278506" sldId="309"/>
            <ac:spMk id="33" creationId="{8830ED5B-9CC8-8F83-7304-9BE4573557CA}"/>
          </ac:spMkLst>
        </pc:spChg>
        <pc:spChg chg="del">
          <ac:chgData name="Jacob Wyngaard" userId="6181fcd471e98458" providerId="LiveId" clId="{788BA123-62C9-4DDC-86E5-A6BCA4600216}" dt="2026-02-24T00:41:41.114" v="5433" actId="478"/>
          <ac:spMkLst>
            <pc:docMk/>
            <pc:sldMk cId="2843278506" sldId="309"/>
            <ac:spMk id="34" creationId="{DA33C9AD-E8E9-366E-BE0D-EC3FC9D9DD0F}"/>
          </ac:spMkLst>
        </pc:spChg>
        <pc:spChg chg="del">
          <ac:chgData name="Jacob Wyngaard" userId="6181fcd471e98458" providerId="LiveId" clId="{788BA123-62C9-4DDC-86E5-A6BCA4600216}" dt="2026-02-24T00:41:39.953" v="5432" actId="478"/>
          <ac:spMkLst>
            <pc:docMk/>
            <pc:sldMk cId="2843278506" sldId="309"/>
            <ac:spMk id="39" creationId="{3C7F5323-C550-943A-9F94-6EFB7A164B67}"/>
          </ac:spMkLst>
        </pc:spChg>
        <pc:spChg chg="del">
          <ac:chgData name="Jacob Wyngaard" userId="6181fcd471e98458" providerId="LiveId" clId="{788BA123-62C9-4DDC-86E5-A6BCA4600216}" dt="2026-02-24T00:41:39.953" v="5432" actId="478"/>
          <ac:spMkLst>
            <pc:docMk/>
            <pc:sldMk cId="2843278506" sldId="309"/>
            <ac:spMk id="40" creationId="{7FA75D68-6241-A6AB-7B3C-7D062E956447}"/>
          </ac:spMkLst>
        </pc:spChg>
      </pc:sldChg>
      <pc:sldChg chg="addSp delSp modSp add mod">
        <pc:chgData name="Jacob Wyngaard" userId="6181fcd471e98458" providerId="LiveId" clId="{788BA123-62C9-4DDC-86E5-A6BCA4600216}" dt="2026-02-24T00:38:13.667" v="5312" actId="20577"/>
        <pc:sldMkLst>
          <pc:docMk/>
          <pc:sldMk cId="3006645019" sldId="310"/>
        </pc:sldMkLst>
        <pc:spChg chg="mod">
          <ac:chgData name="Jacob Wyngaard" userId="6181fcd471e98458" providerId="LiveId" clId="{788BA123-62C9-4DDC-86E5-A6BCA4600216}" dt="2026-02-24T00:19:31.170" v="5122" actId="1076"/>
          <ac:spMkLst>
            <pc:docMk/>
            <pc:sldMk cId="3006645019" sldId="310"/>
            <ac:spMk id="3" creationId="{5CF4A97C-4103-51D4-C959-2EAFA74994A8}"/>
          </ac:spMkLst>
        </pc:spChg>
        <pc:spChg chg="mod">
          <ac:chgData name="Jacob Wyngaard" userId="6181fcd471e98458" providerId="LiveId" clId="{788BA123-62C9-4DDC-86E5-A6BCA4600216}" dt="2026-02-24T00:19:05.984" v="5117" actId="20577"/>
          <ac:spMkLst>
            <pc:docMk/>
            <pc:sldMk cId="3006645019" sldId="310"/>
            <ac:spMk id="4" creationId="{F6468F42-7C24-A97F-E5F1-A7C10B7CADEB}"/>
          </ac:spMkLst>
        </pc:spChg>
        <pc:spChg chg="mod">
          <ac:chgData name="Jacob Wyngaard" userId="6181fcd471e98458" providerId="LiveId" clId="{788BA123-62C9-4DDC-86E5-A6BCA4600216}" dt="2026-02-24T00:19:31.170" v="5122" actId="1076"/>
          <ac:spMkLst>
            <pc:docMk/>
            <pc:sldMk cId="3006645019" sldId="310"/>
            <ac:spMk id="5" creationId="{509FAFD5-814B-DE74-713A-F0A5E04B104E}"/>
          </ac:spMkLst>
        </pc:spChg>
        <pc:spChg chg="mod">
          <ac:chgData name="Jacob Wyngaard" userId="6181fcd471e98458" providerId="LiveId" clId="{788BA123-62C9-4DDC-86E5-A6BCA4600216}" dt="2026-02-24T00:19:31.170" v="5122" actId="1076"/>
          <ac:spMkLst>
            <pc:docMk/>
            <pc:sldMk cId="3006645019" sldId="310"/>
            <ac:spMk id="7" creationId="{FCB71EC2-757F-946D-E05E-6FA8EFD71CFB}"/>
          </ac:spMkLst>
        </pc:spChg>
        <pc:spChg chg="mod">
          <ac:chgData name="Jacob Wyngaard" userId="6181fcd471e98458" providerId="LiveId" clId="{788BA123-62C9-4DDC-86E5-A6BCA4600216}" dt="2026-02-24T00:19:31.170" v="5122" actId="1076"/>
          <ac:spMkLst>
            <pc:docMk/>
            <pc:sldMk cId="3006645019" sldId="310"/>
            <ac:spMk id="10" creationId="{E16D1546-42DF-270B-B0FE-6E2625D9C708}"/>
          </ac:spMkLst>
        </pc:spChg>
        <pc:spChg chg="mod">
          <ac:chgData name="Jacob Wyngaard" userId="6181fcd471e98458" providerId="LiveId" clId="{788BA123-62C9-4DDC-86E5-A6BCA4600216}" dt="2026-02-24T00:19:31.170" v="5122" actId="1076"/>
          <ac:spMkLst>
            <pc:docMk/>
            <pc:sldMk cId="3006645019" sldId="310"/>
            <ac:spMk id="12" creationId="{EEF9D42F-C858-F9FD-2C51-73B9E5F20ED7}"/>
          </ac:spMkLst>
        </pc:spChg>
        <pc:spChg chg="del">
          <ac:chgData name="Jacob Wyngaard" userId="6181fcd471e98458" providerId="LiveId" clId="{788BA123-62C9-4DDC-86E5-A6BCA4600216}" dt="2026-02-24T00:19:11.513" v="5118" actId="478"/>
          <ac:spMkLst>
            <pc:docMk/>
            <pc:sldMk cId="3006645019" sldId="310"/>
            <ac:spMk id="13" creationId="{62B2387F-762C-3E97-746A-2179FDAC4228}"/>
          </ac:spMkLst>
        </pc:spChg>
        <pc:spChg chg="del">
          <ac:chgData name="Jacob Wyngaard" userId="6181fcd471e98458" providerId="LiveId" clId="{788BA123-62C9-4DDC-86E5-A6BCA4600216}" dt="2026-02-24T00:19:11.513" v="5118" actId="478"/>
          <ac:spMkLst>
            <pc:docMk/>
            <pc:sldMk cId="3006645019" sldId="310"/>
            <ac:spMk id="14" creationId="{8A3C31E0-4C15-7A13-3201-FF3DDC67583C}"/>
          </ac:spMkLst>
        </pc:spChg>
        <pc:spChg chg="mod">
          <ac:chgData name="Jacob Wyngaard" userId="6181fcd471e98458" providerId="LiveId" clId="{788BA123-62C9-4DDC-86E5-A6BCA4600216}" dt="2026-02-24T00:19:31.170" v="5122" actId="1076"/>
          <ac:spMkLst>
            <pc:docMk/>
            <pc:sldMk cId="3006645019" sldId="310"/>
            <ac:spMk id="15" creationId="{DE6B6689-4F0C-9793-B9EF-C157198F5C3A}"/>
          </ac:spMkLst>
        </pc:spChg>
        <pc:spChg chg="add mod">
          <ac:chgData name="Jacob Wyngaard" userId="6181fcd471e98458" providerId="LiveId" clId="{788BA123-62C9-4DDC-86E5-A6BCA4600216}" dt="2026-02-24T00:19:44.639" v="5126" actId="1076"/>
          <ac:spMkLst>
            <pc:docMk/>
            <pc:sldMk cId="3006645019" sldId="310"/>
            <ac:spMk id="16" creationId="{397A639F-D22E-084C-F40B-337889FA5668}"/>
          </ac:spMkLst>
        </pc:spChg>
        <pc:spChg chg="mod">
          <ac:chgData name="Jacob Wyngaard" userId="6181fcd471e98458" providerId="LiveId" clId="{788BA123-62C9-4DDC-86E5-A6BCA4600216}" dt="2026-02-24T00:19:31.170" v="5122" actId="1076"/>
          <ac:spMkLst>
            <pc:docMk/>
            <pc:sldMk cId="3006645019" sldId="310"/>
            <ac:spMk id="17" creationId="{81592692-D028-C86A-0070-21C543C131B7}"/>
          </ac:spMkLst>
        </pc:spChg>
        <pc:spChg chg="mod">
          <ac:chgData name="Jacob Wyngaard" userId="6181fcd471e98458" providerId="LiveId" clId="{788BA123-62C9-4DDC-86E5-A6BCA4600216}" dt="2026-02-24T00:19:31.170" v="5122" actId="1076"/>
          <ac:spMkLst>
            <pc:docMk/>
            <pc:sldMk cId="3006645019" sldId="310"/>
            <ac:spMk id="18" creationId="{8BBB5134-EA76-BA4D-4D0E-DBC2FA6C6D19}"/>
          </ac:spMkLst>
        </pc:spChg>
        <pc:spChg chg="add mod">
          <ac:chgData name="Jacob Wyngaard" userId="6181fcd471e98458" providerId="LiveId" clId="{788BA123-62C9-4DDC-86E5-A6BCA4600216}" dt="2026-02-24T00:37:27.375" v="5281" actId="20577"/>
          <ac:spMkLst>
            <pc:docMk/>
            <pc:sldMk cId="3006645019" sldId="310"/>
            <ac:spMk id="20" creationId="{6B78ADE7-3D7F-702F-4BB5-47410ED75DE5}"/>
          </ac:spMkLst>
        </pc:spChg>
        <pc:spChg chg="mod">
          <ac:chgData name="Jacob Wyngaard" userId="6181fcd471e98458" providerId="LiveId" clId="{788BA123-62C9-4DDC-86E5-A6BCA4600216}" dt="2026-02-24T00:19:31.170" v="5122" actId="1076"/>
          <ac:spMkLst>
            <pc:docMk/>
            <pc:sldMk cId="3006645019" sldId="310"/>
            <ac:spMk id="21" creationId="{BBEE6892-82BE-F7A5-4906-EBE0C9667175}"/>
          </ac:spMkLst>
        </pc:spChg>
        <pc:spChg chg="mod">
          <ac:chgData name="Jacob Wyngaard" userId="6181fcd471e98458" providerId="LiveId" clId="{788BA123-62C9-4DDC-86E5-A6BCA4600216}" dt="2026-02-24T00:19:31.170" v="5122" actId="1076"/>
          <ac:spMkLst>
            <pc:docMk/>
            <pc:sldMk cId="3006645019" sldId="310"/>
            <ac:spMk id="22" creationId="{8C9CB58B-F7F7-A3D0-1B8B-42B4A4EA9986}"/>
          </ac:spMkLst>
        </pc:spChg>
        <pc:spChg chg="add mod">
          <ac:chgData name="Jacob Wyngaard" userId="6181fcd471e98458" providerId="LiveId" clId="{788BA123-62C9-4DDC-86E5-A6BCA4600216}" dt="2026-02-24T00:37:29.687" v="5283" actId="20577"/>
          <ac:spMkLst>
            <pc:docMk/>
            <pc:sldMk cId="3006645019" sldId="310"/>
            <ac:spMk id="23" creationId="{ECFDC85A-48E0-FE02-7B4A-23426F882BD1}"/>
          </ac:spMkLst>
        </pc:spChg>
        <pc:spChg chg="add mod">
          <ac:chgData name="Jacob Wyngaard" userId="6181fcd471e98458" providerId="LiveId" clId="{788BA123-62C9-4DDC-86E5-A6BCA4600216}" dt="2026-02-24T00:37:48.257" v="5289" actId="20577"/>
          <ac:spMkLst>
            <pc:docMk/>
            <pc:sldMk cId="3006645019" sldId="310"/>
            <ac:spMk id="24" creationId="{AD1F350A-71AC-6201-2D8D-5BE261E6C1AC}"/>
          </ac:spMkLst>
        </pc:spChg>
        <pc:spChg chg="add mod">
          <ac:chgData name="Jacob Wyngaard" userId="6181fcd471e98458" providerId="LiveId" clId="{788BA123-62C9-4DDC-86E5-A6BCA4600216}" dt="2026-02-24T00:37:55.990" v="5295" actId="20577"/>
          <ac:spMkLst>
            <pc:docMk/>
            <pc:sldMk cId="3006645019" sldId="310"/>
            <ac:spMk id="25" creationId="{08C95E68-9A8B-6436-ECE3-CC61AB4AD7B1}"/>
          </ac:spMkLst>
        </pc:spChg>
        <pc:spChg chg="add mod">
          <ac:chgData name="Jacob Wyngaard" userId="6181fcd471e98458" providerId="LiveId" clId="{788BA123-62C9-4DDC-86E5-A6BCA4600216}" dt="2026-02-24T00:38:13.667" v="5312" actId="20577"/>
          <ac:spMkLst>
            <pc:docMk/>
            <pc:sldMk cId="3006645019" sldId="310"/>
            <ac:spMk id="26" creationId="{F2F5A013-FEEF-2DB8-DFE6-D673750B4252}"/>
          </ac:spMkLst>
        </pc:spChg>
        <pc:spChg chg="add mod">
          <ac:chgData name="Jacob Wyngaard" userId="6181fcd471e98458" providerId="LiveId" clId="{788BA123-62C9-4DDC-86E5-A6BCA4600216}" dt="2026-02-24T00:37:38.897" v="5284" actId="20577"/>
          <ac:spMkLst>
            <pc:docMk/>
            <pc:sldMk cId="3006645019" sldId="310"/>
            <ac:spMk id="27" creationId="{50816578-F798-E205-1CB8-CA5BD5E0E796}"/>
          </ac:spMkLst>
        </pc:spChg>
        <pc:spChg chg="add mod">
          <ac:chgData name="Jacob Wyngaard" userId="6181fcd471e98458" providerId="LiveId" clId="{788BA123-62C9-4DDC-86E5-A6BCA4600216}" dt="2026-02-24T00:37:40.364" v="5285" actId="20577"/>
          <ac:spMkLst>
            <pc:docMk/>
            <pc:sldMk cId="3006645019" sldId="310"/>
            <ac:spMk id="28" creationId="{05952964-3719-F8B4-E3B2-CC26BCB0B95B}"/>
          </ac:spMkLst>
        </pc:spChg>
      </pc:sldChg>
      <pc:sldChg chg="addSp delSp modSp add mod">
        <pc:chgData name="Jacob Wyngaard" userId="6181fcd471e98458" providerId="LiveId" clId="{788BA123-62C9-4DDC-86E5-A6BCA4600216}" dt="2026-02-24T00:23:18.799" v="5261" actId="20577"/>
        <pc:sldMkLst>
          <pc:docMk/>
          <pc:sldMk cId="1247703661" sldId="311"/>
        </pc:sldMkLst>
        <pc:spChg chg="add mod">
          <ac:chgData name="Jacob Wyngaard" userId="6181fcd471e98458" providerId="LiveId" clId="{788BA123-62C9-4DDC-86E5-A6BCA4600216}" dt="2026-02-24T00:20:16.004" v="5132" actId="1076"/>
          <ac:spMkLst>
            <pc:docMk/>
            <pc:sldMk cId="1247703661" sldId="311"/>
            <ac:spMk id="13" creationId="{6A604AFF-DE76-FBEA-9B0E-2C4573B855EE}"/>
          </ac:spMkLst>
        </pc:spChg>
        <pc:spChg chg="add mod">
          <ac:chgData name="Jacob Wyngaard" userId="6181fcd471e98458" providerId="LiveId" clId="{788BA123-62C9-4DDC-86E5-A6BCA4600216}" dt="2026-02-24T00:21:30.979" v="5166" actId="14100"/>
          <ac:spMkLst>
            <pc:docMk/>
            <pc:sldMk cId="1247703661" sldId="311"/>
            <ac:spMk id="14" creationId="{FEC5541E-CBD1-DD40-3E59-3342D1F19C63}"/>
          </ac:spMkLst>
        </pc:spChg>
        <pc:spChg chg="del">
          <ac:chgData name="Jacob Wyngaard" userId="6181fcd471e98458" providerId="LiveId" clId="{788BA123-62C9-4DDC-86E5-A6BCA4600216}" dt="2026-02-24T00:19:58.825" v="5128" actId="478"/>
          <ac:spMkLst>
            <pc:docMk/>
            <pc:sldMk cId="1247703661" sldId="311"/>
            <ac:spMk id="16" creationId="{53B4E3A2-BCBD-1F88-E159-FCE53F8309EC}"/>
          </ac:spMkLst>
        </pc:spChg>
        <pc:spChg chg="add mod">
          <ac:chgData name="Jacob Wyngaard" userId="6181fcd471e98458" providerId="LiveId" clId="{788BA123-62C9-4DDC-86E5-A6BCA4600216}" dt="2026-02-24T00:21:50.891" v="5206" actId="14100"/>
          <ac:spMkLst>
            <pc:docMk/>
            <pc:sldMk cId="1247703661" sldId="311"/>
            <ac:spMk id="20" creationId="{0AF85D87-B478-ED42-A879-DD8404D527A4}"/>
          </ac:spMkLst>
        </pc:spChg>
        <pc:spChg chg="add mod">
          <ac:chgData name="Jacob Wyngaard" userId="6181fcd471e98458" providerId="LiveId" clId="{788BA123-62C9-4DDC-86E5-A6BCA4600216}" dt="2026-02-24T00:22:55.849" v="5240" actId="20577"/>
          <ac:spMkLst>
            <pc:docMk/>
            <pc:sldMk cId="1247703661" sldId="311"/>
            <ac:spMk id="23" creationId="{7D913583-0CCB-6A5E-7976-934797F2E365}"/>
          </ac:spMkLst>
        </pc:spChg>
        <pc:spChg chg="add mod">
          <ac:chgData name="Jacob Wyngaard" userId="6181fcd471e98458" providerId="LiveId" clId="{788BA123-62C9-4DDC-86E5-A6BCA4600216}" dt="2026-02-24T00:23:18.799" v="5261" actId="20577"/>
          <ac:spMkLst>
            <pc:docMk/>
            <pc:sldMk cId="1247703661" sldId="311"/>
            <ac:spMk id="24" creationId="{7FA4D94A-3470-492F-FD1D-1DD34423893D}"/>
          </ac:spMkLst>
        </pc:spChg>
        <pc:spChg chg="add mod">
          <ac:chgData name="Jacob Wyngaard" userId="6181fcd471e98458" providerId="LiveId" clId="{788BA123-62C9-4DDC-86E5-A6BCA4600216}" dt="2026-02-24T00:22:27.482" v="5223" actId="1076"/>
          <ac:spMkLst>
            <pc:docMk/>
            <pc:sldMk cId="1247703661" sldId="311"/>
            <ac:spMk id="25" creationId="{9CFEC038-C7D0-C344-D9B2-A9B94333FA2E}"/>
          </ac:spMkLst>
        </pc:spChg>
        <pc:spChg chg="add mod">
          <ac:chgData name="Jacob Wyngaard" userId="6181fcd471e98458" providerId="LiveId" clId="{788BA123-62C9-4DDC-86E5-A6BCA4600216}" dt="2026-02-24T00:22:36.173" v="5226" actId="20577"/>
          <ac:spMkLst>
            <pc:docMk/>
            <pc:sldMk cId="1247703661" sldId="311"/>
            <ac:spMk id="26" creationId="{4F748F6F-E7BA-B95B-5DE0-42CFFAB400D7}"/>
          </ac:spMkLst>
        </pc:spChg>
        <pc:spChg chg="add mod">
          <ac:chgData name="Jacob Wyngaard" userId="6181fcd471e98458" providerId="LiveId" clId="{788BA123-62C9-4DDC-86E5-A6BCA4600216}" dt="2026-02-24T00:22:37.868" v="5227" actId="20577"/>
          <ac:spMkLst>
            <pc:docMk/>
            <pc:sldMk cId="1247703661" sldId="311"/>
            <ac:spMk id="27" creationId="{3EC51D04-BE39-FA9D-1FE4-8DC365CA9641}"/>
          </ac:spMkLst>
        </pc:spChg>
      </pc:sldChg>
      <pc:sldChg chg="addSp delSp modSp add mod">
        <pc:chgData name="Jacob Wyngaard" userId="6181fcd471e98458" providerId="LiveId" clId="{788BA123-62C9-4DDC-86E5-A6BCA4600216}" dt="2026-02-24T00:36:48.682" v="5276" actId="1076"/>
        <pc:sldMkLst>
          <pc:docMk/>
          <pc:sldMk cId="464485421" sldId="312"/>
        </pc:sldMkLst>
        <pc:spChg chg="del">
          <ac:chgData name="Jacob Wyngaard" userId="6181fcd471e98458" providerId="LiveId" clId="{788BA123-62C9-4DDC-86E5-A6BCA4600216}" dt="2026-02-24T00:23:46.195" v="5263" actId="478"/>
          <ac:spMkLst>
            <pc:docMk/>
            <pc:sldMk cId="464485421" sldId="312"/>
            <ac:spMk id="14" creationId="{00B7BEAE-019A-BFC6-AD78-6592AC2571D2}"/>
          </ac:spMkLst>
        </pc:spChg>
        <pc:spChg chg="add mod">
          <ac:chgData name="Jacob Wyngaard" userId="6181fcd471e98458" providerId="LiveId" clId="{788BA123-62C9-4DDC-86E5-A6BCA4600216}" dt="2026-02-24T00:36:48.682" v="5276" actId="1076"/>
          <ac:spMkLst>
            <pc:docMk/>
            <pc:sldMk cId="464485421" sldId="312"/>
            <ac:spMk id="16" creationId="{6F3654DF-CA09-4E04-F2D0-1B46F7D75EC7}"/>
          </ac:spMkLst>
        </pc:spChg>
        <pc:spChg chg="del">
          <ac:chgData name="Jacob Wyngaard" userId="6181fcd471e98458" providerId="LiveId" clId="{788BA123-62C9-4DDC-86E5-A6BCA4600216}" dt="2026-02-24T00:23:47.391" v="5264" actId="478"/>
          <ac:spMkLst>
            <pc:docMk/>
            <pc:sldMk cId="464485421" sldId="312"/>
            <ac:spMk id="20" creationId="{57232EEB-E2F2-38A8-8E03-C74D9CAD04F9}"/>
          </ac:spMkLst>
        </pc:spChg>
        <pc:spChg chg="del">
          <ac:chgData name="Jacob Wyngaard" userId="6181fcd471e98458" providerId="LiveId" clId="{788BA123-62C9-4DDC-86E5-A6BCA4600216}" dt="2026-02-24T00:23:50.018" v="5265" actId="478"/>
          <ac:spMkLst>
            <pc:docMk/>
            <pc:sldMk cId="464485421" sldId="312"/>
            <ac:spMk id="23" creationId="{08460C9D-70AC-26DB-E6EA-879BB6E0DAD6}"/>
          </ac:spMkLst>
        </pc:spChg>
        <pc:spChg chg="del">
          <ac:chgData name="Jacob Wyngaard" userId="6181fcd471e98458" providerId="LiveId" clId="{788BA123-62C9-4DDC-86E5-A6BCA4600216}" dt="2026-02-24T00:23:50.018" v="5265" actId="478"/>
          <ac:spMkLst>
            <pc:docMk/>
            <pc:sldMk cId="464485421" sldId="312"/>
            <ac:spMk id="24" creationId="{2D3D0681-1E51-2E82-C0C5-FC0747B3B7E9}"/>
          </ac:spMkLst>
        </pc:spChg>
        <pc:spChg chg="del">
          <ac:chgData name="Jacob Wyngaard" userId="6181fcd471e98458" providerId="LiveId" clId="{788BA123-62C9-4DDC-86E5-A6BCA4600216}" dt="2026-02-24T00:23:50.018" v="5265" actId="478"/>
          <ac:spMkLst>
            <pc:docMk/>
            <pc:sldMk cId="464485421" sldId="312"/>
            <ac:spMk id="25" creationId="{BC1D4446-E642-02B6-DEC4-DCE915747A7F}"/>
          </ac:spMkLst>
        </pc:spChg>
        <pc:spChg chg="del">
          <ac:chgData name="Jacob Wyngaard" userId="6181fcd471e98458" providerId="LiveId" clId="{788BA123-62C9-4DDC-86E5-A6BCA4600216}" dt="2026-02-24T00:23:50.018" v="5265" actId="478"/>
          <ac:spMkLst>
            <pc:docMk/>
            <pc:sldMk cId="464485421" sldId="312"/>
            <ac:spMk id="26" creationId="{72DDDC2D-DB8A-3DC2-5619-D9B0089BD327}"/>
          </ac:spMkLst>
        </pc:spChg>
        <pc:spChg chg="del">
          <ac:chgData name="Jacob Wyngaard" userId="6181fcd471e98458" providerId="LiveId" clId="{788BA123-62C9-4DDC-86E5-A6BCA4600216}" dt="2026-02-24T00:23:50.018" v="5265" actId="478"/>
          <ac:spMkLst>
            <pc:docMk/>
            <pc:sldMk cId="464485421" sldId="312"/>
            <ac:spMk id="27" creationId="{71015F0F-92EC-0A64-8524-3FA00E17DE88}"/>
          </ac:spMkLst>
        </pc:spChg>
      </pc:sldChg>
      <pc:sldChg chg="addSp delSp modSp add mod">
        <pc:chgData name="Jacob Wyngaard" userId="6181fcd471e98458" providerId="LiveId" clId="{788BA123-62C9-4DDC-86E5-A6BCA4600216}" dt="2026-02-24T00:40:43.450" v="5375" actId="1076"/>
        <pc:sldMkLst>
          <pc:docMk/>
          <pc:sldMk cId="3454015702" sldId="313"/>
        </pc:sldMkLst>
        <pc:spChg chg="mod">
          <ac:chgData name="Jacob Wyngaard" userId="6181fcd471e98458" providerId="LiveId" clId="{788BA123-62C9-4DDC-86E5-A6BCA4600216}" dt="2026-02-24T00:40:43.450" v="5375" actId="1076"/>
          <ac:spMkLst>
            <pc:docMk/>
            <pc:sldMk cId="3454015702" sldId="313"/>
            <ac:spMk id="20" creationId="{314C3B83-B51E-6B8B-958C-E47683C1916B}"/>
          </ac:spMkLst>
        </pc:spChg>
        <pc:spChg chg="del">
          <ac:chgData name="Jacob Wyngaard" userId="6181fcd471e98458" providerId="LiveId" clId="{788BA123-62C9-4DDC-86E5-A6BCA4600216}" dt="2026-02-24T00:39:38.195" v="5314" actId="478"/>
          <ac:spMkLst>
            <pc:docMk/>
            <pc:sldMk cId="3454015702" sldId="313"/>
            <ac:spMk id="23" creationId="{3DBAB4EE-9371-6C5D-6B36-98624DF30048}"/>
          </ac:spMkLst>
        </pc:spChg>
        <pc:spChg chg="del">
          <ac:chgData name="Jacob Wyngaard" userId="6181fcd471e98458" providerId="LiveId" clId="{788BA123-62C9-4DDC-86E5-A6BCA4600216}" dt="2026-02-24T00:39:39.646" v="5315" actId="478"/>
          <ac:spMkLst>
            <pc:docMk/>
            <pc:sldMk cId="3454015702" sldId="313"/>
            <ac:spMk id="24" creationId="{6D5EAB9A-CC4A-E86D-0016-4D22C03DF391}"/>
          </ac:spMkLst>
        </pc:spChg>
        <pc:spChg chg="del">
          <ac:chgData name="Jacob Wyngaard" userId="6181fcd471e98458" providerId="LiveId" clId="{788BA123-62C9-4DDC-86E5-A6BCA4600216}" dt="2026-02-24T00:39:40.502" v="5316" actId="478"/>
          <ac:spMkLst>
            <pc:docMk/>
            <pc:sldMk cId="3454015702" sldId="313"/>
            <ac:spMk id="25" creationId="{2AC8001D-A36E-DFBF-2296-BCEDE62C06A2}"/>
          </ac:spMkLst>
        </pc:spChg>
        <pc:spChg chg="del mod">
          <ac:chgData name="Jacob Wyngaard" userId="6181fcd471e98458" providerId="LiveId" clId="{788BA123-62C9-4DDC-86E5-A6BCA4600216}" dt="2026-02-24T00:39:42.179" v="5318" actId="478"/>
          <ac:spMkLst>
            <pc:docMk/>
            <pc:sldMk cId="3454015702" sldId="313"/>
            <ac:spMk id="26" creationId="{697BFEDC-3BDA-5E0A-E133-57E8692F7A33}"/>
          </ac:spMkLst>
        </pc:spChg>
        <pc:spChg chg="del">
          <ac:chgData name="Jacob Wyngaard" userId="6181fcd471e98458" providerId="LiveId" clId="{788BA123-62C9-4DDC-86E5-A6BCA4600216}" dt="2026-02-24T00:39:43.506" v="5319" actId="478"/>
          <ac:spMkLst>
            <pc:docMk/>
            <pc:sldMk cId="3454015702" sldId="313"/>
            <ac:spMk id="27" creationId="{81D0CD4D-5C4E-656E-465F-50A9F226B7CC}"/>
          </ac:spMkLst>
        </pc:spChg>
        <pc:spChg chg="del mod">
          <ac:chgData name="Jacob Wyngaard" userId="6181fcd471e98458" providerId="LiveId" clId="{788BA123-62C9-4DDC-86E5-A6BCA4600216}" dt="2026-02-24T00:39:45.665" v="5321" actId="478"/>
          <ac:spMkLst>
            <pc:docMk/>
            <pc:sldMk cId="3454015702" sldId="313"/>
            <ac:spMk id="28" creationId="{9862C91E-4D60-9246-4BDF-3FBEEAC70367}"/>
          </ac:spMkLst>
        </pc:spChg>
        <pc:spChg chg="add mod">
          <ac:chgData name="Jacob Wyngaard" userId="6181fcd471e98458" providerId="LiveId" clId="{788BA123-62C9-4DDC-86E5-A6BCA4600216}" dt="2026-02-24T00:40:27.042" v="5361" actId="1036"/>
          <ac:spMkLst>
            <pc:docMk/>
            <pc:sldMk cId="3454015702" sldId="313"/>
            <ac:spMk id="30" creationId="{A5CFB314-3D6F-2639-E62B-3512A462DEBA}"/>
          </ac:spMkLst>
        </pc:spChg>
        <pc:spChg chg="add mod">
          <ac:chgData name="Jacob Wyngaard" userId="6181fcd471e98458" providerId="LiveId" clId="{788BA123-62C9-4DDC-86E5-A6BCA4600216}" dt="2026-02-24T00:40:39.306" v="5374" actId="1037"/>
          <ac:spMkLst>
            <pc:docMk/>
            <pc:sldMk cId="3454015702" sldId="313"/>
            <ac:spMk id="31" creationId="{87DBDEB5-4C5A-33C3-9757-FE6DC149E495}"/>
          </ac:spMkLst>
        </pc:spChg>
        <pc:picChg chg="add mod">
          <ac:chgData name="Jacob Wyngaard" userId="6181fcd471e98458" providerId="LiveId" clId="{788BA123-62C9-4DDC-86E5-A6BCA4600216}" dt="2026-02-24T00:40:11.890" v="5328" actId="1076"/>
          <ac:picMkLst>
            <pc:docMk/>
            <pc:sldMk cId="3454015702" sldId="313"/>
            <ac:picMk id="14" creationId="{2954CEB2-F620-FA96-6307-949E8A31358C}"/>
          </ac:picMkLst>
        </pc:picChg>
      </pc:sldChg>
      <pc:sldChg chg="addSp modSp add mod ord">
        <pc:chgData name="Jacob Wyngaard" userId="6181fcd471e98458" providerId="LiveId" clId="{788BA123-62C9-4DDC-86E5-A6BCA4600216}" dt="2026-02-24T05:29:06.639" v="9109" actId="1076"/>
        <pc:sldMkLst>
          <pc:docMk/>
          <pc:sldMk cId="3304399246" sldId="314"/>
        </pc:sldMkLst>
        <pc:spChg chg="add mod">
          <ac:chgData name="Jacob Wyngaard" userId="6181fcd471e98458" providerId="LiveId" clId="{788BA123-62C9-4DDC-86E5-A6BCA4600216}" dt="2026-02-24T05:23:47.175" v="8949" actId="20577"/>
          <ac:spMkLst>
            <pc:docMk/>
            <pc:sldMk cId="3304399246" sldId="314"/>
            <ac:spMk id="2" creationId="{22515903-A087-DEBC-C21E-8B500114B627}"/>
          </ac:spMkLst>
        </pc:spChg>
        <pc:spChg chg="add mod">
          <ac:chgData name="Jacob Wyngaard" userId="6181fcd471e98458" providerId="LiveId" clId="{788BA123-62C9-4DDC-86E5-A6BCA4600216}" dt="2026-02-24T03:21:48.153" v="6154" actId="20577"/>
          <ac:spMkLst>
            <pc:docMk/>
            <pc:sldMk cId="3304399246" sldId="314"/>
            <ac:spMk id="4" creationId="{0C634FBE-CCD3-9CC8-E142-FD94D39D244C}"/>
          </ac:spMkLst>
        </pc:spChg>
        <pc:spChg chg="add mod">
          <ac:chgData name="Jacob Wyngaard" userId="6181fcd471e98458" providerId="LiveId" clId="{788BA123-62C9-4DDC-86E5-A6BCA4600216}" dt="2026-02-24T05:29:06.639" v="9109" actId="1076"/>
          <ac:spMkLst>
            <pc:docMk/>
            <pc:sldMk cId="3304399246" sldId="314"/>
            <ac:spMk id="7" creationId="{02D5ACB9-C016-246E-CC38-D91006ABAD3B}"/>
          </ac:spMkLst>
        </pc:spChg>
        <pc:spChg chg="mod">
          <ac:chgData name="Jacob Wyngaard" userId="6181fcd471e98458" providerId="LiveId" clId="{788BA123-62C9-4DDC-86E5-A6BCA4600216}" dt="2026-02-24T03:04:42.843" v="5455" actId="14100"/>
          <ac:spMkLst>
            <pc:docMk/>
            <pc:sldMk cId="3304399246" sldId="314"/>
            <ac:spMk id="9" creationId="{52832B6C-D96C-E488-6727-AD866EB09368}"/>
          </ac:spMkLst>
        </pc:spChg>
        <pc:spChg chg="add mod">
          <ac:chgData name="Jacob Wyngaard" userId="6181fcd471e98458" providerId="LiveId" clId="{788BA123-62C9-4DDC-86E5-A6BCA4600216}" dt="2026-02-24T05:24:51.726" v="8950" actId="14100"/>
          <ac:spMkLst>
            <pc:docMk/>
            <pc:sldMk cId="3304399246" sldId="314"/>
            <ac:spMk id="10" creationId="{73BEAA36-3A11-F216-0E7E-2211FA079787}"/>
          </ac:spMkLst>
        </pc:spChg>
        <pc:spChg chg="add mod">
          <ac:chgData name="Jacob Wyngaard" userId="6181fcd471e98458" providerId="LiveId" clId="{788BA123-62C9-4DDC-86E5-A6BCA4600216}" dt="2026-02-24T05:13:05.141" v="8796" actId="14100"/>
          <ac:spMkLst>
            <pc:docMk/>
            <pc:sldMk cId="3304399246" sldId="314"/>
            <ac:spMk id="11" creationId="{206EFF7F-AA57-1E9C-DBD3-F9978BDCECF5}"/>
          </ac:spMkLst>
        </pc:spChg>
        <pc:spChg chg="add mod">
          <ac:chgData name="Jacob Wyngaard" userId="6181fcd471e98458" providerId="LiveId" clId="{788BA123-62C9-4DDC-86E5-A6BCA4600216}" dt="2026-02-24T05:28:54.751" v="9108" actId="20577"/>
          <ac:spMkLst>
            <pc:docMk/>
            <pc:sldMk cId="3304399246" sldId="314"/>
            <ac:spMk id="12" creationId="{0F539D6B-FD96-AA9C-9B75-0DAB3FB54B4D}"/>
          </ac:spMkLst>
        </pc:spChg>
        <pc:picChg chg="add mod">
          <ac:chgData name="Jacob Wyngaard" userId="6181fcd471e98458" providerId="LiveId" clId="{788BA123-62C9-4DDC-86E5-A6BCA4600216}" dt="2026-02-24T03:09:58.317" v="5683" actId="1076"/>
          <ac:picMkLst>
            <pc:docMk/>
            <pc:sldMk cId="3304399246" sldId="314"/>
            <ac:picMk id="3" creationId="{4CD56690-53C1-D2C4-A955-06CF711B6A65}"/>
          </ac:picMkLst>
        </pc:picChg>
      </pc:sldChg>
      <pc:sldChg chg="addSp delSp modSp add mod ord">
        <pc:chgData name="Jacob Wyngaard" userId="6181fcd471e98458" providerId="LiveId" clId="{788BA123-62C9-4DDC-86E5-A6BCA4600216}" dt="2026-02-24T05:32:45.469" v="9162" actId="1076"/>
        <pc:sldMkLst>
          <pc:docMk/>
          <pc:sldMk cId="63278093" sldId="315"/>
        </pc:sldMkLst>
        <pc:spChg chg="mod">
          <ac:chgData name="Jacob Wyngaard" userId="6181fcd471e98458" providerId="LiveId" clId="{788BA123-62C9-4DDC-86E5-A6BCA4600216}" dt="2026-02-24T03:27:05.685" v="6352" actId="113"/>
          <ac:spMkLst>
            <pc:docMk/>
            <pc:sldMk cId="63278093" sldId="315"/>
            <ac:spMk id="2" creationId="{0AEACA27-6768-9E14-C1E6-F52AD2D6E2D8}"/>
          </ac:spMkLst>
        </pc:spChg>
        <pc:spChg chg="mod">
          <ac:chgData name="Jacob Wyngaard" userId="6181fcd471e98458" providerId="LiveId" clId="{788BA123-62C9-4DDC-86E5-A6BCA4600216}" dt="2026-02-24T05:31:46.503" v="9113" actId="1076"/>
          <ac:spMkLst>
            <pc:docMk/>
            <pc:sldMk cId="63278093" sldId="315"/>
            <ac:spMk id="4" creationId="{671C011A-11EC-2070-720C-41B54CB55ED8}"/>
          </ac:spMkLst>
        </pc:spChg>
        <pc:spChg chg="add mod">
          <ac:chgData name="Jacob Wyngaard" userId="6181fcd471e98458" providerId="LiveId" clId="{788BA123-62C9-4DDC-86E5-A6BCA4600216}" dt="2026-02-24T05:32:06.495" v="9119" actId="1076"/>
          <ac:spMkLst>
            <pc:docMk/>
            <pc:sldMk cId="63278093" sldId="315"/>
            <ac:spMk id="10" creationId="{BCF6D6F8-AC64-50AB-CF94-6338FEC3E88B}"/>
          </ac:spMkLst>
        </pc:spChg>
        <pc:spChg chg="add mod">
          <ac:chgData name="Jacob Wyngaard" userId="6181fcd471e98458" providerId="LiveId" clId="{788BA123-62C9-4DDC-86E5-A6BCA4600216}" dt="2026-02-24T05:32:02.959" v="9118" actId="1076"/>
          <ac:spMkLst>
            <pc:docMk/>
            <pc:sldMk cId="63278093" sldId="315"/>
            <ac:spMk id="11" creationId="{110D4D33-2C6A-8D37-EFBB-3BAB72D26FA9}"/>
          </ac:spMkLst>
        </pc:spChg>
        <pc:spChg chg="add mod">
          <ac:chgData name="Jacob Wyngaard" userId="6181fcd471e98458" providerId="LiveId" clId="{788BA123-62C9-4DDC-86E5-A6BCA4600216}" dt="2026-02-24T05:32:43.636" v="9160" actId="1037"/>
          <ac:spMkLst>
            <pc:docMk/>
            <pc:sldMk cId="63278093" sldId="315"/>
            <ac:spMk id="13" creationId="{8E5CA3C8-C2E7-1127-7D2C-BDC0AAA47386}"/>
          </ac:spMkLst>
        </pc:spChg>
        <pc:picChg chg="del">
          <ac:chgData name="Jacob Wyngaard" userId="6181fcd471e98458" providerId="LiveId" clId="{788BA123-62C9-4DDC-86E5-A6BCA4600216}" dt="2026-02-24T05:31:41.480" v="9111" actId="478"/>
          <ac:picMkLst>
            <pc:docMk/>
            <pc:sldMk cId="63278093" sldId="315"/>
            <ac:picMk id="3" creationId="{89E29F06-C8BA-8175-906D-F9C9419D9568}"/>
          </ac:picMkLst>
        </pc:picChg>
        <pc:picChg chg="add mod">
          <ac:chgData name="Jacob Wyngaard" userId="6181fcd471e98458" providerId="LiveId" clId="{788BA123-62C9-4DDC-86E5-A6BCA4600216}" dt="2026-02-24T05:32:45.469" v="9162" actId="1076"/>
          <ac:picMkLst>
            <pc:docMk/>
            <pc:sldMk cId="63278093" sldId="315"/>
            <ac:picMk id="7" creationId="{775F94ED-082C-D88E-3933-C67ADD6280EE}"/>
          </ac:picMkLst>
        </pc:picChg>
      </pc:sldChg>
      <pc:sldChg chg="addSp modSp add mod">
        <pc:chgData name="Jacob Wyngaard" userId="6181fcd471e98458" providerId="LiveId" clId="{788BA123-62C9-4DDC-86E5-A6BCA4600216}" dt="2026-02-24T05:32:53.753" v="9163"/>
        <pc:sldMkLst>
          <pc:docMk/>
          <pc:sldMk cId="2270300997" sldId="316"/>
        </pc:sldMkLst>
        <pc:spChg chg="mod">
          <ac:chgData name="Jacob Wyngaard" userId="6181fcd471e98458" providerId="LiveId" clId="{788BA123-62C9-4DDC-86E5-A6BCA4600216}" dt="2026-02-24T03:32:45.904" v="6596"/>
          <ac:spMkLst>
            <pc:docMk/>
            <pc:sldMk cId="2270300997" sldId="316"/>
            <ac:spMk id="4" creationId="{37C77250-47AF-46C4-6AF5-FB287B92FDB2}"/>
          </ac:spMkLst>
        </pc:spChg>
        <pc:spChg chg="add mod">
          <ac:chgData name="Jacob Wyngaard" userId="6181fcd471e98458" providerId="LiveId" clId="{788BA123-62C9-4DDC-86E5-A6BCA4600216}" dt="2026-02-24T05:32:53.753" v="9163"/>
          <ac:spMkLst>
            <pc:docMk/>
            <pc:sldMk cId="2270300997" sldId="316"/>
            <ac:spMk id="7" creationId="{6263BBE5-6BB9-DB91-4757-0625EF4A4279}"/>
          </ac:spMkLst>
        </pc:spChg>
        <pc:picChg chg="add mod">
          <ac:chgData name="Jacob Wyngaard" userId="6181fcd471e98458" providerId="LiveId" clId="{788BA123-62C9-4DDC-86E5-A6BCA4600216}" dt="2026-02-24T05:32:53.753" v="9163"/>
          <ac:picMkLst>
            <pc:docMk/>
            <pc:sldMk cId="2270300997" sldId="316"/>
            <ac:picMk id="5" creationId="{59C66572-7D1B-9CBB-EF83-02BA83F21429}"/>
          </ac:picMkLst>
        </pc:picChg>
      </pc:sldChg>
      <pc:sldChg chg="addSp delSp modSp add mod">
        <pc:chgData name="Jacob Wyngaard" userId="6181fcd471e98458" providerId="LiveId" clId="{788BA123-62C9-4DDC-86E5-A6BCA4600216}" dt="2026-02-24T03:51:41.108" v="7601" actId="1076"/>
        <pc:sldMkLst>
          <pc:docMk/>
          <pc:sldMk cId="2445621450" sldId="317"/>
        </pc:sldMkLst>
        <pc:spChg chg="del">
          <ac:chgData name="Jacob Wyngaard" userId="6181fcd471e98458" providerId="LiveId" clId="{788BA123-62C9-4DDC-86E5-A6BCA4600216}" dt="2026-02-24T03:46:11.685" v="7271" actId="478"/>
          <ac:spMkLst>
            <pc:docMk/>
            <pc:sldMk cId="2445621450" sldId="317"/>
            <ac:spMk id="2" creationId="{81ADD3DE-79B4-DEF7-22C1-22F6749D80F9}"/>
          </ac:spMkLst>
        </pc:spChg>
        <pc:spChg chg="del">
          <ac:chgData name="Jacob Wyngaard" userId="6181fcd471e98458" providerId="LiveId" clId="{788BA123-62C9-4DDC-86E5-A6BCA4600216}" dt="2026-02-24T03:46:13.389" v="7272" actId="478"/>
          <ac:spMkLst>
            <pc:docMk/>
            <pc:sldMk cId="2445621450" sldId="317"/>
            <ac:spMk id="3" creationId="{5E2C0857-71EE-F847-E7DB-0929C603AE87}"/>
          </ac:spMkLst>
        </pc:spChg>
        <pc:spChg chg="del">
          <ac:chgData name="Jacob Wyngaard" userId="6181fcd471e98458" providerId="LiveId" clId="{788BA123-62C9-4DDC-86E5-A6BCA4600216}" dt="2026-02-24T03:46:11.685" v="7271" actId="478"/>
          <ac:spMkLst>
            <pc:docMk/>
            <pc:sldMk cId="2445621450" sldId="317"/>
            <ac:spMk id="4" creationId="{313DF4DA-E40D-0182-92DB-4A869ED0377C}"/>
          </ac:spMkLst>
        </pc:spChg>
        <pc:spChg chg="del">
          <ac:chgData name="Jacob Wyngaard" userId="6181fcd471e98458" providerId="LiveId" clId="{788BA123-62C9-4DDC-86E5-A6BCA4600216}" dt="2026-02-24T03:46:11.685" v="7271" actId="478"/>
          <ac:spMkLst>
            <pc:docMk/>
            <pc:sldMk cId="2445621450" sldId="317"/>
            <ac:spMk id="5" creationId="{08C22944-4A8F-7620-4C2B-5EEE37E4A6A2}"/>
          </ac:spMkLst>
        </pc:spChg>
        <pc:spChg chg="mod">
          <ac:chgData name="Jacob Wyngaard" userId="6181fcd471e98458" providerId="LiveId" clId="{788BA123-62C9-4DDC-86E5-A6BCA4600216}" dt="2026-02-24T03:50:34.302" v="7556" actId="20577"/>
          <ac:spMkLst>
            <pc:docMk/>
            <pc:sldMk cId="2445621450" sldId="317"/>
            <ac:spMk id="7" creationId="{DAC92DCD-6734-3C9C-AB02-5F4BE53A3A31}"/>
          </ac:spMkLst>
        </pc:spChg>
        <pc:spChg chg="mod">
          <ac:chgData name="Jacob Wyngaard" userId="6181fcd471e98458" providerId="LiveId" clId="{788BA123-62C9-4DDC-86E5-A6BCA4600216}" dt="2026-02-24T03:47:34.029" v="7375" actId="1076"/>
          <ac:spMkLst>
            <pc:docMk/>
            <pc:sldMk cId="2445621450" sldId="317"/>
            <ac:spMk id="9" creationId="{127A06C3-1FA5-941C-1B6D-5CE517C8FD30}"/>
          </ac:spMkLst>
        </pc:spChg>
        <pc:spChg chg="del">
          <ac:chgData name="Jacob Wyngaard" userId="6181fcd471e98458" providerId="LiveId" clId="{788BA123-62C9-4DDC-86E5-A6BCA4600216}" dt="2026-02-24T03:50:38.576" v="7558" actId="478"/>
          <ac:spMkLst>
            <pc:docMk/>
            <pc:sldMk cId="2445621450" sldId="317"/>
            <ac:spMk id="10" creationId="{2FE3075D-45BB-E119-B2C8-9A7136A931D1}"/>
          </ac:spMkLst>
        </pc:spChg>
        <pc:spChg chg="del">
          <ac:chgData name="Jacob Wyngaard" userId="6181fcd471e98458" providerId="LiveId" clId="{788BA123-62C9-4DDC-86E5-A6BCA4600216}" dt="2026-02-24T03:50:39.575" v="7559" actId="478"/>
          <ac:spMkLst>
            <pc:docMk/>
            <pc:sldMk cId="2445621450" sldId="317"/>
            <ac:spMk id="11" creationId="{A468FC5B-56A4-E088-4027-DF91BEDF7D8B}"/>
          </ac:spMkLst>
        </pc:spChg>
        <pc:spChg chg="del">
          <ac:chgData name="Jacob Wyngaard" userId="6181fcd471e98458" providerId="LiveId" clId="{788BA123-62C9-4DDC-86E5-A6BCA4600216}" dt="2026-02-24T03:50:40.778" v="7560" actId="478"/>
          <ac:spMkLst>
            <pc:docMk/>
            <pc:sldMk cId="2445621450" sldId="317"/>
            <ac:spMk id="12" creationId="{6F1B79BF-7535-7828-19C0-8E4B9C8BC50F}"/>
          </ac:spMkLst>
        </pc:spChg>
        <pc:spChg chg="del">
          <ac:chgData name="Jacob Wyngaard" userId="6181fcd471e98458" providerId="LiveId" clId="{788BA123-62C9-4DDC-86E5-A6BCA4600216}" dt="2026-02-24T03:50:42.456" v="7561" actId="478"/>
          <ac:spMkLst>
            <pc:docMk/>
            <pc:sldMk cId="2445621450" sldId="317"/>
            <ac:spMk id="13" creationId="{5CB4575F-18E8-6E8E-3AB0-E273F97C32AD}"/>
          </ac:spMkLst>
        </pc:spChg>
        <pc:spChg chg="add mod">
          <ac:chgData name="Jacob Wyngaard" userId="6181fcd471e98458" providerId="LiveId" clId="{788BA123-62C9-4DDC-86E5-A6BCA4600216}" dt="2026-02-24T03:50:37.203" v="7557" actId="1076"/>
          <ac:spMkLst>
            <pc:docMk/>
            <pc:sldMk cId="2445621450" sldId="317"/>
            <ac:spMk id="14" creationId="{53A0AA39-36AE-F762-8CF2-C27E7E5676CB}"/>
          </ac:spMkLst>
        </pc:spChg>
        <pc:spChg chg="add del mod">
          <ac:chgData name="Jacob Wyngaard" userId="6181fcd471e98458" providerId="LiveId" clId="{788BA123-62C9-4DDC-86E5-A6BCA4600216}" dt="2026-02-24T03:50:15.285" v="7549" actId="478"/>
          <ac:spMkLst>
            <pc:docMk/>
            <pc:sldMk cId="2445621450" sldId="317"/>
            <ac:spMk id="15" creationId="{70620F1B-F979-4DCA-4819-5DECF8A02A82}"/>
          </ac:spMkLst>
        </pc:spChg>
        <pc:spChg chg="add mod">
          <ac:chgData name="Jacob Wyngaard" userId="6181fcd471e98458" providerId="LiveId" clId="{788BA123-62C9-4DDC-86E5-A6BCA4600216}" dt="2026-02-24T03:51:41.108" v="7601" actId="1076"/>
          <ac:spMkLst>
            <pc:docMk/>
            <pc:sldMk cId="2445621450" sldId="317"/>
            <ac:spMk id="16" creationId="{5E006A44-A8C7-F7C6-78B0-FAD29EA4FF77}"/>
          </ac:spMkLst>
        </pc:spChg>
      </pc:sldChg>
      <pc:sldChg chg="addSp delSp modSp add mod ord">
        <pc:chgData name="Jacob Wyngaard" userId="6181fcd471e98458" providerId="LiveId" clId="{788BA123-62C9-4DDC-86E5-A6BCA4600216}" dt="2026-02-24T04:54:26.829" v="8206" actId="1076"/>
        <pc:sldMkLst>
          <pc:docMk/>
          <pc:sldMk cId="625058028" sldId="318"/>
        </pc:sldMkLst>
        <pc:spChg chg="del">
          <ac:chgData name="Jacob Wyngaard" userId="6181fcd471e98458" providerId="LiveId" clId="{788BA123-62C9-4DDC-86E5-A6BCA4600216}" dt="2026-02-24T03:53:25.232" v="7606" actId="478"/>
          <ac:spMkLst>
            <pc:docMk/>
            <pc:sldMk cId="625058028" sldId="318"/>
            <ac:spMk id="2" creationId="{E0889C21-83DC-B210-1170-29ECEC54611F}"/>
          </ac:spMkLst>
        </pc:spChg>
        <pc:spChg chg="del">
          <ac:chgData name="Jacob Wyngaard" userId="6181fcd471e98458" providerId="LiveId" clId="{788BA123-62C9-4DDC-86E5-A6BCA4600216}" dt="2026-02-24T03:53:25.232" v="7606" actId="478"/>
          <ac:spMkLst>
            <pc:docMk/>
            <pc:sldMk cId="625058028" sldId="318"/>
            <ac:spMk id="3" creationId="{78C3BBE8-CED6-4B1D-D7F1-FAA7608A7BBA}"/>
          </ac:spMkLst>
        </pc:spChg>
        <pc:spChg chg="del">
          <ac:chgData name="Jacob Wyngaard" userId="6181fcd471e98458" providerId="LiveId" clId="{788BA123-62C9-4DDC-86E5-A6BCA4600216}" dt="2026-02-24T03:53:25.232" v="7606" actId="478"/>
          <ac:spMkLst>
            <pc:docMk/>
            <pc:sldMk cId="625058028" sldId="318"/>
            <ac:spMk id="4" creationId="{5BBFF200-757A-F035-B650-01400E709743}"/>
          </ac:spMkLst>
        </pc:spChg>
        <pc:spChg chg="del">
          <ac:chgData name="Jacob Wyngaard" userId="6181fcd471e98458" providerId="LiveId" clId="{788BA123-62C9-4DDC-86E5-A6BCA4600216}" dt="2026-02-24T03:53:25.232" v="7606" actId="478"/>
          <ac:spMkLst>
            <pc:docMk/>
            <pc:sldMk cId="625058028" sldId="318"/>
            <ac:spMk id="5" creationId="{0B876F67-68C7-C8C1-3B6E-238617828087}"/>
          </ac:spMkLst>
        </pc:spChg>
        <pc:spChg chg="del">
          <ac:chgData name="Jacob Wyngaard" userId="6181fcd471e98458" providerId="LiveId" clId="{788BA123-62C9-4DDC-86E5-A6BCA4600216}" dt="2026-02-24T03:53:25.232" v="7606" actId="478"/>
          <ac:spMkLst>
            <pc:docMk/>
            <pc:sldMk cId="625058028" sldId="318"/>
            <ac:spMk id="7" creationId="{8C8238BA-5EE4-72E9-BF90-22846E595EF6}"/>
          </ac:spMkLst>
        </pc:spChg>
        <pc:spChg chg="del">
          <ac:chgData name="Jacob Wyngaard" userId="6181fcd471e98458" providerId="LiveId" clId="{788BA123-62C9-4DDC-86E5-A6BCA4600216}" dt="2026-02-24T03:53:25.232" v="7606" actId="478"/>
          <ac:spMkLst>
            <pc:docMk/>
            <pc:sldMk cId="625058028" sldId="318"/>
            <ac:spMk id="10" creationId="{0037D317-85BC-266F-8BC3-7702BA4E5B4D}"/>
          </ac:spMkLst>
        </pc:spChg>
        <pc:spChg chg="del">
          <ac:chgData name="Jacob Wyngaard" userId="6181fcd471e98458" providerId="LiveId" clId="{788BA123-62C9-4DDC-86E5-A6BCA4600216}" dt="2026-02-24T03:53:25.232" v="7606" actId="478"/>
          <ac:spMkLst>
            <pc:docMk/>
            <pc:sldMk cId="625058028" sldId="318"/>
            <ac:spMk id="11" creationId="{B5B6E9BB-B7DD-A85D-70A0-53F447E7AF3C}"/>
          </ac:spMkLst>
        </pc:spChg>
        <pc:spChg chg="del">
          <ac:chgData name="Jacob Wyngaard" userId="6181fcd471e98458" providerId="LiveId" clId="{788BA123-62C9-4DDC-86E5-A6BCA4600216}" dt="2026-02-24T03:53:25.232" v="7606" actId="478"/>
          <ac:spMkLst>
            <pc:docMk/>
            <pc:sldMk cId="625058028" sldId="318"/>
            <ac:spMk id="12" creationId="{7CD4BD90-66E3-61F6-ED47-3C55A1E6DB27}"/>
          </ac:spMkLst>
        </pc:spChg>
        <pc:spChg chg="del">
          <ac:chgData name="Jacob Wyngaard" userId="6181fcd471e98458" providerId="LiveId" clId="{788BA123-62C9-4DDC-86E5-A6BCA4600216}" dt="2026-02-24T03:53:25.232" v="7606" actId="478"/>
          <ac:spMkLst>
            <pc:docMk/>
            <pc:sldMk cId="625058028" sldId="318"/>
            <ac:spMk id="13" creationId="{BD882C90-8EB8-E49D-7B69-A071AE25C9E7}"/>
          </ac:spMkLst>
        </pc:spChg>
        <pc:spChg chg="add mod">
          <ac:chgData name="Jacob Wyngaard" userId="6181fcd471e98458" providerId="LiveId" clId="{788BA123-62C9-4DDC-86E5-A6BCA4600216}" dt="2026-02-24T04:54:26.829" v="8206" actId="1076"/>
          <ac:spMkLst>
            <pc:docMk/>
            <pc:sldMk cId="625058028" sldId="318"/>
            <ac:spMk id="14" creationId="{AD2BDB18-046E-528C-DE34-38EDDFD604D2}"/>
          </ac:spMkLst>
        </pc:spChg>
        <pc:spChg chg="add del mod">
          <ac:chgData name="Jacob Wyngaard" userId="6181fcd471e98458" providerId="LiveId" clId="{788BA123-62C9-4DDC-86E5-A6BCA4600216}" dt="2026-02-24T03:54:43.796" v="7622" actId="478"/>
          <ac:spMkLst>
            <pc:docMk/>
            <pc:sldMk cId="625058028" sldId="318"/>
            <ac:spMk id="16" creationId="{CC8D7CBF-1089-FCD1-4704-197E2BC23576}"/>
          </ac:spMkLst>
        </pc:spChg>
        <pc:spChg chg="del">
          <ac:chgData name="Jacob Wyngaard" userId="6181fcd471e98458" providerId="LiveId" clId="{788BA123-62C9-4DDC-86E5-A6BCA4600216}" dt="2026-02-24T03:54:43.796" v="7622" actId="478"/>
          <ac:spMkLst>
            <pc:docMk/>
            <pc:sldMk cId="625058028" sldId="318"/>
            <ac:spMk id="17" creationId="{B06BD4A9-FADC-304E-6BF6-45CAD788F04C}"/>
          </ac:spMkLst>
        </pc:spChg>
        <pc:spChg chg="add del mod">
          <ac:chgData name="Jacob Wyngaard" userId="6181fcd471e98458" providerId="LiveId" clId="{788BA123-62C9-4DDC-86E5-A6BCA4600216}" dt="2026-02-24T03:54:43.796" v="7622" actId="478"/>
          <ac:spMkLst>
            <pc:docMk/>
            <pc:sldMk cId="625058028" sldId="318"/>
            <ac:spMk id="19" creationId="{531CE7F2-C070-390D-9422-D7FD9D7077BE}"/>
          </ac:spMkLst>
        </pc:spChg>
        <pc:spChg chg="del">
          <ac:chgData name="Jacob Wyngaard" userId="6181fcd471e98458" providerId="LiveId" clId="{788BA123-62C9-4DDC-86E5-A6BCA4600216}" dt="2026-02-24T03:54:43.796" v="7622" actId="478"/>
          <ac:spMkLst>
            <pc:docMk/>
            <pc:sldMk cId="625058028" sldId="318"/>
            <ac:spMk id="20" creationId="{3B36B07B-BB60-7088-A5E6-D833CBFCD448}"/>
          </ac:spMkLst>
        </pc:spChg>
        <pc:spChg chg="del">
          <ac:chgData name="Jacob Wyngaard" userId="6181fcd471e98458" providerId="LiveId" clId="{788BA123-62C9-4DDC-86E5-A6BCA4600216}" dt="2026-02-24T03:54:43.796" v="7622" actId="478"/>
          <ac:spMkLst>
            <pc:docMk/>
            <pc:sldMk cId="625058028" sldId="318"/>
            <ac:spMk id="21" creationId="{35F4D406-0315-FEA1-D808-147BF7A8B7E2}"/>
          </ac:spMkLst>
        </pc:spChg>
        <pc:spChg chg="add del mod">
          <ac:chgData name="Jacob Wyngaard" userId="6181fcd471e98458" providerId="LiveId" clId="{788BA123-62C9-4DDC-86E5-A6BCA4600216}" dt="2026-02-24T03:54:43.796" v="7622" actId="478"/>
          <ac:spMkLst>
            <pc:docMk/>
            <pc:sldMk cId="625058028" sldId="318"/>
            <ac:spMk id="22" creationId="{6372832B-6491-1C09-191E-12AE55D12221}"/>
          </ac:spMkLst>
        </pc:spChg>
        <pc:spChg chg="del">
          <ac:chgData name="Jacob Wyngaard" userId="6181fcd471e98458" providerId="LiveId" clId="{788BA123-62C9-4DDC-86E5-A6BCA4600216}" dt="2026-02-24T03:54:43.796" v="7622" actId="478"/>
          <ac:spMkLst>
            <pc:docMk/>
            <pc:sldMk cId="625058028" sldId="318"/>
            <ac:spMk id="24" creationId="{13DC4E38-3008-0C06-8C47-3934ED67C60C}"/>
          </ac:spMkLst>
        </pc:spChg>
        <pc:spChg chg="add del mod">
          <ac:chgData name="Jacob Wyngaard" userId="6181fcd471e98458" providerId="LiveId" clId="{788BA123-62C9-4DDC-86E5-A6BCA4600216}" dt="2026-02-24T03:54:43.796" v="7622" actId="478"/>
          <ac:spMkLst>
            <pc:docMk/>
            <pc:sldMk cId="625058028" sldId="318"/>
            <ac:spMk id="25" creationId="{FBEB0BC5-0A17-7EC5-2F34-E091FE4E960D}"/>
          </ac:spMkLst>
        </pc:spChg>
        <pc:spChg chg="del">
          <ac:chgData name="Jacob Wyngaard" userId="6181fcd471e98458" providerId="LiveId" clId="{788BA123-62C9-4DDC-86E5-A6BCA4600216}" dt="2026-02-24T03:54:43.796" v="7622" actId="478"/>
          <ac:spMkLst>
            <pc:docMk/>
            <pc:sldMk cId="625058028" sldId="318"/>
            <ac:spMk id="26" creationId="{7135B4A1-882A-0B56-AE01-B40E22969902}"/>
          </ac:spMkLst>
        </pc:spChg>
        <pc:spChg chg="add del mod">
          <ac:chgData name="Jacob Wyngaard" userId="6181fcd471e98458" providerId="LiveId" clId="{788BA123-62C9-4DDC-86E5-A6BCA4600216}" dt="2026-02-24T03:54:43.796" v="7622" actId="478"/>
          <ac:spMkLst>
            <pc:docMk/>
            <pc:sldMk cId="625058028" sldId="318"/>
            <ac:spMk id="27" creationId="{68D9FE8A-58AB-248C-A651-33FFC53AE94B}"/>
          </ac:spMkLst>
        </pc:spChg>
        <pc:spChg chg="add del mod">
          <ac:chgData name="Jacob Wyngaard" userId="6181fcd471e98458" providerId="LiveId" clId="{788BA123-62C9-4DDC-86E5-A6BCA4600216}" dt="2026-02-24T03:54:48.481" v="7624" actId="478"/>
          <ac:spMkLst>
            <pc:docMk/>
            <pc:sldMk cId="625058028" sldId="318"/>
            <ac:spMk id="28" creationId="{EF87A1AB-E269-8950-689E-6806B0CA2C1B}"/>
          </ac:spMkLst>
        </pc:spChg>
        <pc:spChg chg="del">
          <ac:chgData name="Jacob Wyngaard" userId="6181fcd471e98458" providerId="LiveId" clId="{788BA123-62C9-4DDC-86E5-A6BCA4600216}" dt="2026-02-24T03:54:46.919" v="7623" actId="478"/>
          <ac:spMkLst>
            <pc:docMk/>
            <pc:sldMk cId="625058028" sldId="318"/>
            <ac:spMk id="29" creationId="{58447190-C873-F6FD-484B-6241DE65B298}"/>
          </ac:spMkLst>
        </pc:spChg>
        <pc:spChg chg="mod">
          <ac:chgData name="Jacob Wyngaard" userId="6181fcd471e98458" providerId="LiveId" clId="{788BA123-62C9-4DDC-86E5-A6BCA4600216}" dt="2026-02-24T03:54:51.686" v="7625" actId="1076"/>
          <ac:spMkLst>
            <pc:docMk/>
            <pc:sldMk cId="625058028" sldId="318"/>
            <ac:spMk id="30" creationId="{7F31E1DF-DB36-713A-707D-FE2A2166AC21}"/>
          </ac:spMkLst>
        </pc:spChg>
        <pc:spChg chg="add mod">
          <ac:chgData name="Jacob Wyngaard" userId="6181fcd471e98458" providerId="LiveId" clId="{788BA123-62C9-4DDC-86E5-A6BCA4600216}" dt="2026-02-24T03:54:59.409" v="7628" actId="20577"/>
          <ac:spMkLst>
            <pc:docMk/>
            <pc:sldMk cId="625058028" sldId="318"/>
            <ac:spMk id="31" creationId="{04526797-DDA5-9CD3-1C7D-46A56BF989F6}"/>
          </ac:spMkLst>
        </pc:spChg>
        <pc:spChg chg="mod">
          <ac:chgData name="Jacob Wyngaard" userId="6181fcd471e98458" providerId="LiveId" clId="{788BA123-62C9-4DDC-86E5-A6BCA4600216}" dt="2026-02-24T03:55:06.544" v="7631" actId="20577"/>
          <ac:spMkLst>
            <pc:docMk/>
            <pc:sldMk cId="625058028" sldId="318"/>
            <ac:spMk id="32" creationId="{6E77A106-E286-D0CD-0036-4DF0A2BFDDA2}"/>
          </ac:spMkLst>
        </pc:spChg>
        <pc:spChg chg="add mod">
          <ac:chgData name="Jacob Wyngaard" userId="6181fcd471e98458" providerId="LiveId" clId="{788BA123-62C9-4DDC-86E5-A6BCA4600216}" dt="2026-02-24T03:55:16.076" v="7635" actId="1076"/>
          <ac:spMkLst>
            <pc:docMk/>
            <pc:sldMk cId="625058028" sldId="318"/>
            <ac:spMk id="33" creationId="{95E30C9C-688A-C98B-091B-FB33A5149869}"/>
          </ac:spMkLst>
        </pc:spChg>
        <pc:spChg chg="add mod">
          <ac:chgData name="Jacob Wyngaard" userId="6181fcd471e98458" providerId="LiveId" clId="{788BA123-62C9-4DDC-86E5-A6BCA4600216}" dt="2026-02-24T03:55:22.019" v="7638" actId="20577"/>
          <ac:spMkLst>
            <pc:docMk/>
            <pc:sldMk cId="625058028" sldId="318"/>
            <ac:spMk id="34" creationId="{496CE6CF-6CC0-DD3C-83A7-8AD11BCA8C5E}"/>
          </ac:spMkLst>
        </pc:spChg>
        <pc:spChg chg="add mod">
          <ac:chgData name="Jacob Wyngaard" userId="6181fcd471e98458" providerId="LiveId" clId="{788BA123-62C9-4DDC-86E5-A6BCA4600216}" dt="2026-02-24T03:55:26.277" v="7639" actId="1076"/>
          <ac:spMkLst>
            <pc:docMk/>
            <pc:sldMk cId="625058028" sldId="318"/>
            <ac:spMk id="35" creationId="{E787AE0F-FB8D-C0B4-99A9-3B7F97E38A6E}"/>
          </ac:spMkLst>
        </pc:spChg>
        <pc:spChg chg="add mod">
          <ac:chgData name="Jacob Wyngaard" userId="6181fcd471e98458" providerId="LiveId" clId="{788BA123-62C9-4DDC-86E5-A6BCA4600216}" dt="2026-02-24T03:59:53.846" v="7794" actId="20577"/>
          <ac:spMkLst>
            <pc:docMk/>
            <pc:sldMk cId="625058028" sldId="318"/>
            <ac:spMk id="36" creationId="{008D72D9-69AE-8A32-2069-37DC44C5EB00}"/>
          </ac:spMkLst>
        </pc:spChg>
        <pc:spChg chg="add mod">
          <ac:chgData name="Jacob Wyngaard" userId="6181fcd471e98458" providerId="LiveId" clId="{788BA123-62C9-4DDC-86E5-A6BCA4600216}" dt="2026-02-24T03:59:00.506" v="7765" actId="20577"/>
          <ac:spMkLst>
            <pc:docMk/>
            <pc:sldMk cId="625058028" sldId="318"/>
            <ac:spMk id="37" creationId="{C2A0897A-0D02-0FC7-70C3-1E163797B743}"/>
          </ac:spMkLst>
        </pc:spChg>
        <pc:spChg chg="add mod">
          <ac:chgData name="Jacob Wyngaard" userId="6181fcd471e98458" providerId="LiveId" clId="{788BA123-62C9-4DDC-86E5-A6BCA4600216}" dt="2026-02-24T04:02:02.342" v="7851" actId="1038"/>
          <ac:spMkLst>
            <pc:docMk/>
            <pc:sldMk cId="625058028" sldId="318"/>
            <ac:spMk id="38" creationId="{496CA07C-CFFF-830E-71ED-6A6B7C82D1D1}"/>
          </ac:spMkLst>
        </pc:spChg>
        <pc:spChg chg="add del mod">
          <ac:chgData name="Jacob Wyngaard" userId="6181fcd471e98458" providerId="LiveId" clId="{788BA123-62C9-4DDC-86E5-A6BCA4600216}" dt="2026-02-24T03:58:29.765" v="7755" actId="478"/>
          <ac:spMkLst>
            <pc:docMk/>
            <pc:sldMk cId="625058028" sldId="318"/>
            <ac:spMk id="39" creationId="{48D7B649-00F3-6120-F947-53EFD9AE0F77}"/>
          </ac:spMkLst>
        </pc:spChg>
        <pc:spChg chg="add del mod">
          <ac:chgData name="Jacob Wyngaard" userId="6181fcd471e98458" providerId="LiveId" clId="{788BA123-62C9-4DDC-86E5-A6BCA4600216}" dt="2026-02-24T03:58:31.322" v="7756" actId="478"/>
          <ac:spMkLst>
            <pc:docMk/>
            <pc:sldMk cId="625058028" sldId="318"/>
            <ac:spMk id="40" creationId="{69070701-B64C-D232-567A-A9FB41F4C732}"/>
          </ac:spMkLst>
        </pc:spChg>
        <pc:spChg chg="add del mod">
          <ac:chgData name="Jacob Wyngaard" userId="6181fcd471e98458" providerId="LiveId" clId="{788BA123-62C9-4DDC-86E5-A6BCA4600216}" dt="2026-02-24T03:58:32.169" v="7757" actId="478"/>
          <ac:spMkLst>
            <pc:docMk/>
            <pc:sldMk cId="625058028" sldId="318"/>
            <ac:spMk id="41" creationId="{347FC720-1E39-4C0C-B414-7EC414008102}"/>
          </ac:spMkLst>
        </pc:spChg>
        <pc:spChg chg="add del mod">
          <ac:chgData name="Jacob Wyngaard" userId="6181fcd471e98458" providerId="LiveId" clId="{788BA123-62C9-4DDC-86E5-A6BCA4600216}" dt="2026-02-24T03:58:32.755" v="7758" actId="478"/>
          <ac:spMkLst>
            <pc:docMk/>
            <pc:sldMk cId="625058028" sldId="318"/>
            <ac:spMk id="42" creationId="{E4389E69-CE57-0F75-A605-AC4A8C981DF0}"/>
          </ac:spMkLst>
        </pc:spChg>
        <pc:spChg chg="add mod">
          <ac:chgData name="Jacob Wyngaard" userId="6181fcd471e98458" providerId="LiveId" clId="{788BA123-62C9-4DDC-86E5-A6BCA4600216}" dt="2026-02-24T04:04:10.620" v="7932" actId="20577"/>
          <ac:spMkLst>
            <pc:docMk/>
            <pc:sldMk cId="625058028" sldId="318"/>
            <ac:spMk id="43" creationId="{6E55D76B-C6EC-DF57-07CC-F75A237A6448}"/>
          </ac:spMkLst>
        </pc:spChg>
        <pc:spChg chg="add mod">
          <ac:chgData name="Jacob Wyngaard" userId="6181fcd471e98458" providerId="LiveId" clId="{788BA123-62C9-4DDC-86E5-A6BCA4600216}" dt="2026-02-24T04:02:02.342" v="7851" actId="1038"/>
          <ac:spMkLst>
            <pc:docMk/>
            <pc:sldMk cId="625058028" sldId="318"/>
            <ac:spMk id="44" creationId="{C135042E-6B0C-CE97-E739-232FBE07C7E8}"/>
          </ac:spMkLst>
        </pc:spChg>
        <pc:spChg chg="add mod">
          <ac:chgData name="Jacob Wyngaard" userId="6181fcd471e98458" providerId="LiveId" clId="{788BA123-62C9-4DDC-86E5-A6BCA4600216}" dt="2026-02-24T04:02:02.342" v="7851" actId="1038"/>
          <ac:spMkLst>
            <pc:docMk/>
            <pc:sldMk cId="625058028" sldId="318"/>
            <ac:spMk id="45" creationId="{74C1D430-BF8E-09D3-6042-431D4FC93E77}"/>
          </ac:spMkLst>
        </pc:spChg>
        <pc:spChg chg="add mod">
          <ac:chgData name="Jacob Wyngaard" userId="6181fcd471e98458" providerId="LiveId" clId="{788BA123-62C9-4DDC-86E5-A6BCA4600216}" dt="2026-02-24T04:02:02.342" v="7851" actId="1038"/>
          <ac:spMkLst>
            <pc:docMk/>
            <pc:sldMk cId="625058028" sldId="318"/>
            <ac:spMk id="46" creationId="{3B0D4ECE-5B83-CD74-DF8C-1B2AB52647DC}"/>
          </ac:spMkLst>
        </pc:spChg>
        <pc:spChg chg="add mod">
          <ac:chgData name="Jacob Wyngaard" userId="6181fcd471e98458" providerId="LiveId" clId="{788BA123-62C9-4DDC-86E5-A6BCA4600216}" dt="2026-02-24T04:01:57.126" v="7828" actId="1076"/>
          <ac:spMkLst>
            <pc:docMk/>
            <pc:sldMk cId="625058028" sldId="318"/>
            <ac:spMk id="47" creationId="{FC35A0B9-EA80-3889-981C-A448BAD1F667}"/>
          </ac:spMkLst>
        </pc:spChg>
        <pc:spChg chg="add mod">
          <ac:chgData name="Jacob Wyngaard" userId="6181fcd471e98458" providerId="LiveId" clId="{788BA123-62C9-4DDC-86E5-A6BCA4600216}" dt="2026-02-24T04:05:33.685" v="7980" actId="1076"/>
          <ac:spMkLst>
            <pc:docMk/>
            <pc:sldMk cId="625058028" sldId="318"/>
            <ac:spMk id="48" creationId="{5FE74040-364B-098E-52ED-1C50F100FAFB}"/>
          </ac:spMkLst>
        </pc:spChg>
      </pc:sldChg>
      <pc:sldChg chg="addSp delSp modSp add mod">
        <pc:chgData name="Jacob Wyngaard" userId="6181fcd471e98458" providerId="LiveId" clId="{788BA123-62C9-4DDC-86E5-A6BCA4600216}" dt="2026-02-24T04:58:09.077" v="8278" actId="20577"/>
        <pc:sldMkLst>
          <pc:docMk/>
          <pc:sldMk cId="1294231129" sldId="319"/>
        </pc:sldMkLst>
        <pc:spChg chg="add mod">
          <ac:chgData name="Jacob Wyngaard" userId="6181fcd471e98458" providerId="LiveId" clId="{788BA123-62C9-4DDC-86E5-A6BCA4600216}" dt="2026-02-24T04:50:03.217" v="8106" actId="1076"/>
          <ac:spMkLst>
            <pc:docMk/>
            <pc:sldMk cId="1294231129" sldId="319"/>
            <ac:spMk id="2" creationId="{F59364FF-A8F9-77C2-77C2-285B1E8A5A29}"/>
          </ac:spMkLst>
        </pc:spChg>
        <pc:spChg chg="add mod">
          <ac:chgData name="Jacob Wyngaard" userId="6181fcd471e98458" providerId="LiveId" clId="{788BA123-62C9-4DDC-86E5-A6BCA4600216}" dt="2026-02-24T04:49:48.453" v="8104" actId="1035"/>
          <ac:spMkLst>
            <pc:docMk/>
            <pc:sldMk cId="1294231129" sldId="319"/>
            <ac:spMk id="3" creationId="{7AB7B156-5213-6993-F46F-4073392BCB45}"/>
          </ac:spMkLst>
        </pc:spChg>
        <pc:spChg chg="add mod">
          <ac:chgData name="Jacob Wyngaard" userId="6181fcd471e98458" providerId="LiveId" clId="{788BA123-62C9-4DDC-86E5-A6BCA4600216}" dt="2026-02-24T04:49:48.453" v="8104" actId="1035"/>
          <ac:spMkLst>
            <pc:docMk/>
            <pc:sldMk cId="1294231129" sldId="319"/>
            <ac:spMk id="4" creationId="{273C3FAA-D0C2-D74B-3668-D21D57428B29}"/>
          </ac:spMkLst>
        </pc:spChg>
        <pc:spChg chg="add mod">
          <ac:chgData name="Jacob Wyngaard" userId="6181fcd471e98458" providerId="LiveId" clId="{788BA123-62C9-4DDC-86E5-A6BCA4600216}" dt="2026-02-24T04:49:48.453" v="8104" actId="1035"/>
          <ac:spMkLst>
            <pc:docMk/>
            <pc:sldMk cId="1294231129" sldId="319"/>
            <ac:spMk id="5" creationId="{A77618FC-59AE-6712-367C-87F84D5F0090}"/>
          </ac:spMkLst>
        </pc:spChg>
        <pc:spChg chg="add del mod">
          <ac:chgData name="Jacob Wyngaard" userId="6181fcd471e98458" providerId="LiveId" clId="{788BA123-62C9-4DDC-86E5-A6BCA4600216}" dt="2026-02-24T04:46:38.107" v="8019" actId="478"/>
          <ac:spMkLst>
            <pc:docMk/>
            <pc:sldMk cId="1294231129" sldId="319"/>
            <ac:spMk id="7" creationId="{6026749C-EE0C-0006-63CE-6A206605AB1F}"/>
          </ac:spMkLst>
        </pc:spChg>
        <pc:spChg chg="add del mod">
          <ac:chgData name="Jacob Wyngaard" userId="6181fcd471e98458" providerId="LiveId" clId="{788BA123-62C9-4DDC-86E5-A6BCA4600216}" dt="2026-02-24T04:46:39.675" v="8020" actId="478"/>
          <ac:spMkLst>
            <pc:docMk/>
            <pc:sldMk cId="1294231129" sldId="319"/>
            <ac:spMk id="10" creationId="{234D6ED4-45CD-7033-14FE-4C19083031C4}"/>
          </ac:spMkLst>
        </pc:spChg>
        <pc:spChg chg="add mod">
          <ac:chgData name="Jacob Wyngaard" userId="6181fcd471e98458" providerId="LiveId" clId="{788BA123-62C9-4DDC-86E5-A6BCA4600216}" dt="2026-02-24T04:49:48.453" v="8104" actId="1035"/>
          <ac:spMkLst>
            <pc:docMk/>
            <pc:sldMk cId="1294231129" sldId="319"/>
            <ac:spMk id="11" creationId="{EF9CFC53-3EC8-17C7-1D8C-F82360AF4767}"/>
          </ac:spMkLst>
        </pc:spChg>
        <pc:spChg chg="add mod">
          <ac:chgData name="Jacob Wyngaard" userId="6181fcd471e98458" providerId="LiveId" clId="{788BA123-62C9-4DDC-86E5-A6BCA4600216}" dt="2026-02-24T04:49:48.453" v="8104" actId="1035"/>
          <ac:spMkLst>
            <pc:docMk/>
            <pc:sldMk cId="1294231129" sldId="319"/>
            <ac:spMk id="12" creationId="{E18139D7-2FEB-DED8-F3A9-3DBECDFC40C4}"/>
          </ac:spMkLst>
        </pc:spChg>
        <pc:spChg chg="add mod">
          <ac:chgData name="Jacob Wyngaard" userId="6181fcd471e98458" providerId="LiveId" clId="{788BA123-62C9-4DDC-86E5-A6BCA4600216}" dt="2026-02-24T04:49:48.453" v="8104" actId="1035"/>
          <ac:spMkLst>
            <pc:docMk/>
            <pc:sldMk cId="1294231129" sldId="319"/>
            <ac:spMk id="13" creationId="{7D74C85C-BB3E-811E-7144-1347AF1A7BBB}"/>
          </ac:spMkLst>
        </pc:spChg>
        <pc:spChg chg="del">
          <ac:chgData name="Jacob Wyngaard" userId="6181fcd471e98458" providerId="LiveId" clId="{788BA123-62C9-4DDC-86E5-A6BCA4600216}" dt="2026-02-24T04:54:30.268" v="8207" actId="478"/>
          <ac:spMkLst>
            <pc:docMk/>
            <pc:sldMk cId="1294231129" sldId="319"/>
            <ac:spMk id="14" creationId="{B6A0D813-0860-EBAD-8009-586409D4C8CF}"/>
          </ac:spMkLst>
        </pc:spChg>
        <pc:spChg chg="add mod">
          <ac:chgData name="Jacob Wyngaard" userId="6181fcd471e98458" providerId="LiveId" clId="{788BA123-62C9-4DDC-86E5-A6BCA4600216}" dt="2026-02-24T04:50:22.506" v="8120" actId="1035"/>
          <ac:spMkLst>
            <pc:docMk/>
            <pc:sldMk cId="1294231129" sldId="319"/>
            <ac:spMk id="15" creationId="{C80304B5-DABD-921B-F02C-1B2ECB44E680}"/>
          </ac:spMkLst>
        </pc:spChg>
        <pc:spChg chg="add mod">
          <ac:chgData name="Jacob Wyngaard" userId="6181fcd471e98458" providerId="LiveId" clId="{788BA123-62C9-4DDC-86E5-A6BCA4600216}" dt="2026-02-24T04:58:09.077" v="8278" actId="20577"/>
          <ac:spMkLst>
            <pc:docMk/>
            <pc:sldMk cId="1294231129" sldId="319"/>
            <ac:spMk id="16" creationId="{DC01E11A-3F17-AB3B-FE4B-7572CCED1E2D}"/>
          </ac:spMkLst>
        </pc:spChg>
        <pc:spChg chg="add mod">
          <ac:chgData name="Jacob Wyngaard" userId="6181fcd471e98458" providerId="LiveId" clId="{788BA123-62C9-4DDC-86E5-A6BCA4600216}" dt="2026-02-24T04:54:30.498" v="8208"/>
          <ac:spMkLst>
            <pc:docMk/>
            <pc:sldMk cId="1294231129" sldId="319"/>
            <ac:spMk id="17" creationId="{43CA0670-18E9-37E1-F0D9-8CEBE0FEB5C9}"/>
          </ac:spMkLst>
        </pc:spChg>
        <pc:spChg chg="del">
          <ac:chgData name="Jacob Wyngaard" userId="6181fcd471e98458" providerId="LiveId" clId="{788BA123-62C9-4DDC-86E5-A6BCA4600216}" dt="2026-02-24T04:44:39.460" v="7982" actId="478"/>
          <ac:spMkLst>
            <pc:docMk/>
            <pc:sldMk cId="1294231129" sldId="319"/>
            <ac:spMk id="31" creationId="{7F2FCA5E-83EF-6031-3A82-B1078CD8B010}"/>
          </ac:spMkLst>
        </pc:spChg>
        <pc:spChg chg="del">
          <ac:chgData name="Jacob Wyngaard" userId="6181fcd471e98458" providerId="LiveId" clId="{788BA123-62C9-4DDC-86E5-A6BCA4600216}" dt="2026-02-24T04:44:39.460" v="7982" actId="478"/>
          <ac:spMkLst>
            <pc:docMk/>
            <pc:sldMk cId="1294231129" sldId="319"/>
            <ac:spMk id="33" creationId="{7ABD1DBF-7879-9E0B-C083-90CFA6F660CB}"/>
          </ac:spMkLst>
        </pc:spChg>
        <pc:spChg chg="del">
          <ac:chgData name="Jacob Wyngaard" userId="6181fcd471e98458" providerId="LiveId" clId="{788BA123-62C9-4DDC-86E5-A6BCA4600216}" dt="2026-02-24T04:44:39.460" v="7982" actId="478"/>
          <ac:spMkLst>
            <pc:docMk/>
            <pc:sldMk cId="1294231129" sldId="319"/>
            <ac:spMk id="34" creationId="{E0CF4393-6DD7-9252-931F-5DB19F312F4E}"/>
          </ac:spMkLst>
        </pc:spChg>
        <pc:spChg chg="del">
          <ac:chgData name="Jacob Wyngaard" userId="6181fcd471e98458" providerId="LiveId" clId="{788BA123-62C9-4DDC-86E5-A6BCA4600216}" dt="2026-02-24T04:44:39.460" v="7982" actId="478"/>
          <ac:spMkLst>
            <pc:docMk/>
            <pc:sldMk cId="1294231129" sldId="319"/>
            <ac:spMk id="35" creationId="{B3CDA5C0-EC7B-422F-D6D3-4EFAD225A9CA}"/>
          </ac:spMkLst>
        </pc:spChg>
        <pc:spChg chg="del">
          <ac:chgData name="Jacob Wyngaard" userId="6181fcd471e98458" providerId="LiveId" clId="{788BA123-62C9-4DDC-86E5-A6BCA4600216}" dt="2026-02-24T04:44:39.460" v="7982" actId="478"/>
          <ac:spMkLst>
            <pc:docMk/>
            <pc:sldMk cId="1294231129" sldId="319"/>
            <ac:spMk id="36" creationId="{197E786C-E519-8ABF-93A1-F0003D49CB21}"/>
          </ac:spMkLst>
        </pc:spChg>
        <pc:spChg chg="del">
          <ac:chgData name="Jacob Wyngaard" userId="6181fcd471e98458" providerId="LiveId" clId="{788BA123-62C9-4DDC-86E5-A6BCA4600216}" dt="2026-02-24T04:44:39.460" v="7982" actId="478"/>
          <ac:spMkLst>
            <pc:docMk/>
            <pc:sldMk cId="1294231129" sldId="319"/>
            <ac:spMk id="37" creationId="{3683C03D-D2C5-C527-7D5C-0D83D212E3AA}"/>
          </ac:spMkLst>
        </pc:spChg>
        <pc:spChg chg="del">
          <ac:chgData name="Jacob Wyngaard" userId="6181fcd471e98458" providerId="LiveId" clId="{788BA123-62C9-4DDC-86E5-A6BCA4600216}" dt="2026-02-24T04:44:39.460" v="7982" actId="478"/>
          <ac:spMkLst>
            <pc:docMk/>
            <pc:sldMk cId="1294231129" sldId="319"/>
            <ac:spMk id="38" creationId="{E7C0DC6A-AEBD-C8EF-D1AB-B9D592AD48D1}"/>
          </ac:spMkLst>
        </pc:spChg>
        <pc:spChg chg="del">
          <ac:chgData name="Jacob Wyngaard" userId="6181fcd471e98458" providerId="LiveId" clId="{788BA123-62C9-4DDC-86E5-A6BCA4600216}" dt="2026-02-24T04:44:39.460" v="7982" actId="478"/>
          <ac:spMkLst>
            <pc:docMk/>
            <pc:sldMk cId="1294231129" sldId="319"/>
            <ac:spMk id="44" creationId="{A26002CC-7409-555E-2226-5E52A2612B22}"/>
          </ac:spMkLst>
        </pc:spChg>
        <pc:spChg chg="del">
          <ac:chgData name="Jacob Wyngaard" userId="6181fcd471e98458" providerId="LiveId" clId="{788BA123-62C9-4DDC-86E5-A6BCA4600216}" dt="2026-02-24T04:44:39.460" v="7982" actId="478"/>
          <ac:spMkLst>
            <pc:docMk/>
            <pc:sldMk cId="1294231129" sldId="319"/>
            <ac:spMk id="46" creationId="{E9DE8537-1403-5C23-436A-9D67D5E9993C}"/>
          </ac:spMkLst>
        </pc:spChg>
        <pc:spChg chg="del">
          <ac:chgData name="Jacob Wyngaard" userId="6181fcd471e98458" providerId="LiveId" clId="{788BA123-62C9-4DDC-86E5-A6BCA4600216}" dt="2026-02-24T04:44:39.460" v="7982" actId="478"/>
          <ac:spMkLst>
            <pc:docMk/>
            <pc:sldMk cId="1294231129" sldId="319"/>
            <ac:spMk id="48" creationId="{7F4A4052-3C6D-450C-ED01-4CEAFEE16EAB}"/>
          </ac:spMkLst>
        </pc:spChg>
      </pc:sldChg>
      <pc:sldChg chg="addSp delSp modSp add mod">
        <pc:chgData name="Jacob Wyngaard" userId="6181fcd471e98458" providerId="LiveId" clId="{788BA123-62C9-4DDC-86E5-A6BCA4600216}" dt="2026-02-24T05:02:53.779" v="8332" actId="478"/>
        <pc:sldMkLst>
          <pc:docMk/>
          <pc:sldMk cId="3861588753" sldId="320"/>
        </pc:sldMkLst>
        <pc:spChg chg="del mod">
          <ac:chgData name="Jacob Wyngaard" userId="6181fcd471e98458" providerId="LiveId" clId="{788BA123-62C9-4DDC-86E5-A6BCA4600216}" dt="2026-02-24T04:54:45.255" v="8214" actId="478"/>
          <ac:spMkLst>
            <pc:docMk/>
            <pc:sldMk cId="3861588753" sldId="320"/>
            <ac:spMk id="2" creationId="{6B9A8CED-27CF-9EFC-B684-C7D2A93B1578}"/>
          </ac:spMkLst>
        </pc:spChg>
        <pc:spChg chg="del">
          <ac:chgData name="Jacob Wyngaard" userId="6181fcd471e98458" providerId="LiveId" clId="{788BA123-62C9-4DDC-86E5-A6BCA4600216}" dt="2026-02-24T04:54:47.757" v="8215" actId="478"/>
          <ac:spMkLst>
            <pc:docMk/>
            <pc:sldMk cId="3861588753" sldId="320"/>
            <ac:spMk id="3" creationId="{201F5503-CFEE-DC9F-A336-004C6851DE5F}"/>
          </ac:spMkLst>
        </pc:spChg>
        <pc:spChg chg="del">
          <ac:chgData name="Jacob Wyngaard" userId="6181fcd471e98458" providerId="LiveId" clId="{788BA123-62C9-4DDC-86E5-A6BCA4600216}" dt="2026-02-24T04:54:47.757" v="8215" actId="478"/>
          <ac:spMkLst>
            <pc:docMk/>
            <pc:sldMk cId="3861588753" sldId="320"/>
            <ac:spMk id="4" creationId="{BAA11938-2426-6AE9-E70E-B04CDC171B49}"/>
          </ac:spMkLst>
        </pc:spChg>
        <pc:spChg chg="del">
          <ac:chgData name="Jacob Wyngaard" userId="6181fcd471e98458" providerId="LiveId" clId="{788BA123-62C9-4DDC-86E5-A6BCA4600216}" dt="2026-02-24T04:54:47.757" v="8215" actId="478"/>
          <ac:spMkLst>
            <pc:docMk/>
            <pc:sldMk cId="3861588753" sldId="320"/>
            <ac:spMk id="5" creationId="{51A7B1CF-9A28-7627-1DC1-57C4C12FEDC6}"/>
          </ac:spMkLst>
        </pc:spChg>
        <pc:spChg chg="add mod">
          <ac:chgData name="Jacob Wyngaard" userId="6181fcd471e98458" providerId="LiveId" clId="{788BA123-62C9-4DDC-86E5-A6BCA4600216}" dt="2026-02-24T04:54:33.442" v="8210"/>
          <ac:spMkLst>
            <pc:docMk/>
            <pc:sldMk cId="3861588753" sldId="320"/>
            <ac:spMk id="7" creationId="{05F677D8-F25C-4AA8-4A17-29D36AE0B69C}"/>
          </ac:spMkLst>
        </pc:spChg>
        <pc:spChg chg="add mod">
          <ac:chgData name="Jacob Wyngaard" userId="6181fcd471e98458" providerId="LiveId" clId="{788BA123-62C9-4DDC-86E5-A6BCA4600216}" dt="2026-02-24T04:54:58.319" v="8218" actId="1076"/>
          <ac:spMkLst>
            <pc:docMk/>
            <pc:sldMk cId="3861588753" sldId="320"/>
            <ac:spMk id="10" creationId="{5CBEE13B-8AD1-55F4-3C38-CD75A16672EE}"/>
          </ac:spMkLst>
        </pc:spChg>
        <pc:spChg chg="del">
          <ac:chgData name="Jacob Wyngaard" userId="6181fcd471e98458" providerId="LiveId" clId="{788BA123-62C9-4DDC-86E5-A6BCA4600216}" dt="2026-02-24T04:54:47.757" v="8215" actId="478"/>
          <ac:spMkLst>
            <pc:docMk/>
            <pc:sldMk cId="3861588753" sldId="320"/>
            <ac:spMk id="11" creationId="{163CBEB3-C755-D89F-7487-78AE99ECC2F7}"/>
          </ac:spMkLst>
        </pc:spChg>
        <pc:spChg chg="del">
          <ac:chgData name="Jacob Wyngaard" userId="6181fcd471e98458" providerId="LiveId" clId="{788BA123-62C9-4DDC-86E5-A6BCA4600216}" dt="2026-02-24T04:54:47.757" v="8215" actId="478"/>
          <ac:spMkLst>
            <pc:docMk/>
            <pc:sldMk cId="3861588753" sldId="320"/>
            <ac:spMk id="12" creationId="{A90C1D7E-E9F8-E6C6-1855-898A8CFFCC96}"/>
          </ac:spMkLst>
        </pc:spChg>
        <pc:spChg chg="del">
          <ac:chgData name="Jacob Wyngaard" userId="6181fcd471e98458" providerId="LiveId" clId="{788BA123-62C9-4DDC-86E5-A6BCA4600216}" dt="2026-02-24T04:54:47.757" v="8215" actId="478"/>
          <ac:spMkLst>
            <pc:docMk/>
            <pc:sldMk cId="3861588753" sldId="320"/>
            <ac:spMk id="13" creationId="{C67E136D-EACB-7327-D4DB-968B61385605}"/>
          </ac:spMkLst>
        </pc:spChg>
        <pc:spChg chg="del">
          <ac:chgData name="Jacob Wyngaard" userId="6181fcd471e98458" providerId="LiveId" clId="{788BA123-62C9-4DDC-86E5-A6BCA4600216}" dt="2026-02-24T04:54:33.121" v="8209" actId="478"/>
          <ac:spMkLst>
            <pc:docMk/>
            <pc:sldMk cId="3861588753" sldId="320"/>
            <ac:spMk id="14" creationId="{0E560D87-5FCE-B519-C17E-626794AD3421}"/>
          </ac:spMkLst>
        </pc:spChg>
        <pc:spChg chg="del">
          <ac:chgData name="Jacob Wyngaard" userId="6181fcd471e98458" providerId="LiveId" clId="{788BA123-62C9-4DDC-86E5-A6BCA4600216}" dt="2026-02-24T04:54:41.106" v="8212" actId="478"/>
          <ac:spMkLst>
            <pc:docMk/>
            <pc:sldMk cId="3861588753" sldId="320"/>
            <ac:spMk id="15" creationId="{7079DF4E-0D66-348F-EA96-CAC91754AE94}"/>
          </ac:spMkLst>
        </pc:spChg>
        <pc:spChg chg="mod">
          <ac:chgData name="Jacob Wyngaard" userId="6181fcd471e98458" providerId="LiveId" clId="{788BA123-62C9-4DDC-86E5-A6BCA4600216}" dt="2026-02-24T04:58:20.154" v="8279"/>
          <ac:spMkLst>
            <pc:docMk/>
            <pc:sldMk cId="3861588753" sldId="320"/>
            <ac:spMk id="16" creationId="{33529411-ADF7-11BE-3682-5419CEE051EC}"/>
          </ac:spMkLst>
        </pc:spChg>
        <pc:spChg chg="add mod">
          <ac:chgData name="Jacob Wyngaard" userId="6181fcd471e98458" providerId="LiveId" clId="{788BA123-62C9-4DDC-86E5-A6BCA4600216}" dt="2026-02-24T04:56:31.111" v="8249" actId="1076"/>
          <ac:spMkLst>
            <pc:docMk/>
            <pc:sldMk cId="3861588753" sldId="320"/>
            <ac:spMk id="17" creationId="{F4550D65-B81E-8E08-7B5F-3A767EC67958}"/>
          </ac:spMkLst>
        </pc:spChg>
        <pc:spChg chg="add mod">
          <ac:chgData name="Jacob Wyngaard" userId="6181fcd471e98458" providerId="LiveId" clId="{788BA123-62C9-4DDC-86E5-A6BCA4600216}" dt="2026-02-24T05:00:38.501" v="8329" actId="20577"/>
          <ac:spMkLst>
            <pc:docMk/>
            <pc:sldMk cId="3861588753" sldId="320"/>
            <ac:spMk id="18" creationId="{F4C6746C-C231-CA44-1C56-6C641E754821}"/>
          </ac:spMkLst>
        </pc:spChg>
        <pc:spChg chg="add mod">
          <ac:chgData name="Jacob Wyngaard" userId="6181fcd471e98458" providerId="LiveId" clId="{788BA123-62C9-4DDC-86E5-A6BCA4600216}" dt="2026-02-24T04:56:34.422" v="8250" actId="1076"/>
          <ac:spMkLst>
            <pc:docMk/>
            <pc:sldMk cId="3861588753" sldId="320"/>
            <ac:spMk id="19" creationId="{9EB18F3C-51AA-BA86-0065-D7DAD690F096}"/>
          </ac:spMkLst>
        </pc:spChg>
        <pc:spChg chg="add del mod">
          <ac:chgData name="Jacob Wyngaard" userId="6181fcd471e98458" providerId="LiveId" clId="{788BA123-62C9-4DDC-86E5-A6BCA4600216}" dt="2026-02-24T05:02:53.779" v="8332" actId="478"/>
          <ac:spMkLst>
            <pc:docMk/>
            <pc:sldMk cId="3861588753" sldId="320"/>
            <ac:spMk id="20" creationId="{C5374227-B35B-E0A0-75A1-1D2F3EB552E1}"/>
          </ac:spMkLst>
        </pc:spChg>
      </pc:sldChg>
      <pc:sldChg chg="addSp delSp modSp add mod">
        <pc:chgData name="Jacob Wyngaard" userId="6181fcd471e98458" providerId="LiveId" clId="{788BA123-62C9-4DDC-86E5-A6BCA4600216}" dt="2026-02-24T05:10:31.936" v="8622" actId="20577"/>
        <pc:sldMkLst>
          <pc:docMk/>
          <pc:sldMk cId="838202772" sldId="321"/>
        </pc:sldMkLst>
        <pc:spChg chg="add mod">
          <ac:chgData name="Jacob Wyngaard" userId="6181fcd471e98458" providerId="LiveId" clId="{788BA123-62C9-4DDC-86E5-A6BCA4600216}" dt="2026-02-24T05:05:13.325" v="8453" actId="403"/>
          <ac:spMkLst>
            <pc:docMk/>
            <pc:sldMk cId="838202772" sldId="321"/>
            <ac:spMk id="2" creationId="{96E156D7-A44D-5F63-4C6A-1265923D753E}"/>
          </ac:spMkLst>
        </pc:spChg>
        <pc:spChg chg="add mod">
          <ac:chgData name="Jacob Wyngaard" userId="6181fcd471e98458" providerId="LiveId" clId="{788BA123-62C9-4DDC-86E5-A6BCA4600216}" dt="2026-02-24T05:05:48.912" v="8464" actId="1076"/>
          <ac:spMkLst>
            <pc:docMk/>
            <pc:sldMk cId="838202772" sldId="321"/>
            <ac:spMk id="3" creationId="{708C145C-DB0E-9ED3-3C7B-34B1D77DFC51}"/>
          </ac:spMkLst>
        </pc:spChg>
        <pc:spChg chg="add mod">
          <ac:chgData name="Jacob Wyngaard" userId="6181fcd471e98458" providerId="LiveId" clId="{788BA123-62C9-4DDC-86E5-A6BCA4600216}" dt="2026-02-24T05:06:24.288" v="8466" actId="1076"/>
          <ac:spMkLst>
            <pc:docMk/>
            <pc:sldMk cId="838202772" sldId="321"/>
            <ac:spMk id="5" creationId="{06171BDF-10C2-10E3-3CA2-E3318393B21B}"/>
          </ac:spMkLst>
        </pc:spChg>
        <pc:spChg chg="mod">
          <ac:chgData name="Jacob Wyngaard" userId="6181fcd471e98458" providerId="LiveId" clId="{788BA123-62C9-4DDC-86E5-A6BCA4600216}" dt="2026-02-24T05:03:24.764" v="8362" actId="14100"/>
          <ac:spMkLst>
            <pc:docMk/>
            <pc:sldMk cId="838202772" sldId="321"/>
            <ac:spMk id="9" creationId="{3AED859B-6A2F-23D5-044D-DA4857C59089}"/>
          </ac:spMkLst>
        </pc:spChg>
        <pc:spChg chg="mod">
          <ac:chgData name="Jacob Wyngaard" userId="6181fcd471e98458" providerId="LiveId" clId="{788BA123-62C9-4DDC-86E5-A6BCA4600216}" dt="2026-02-24T05:08:06.175" v="8498" actId="14100"/>
          <ac:spMkLst>
            <pc:docMk/>
            <pc:sldMk cId="838202772" sldId="321"/>
            <ac:spMk id="10" creationId="{551F9DDA-C866-F9D1-BDCD-3DE64982CA04}"/>
          </ac:spMkLst>
        </pc:spChg>
        <pc:spChg chg="add mod">
          <ac:chgData name="Jacob Wyngaard" userId="6181fcd471e98458" providerId="LiveId" clId="{788BA123-62C9-4DDC-86E5-A6BCA4600216}" dt="2026-02-24T05:06:24.288" v="8466" actId="1076"/>
          <ac:spMkLst>
            <pc:docMk/>
            <pc:sldMk cId="838202772" sldId="321"/>
            <ac:spMk id="11" creationId="{63056E57-3E3B-986F-0175-E0800FB811E0}"/>
          </ac:spMkLst>
        </pc:spChg>
        <pc:spChg chg="add mod">
          <ac:chgData name="Jacob Wyngaard" userId="6181fcd471e98458" providerId="LiveId" clId="{788BA123-62C9-4DDC-86E5-A6BCA4600216}" dt="2026-02-24T05:06:24.288" v="8466" actId="1076"/>
          <ac:spMkLst>
            <pc:docMk/>
            <pc:sldMk cId="838202772" sldId="321"/>
            <ac:spMk id="12" creationId="{1D3E3209-1310-6878-CEBB-34D3C2A48255}"/>
          </ac:spMkLst>
        </pc:spChg>
        <pc:spChg chg="add mod">
          <ac:chgData name="Jacob Wyngaard" userId="6181fcd471e98458" providerId="LiveId" clId="{788BA123-62C9-4DDC-86E5-A6BCA4600216}" dt="2026-02-24T05:06:24.288" v="8466" actId="1076"/>
          <ac:spMkLst>
            <pc:docMk/>
            <pc:sldMk cId="838202772" sldId="321"/>
            <ac:spMk id="13" creationId="{FFEDBE4D-FF89-AE96-9F81-A0E5B690A01E}"/>
          </ac:spMkLst>
        </pc:spChg>
        <pc:spChg chg="add mod">
          <ac:chgData name="Jacob Wyngaard" userId="6181fcd471e98458" providerId="LiveId" clId="{788BA123-62C9-4DDC-86E5-A6BCA4600216}" dt="2026-02-24T05:06:24.288" v="8466" actId="1076"/>
          <ac:spMkLst>
            <pc:docMk/>
            <pc:sldMk cId="838202772" sldId="321"/>
            <ac:spMk id="14" creationId="{FC468EBA-056C-5721-134E-C0A1681B73B6}"/>
          </ac:spMkLst>
        </pc:spChg>
        <pc:spChg chg="add mod">
          <ac:chgData name="Jacob Wyngaard" userId="6181fcd471e98458" providerId="LiveId" clId="{788BA123-62C9-4DDC-86E5-A6BCA4600216}" dt="2026-02-24T05:06:24.288" v="8466" actId="1076"/>
          <ac:spMkLst>
            <pc:docMk/>
            <pc:sldMk cId="838202772" sldId="321"/>
            <ac:spMk id="15" creationId="{17F36411-8B92-4B3F-DC3E-97E765FB359A}"/>
          </ac:spMkLst>
        </pc:spChg>
        <pc:spChg chg="del">
          <ac:chgData name="Jacob Wyngaard" userId="6181fcd471e98458" providerId="LiveId" clId="{788BA123-62C9-4DDC-86E5-A6BCA4600216}" dt="2026-02-24T05:03:43.072" v="8411" actId="478"/>
          <ac:spMkLst>
            <pc:docMk/>
            <pc:sldMk cId="838202772" sldId="321"/>
            <ac:spMk id="16" creationId="{A7BBBF91-596D-EAC6-F085-6F62CABAB368}"/>
          </ac:spMkLst>
        </pc:spChg>
        <pc:spChg chg="add del mod">
          <ac:chgData name="Jacob Wyngaard" userId="6181fcd471e98458" providerId="LiveId" clId="{788BA123-62C9-4DDC-86E5-A6BCA4600216}" dt="2026-02-24T05:04:01.794" v="8419" actId="478"/>
          <ac:spMkLst>
            <pc:docMk/>
            <pc:sldMk cId="838202772" sldId="321"/>
            <ac:spMk id="17" creationId="{EEA4F0ED-07B4-B807-E927-C33F38A52969}"/>
          </ac:spMkLst>
        </pc:spChg>
        <pc:spChg chg="mod">
          <ac:chgData name="Jacob Wyngaard" userId="6181fcd471e98458" providerId="LiveId" clId="{788BA123-62C9-4DDC-86E5-A6BCA4600216}" dt="2026-02-24T05:05:43.638" v="8461" actId="1076"/>
          <ac:spMkLst>
            <pc:docMk/>
            <pc:sldMk cId="838202772" sldId="321"/>
            <ac:spMk id="18" creationId="{D2390FCD-B5D6-C793-36A5-B81CDBAAA14B}"/>
          </ac:spMkLst>
        </pc:spChg>
        <pc:spChg chg="del">
          <ac:chgData name="Jacob Wyngaard" userId="6181fcd471e98458" providerId="LiveId" clId="{788BA123-62C9-4DDC-86E5-A6BCA4600216}" dt="2026-02-24T05:03:45.060" v="8412" actId="478"/>
          <ac:spMkLst>
            <pc:docMk/>
            <pc:sldMk cId="838202772" sldId="321"/>
            <ac:spMk id="19" creationId="{00AE56A5-25F3-D9A4-D9FF-247536AAC7C0}"/>
          </ac:spMkLst>
        </pc:spChg>
        <pc:spChg chg="add mod">
          <ac:chgData name="Jacob Wyngaard" userId="6181fcd471e98458" providerId="LiveId" clId="{788BA123-62C9-4DDC-86E5-A6BCA4600216}" dt="2026-02-24T05:06:24.288" v="8466" actId="1076"/>
          <ac:spMkLst>
            <pc:docMk/>
            <pc:sldMk cId="838202772" sldId="321"/>
            <ac:spMk id="20" creationId="{7775763B-BCD2-0E45-B87E-38A84F67CB23}"/>
          </ac:spMkLst>
        </pc:spChg>
        <pc:spChg chg="add mod">
          <ac:chgData name="Jacob Wyngaard" userId="6181fcd471e98458" providerId="LiveId" clId="{788BA123-62C9-4DDC-86E5-A6BCA4600216}" dt="2026-02-24T05:06:24.288" v="8466" actId="1076"/>
          <ac:spMkLst>
            <pc:docMk/>
            <pc:sldMk cId="838202772" sldId="321"/>
            <ac:spMk id="21" creationId="{AFA40197-EEDC-2FCB-3605-D27C9AC8DFEF}"/>
          </ac:spMkLst>
        </pc:spChg>
        <pc:spChg chg="add mod">
          <ac:chgData name="Jacob Wyngaard" userId="6181fcd471e98458" providerId="LiveId" clId="{788BA123-62C9-4DDC-86E5-A6BCA4600216}" dt="2026-02-24T05:06:24.288" v="8466" actId="1076"/>
          <ac:spMkLst>
            <pc:docMk/>
            <pc:sldMk cId="838202772" sldId="321"/>
            <ac:spMk id="23" creationId="{FF616F70-7454-F1B6-A6E0-AB6F6AC443E7}"/>
          </ac:spMkLst>
        </pc:spChg>
        <pc:spChg chg="add mod">
          <ac:chgData name="Jacob Wyngaard" userId="6181fcd471e98458" providerId="LiveId" clId="{788BA123-62C9-4DDC-86E5-A6BCA4600216}" dt="2026-02-24T05:06:24.288" v="8466" actId="1076"/>
          <ac:spMkLst>
            <pc:docMk/>
            <pc:sldMk cId="838202772" sldId="321"/>
            <ac:spMk id="24" creationId="{B7891AB4-A70E-F172-2854-12B0FE58616C}"/>
          </ac:spMkLst>
        </pc:spChg>
        <pc:spChg chg="add mod">
          <ac:chgData name="Jacob Wyngaard" userId="6181fcd471e98458" providerId="LiveId" clId="{788BA123-62C9-4DDC-86E5-A6BCA4600216}" dt="2026-02-24T05:10:05.766" v="8599" actId="1076"/>
          <ac:spMkLst>
            <pc:docMk/>
            <pc:sldMk cId="838202772" sldId="321"/>
            <ac:spMk id="26" creationId="{C70B5071-EBE7-8635-B8DD-7E72899A460A}"/>
          </ac:spMkLst>
        </pc:spChg>
        <pc:spChg chg="add mod">
          <ac:chgData name="Jacob Wyngaard" userId="6181fcd471e98458" providerId="LiveId" clId="{788BA123-62C9-4DDC-86E5-A6BCA4600216}" dt="2026-02-24T05:10:09.635" v="8614" actId="1037"/>
          <ac:spMkLst>
            <pc:docMk/>
            <pc:sldMk cId="838202772" sldId="321"/>
            <ac:spMk id="27" creationId="{CE708CB0-FA74-3E67-A5DF-A3E168FBD2D5}"/>
          </ac:spMkLst>
        </pc:spChg>
        <pc:spChg chg="add mod">
          <ac:chgData name="Jacob Wyngaard" userId="6181fcd471e98458" providerId="LiveId" clId="{788BA123-62C9-4DDC-86E5-A6BCA4600216}" dt="2026-02-24T05:10:09.635" v="8614" actId="1037"/>
          <ac:spMkLst>
            <pc:docMk/>
            <pc:sldMk cId="838202772" sldId="321"/>
            <ac:spMk id="28" creationId="{C00CE1B1-8FA9-47AC-2A15-1E127192D6D8}"/>
          </ac:spMkLst>
        </pc:spChg>
        <pc:spChg chg="add mod">
          <ac:chgData name="Jacob Wyngaard" userId="6181fcd471e98458" providerId="LiveId" clId="{788BA123-62C9-4DDC-86E5-A6BCA4600216}" dt="2026-02-24T05:10:09.635" v="8614" actId="1037"/>
          <ac:spMkLst>
            <pc:docMk/>
            <pc:sldMk cId="838202772" sldId="321"/>
            <ac:spMk id="29" creationId="{A34E8766-CD93-54E8-B6CC-83A7382984FE}"/>
          </ac:spMkLst>
        </pc:spChg>
        <pc:spChg chg="add mod">
          <ac:chgData name="Jacob Wyngaard" userId="6181fcd471e98458" providerId="LiveId" clId="{788BA123-62C9-4DDC-86E5-A6BCA4600216}" dt="2026-02-24T05:10:24.360" v="8619" actId="14100"/>
          <ac:spMkLst>
            <pc:docMk/>
            <pc:sldMk cId="838202772" sldId="321"/>
            <ac:spMk id="30" creationId="{0D303B50-BBD1-EDB1-933F-960C55C710E7}"/>
          </ac:spMkLst>
        </pc:spChg>
        <pc:spChg chg="add mod">
          <ac:chgData name="Jacob Wyngaard" userId="6181fcd471e98458" providerId="LiveId" clId="{788BA123-62C9-4DDC-86E5-A6BCA4600216}" dt="2026-02-24T05:10:31.936" v="8622" actId="20577"/>
          <ac:spMkLst>
            <pc:docMk/>
            <pc:sldMk cId="838202772" sldId="321"/>
            <ac:spMk id="31" creationId="{4784CC2A-F3D4-0CD2-BAED-B093661E9C9C}"/>
          </ac:spMkLst>
        </pc:spChg>
        <pc:picChg chg="mod">
          <ac:chgData name="Jacob Wyngaard" userId="6181fcd471e98458" providerId="LiveId" clId="{788BA123-62C9-4DDC-86E5-A6BCA4600216}" dt="2026-02-24T05:07:38.271" v="8493" actId="1076"/>
          <ac:picMkLst>
            <pc:docMk/>
            <pc:sldMk cId="838202772" sldId="321"/>
            <ac:picMk id="4" creationId="{23D8616F-62C8-3D6F-AEB0-D4860F51272D}"/>
          </ac:picMkLst>
        </pc:picChg>
      </pc:sldChg>
      <pc:sldChg chg="addSp modSp add mod">
        <pc:chgData name="Jacob Wyngaard" userId="6181fcd471e98458" providerId="LiveId" clId="{788BA123-62C9-4DDC-86E5-A6BCA4600216}" dt="2026-02-24T05:18:30.749" v="8941" actId="1076"/>
        <pc:sldMkLst>
          <pc:docMk/>
          <pc:sldMk cId="3397499750" sldId="322"/>
        </pc:sldMkLst>
        <pc:spChg chg="add mod">
          <ac:chgData name="Jacob Wyngaard" userId="6181fcd471e98458" providerId="LiveId" clId="{788BA123-62C9-4DDC-86E5-A6BCA4600216}" dt="2026-02-24T05:18:14.198" v="8901" actId="14100"/>
          <ac:spMkLst>
            <pc:docMk/>
            <pc:sldMk cId="3397499750" sldId="322"/>
            <ac:spMk id="16" creationId="{F4A64DC7-AFA2-54C2-EA2D-D7A9371C6DBB}"/>
          </ac:spMkLst>
        </pc:spChg>
        <pc:spChg chg="add mod">
          <ac:chgData name="Jacob Wyngaard" userId="6181fcd471e98458" providerId="LiveId" clId="{788BA123-62C9-4DDC-86E5-A6BCA4600216}" dt="2026-02-24T05:18:30.749" v="8941" actId="1076"/>
          <ac:spMkLst>
            <pc:docMk/>
            <pc:sldMk cId="3397499750" sldId="322"/>
            <ac:spMk id="17" creationId="{3339F2E7-2AA6-6563-AC16-68D1E56E8F25}"/>
          </ac:spMkLst>
        </pc:spChg>
      </pc:sldChg>
      <pc:sldChg chg="addSp delSp modSp add del mod">
        <pc:chgData name="Jacob Wyngaard" userId="6181fcd471e98458" providerId="LiveId" clId="{788BA123-62C9-4DDC-86E5-A6BCA4600216}" dt="2026-02-24T05:17:37.482" v="8896" actId="47"/>
        <pc:sldMkLst>
          <pc:docMk/>
          <pc:sldMk cId="3781901309" sldId="322"/>
        </pc:sldMkLst>
        <pc:spChg chg="add del">
          <ac:chgData name="Jacob Wyngaard" userId="6181fcd471e98458" providerId="LiveId" clId="{788BA123-62C9-4DDC-86E5-A6BCA4600216}" dt="2026-02-24T05:15:30.544" v="8823" actId="478"/>
          <ac:spMkLst>
            <pc:docMk/>
            <pc:sldMk cId="3781901309" sldId="322"/>
            <ac:spMk id="2" creationId="{2147B56B-C131-BEF3-100C-D5810DC6A6F8}"/>
          </ac:spMkLst>
        </pc:spChg>
        <pc:spChg chg="add del mod">
          <ac:chgData name="Jacob Wyngaard" userId="6181fcd471e98458" providerId="LiveId" clId="{788BA123-62C9-4DDC-86E5-A6BCA4600216}" dt="2026-02-24T05:15:25.367" v="8820" actId="1076"/>
          <ac:spMkLst>
            <pc:docMk/>
            <pc:sldMk cId="3781901309" sldId="322"/>
            <ac:spMk id="27" creationId="{EB468DDB-9C5E-68F6-3BF1-C4CBC6E02422}"/>
          </ac:spMkLst>
        </pc:spChg>
        <pc:spChg chg="mod">
          <ac:chgData name="Jacob Wyngaard" userId="6181fcd471e98458" providerId="LiveId" clId="{788BA123-62C9-4DDC-86E5-A6BCA4600216}" dt="2026-02-24T05:17:11.991" v="8895" actId="1076"/>
          <ac:spMkLst>
            <pc:docMk/>
            <pc:sldMk cId="3781901309" sldId="322"/>
            <ac:spMk id="28" creationId="{08B33380-65EF-1BB8-A4B3-5974D2FC682F}"/>
          </ac:spMkLst>
        </pc:spChg>
        <pc:spChg chg="add mod">
          <ac:chgData name="Jacob Wyngaard" userId="6181fcd471e98458" providerId="LiveId" clId="{788BA123-62C9-4DDC-86E5-A6BCA4600216}" dt="2026-02-24T05:15:17.227" v="8814"/>
          <ac:spMkLst>
            <pc:docMk/>
            <pc:sldMk cId="3781901309" sldId="322"/>
            <ac:spMk id="37" creationId="{3B92560F-5B13-EDAC-FB10-226AEA66861E}"/>
          </ac:spMkLst>
        </pc:spChg>
        <pc:spChg chg="add mod">
          <ac:chgData name="Jacob Wyngaard" userId="6181fcd471e98458" providerId="LiveId" clId="{788BA123-62C9-4DDC-86E5-A6BCA4600216}" dt="2026-02-24T05:15:17.227" v="8814"/>
          <ac:spMkLst>
            <pc:docMk/>
            <pc:sldMk cId="3781901309" sldId="322"/>
            <ac:spMk id="41" creationId="{7E673459-0EAE-2C8C-D61B-5FB7651AC3C7}"/>
          </ac:spMkLst>
        </pc:spChg>
        <pc:spChg chg="add mod">
          <ac:chgData name="Jacob Wyngaard" userId="6181fcd471e98458" providerId="LiveId" clId="{788BA123-62C9-4DDC-86E5-A6BCA4600216}" dt="2026-02-24T05:15:19.811" v="8816" actId="571"/>
          <ac:spMkLst>
            <pc:docMk/>
            <pc:sldMk cId="3781901309" sldId="322"/>
            <ac:spMk id="42" creationId="{11FA7DF0-AC05-1E2E-5FDA-C95BB84E1AD6}"/>
          </ac:spMkLst>
        </pc:spChg>
        <pc:spChg chg="add mod">
          <ac:chgData name="Jacob Wyngaard" userId="6181fcd471e98458" providerId="LiveId" clId="{788BA123-62C9-4DDC-86E5-A6BCA4600216}" dt="2026-02-24T05:15:19.811" v="8816" actId="571"/>
          <ac:spMkLst>
            <pc:docMk/>
            <pc:sldMk cId="3781901309" sldId="322"/>
            <ac:spMk id="43" creationId="{BD749A4F-D950-A20F-86F0-24302CBA2B81}"/>
          </ac:spMkLst>
        </pc:spChg>
        <pc:spChg chg="add mod">
          <ac:chgData name="Jacob Wyngaard" userId="6181fcd471e98458" providerId="LiveId" clId="{788BA123-62C9-4DDC-86E5-A6BCA4600216}" dt="2026-02-24T05:15:29.062" v="8822" actId="1076"/>
          <ac:spMkLst>
            <pc:docMk/>
            <pc:sldMk cId="3781901309" sldId="322"/>
            <ac:spMk id="44" creationId="{70583FA8-D631-FC2D-4839-A556C514C82F}"/>
          </ac:spMkLst>
        </pc:spChg>
        <pc:cxnChg chg="add del">
          <ac:chgData name="Jacob Wyngaard" userId="6181fcd471e98458" providerId="LiveId" clId="{788BA123-62C9-4DDC-86E5-A6BCA4600216}" dt="2026-02-24T05:15:32.357" v="8824" actId="478"/>
          <ac:cxnSpMkLst>
            <pc:docMk/>
            <pc:sldMk cId="3781901309" sldId="322"/>
            <ac:cxnSpMk id="3" creationId="{CB5CDD0C-EBB4-53DF-5C33-6DCE9D02DB16}"/>
          </ac:cxnSpMkLst>
        </pc:cxnChg>
        <pc:cxnChg chg="mod">
          <ac:chgData name="Jacob Wyngaard" userId="6181fcd471e98458" providerId="LiveId" clId="{788BA123-62C9-4DDC-86E5-A6BCA4600216}" dt="2026-02-24T05:13:56.029" v="8801" actId="14100"/>
          <ac:cxnSpMkLst>
            <pc:docMk/>
            <pc:sldMk cId="3781901309" sldId="322"/>
            <ac:cxnSpMk id="20" creationId="{E2A21A3E-9316-BBCD-0303-7D18171A9DD5}"/>
          </ac:cxnSpMkLst>
        </pc:cxnChg>
        <pc:cxnChg chg="mod">
          <ac:chgData name="Jacob Wyngaard" userId="6181fcd471e98458" providerId="LiveId" clId="{788BA123-62C9-4DDC-86E5-A6BCA4600216}" dt="2026-02-24T05:14:03.374" v="8804" actId="14100"/>
          <ac:cxnSpMkLst>
            <pc:docMk/>
            <pc:sldMk cId="3781901309" sldId="322"/>
            <ac:cxnSpMk id="23" creationId="{F0BEAF2B-D110-25B4-7398-BC7E18ED91BE}"/>
          </ac:cxnSpMkLst>
        </pc:cxnChg>
        <pc:cxnChg chg="add mod">
          <ac:chgData name="Jacob Wyngaard" userId="6181fcd471e98458" providerId="LiveId" clId="{788BA123-62C9-4DDC-86E5-A6BCA4600216}" dt="2026-02-24T05:14:15.565" v="8809" actId="14100"/>
          <ac:cxnSpMkLst>
            <pc:docMk/>
            <pc:sldMk cId="3781901309" sldId="322"/>
            <ac:cxnSpMk id="30" creationId="{AB417FE2-8045-FAFA-0F7F-49C8AEF7770B}"/>
          </ac:cxnSpMkLst>
        </pc:cxnChg>
        <pc:cxnChg chg="mod">
          <ac:chgData name="Jacob Wyngaard" userId="6181fcd471e98458" providerId="LiveId" clId="{788BA123-62C9-4DDC-86E5-A6BCA4600216}" dt="2026-02-24T05:14:09.750" v="8808" actId="1076"/>
          <ac:cxnSpMkLst>
            <pc:docMk/>
            <pc:sldMk cId="3781901309" sldId="322"/>
            <ac:cxnSpMk id="36" creationId="{DA937C8D-2FDD-F748-8702-2996C0D14B2D}"/>
          </ac:cxnSpMkLst>
        </pc:cxnChg>
      </pc:sldChg>
      <pc:sldChg chg="addSp modSp add mod ord">
        <pc:chgData name="Jacob Wyngaard" userId="6181fcd471e98458" providerId="LiveId" clId="{788BA123-62C9-4DDC-86E5-A6BCA4600216}" dt="2026-02-24T06:14:59.779" v="9431" actId="207"/>
        <pc:sldMkLst>
          <pc:docMk/>
          <pc:sldMk cId="3555738580" sldId="323"/>
        </pc:sldMkLst>
        <pc:spChg chg="mod">
          <ac:chgData name="Jacob Wyngaard" userId="6181fcd471e98458" providerId="LiveId" clId="{788BA123-62C9-4DDC-86E5-A6BCA4600216}" dt="2026-02-24T05:33:08.877" v="9170" actId="20577"/>
          <ac:spMkLst>
            <pc:docMk/>
            <pc:sldMk cId="3555738580" sldId="323"/>
            <ac:spMk id="2" creationId="{85256F26-29B5-7C2A-0C26-C4A80473623E}"/>
          </ac:spMkLst>
        </pc:spChg>
        <pc:spChg chg="mod">
          <ac:chgData name="Jacob Wyngaard" userId="6181fcd471e98458" providerId="LiveId" clId="{788BA123-62C9-4DDC-86E5-A6BCA4600216}" dt="2026-02-24T06:09:03.154" v="9392" actId="21"/>
          <ac:spMkLst>
            <pc:docMk/>
            <pc:sldMk cId="3555738580" sldId="323"/>
            <ac:spMk id="4" creationId="{142CC8FB-EE8E-E1E0-B3E5-07A08E787D4C}"/>
          </ac:spMkLst>
        </pc:spChg>
        <pc:spChg chg="add mod">
          <ac:chgData name="Jacob Wyngaard" userId="6181fcd471e98458" providerId="LiveId" clId="{788BA123-62C9-4DDC-86E5-A6BCA4600216}" dt="2026-02-24T06:09:13.670" v="9399" actId="1076"/>
          <ac:spMkLst>
            <pc:docMk/>
            <pc:sldMk cId="3555738580" sldId="323"/>
            <ac:spMk id="5" creationId="{9ED51A61-9C39-BB2C-26D7-88D596BC94D6}"/>
          </ac:spMkLst>
        </pc:spChg>
        <pc:spChg chg="add mod">
          <ac:chgData name="Jacob Wyngaard" userId="6181fcd471e98458" providerId="LiveId" clId="{788BA123-62C9-4DDC-86E5-A6BCA4600216}" dt="2026-02-24T06:14:59.779" v="9431" actId="207"/>
          <ac:spMkLst>
            <pc:docMk/>
            <pc:sldMk cId="3555738580" sldId="323"/>
            <ac:spMk id="12" creationId="{D87B21B7-FFCD-13CD-CFD6-2AC60EB1D0D3}"/>
          </ac:spMkLst>
        </pc:spChg>
        <pc:spChg chg="mod">
          <ac:chgData name="Jacob Wyngaard" userId="6181fcd471e98458" providerId="LiveId" clId="{788BA123-62C9-4DDC-86E5-A6BCA4600216}" dt="2026-02-24T05:36:03.330" v="9205" actId="1037"/>
          <ac:spMkLst>
            <pc:docMk/>
            <pc:sldMk cId="3555738580" sldId="323"/>
            <ac:spMk id="13" creationId="{945972DB-4B1F-2BC6-A276-9F36083FBF67}"/>
          </ac:spMkLst>
        </pc:spChg>
        <pc:picChg chg="mod">
          <ac:chgData name="Jacob Wyngaard" userId="6181fcd471e98458" providerId="LiveId" clId="{788BA123-62C9-4DDC-86E5-A6BCA4600216}" dt="2026-02-24T05:37:15.268" v="9208" actId="14826"/>
          <ac:picMkLst>
            <pc:docMk/>
            <pc:sldMk cId="3555738580" sldId="323"/>
            <ac:picMk id="7" creationId="{82454706-103C-8A16-922F-2C08014E79AF}"/>
          </ac:picMkLst>
        </pc:picChg>
      </pc:sldChg>
      <pc:sldChg chg="addSp delSp modSp add mod">
        <pc:chgData name="Jacob Wyngaard" userId="6181fcd471e98458" providerId="LiveId" clId="{788BA123-62C9-4DDC-86E5-A6BCA4600216}" dt="2026-02-25T00:31:07.451" v="9433"/>
        <pc:sldMkLst>
          <pc:docMk/>
          <pc:sldMk cId="1447560798" sldId="324"/>
        </pc:sldMkLst>
        <pc:spChg chg="mod">
          <ac:chgData name="Jacob Wyngaard" userId="6181fcd471e98458" providerId="LiveId" clId="{788BA123-62C9-4DDC-86E5-A6BCA4600216}" dt="2026-02-24T06:09:24.591" v="9401" actId="20577"/>
          <ac:spMkLst>
            <pc:docMk/>
            <pc:sldMk cId="1447560798" sldId="324"/>
            <ac:spMk id="4" creationId="{02BAB23B-E410-AFDF-94D4-2E82CC3E1997}"/>
          </ac:spMkLst>
        </pc:spChg>
        <pc:spChg chg="del mod">
          <ac:chgData name="Jacob Wyngaard" userId="6181fcd471e98458" providerId="LiveId" clId="{788BA123-62C9-4DDC-86E5-A6BCA4600216}" dt="2026-02-24T05:49:28.938" v="9310" actId="478"/>
          <ac:spMkLst>
            <pc:docMk/>
            <pc:sldMk cId="1447560798" sldId="324"/>
            <ac:spMk id="7" creationId="{79824023-7AB2-5B2D-E20F-BE90192F5073}"/>
          </ac:spMkLst>
        </pc:spChg>
        <pc:spChg chg="add mod">
          <ac:chgData name="Jacob Wyngaard" userId="6181fcd471e98458" providerId="LiveId" clId="{788BA123-62C9-4DDC-86E5-A6BCA4600216}" dt="2026-02-24T06:11:19.673" v="9412" actId="20577"/>
          <ac:spMkLst>
            <pc:docMk/>
            <pc:sldMk cId="1447560798" sldId="324"/>
            <ac:spMk id="11" creationId="{D2368C75-7FE5-A6E4-F60E-EEE01111FBC8}"/>
          </ac:spMkLst>
        </pc:spChg>
        <pc:spChg chg="add mod">
          <ac:chgData name="Jacob Wyngaard" userId="6181fcd471e98458" providerId="LiveId" clId="{788BA123-62C9-4DDC-86E5-A6BCA4600216}" dt="2026-02-25T00:31:07.451" v="9433"/>
          <ac:spMkLst>
            <pc:docMk/>
            <pc:sldMk cId="1447560798" sldId="324"/>
            <ac:spMk id="13" creationId="{BC1CB72A-7BA5-5F05-1F24-7C420FF019B0}"/>
          </ac:spMkLst>
        </pc:spChg>
        <pc:spChg chg="add mod">
          <ac:chgData name="Jacob Wyngaard" userId="6181fcd471e98458" providerId="LiveId" clId="{788BA123-62C9-4DDC-86E5-A6BCA4600216}" dt="2026-02-24T06:13:12.815" v="9416"/>
          <ac:spMkLst>
            <pc:docMk/>
            <pc:sldMk cId="1447560798" sldId="324"/>
            <ac:spMk id="14" creationId="{975DF8C0-EFDD-365B-4697-9289A28A2C5C}"/>
          </ac:spMkLst>
        </pc:spChg>
        <pc:spChg chg="add mod">
          <ac:chgData name="Jacob Wyngaard" userId="6181fcd471e98458" providerId="LiveId" clId="{788BA123-62C9-4DDC-86E5-A6BCA4600216}" dt="2026-02-24T06:15:02.859" v="9432"/>
          <ac:spMkLst>
            <pc:docMk/>
            <pc:sldMk cId="1447560798" sldId="324"/>
            <ac:spMk id="15" creationId="{A7601155-7F9A-4843-10E9-5A6B731A91BA}"/>
          </ac:spMkLst>
        </pc:spChg>
        <pc:picChg chg="del">
          <ac:chgData name="Jacob Wyngaard" userId="6181fcd471e98458" providerId="LiveId" clId="{788BA123-62C9-4DDC-86E5-A6BCA4600216}" dt="2026-02-24T05:49:30.613" v="9312" actId="478"/>
          <ac:picMkLst>
            <pc:docMk/>
            <pc:sldMk cId="1447560798" sldId="324"/>
            <ac:picMk id="3" creationId="{78551D1E-FD63-CD21-14D3-9083A8A6901E}"/>
          </ac:picMkLst>
        </pc:picChg>
        <pc:picChg chg="del mod">
          <ac:chgData name="Jacob Wyngaard" userId="6181fcd471e98458" providerId="LiveId" clId="{788BA123-62C9-4DDC-86E5-A6BCA4600216}" dt="2026-02-24T05:49:29.407" v="9311" actId="478"/>
          <ac:picMkLst>
            <pc:docMk/>
            <pc:sldMk cId="1447560798" sldId="324"/>
            <ac:picMk id="5" creationId="{34126707-051C-9007-B5A6-8B5483762A6A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1EB116-73EE-4936-876D-CA6054346043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62000" y="1111250"/>
            <a:ext cx="5334000" cy="3000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278313"/>
            <a:ext cx="5486400" cy="35020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44550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44550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4C46F5-682E-4C43-810E-48CF7D15B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385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B87E91-9664-BDA5-AE6A-7E9F1545B7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6CFE4F-2CAC-BD89-E921-D73551D47B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05D460-C988-88CF-2071-95F254F223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BCDBAC-336F-85E1-422A-689018CA95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2107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9890CB-AC59-2C6C-D825-ACBA1B64B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6DB71C-E368-0113-843C-F6BDCEB1FD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75459D-0374-C2AB-62AE-5F53769BB2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6EC49F-8114-69EB-C588-4ADCC98262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6894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DB9DA-59DC-8296-F3B5-5D632683A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54E624-937F-EEA3-D714-F13ABE2916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E783A9-B850-AD98-A436-BC2701AD38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492829-7429-C4B0-D291-F9B0948865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2130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037CE-57A9-9FA9-ABCB-F0E21702B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3D92C4-4E71-859E-68B8-ADA37D33C5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BE9E52-282D-715B-1961-0713232967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EF1F67-FA3D-D172-CC70-866FF50E63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53084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228982-D8B4-BB8F-FA45-3A02ED39A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C0E283-5D94-FC83-CD40-7911B11734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4B0DF6-AF82-A05F-62CF-D98AB36749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D79B22-D37F-9D53-32B9-4EB6CD7862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81389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FEC7C-4251-FD55-3567-0BE8D63FC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BE9F83-677C-51F5-AAB5-EEA3C45B68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4B8964-BF1F-1E09-6E4F-31B46A6D1A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5C6802-E207-15A9-9A5A-6EF5045B97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4072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17740-6960-F9A0-2086-6CB570CD8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72D575-26B3-76DD-2F4E-45AFB545BD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F59FA6-A28D-B567-79B6-F1A124D042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03EB36-12F5-DE32-4D5C-A8C3FB158E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96589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34FCC6-31CE-DCF6-073A-231C45128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0EEC67-8918-A12A-0FC2-8F1E0870AE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FED8D8-3FAF-DDA5-7892-2B25A91238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1CFBAA-FC74-ED4A-3CC8-B6FD2B169B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39432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D7F08C-3AD1-CDA5-1509-49F535EFB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E47FF5-D216-37D3-AD7D-B806D37100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D69502-AAB9-D6EF-6B36-4EB2E82E76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24743D-C0AB-AF92-DAC0-C9040C1E35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86417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42D3C-9D57-507F-2E04-311C920E7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0B2007-6571-D1DF-85CA-CAD644B420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0F2B93-8060-54FB-5534-4388C70909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BA3F1F-2A0E-8B78-2EE3-27610536F1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23439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2F95D-3CEF-CB51-4818-3A29873BB9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795FEA-479F-8593-5B45-3603F7EB90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ABB830-A854-F562-644B-DD3591CE63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8E18B7-3334-234C-7A37-81D10F2831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8705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88C13-EFC8-459D-0937-6F6F43B85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C749FA-8A04-895C-1CB4-E1CCE7530F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89493A-1DEF-B157-CF74-E3962BCA5B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25F6C4-6B7A-36CB-A7AE-CB0ABA2F5C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13055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88B014-D9DA-8756-08CA-BFC14D69A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A657B2-42EF-27DF-7244-06AB575074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B09AB4-29B3-1E7D-EE61-4BE43BA024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03B91-4CA7-8036-6D2D-C05240AFEB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4710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7A9203-9631-45AD-632D-E124CBA84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EAD6E1-EDF3-E3D0-FD3D-6FD8E9ABDF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BBEFD6-CEE6-3031-5A66-FAA131FBEA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A3E1C9-A231-2EB5-E0BA-047206263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488442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24261-AD9B-E9BB-4CF1-CA140E9D4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AB23E4-2B96-A3B0-B184-AA4C03BE74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84D3CD-1B56-7276-B789-917A78FD26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ADF36F-0B4A-700D-6587-E57BAA6E29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024511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A1D72-6CCA-343D-8DB0-AC85BF74D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7E2832-B7D2-FC37-DAA9-C9093D1110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609FC8-6594-D482-A160-3C634C3E5D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86456E-E093-DC09-5025-E47F5114D9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86362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5D022-AF34-9CAB-5A13-B18E6276A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93FD9A-8BBF-8716-9A3B-7D291A59B7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26E6DD-2F17-75FF-276A-3C53249ACD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FB9827-05B3-BF97-CD0B-E6FFA9DAEF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154184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B87E91-9664-BDA5-AE6A-7E9F1545B7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6CFE4F-2CAC-BD89-E921-D73551D47B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05D460-C988-88CF-2071-95F254F223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BCDBAC-336F-85E1-422A-689018CA95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21079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104CA8-1F92-8909-1F8F-53849311AE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AB12CB-B451-5449-9362-6561B85C69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3DEECC-6E8A-7DF2-1A9F-77120A0038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96D9BA-AEAF-DC0B-9B33-83967A2583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18042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904321-B768-92B2-954D-E33E0FEE3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C96BA8-23BA-7EBC-B75F-FB419EB5F1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D5834C-6E19-F71A-7173-C875B1887D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9E92EE-5D5E-0509-BB40-26D198CF33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59187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30A0D-F610-34E8-3276-2BE0ED4D28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CA26F3-2821-694A-17CC-95682E3B3E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E1FCCE-597B-3D73-1A62-112B72AB98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DED0FB-C0E1-2F96-9BF0-5DC08894C5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05556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F8B601-AAEC-48A2-AC7F-FE2A9132A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2094B4-A264-AAA5-5FEF-5E3321B008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C23BBA-C0BE-D430-4353-4E55D0676D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090853-1F76-C5A1-5E62-0C42AB92BC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39353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6E478-63E2-9005-5C1A-D92E5EA83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DE57F7-63D9-16DB-2846-6E4FD2FC28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1F7A7B-659F-7C9D-176B-65BBB70C2C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A06641-B0A5-9DFE-9264-13A2098B2C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239748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2645DB-51F7-3227-E0FB-AFA5BEFC9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0709E1-CA17-25DE-DA4E-10E436ED7B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1CF840-15DE-EB96-F668-D03138D951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6753CA-4AB7-FB46-6AAE-40BC8A200D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72531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537ED7-4DA6-485E-1DBE-7FF155662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09FF2F-ABC4-9061-D8D8-DF3172417B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7493A8-D34D-BF0C-36D9-A0F6A79816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42F36A-D385-964E-DB23-9E58A269DF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879422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AB2AE2-AE4D-8CCE-1D0A-43D83EF93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A66C13-974A-AA7D-358D-6052963096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BB63D5-8432-2CC8-F8A7-4374E549B5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18B5D4-EE77-9BED-EE4A-658BF46E4D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696105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A0CB8-759F-118B-8748-60067E999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D82544-DD9D-E426-8603-93F5401B13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9D43B6-FAB7-A6A9-7CE8-77FE239D4C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ECA5AD-8305-F058-774E-99FEEFE59E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655622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204FB6-4160-5A51-F8F4-00C64E977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7D5195-BE8E-25DE-95D7-443D5E9241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3B998A-781C-1038-83B5-40334BDAF0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C1C386-832B-0915-6EF8-CBBF001EC9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11181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29B7D-13B2-6B31-C769-63C1D70E4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78F3D7-783A-991D-4EE4-153ED75384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788B1A-8FE5-FAF9-1209-50BBD29CC7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2EC6EC-E9AE-9D36-71E8-AA76D5A9AF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15884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F67DA-EF88-764F-4BB2-90DD369ECA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31CB49-A6FF-5490-06FF-C691E6E108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66D7E6-71BD-58F2-CBF4-E78503AEC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AD95E3-7A82-5D3E-BFDC-1AE7B4748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89A11E-99A9-F23F-4238-A31D781DA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927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F64B2-129B-23A1-2674-8563348AE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7FD9C-0A2E-B601-59FC-3A526EBBC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6DEFB-358E-B6E9-602E-E50D1A5BA6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9837DC-70E9-4BCE-762A-A3016527F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871CA-989F-854F-0506-DBC06C396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5937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24B9F-5339-2DC7-EF1C-7ADE66AAF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3F5A0D-A60D-B108-1000-8AB1BEDDEC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FA1A79-101A-F9D5-2D58-008D939400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496FEA-451C-9BD7-FE85-ABE7721EAB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168E22-35AC-C4A7-7DF0-25148A4FDF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78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78D99-A43C-243B-C4C8-DD6A377ED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34F5C7-3E98-385C-D4CC-79AA9A5761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A97EA5-02FD-3408-9C44-22CA696BEB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A5EB16-71B7-FEF2-D131-1DC6215A0E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5B5499-CE45-E51E-C9F3-B31DCD75C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5EEEB8-6109-294D-EB1A-32BC9A6C5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845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16EFE-93E5-8BCF-08CB-2CFD45401A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CD2989-0587-FFA8-CA9B-6B1FC28085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AADFDD-D356-34C7-ABB2-12E204D7CC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45A8C9-58F4-D8A2-E078-6C86700EBB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5961E0-F79F-DC8A-8942-3409FF4ACC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CE262B5-71DA-9BC0-4EA2-2B7D366C6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7ED025E-4D61-3485-686F-F7FDC83BC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1E9E3-1C2A-3967-AB7D-37A593FD1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0994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17C0D-B790-78A5-844C-07DA00A7B1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8B3C7A-A272-8A74-FDB0-FF10B7AF7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EE517F-231E-473E-2A52-0DBD0429B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0E8D7-AEF1-33EF-5C16-F459BB1F5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5079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3CB47C-D1EE-D077-3BEF-928DF2122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751ED4-DC95-A9E0-24B4-C2DCA6CB58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0BDA7-CF32-77AD-D5CE-23B56BC2F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412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742E5-59E4-6D3E-78BE-A1E0FD169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C9E5C4-4836-AEE1-B05E-74FDAD2EF0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81F0D4-A283-375A-35D9-26B05BFBDA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6B98DC-0C98-0E90-27A7-75B4CAFEE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F80928-22DB-5761-6D60-267606D08D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FFF7E1-E86C-19C0-0A2C-5A4E7FB38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1305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E0DA3-7875-1508-B11E-26D67ED2C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74211B7-5EEF-8BCE-B12B-6DEA70B8F0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AEC012-F909-E4E6-108A-9A27D6B2EE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00A5A7-09B3-7AD1-786E-53E840446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CA55B-44A9-BB54-0C67-0AFC84A38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D7F222-9F9A-9E7F-90EE-737ADC31C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9572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B68E4-12C6-EA01-70EB-D1FAC1AF9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1CB90F-6B0E-ACFF-CC12-B1507D46E3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0B0E2F-8C14-7F4B-68F3-EE72E41F1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771C8-4AEB-0EA1-C952-CDA04AAD37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CEBF8-7B84-5F80-4F7D-AF4F5DBD7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9800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531484-78AC-FB0F-7630-C4370575FE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2053D0-EB63-CDF3-BF9D-35E71B339A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2C4B92-42E9-67BF-9B36-EA7CF56773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89637F-4C75-7B24-2A1D-152979DF6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ECF603-77C0-B9F2-A64B-E73520BA8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7997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00D885-ED30-8EA9-7F49-AFA92BBC5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5E0D96-F750-2F67-FAFA-EA3A47809C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AADF68-C2D2-7D96-F604-E6D5948605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9DFCA7-2E84-49E5-A4F2-77D92A699F3D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8578D3-0307-EBF0-53AA-0815083E16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FE9A0A-1B61-6FF9-649F-8F9311932A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1184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2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7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18.png"/><Relationship Id="rId9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png"/><Relationship Id="rId18" Type="http://schemas.openxmlformats.org/officeDocument/2006/relationships/image" Target="../media/image3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17" Type="http://schemas.openxmlformats.org/officeDocument/2006/relationships/image" Target="../media/image33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32.png"/><Relationship Id="rId20" Type="http://schemas.openxmlformats.org/officeDocument/2006/relationships/image" Target="../media/image3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5" Type="http://schemas.openxmlformats.org/officeDocument/2006/relationships/image" Target="../media/image31.png"/><Relationship Id="rId10" Type="http://schemas.openxmlformats.org/officeDocument/2006/relationships/image" Target="../media/image26.png"/><Relationship Id="rId19" Type="http://schemas.openxmlformats.org/officeDocument/2006/relationships/image" Target="../media/image35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Relationship Id="rId14" Type="http://schemas.openxmlformats.org/officeDocument/2006/relationships/image" Target="../media/image3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44.png"/><Relationship Id="rId7" Type="http://schemas.openxmlformats.org/officeDocument/2006/relationships/image" Target="../media/image4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16.png"/><Relationship Id="rId7" Type="http://schemas.openxmlformats.org/officeDocument/2006/relationships/image" Target="../media/image5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4.png"/><Relationship Id="rId11" Type="http://schemas.openxmlformats.org/officeDocument/2006/relationships/image" Target="../media/image59.png"/><Relationship Id="rId5" Type="http://schemas.openxmlformats.org/officeDocument/2006/relationships/image" Target="../media/image53.png"/><Relationship Id="rId10" Type="http://schemas.openxmlformats.org/officeDocument/2006/relationships/image" Target="../media/image58.png"/><Relationship Id="rId4" Type="http://schemas.openxmlformats.org/officeDocument/2006/relationships/image" Target="../media/image52.png"/><Relationship Id="rId9" Type="http://schemas.openxmlformats.org/officeDocument/2006/relationships/image" Target="../media/image57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png"/><Relationship Id="rId3" Type="http://schemas.openxmlformats.org/officeDocument/2006/relationships/image" Target="../media/image16.png"/><Relationship Id="rId7" Type="http://schemas.openxmlformats.org/officeDocument/2006/relationships/image" Target="../media/image6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1.png"/><Relationship Id="rId5" Type="http://schemas.openxmlformats.org/officeDocument/2006/relationships/image" Target="../media/image60.png"/><Relationship Id="rId4" Type="http://schemas.openxmlformats.org/officeDocument/2006/relationships/image" Target="../media/image52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png"/><Relationship Id="rId3" Type="http://schemas.openxmlformats.org/officeDocument/2006/relationships/image" Target="../media/image16.png"/><Relationship Id="rId7" Type="http://schemas.openxmlformats.org/officeDocument/2006/relationships/image" Target="../media/image6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6.png"/><Relationship Id="rId11" Type="http://schemas.openxmlformats.org/officeDocument/2006/relationships/image" Target="../media/image71.png"/><Relationship Id="rId5" Type="http://schemas.openxmlformats.org/officeDocument/2006/relationships/image" Target="../media/image65.png"/><Relationship Id="rId10" Type="http://schemas.openxmlformats.org/officeDocument/2006/relationships/image" Target="../media/image70.png"/><Relationship Id="rId4" Type="http://schemas.openxmlformats.org/officeDocument/2006/relationships/image" Target="../media/image64.png"/><Relationship Id="rId9" Type="http://schemas.openxmlformats.org/officeDocument/2006/relationships/image" Target="../media/image6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www.desmos.com/3d/u9umwx8h1x" TargetMode="External"/><Relationship Id="rId4" Type="http://schemas.openxmlformats.org/officeDocument/2006/relationships/image" Target="../media/image64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4.png"/><Relationship Id="rId4" Type="http://schemas.openxmlformats.org/officeDocument/2006/relationships/image" Target="../media/image73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13" Type="http://schemas.openxmlformats.org/officeDocument/2006/relationships/image" Target="../media/image85.png"/><Relationship Id="rId3" Type="http://schemas.openxmlformats.org/officeDocument/2006/relationships/image" Target="../media/image75.png"/><Relationship Id="rId7" Type="http://schemas.openxmlformats.org/officeDocument/2006/relationships/image" Target="../media/image79.png"/><Relationship Id="rId12" Type="http://schemas.openxmlformats.org/officeDocument/2006/relationships/image" Target="../media/image84.png"/><Relationship Id="rId2" Type="http://schemas.openxmlformats.org/officeDocument/2006/relationships/notesSlide" Target="../notesSlides/notesSlide20.xml"/><Relationship Id="rId16" Type="http://schemas.openxmlformats.org/officeDocument/2006/relationships/image" Target="../media/image8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8.png"/><Relationship Id="rId11" Type="http://schemas.openxmlformats.org/officeDocument/2006/relationships/image" Target="../media/image83.png"/><Relationship Id="rId5" Type="http://schemas.openxmlformats.org/officeDocument/2006/relationships/image" Target="../media/image77.png"/><Relationship Id="rId15" Type="http://schemas.openxmlformats.org/officeDocument/2006/relationships/image" Target="../media/image87.png"/><Relationship Id="rId10" Type="http://schemas.openxmlformats.org/officeDocument/2006/relationships/image" Target="../media/image82.png"/><Relationship Id="rId4" Type="http://schemas.openxmlformats.org/officeDocument/2006/relationships/image" Target="../media/image76.png"/><Relationship Id="rId9" Type="http://schemas.openxmlformats.org/officeDocument/2006/relationships/image" Target="../media/image81.png"/><Relationship Id="rId14" Type="http://schemas.openxmlformats.org/officeDocument/2006/relationships/image" Target="../media/image86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4.png"/><Relationship Id="rId3" Type="http://schemas.openxmlformats.org/officeDocument/2006/relationships/image" Target="../media/image89.png"/><Relationship Id="rId7" Type="http://schemas.openxmlformats.org/officeDocument/2006/relationships/image" Target="../media/image9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2.png"/><Relationship Id="rId5" Type="http://schemas.openxmlformats.org/officeDocument/2006/relationships/image" Target="../media/image91.png"/><Relationship Id="rId4" Type="http://schemas.openxmlformats.org/officeDocument/2006/relationships/image" Target="../media/image90.png"/><Relationship Id="rId9" Type="http://schemas.openxmlformats.org/officeDocument/2006/relationships/image" Target="../media/image9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8.png"/><Relationship Id="rId4" Type="http://schemas.openxmlformats.org/officeDocument/2006/relationships/image" Target="../media/image9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1.png"/><Relationship Id="rId5" Type="http://schemas.openxmlformats.org/officeDocument/2006/relationships/image" Target="../media/image16.png"/><Relationship Id="rId4" Type="http://schemas.openxmlformats.org/officeDocument/2006/relationships/image" Target="../media/image10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1.png"/><Relationship Id="rId5" Type="http://schemas.openxmlformats.org/officeDocument/2006/relationships/image" Target="../media/image16.png"/><Relationship Id="rId4" Type="http://schemas.openxmlformats.org/officeDocument/2006/relationships/image" Target="../media/image10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6.png"/><Relationship Id="rId5" Type="http://schemas.openxmlformats.org/officeDocument/2006/relationships/image" Target="../media/image105.png"/><Relationship Id="rId4" Type="http://schemas.openxmlformats.org/officeDocument/2006/relationships/image" Target="../media/image10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4.png"/><Relationship Id="rId4" Type="http://schemas.openxmlformats.org/officeDocument/2006/relationships/image" Target="../media/image10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6.png"/><Relationship Id="rId5" Type="http://schemas.openxmlformats.org/officeDocument/2006/relationships/image" Target="../media/image105.png"/><Relationship Id="rId4" Type="http://schemas.openxmlformats.org/officeDocument/2006/relationships/image" Target="../media/image109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5.png"/><Relationship Id="rId3" Type="http://schemas.openxmlformats.org/officeDocument/2006/relationships/image" Target="../media/image110.png"/><Relationship Id="rId7" Type="http://schemas.openxmlformats.org/officeDocument/2006/relationships/image" Target="../media/image11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3.png"/><Relationship Id="rId5" Type="http://schemas.openxmlformats.org/officeDocument/2006/relationships/image" Target="../media/image112.png"/><Relationship Id="rId4" Type="http://schemas.openxmlformats.org/officeDocument/2006/relationships/image" Target="../media/image1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8EFE3-AECE-0A3E-F708-3B138EC37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72625B0-9C50-5F21-824B-42EEFCC925B0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7517C76-1160-6A2D-B8A6-15DDA1E83A22}"/>
              </a:ext>
            </a:extLst>
          </p:cNvPr>
          <p:cNvSpPr/>
          <p:nvPr/>
        </p:nvSpPr>
        <p:spPr>
          <a:xfrm>
            <a:off x="6095999" y="0"/>
            <a:ext cx="383459" cy="6858000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DFEDC-5C40-1E05-3C8E-45F902F03177}"/>
              </a:ext>
            </a:extLst>
          </p:cNvPr>
          <p:cNvSpPr txBox="1"/>
          <p:nvPr/>
        </p:nvSpPr>
        <p:spPr>
          <a:xfrm>
            <a:off x="206478" y="1809494"/>
            <a:ext cx="5506063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b="1" dirty="0">
                <a:solidFill>
                  <a:schemeClr val="bg1"/>
                </a:solidFill>
              </a:rPr>
              <a:t>Game Theory</a:t>
            </a:r>
          </a:p>
          <a:p>
            <a:pPr algn="ctr"/>
            <a:r>
              <a:rPr lang="en-US" sz="4400" b="1" dirty="0">
                <a:solidFill>
                  <a:schemeClr val="bg1"/>
                </a:solidFill>
              </a:rPr>
              <a:t>[Continued]</a:t>
            </a:r>
          </a:p>
          <a:p>
            <a:pPr algn="ctr"/>
            <a:r>
              <a:rPr lang="en-US" sz="4400" b="1" dirty="0">
                <a:solidFill>
                  <a:schemeClr val="bg1"/>
                </a:solidFill>
              </a:rPr>
              <a:t>[Continued]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From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Mathematical Optimization and Economic Theory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411B8F-F3DD-7217-C318-4E4BB0649028}"/>
              </a:ext>
            </a:extLst>
          </p:cNvPr>
          <p:cNvSpPr txBox="1"/>
          <p:nvPr/>
        </p:nvSpPr>
        <p:spPr>
          <a:xfrm>
            <a:off x="294968" y="5998682"/>
            <a:ext cx="55060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Jacob Wyngaard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E09EE05-A5B9-1FBF-2DBB-C555BB6431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9022" y="169094"/>
            <a:ext cx="5178345" cy="273257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C457158-DF9F-C419-9A83-2FA4F37689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8323" y="2901667"/>
            <a:ext cx="3806005" cy="3806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66099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CBA1A3-7088-1D76-977C-6B40A6B85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617655A-BBD6-32BD-BEF9-328E8BD07E0D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514DB23-C81C-2E90-63DA-2A1F8BC57293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CA26395-4C2F-CF61-0495-2CA4A3A53348}"/>
              </a:ext>
            </a:extLst>
          </p:cNvPr>
          <p:cNvSpPr txBox="1"/>
          <p:nvPr/>
        </p:nvSpPr>
        <p:spPr>
          <a:xfrm>
            <a:off x="2617519" y="368263"/>
            <a:ext cx="695696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Support Enumeration Review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D5585F5-32D4-61FD-4AFA-5630D46FCAA4}"/>
              </a:ext>
            </a:extLst>
          </p:cNvPr>
          <p:cNvSpPr txBox="1"/>
          <p:nvPr/>
        </p:nvSpPr>
        <p:spPr>
          <a:xfrm>
            <a:off x="-608271" y="1820546"/>
            <a:ext cx="96159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Nashpy </a:t>
            </a:r>
            <a:r>
              <a:rPr lang="en-US" sz="2400" dirty="0"/>
              <a:t>has a Support Enumeration method for finding equilibria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C23143A-C425-3166-5A0C-1A7CDCED563D}"/>
                  </a:ext>
                </a:extLst>
              </p:cNvPr>
              <p:cNvSpPr txBox="1"/>
              <p:nvPr/>
            </p:nvSpPr>
            <p:spPr>
              <a:xfrm>
                <a:off x="-506017" y="2242888"/>
                <a:ext cx="502885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400" dirty="0"/>
                  <a:t>For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∈{1, ..,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}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,,ℓ∈{1, ..,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},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C23143A-C425-3166-5A0C-1A7CDCED56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506017" y="2242888"/>
                <a:ext cx="5028858" cy="461665"/>
              </a:xfrm>
              <a:prstGeom prst="rect">
                <a:avLst/>
              </a:prstGeom>
              <a:blipFill>
                <a:blip r:embed="rId3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931B4B9F-02A8-DB0B-98E1-A397DF52F62D}"/>
                  </a:ext>
                </a:extLst>
              </p:cNvPr>
              <p:cNvSpPr txBox="1"/>
              <p:nvPr/>
            </p:nvSpPr>
            <p:spPr>
              <a:xfrm>
                <a:off x="0" y="2588526"/>
                <a:ext cx="1147158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400" dirty="0"/>
                  <a:t>For all possible ways to select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/>
                  <a:t> strategies for Player 1 and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ℓ</m:t>
                    </m:r>
                  </m:oMath>
                </a14:m>
                <a:r>
                  <a:rPr lang="en-US" sz="2400" dirty="0"/>
                  <a:t> strategies for Player 2: </a:t>
                </a: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931B4B9F-02A8-DB0B-98E1-A397DF52F6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588526"/>
                <a:ext cx="11471585" cy="461665"/>
              </a:xfrm>
              <a:prstGeom prst="rect">
                <a:avLst/>
              </a:prstGeom>
              <a:blipFill>
                <a:blip r:embed="rId4"/>
                <a:stretch>
                  <a:fillRect t="-10667" r="-1010" b="-3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TextBox 31">
            <a:extLst>
              <a:ext uri="{FF2B5EF4-FFF2-40B4-BE49-F238E27FC236}">
                <a16:creationId xmlns:a16="http://schemas.microsoft.com/office/drawing/2014/main" id="{27FAA035-B413-259B-A062-6685EA6B12FC}"/>
              </a:ext>
            </a:extLst>
          </p:cNvPr>
          <p:cNvSpPr txBox="1"/>
          <p:nvPr/>
        </p:nvSpPr>
        <p:spPr>
          <a:xfrm>
            <a:off x="222554" y="3282188"/>
            <a:ext cx="530317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/>
              <a:t>Solve the indifference equations: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1C5A0267-311E-57B9-4BBF-DAC55FE46BE4}"/>
                  </a:ext>
                </a:extLst>
              </p:cNvPr>
              <p:cNvSpPr txBox="1"/>
              <p:nvPr/>
            </p:nvSpPr>
            <p:spPr>
              <a:xfrm>
                <a:off x="637130" y="3685046"/>
                <a:ext cx="8172573" cy="4694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l-G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sz="2400" b="1" dirty="0"/>
                  <a:t> </a:t>
                </a:r>
                <a:r>
                  <a:rPr lang="en-US" sz="2400" dirty="0"/>
                  <a:t>for some real</a:t>
                </a:r>
                <a:r>
                  <a:rPr lang="en-US" sz="2400" b="1" dirty="0"/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400" dirty="0"/>
                  <a:t>, assuming that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=1</m:t>
                        </m:r>
                      </m:e>
                    </m:nary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1C5A0267-311E-57B9-4BBF-DAC55FE46B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130" y="3685046"/>
                <a:ext cx="8172573" cy="469424"/>
              </a:xfrm>
              <a:prstGeom prst="rect">
                <a:avLst/>
              </a:prstGeom>
              <a:blipFill>
                <a:blip r:embed="rId5"/>
                <a:stretch>
                  <a:fillRect t="-127273" b="-19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56F2428F-B40D-17A0-7007-ECAE725475AD}"/>
                  </a:ext>
                </a:extLst>
              </p:cNvPr>
              <p:cNvSpPr txBox="1"/>
              <p:nvPr/>
            </p:nvSpPr>
            <p:spPr>
              <a:xfrm>
                <a:off x="222554" y="4085158"/>
                <a:ext cx="8862452" cy="4686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l-G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𝟏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400" b="1" dirty="0"/>
                  <a:t> </a:t>
                </a:r>
                <a:r>
                  <a:rPr lang="en-US" sz="2400" dirty="0"/>
                  <a:t>for some real</a:t>
                </a:r>
                <a:r>
                  <a:rPr lang="en-US" sz="2400" b="1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2400" dirty="0"/>
                  <a:t> , assuming that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p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=1</m:t>
                        </m:r>
                      </m:e>
                    </m:nary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56F2428F-B40D-17A0-7007-ECAE725475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554" y="4085158"/>
                <a:ext cx="8862452" cy="468654"/>
              </a:xfrm>
              <a:prstGeom prst="rect">
                <a:avLst/>
              </a:prstGeom>
              <a:blipFill>
                <a:blip r:embed="rId6"/>
                <a:stretch>
                  <a:fillRect t="-127273" b="-19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51E00468-4633-8000-5321-17962D96F9E0}"/>
                  </a:ext>
                </a:extLst>
              </p:cNvPr>
              <p:cNvSpPr txBox="1"/>
              <p:nvPr/>
            </p:nvSpPr>
            <p:spPr>
              <a:xfrm>
                <a:off x="-506017" y="4521735"/>
                <a:ext cx="12192000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000" dirty="0"/>
                  <a:t>[where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l-GR" sz="20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000" dirty="0"/>
                  <a:t>,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000" dirty="0"/>
                  <a:t> are projections of the probability vectors and payoff matrices onto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000" dirty="0"/>
                  <a:t>]</a:t>
                </a: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51E00468-4633-8000-5321-17962D96F9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506017" y="4521735"/>
                <a:ext cx="12192000" cy="400110"/>
              </a:xfrm>
              <a:prstGeom prst="rect">
                <a:avLst/>
              </a:prstGeom>
              <a:blipFill>
                <a:blip r:embed="rId7"/>
                <a:stretch>
                  <a:fillRect t="-7692" b="-2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6AF1858D-37BD-1E7D-B227-99F84FA2DFA7}"/>
                  </a:ext>
                </a:extLst>
              </p:cNvPr>
              <p:cNvSpPr txBox="1"/>
              <p:nvPr/>
            </p:nvSpPr>
            <p:spPr>
              <a:xfrm>
                <a:off x="1617750" y="2959869"/>
                <a:ext cx="7191953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000" dirty="0"/>
                  <a:t>[these correspond to the supports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000" dirty="0"/>
                  <a:t>] </a:t>
                </a: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6AF1858D-37BD-1E7D-B227-99F84FA2DF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7750" y="2959869"/>
                <a:ext cx="7191953" cy="400110"/>
              </a:xfrm>
              <a:prstGeom prst="rect">
                <a:avLst/>
              </a:prstGeom>
              <a:blipFill>
                <a:blip r:embed="rId8"/>
                <a:stretch>
                  <a:fillRect t="-7692" b="-2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478B85B6-D5C0-B5E7-1661-5AE1886DE10E}"/>
                  </a:ext>
                </a:extLst>
              </p:cNvPr>
              <p:cNvSpPr txBox="1"/>
              <p:nvPr/>
            </p:nvSpPr>
            <p:spPr>
              <a:xfrm>
                <a:off x="637130" y="5432392"/>
                <a:ext cx="9871587" cy="142224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800100" lvl="1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l-G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400" dirty="0"/>
                  <a:t> both contain non-negative values and</a:t>
                </a:r>
              </a:p>
              <a:p>
                <a:pPr marL="800100" lvl="1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400" dirty="0"/>
                  <a:t> for all Player 1 strategies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400" dirty="0"/>
                  <a:t> outside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400" dirty="0"/>
                  <a:t> </a:t>
                </a:r>
              </a:p>
              <a:p>
                <a:pPr marL="800100" lvl="1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sSup>
                          <m:sSupPr>
                            <m:ctrl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2400" dirty="0"/>
                  <a:t> for all Player 2 strategies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400" dirty="0"/>
                  <a:t> outside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478B85B6-D5C0-B5E7-1661-5AE1886DE1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130" y="5432392"/>
                <a:ext cx="9871587" cy="1422249"/>
              </a:xfrm>
              <a:prstGeom prst="rect">
                <a:avLst/>
              </a:prstGeom>
              <a:blipFill>
                <a:blip r:embed="rId9"/>
                <a:stretch>
                  <a:fillRect t="-3004" b="-55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40719BF-1DC5-7AC8-2CF6-5F29CB9B36AA}"/>
                  </a:ext>
                </a:extLst>
              </p:cNvPr>
              <p:cNvSpPr txBox="1"/>
              <p:nvPr/>
            </p:nvSpPr>
            <p:spPr>
              <a:xfrm>
                <a:off x="784614" y="4975713"/>
                <a:ext cx="634180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is a Nash equilibrium if: </a:t>
                </a: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40719BF-1DC5-7AC8-2CF6-5F29CB9B36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614" y="4975713"/>
                <a:ext cx="6341806" cy="461665"/>
              </a:xfrm>
              <a:prstGeom prst="rect">
                <a:avLst/>
              </a:prstGeom>
              <a:blipFill>
                <a:blip r:embed="rId10"/>
                <a:stretch>
                  <a:fillRect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570224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B1867-761A-13C2-D338-8B565591F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07DB46D-E287-34CE-A003-E30A6DDD95E0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34F8FDF-1B05-EE36-9729-DF8A1DCFB661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F50F5DE-F774-5D80-B560-F1D306E5575D}"/>
              </a:ext>
            </a:extLst>
          </p:cNvPr>
          <p:cNvSpPr txBox="1"/>
          <p:nvPr/>
        </p:nvSpPr>
        <p:spPr>
          <a:xfrm>
            <a:off x="2617519" y="368263"/>
            <a:ext cx="695696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Support Enumeration Review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E91E79C-55B6-0987-3EBE-563FE6C65761}"/>
              </a:ext>
            </a:extLst>
          </p:cNvPr>
          <p:cNvSpPr txBox="1"/>
          <p:nvPr/>
        </p:nvSpPr>
        <p:spPr>
          <a:xfrm>
            <a:off x="-608271" y="1820546"/>
            <a:ext cx="96159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Nashpy </a:t>
            </a:r>
            <a:r>
              <a:rPr lang="en-US" sz="2400" dirty="0"/>
              <a:t>has a Support Enumeration method for finding equilibria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6DFF22A-1F9E-C17D-1C54-836F5BFE3FAC}"/>
                  </a:ext>
                </a:extLst>
              </p:cNvPr>
              <p:cNvSpPr txBox="1"/>
              <p:nvPr/>
            </p:nvSpPr>
            <p:spPr>
              <a:xfrm>
                <a:off x="-506017" y="2242888"/>
                <a:ext cx="502885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400" dirty="0"/>
                  <a:t>For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∈{1, ..,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}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,,ℓ∈{1, ..,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},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6DFF22A-1F9E-C17D-1C54-836F5BFE3F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506017" y="2242888"/>
                <a:ext cx="5028858" cy="461665"/>
              </a:xfrm>
              <a:prstGeom prst="rect">
                <a:avLst/>
              </a:prstGeom>
              <a:blipFill>
                <a:blip r:embed="rId3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6AF51394-A298-C1DC-DEEB-052236FEF9C5}"/>
                  </a:ext>
                </a:extLst>
              </p:cNvPr>
              <p:cNvSpPr txBox="1"/>
              <p:nvPr/>
            </p:nvSpPr>
            <p:spPr>
              <a:xfrm>
                <a:off x="0" y="2588526"/>
                <a:ext cx="1147158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400" dirty="0"/>
                  <a:t>For all possible ways to select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/>
                  <a:t> strategies for Player 1 and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ℓ</m:t>
                    </m:r>
                  </m:oMath>
                </a14:m>
                <a:r>
                  <a:rPr lang="en-US" sz="2400" dirty="0"/>
                  <a:t> strategies for Player 2: </a:t>
                </a: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6AF51394-A298-C1DC-DEEB-052236FEF9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588526"/>
                <a:ext cx="11471585" cy="461665"/>
              </a:xfrm>
              <a:prstGeom prst="rect">
                <a:avLst/>
              </a:prstGeom>
              <a:blipFill>
                <a:blip r:embed="rId4"/>
                <a:stretch>
                  <a:fillRect t="-10667" r="-1010" b="-3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TextBox 31">
            <a:extLst>
              <a:ext uri="{FF2B5EF4-FFF2-40B4-BE49-F238E27FC236}">
                <a16:creationId xmlns:a16="http://schemas.microsoft.com/office/drawing/2014/main" id="{2BBA6FB7-FA85-918A-D396-51F1DD876AF8}"/>
              </a:ext>
            </a:extLst>
          </p:cNvPr>
          <p:cNvSpPr txBox="1"/>
          <p:nvPr/>
        </p:nvSpPr>
        <p:spPr>
          <a:xfrm>
            <a:off x="222554" y="3282188"/>
            <a:ext cx="530317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/>
              <a:t>Solve the indifference equations: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34F3943-0C65-C6B7-59D9-85C25D7D8458}"/>
                  </a:ext>
                </a:extLst>
              </p:cNvPr>
              <p:cNvSpPr txBox="1"/>
              <p:nvPr/>
            </p:nvSpPr>
            <p:spPr>
              <a:xfrm>
                <a:off x="637130" y="3685046"/>
                <a:ext cx="8172573" cy="4694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l-G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sz="2400" b="1" dirty="0"/>
                  <a:t> </a:t>
                </a:r>
                <a:r>
                  <a:rPr lang="en-US" sz="2400" dirty="0"/>
                  <a:t>for some real</a:t>
                </a:r>
                <a:r>
                  <a:rPr lang="en-US" sz="2400" b="1" dirty="0"/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400" dirty="0"/>
                  <a:t>, assuming that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=1</m:t>
                        </m:r>
                      </m:e>
                    </m:nary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34F3943-0C65-C6B7-59D9-85C25D7D84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130" y="3685046"/>
                <a:ext cx="8172573" cy="469424"/>
              </a:xfrm>
              <a:prstGeom prst="rect">
                <a:avLst/>
              </a:prstGeom>
              <a:blipFill>
                <a:blip r:embed="rId5"/>
                <a:stretch>
                  <a:fillRect t="-127273" b="-19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6CC95CC-4535-53F4-EA44-FA0310436855}"/>
                  </a:ext>
                </a:extLst>
              </p:cNvPr>
              <p:cNvSpPr txBox="1"/>
              <p:nvPr/>
            </p:nvSpPr>
            <p:spPr>
              <a:xfrm>
                <a:off x="222554" y="4085158"/>
                <a:ext cx="8862452" cy="4686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l-G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𝟏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400" b="1" dirty="0"/>
                  <a:t> </a:t>
                </a:r>
                <a:r>
                  <a:rPr lang="en-US" sz="2400" dirty="0"/>
                  <a:t>for some real</a:t>
                </a:r>
                <a:r>
                  <a:rPr lang="en-US" sz="2400" b="1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2400" dirty="0"/>
                  <a:t> , assuming that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p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=1</m:t>
                        </m:r>
                      </m:e>
                    </m:nary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6CC95CC-4535-53F4-EA44-FA03104368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554" y="4085158"/>
                <a:ext cx="8862452" cy="468654"/>
              </a:xfrm>
              <a:prstGeom prst="rect">
                <a:avLst/>
              </a:prstGeom>
              <a:blipFill>
                <a:blip r:embed="rId6"/>
                <a:stretch>
                  <a:fillRect t="-127273" b="-19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78BDDF04-7C94-7E8C-C136-778612559847}"/>
                  </a:ext>
                </a:extLst>
              </p:cNvPr>
              <p:cNvSpPr txBox="1"/>
              <p:nvPr/>
            </p:nvSpPr>
            <p:spPr>
              <a:xfrm>
                <a:off x="-506017" y="4521735"/>
                <a:ext cx="12192000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000" dirty="0"/>
                  <a:t>[where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l-GR" sz="20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000" dirty="0"/>
                  <a:t>,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000" dirty="0"/>
                  <a:t> are projections of the probability vectors and payoff matrices onto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000" dirty="0"/>
                  <a:t>]</a:t>
                </a: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78BDDF04-7C94-7E8C-C136-7786125598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506017" y="4521735"/>
                <a:ext cx="12192000" cy="400110"/>
              </a:xfrm>
              <a:prstGeom prst="rect">
                <a:avLst/>
              </a:prstGeom>
              <a:blipFill>
                <a:blip r:embed="rId7"/>
                <a:stretch>
                  <a:fillRect t="-7692" b="-2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1A4681E-BD82-1161-3DBC-3908E6ACFE85}"/>
                  </a:ext>
                </a:extLst>
              </p:cNvPr>
              <p:cNvSpPr txBox="1"/>
              <p:nvPr/>
            </p:nvSpPr>
            <p:spPr>
              <a:xfrm>
                <a:off x="1617750" y="2959869"/>
                <a:ext cx="7191953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000" dirty="0"/>
                  <a:t>[these correspond to the supports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000" dirty="0"/>
                  <a:t>] </a:t>
                </a: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1A4681E-BD82-1161-3DBC-3908E6ACFE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7750" y="2959869"/>
                <a:ext cx="7191953" cy="400110"/>
              </a:xfrm>
              <a:prstGeom prst="rect">
                <a:avLst/>
              </a:prstGeom>
              <a:blipFill>
                <a:blip r:embed="rId8"/>
                <a:stretch>
                  <a:fillRect t="-7692" b="-2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6AD59BAD-57B0-9E1B-354A-641C19D9CFCB}"/>
                  </a:ext>
                </a:extLst>
              </p:cNvPr>
              <p:cNvSpPr txBox="1"/>
              <p:nvPr/>
            </p:nvSpPr>
            <p:spPr>
              <a:xfrm>
                <a:off x="637130" y="5432392"/>
                <a:ext cx="9871587" cy="142224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800100" lvl="1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l-G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400" dirty="0"/>
                  <a:t> both contain non-negative values and</a:t>
                </a:r>
              </a:p>
              <a:p>
                <a:pPr marL="800100" lvl="1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400" dirty="0"/>
                  <a:t> for all Player 1 strategies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400" dirty="0"/>
                  <a:t> outside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400" dirty="0"/>
                  <a:t> </a:t>
                </a:r>
              </a:p>
              <a:p>
                <a:pPr marL="800100" lvl="1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sSup>
                          <m:sSupPr>
                            <m:ctrl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2400" dirty="0"/>
                  <a:t> for all Player 2 strategies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400" dirty="0"/>
                  <a:t> outside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6AD59BAD-57B0-9E1B-354A-641C19D9CF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130" y="5432392"/>
                <a:ext cx="9871587" cy="1422249"/>
              </a:xfrm>
              <a:prstGeom prst="rect">
                <a:avLst/>
              </a:prstGeom>
              <a:blipFill>
                <a:blip r:embed="rId9"/>
                <a:stretch>
                  <a:fillRect t="-3004" b="-55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655EBB9C-DEF9-C596-F64F-49B73F28FB96}"/>
                  </a:ext>
                </a:extLst>
              </p:cNvPr>
              <p:cNvSpPr txBox="1"/>
              <p:nvPr/>
            </p:nvSpPr>
            <p:spPr>
              <a:xfrm>
                <a:off x="784614" y="4975713"/>
                <a:ext cx="634180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is a Nash equilibrium if: </a:t>
                </a: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655EBB9C-DEF9-C596-F64F-49B73F28FB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614" y="4975713"/>
                <a:ext cx="6341806" cy="461665"/>
              </a:xfrm>
              <a:prstGeom prst="rect">
                <a:avLst/>
              </a:prstGeom>
              <a:blipFill>
                <a:blip r:embed="rId10"/>
                <a:stretch>
                  <a:fillRect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1">
            <a:extLst>
              <a:ext uri="{FF2B5EF4-FFF2-40B4-BE49-F238E27FC236}">
                <a16:creationId xmlns:a16="http://schemas.microsoft.com/office/drawing/2014/main" id="{6F611EFF-B5E3-2A88-EA7D-67B1BC269EC0}"/>
              </a:ext>
            </a:extLst>
          </p:cNvPr>
          <p:cNvSpPr/>
          <p:nvPr/>
        </p:nvSpPr>
        <p:spPr>
          <a:xfrm>
            <a:off x="1565162" y="4151259"/>
            <a:ext cx="365551" cy="406274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6F6FD1C-2AB6-589E-4B2C-BB9A33A498A6}"/>
              </a:ext>
            </a:extLst>
          </p:cNvPr>
          <p:cNvSpPr/>
          <p:nvPr/>
        </p:nvSpPr>
        <p:spPr>
          <a:xfrm>
            <a:off x="1270195" y="3713009"/>
            <a:ext cx="365551" cy="406274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43F415-3E23-55D9-FD0B-D274A3CD2334}"/>
              </a:ext>
            </a:extLst>
          </p:cNvPr>
          <p:cNvSpPr/>
          <p:nvPr/>
        </p:nvSpPr>
        <p:spPr>
          <a:xfrm>
            <a:off x="1951248" y="6367869"/>
            <a:ext cx="365551" cy="406274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42DDF3F-B3D8-1923-C7AE-646F9AF35646}"/>
              </a:ext>
            </a:extLst>
          </p:cNvPr>
          <p:cNvSpPr/>
          <p:nvPr/>
        </p:nvSpPr>
        <p:spPr>
          <a:xfrm>
            <a:off x="1626785" y="5919787"/>
            <a:ext cx="365551" cy="406274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E2C7005-AACD-0DF0-87B3-D4DD99CC459D}"/>
                  </a:ext>
                </a:extLst>
              </p:cNvPr>
              <p:cNvSpPr txBox="1"/>
              <p:nvPr/>
            </p:nvSpPr>
            <p:spPr>
              <a:xfrm>
                <a:off x="2244213" y="4473624"/>
                <a:ext cx="4819134" cy="1384995"/>
              </a:xfrm>
              <a:prstGeom prst="rect">
                <a:avLst/>
              </a:prstGeom>
              <a:solidFill>
                <a:srgbClr val="FFFF00"/>
              </a:solidFill>
              <a:ln w="3810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dirty="0"/>
                  <a:t>Player 1 and Player 2 may have separate payoff matrices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800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800" dirty="0"/>
                  <a:t> 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E2C7005-AACD-0DF0-87B3-D4DD99CC45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4213" y="4473624"/>
                <a:ext cx="4819134" cy="1384995"/>
              </a:xfrm>
              <a:prstGeom prst="rect">
                <a:avLst/>
              </a:prstGeom>
              <a:blipFill>
                <a:blip r:embed="rId11"/>
                <a:stretch>
                  <a:fillRect l="-1631" t="-3433" r="-3513" b="-10300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284216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57BF1-B410-1CB0-EC5E-530372B2E5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C205093-6AC2-083B-5939-88330C57F0FF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8106616-9837-95B9-226A-AE4BA5F0CD69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B5FF63-8778-8457-AA53-0B3FE3905BDD}"/>
              </a:ext>
            </a:extLst>
          </p:cNvPr>
          <p:cNvSpPr txBox="1"/>
          <p:nvPr/>
        </p:nvSpPr>
        <p:spPr>
          <a:xfrm>
            <a:off x="2617519" y="368263"/>
            <a:ext cx="695696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Support Enumeration Review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B67A180-5971-1E63-3FB4-D55173BB9AF2}"/>
              </a:ext>
            </a:extLst>
          </p:cNvPr>
          <p:cNvSpPr txBox="1"/>
          <p:nvPr/>
        </p:nvSpPr>
        <p:spPr>
          <a:xfrm>
            <a:off x="-608271" y="1820546"/>
            <a:ext cx="96159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Nashpy </a:t>
            </a:r>
            <a:r>
              <a:rPr lang="en-US" sz="2400" dirty="0"/>
              <a:t>has a Support Enumeration method for finding equilibria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1B16162C-8277-F628-C50A-0F14D5C382D8}"/>
                  </a:ext>
                </a:extLst>
              </p:cNvPr>
              <p:cNvSpPr txBox="1"/>
              <p:nvPr/>
            </p:nvSpPr>
            <p:spPr>
              <a:xfrm>
                <a:off x="-506017" y="2242888"/>
                <a:ext cx="502885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400" dirty="0"/>
                  <a:t>For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∈{1, ..,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}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,,ℓ∈{1, ..,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},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1B16162C-8277-F628-C50A-0F14D5C382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506017" y="2242888"/>
                <a:ext cx="5028858" cy="461665"/>
              </a:xfrm>
              <a:prstGeom prst="rect">
                <a:avLst/>
              </a:prstGeom>
              <a:blipFill>
                <a:blip r:embed="rId3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7E2E50B-A156-273F-970F-32A7FCD9D2D8}"/>
                  </a:ext>
                </a:extLst>
              </p:cNvPr>
              <p:cNvSpPr txBox="1"/>
              <p:nvPr/>
            </p:nvSpPr>
            <p:spPr>
              <a:xfrm>
                <a:off x="0" y="2588526"/>
                <a:ext cx="1147158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400" dirty="0"/>
                  <a:t>For all possible ways to select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/>
                  <a:t> strategies for Player 1 and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ℓ</m:t>
                    </m:r>
                  </m:oMath>
                </a14:m>
                <a:r>
                  <a:rPr lang="en-US" sz="2400" dirty="0"/>
                  <a:t> strategies for Player 2: </a:t>
                </a: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7E2E50B-A156-273F-970F-32A7FCD9D2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588526"/>
                <a:ext cx="11471585" cy="461665"/>
              </a:xfrm>
              <a:prstGeom prst="rect">
                <a:avLst/>
              </a:prstGeom>
              <a:blipFill>
                <a:blip r:embed="rId4"/>
                <a:stretch>
                  <a:fillRect t="-10667" r="-1010" b="-3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TextBox 31">
            <a:extLst>
              <a:ext uri="{FF2B5EF4-FFF2-40B4-BE49-F238E27FC236}">
                <a16:creationId xmlns:a16="http://schemas.microsoft.com/office/drawing/2014/main" id="{FECFEF22-5BBD-AB4F-CBE4-654DB3AB1CF8}"/>
              </a:ext>
            </a:extLst>
          </p:cNvPr>
          <p:cNvSpPr txBox="1"/>
          <p:nvPr/>
        </p:nvSpPr>
        <p:spPr>
          <a:xfrm>
            <a:off x="222554" y="3282188"/>
            <a:ext cx="530317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/>
              <a:t>Solve the indifference equations: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A47E1F9-6E84-DB7D-7E60-19D228F5EC84}"/>
                  </a:ext>
                </a:extLst>
              </p:cNvPr>
              <p:cNvSpPr txBox="1"/>
              <p:nvPr/>
            </p:nvSpPr>
            <p:spPr>
              <a:xfrm>
                <a:off x="637130" y="3685046"/>
                <a:ext cx="8172573" cy="4694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l-G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sz="2400" b="1" dirty="0"/>
                  <a:t> </a:t>
                </a:r>
                <a:r>
                  <a:rPr lang="en-US" sz="2400" dirty="0"/>
                  <a:t>for some real</a:t>
                </a:r>
                <a:r>
                  <a:rPr lang="en-US" sz="2400" b="1" dirty="0"/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400" dirty="0"/>
                  <a:t>, assuming that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=1</m:t>
                        </m:r>
                      </m:e>
                    </m:nary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A47E1F9-6E84-DB7D-7E60-19D228F5EC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130" y="3685046"/>
                <a:ext cx="8172573" cy="469424"/>
              </a:xfrm>
              <a:prstGeom prst="rect">
                <a:avLst/>
              </a:prstGeom>
              <a:blipFill>
                <a:blip r:embed="rId5"/>
                <a:stretch>
                  <a:fillRect t="-127273" b="-19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F124F26F-8319-FE3E-3978-AADE6DE27FD0}"/>
                  </a:ext>
                </a:extLst>
              </p:cNvPr>
              <p:cNvSpPr txBox="1"/>
              <p:nvPr/>
            </p:nvSpPr>
            <p:spPr>
              <a:xfrm>
                <a:off x="222554" y="4085158"/>
                <a:ext cx="8862452" cy="4686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l-G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𝟏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400" b="1" dirty="0"/>
                  <a:t> </a:t>
                </a:r>
                <a:r>
                  <a:rPr lang="en-US" sz="2400" dirty="0"/>
                  <a:t>for some real</a:t>
                </a:r>
                <a:r>
                  <a:rPr lang="en-US" sz="2400" b="1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2400" dirty="0"/>
                  <a:t> , assuming that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p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=1</m:t>
                        </m:r>
                      </m:e>
                    </m:nary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F124F26F-8319-FE3E-3978-AADE6DE27F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554" y="4085158"/>
                <a:ext cx="8862452" cy="468654"/>
              </a:xfrm>
              <a:prstGeom prst="rect">
                <a:avLst/>
              </a:prstGeom>
              <a:blipFill>
                <a:blip r:embed="rId6"/>
                <a:stretch>
                  <a:fillRect t="-127273" b="-19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BEB9DD2A-2A49-B1CD-E940-CDECBE706DAA}"/>
                  </a:ext>
                </a:extLst>
              </p:cNvPr>
              <p:cNvSpPr txBox="1"/>
              <p:nvPr/>
            </p:nvSpPr>
            <p:spPr>
              <a:xfrm>
                <a:off x="-506017" y="4521735"/>
                <a:ext cx="12192000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000" dirty="0"/>
                  <a:t>[where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l-GR" sz="20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000" dirty="0"/>
                  <a:t>,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000" dirty="0"/>
                  <a:t> are projections of the probability vectors and payoff matrices onto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000" dirty="0"/>
                  <a:t>]</a:t>
                </a: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BEB9DD2A-2A49-B1CD-E940-CDECBE706D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506017" y="4521735"/>
                <a:ext cx="12192000" cy="400110"/>
              </a:xfrm>
              <a:prstGeom prst="rect">
                <a:avLst/>
              </a:prstGeom>
              <a:blipFill>
                <a:blip r:embed="rId7"/>
                <a:stretch>
                  <a:fillRect t="-7692" b="-2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1611D2B0-DFA9-5D99-3893-C0414A997AC9}"/>
                  </a:ext>
                </a:extLst>
              </p:cNvPr>
              <p:cNvSpPr txBox="1"/>
              <p:nvPr/>
            </p:nvSpPr>
            <p:spPr>
              <a:xfrm>
                <a:off x="1617750" y="2959869"/>
                <a:ext cx="7191953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000" dirty="0"/>
                  <a:t>[these correspond to the supports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000" dirty="0"/>
                  <a:t>] </a:t>
                </a: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1611D2B0-DFA9-5D99-3893-C0414A997A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7750" y="2959869"/>
                <a:ext cx="7191953" cy="400110"/>
              </a:xfrm>
              <a:prstGeom prst="rect">
                <a:avLst/>
              </a:prstGeom>
              <a:blipFill>
                <a:blip r:embed="rId8"/>
                <a:stretch>
                  <a:fillRect t="-7692" b="-2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B55CEAA1-6A68-96DD-2B8D-BFB0637385CA}"/>
                  </a:ext>
                </a:extLst>
              </p:cNvPr>
              <p:cNvSpPr txBox="1"/>
              <p:nvPr/>
            </p:nvSpPr>
            <p:spPr>
              <a:xfrm>
                <a:off x="637130" y="5432392"/>
                <a:ext cx="9871587" cy="142224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800100" lvl="1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l-G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400" dirty="0"/>
                  <a:t> both contain non-negative values and</a:t>
                </a:r>
              </a:p>
              <a:p>
                <a:pPr marL="800100" lvl="1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400" dirty="0"/>
                  <a:t> for all Player 1 strategies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400" dirty="0"/>
                  <a:t> outside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400" dirty="0"/>
                  <a:t> </a:t>
                </a:r>
              </a:p>
              <a:p>
                <a:pPr marL="800100" lvl="1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sSup>
                          <m:sSupPr>
                            <m:ctrl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2400" dirty="0"/>
                  <a:t> for all Player 2 strategies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400" dirty="0"/>
                  <a:t> outside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B55CEAA1-6A68-96DD-2B8D-BFB0637385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130" y="5432392"/>
                <a:ext cx="9871587" cy="1422249"/>
              </a:xfrm>
              <a:prstGeom prst="rect">
                <a:avLst/>
              </a:prstGeom>
              <a:blipFill>
                <a:blip r:embed="rId9"/>
                <a:stretch>
                  <a:fillRect t="-3004" b="-55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AE33272-EA87-04EE-0A8F-5DDC10F12D3F}"/>
                  </a:ext>
                </a:extLst>
              </p:cNvPr>
              <p:cNvSpPr txBox="1"/>
              <p:nvPr/>
            </p:nvSpPr>
            <p:spPr>
              <a:xfrm>
                <a:off x="784614" y="4975713"/>
                <a:ext cx="634180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is a Nash equilibrium if: </a:t>
                </a: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AE33272-EA87-04EE-0A8F-5DDC10F12D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614" y="4975713"/>
                <a:ext cx="6341806" cy="461665"/>
              </a:xfrm>
              <a:prstGeom prst="rect">
                <a:avLst/>
              </a:prstGeom>
              <a:blipFill>
                <a:blip r:embed="rId10"/>
                <a:stretch>
                  <a:fillRect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1">
            <a:extLst>
              <a:ext uri="{FF2B5EF4-FFF2-40B4-BE49-F238E27FC236}">
                <a16:creationId xmlns:a16="http://schemas.microsoft.com/office/drawing/2014/main" id="{F9F322E9-8FD4-A10F-1190-878ECB66BDCB}"/>
              </a:ext>
            </a:extLst>
          </p:cNvPr>
          <p:cNvSpPr/>
          <p:nvPr/>
        </p:nvSpPr>
        <p:spPr>
          <a:xfrm>
            <a:off x="1449380" y="6332753"/>
            <a:ext cx="7183343" cy="406274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7B3D457-E06D-6096-933E-CDD599D075BF}"/>
              </a:ext>
            </a:extLst>
          </p:cNvPr>
          <p:cNvSpPr/>
          <p:nvPr/>
        </p:nvSpPr>
        <p:spPr>
          <a:xfrm>
            <a:off x="1449380" y="5874125"/>
            <a:ext cx="7458646" cy="406274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15DC8D-5EFB-70F3-3E0F-1BAC91AD497B}"/>
              </a:ext>
            </a:extLst>
          </p:cNvPr>
          <p:cNvSpPr txBox="1"/>
          <p:nvPr/>
        </p:nvSpPr>
        <p:spPr>
          <a:xfrm>
            <a:off x="1304844" y="3491309"/>
            <a:ext cx="8172573" cy="1815882"/>
          </a:xfrm>
          <a:prstGeom prst="rect">
            <a:avLst/>
          </a:prstGeom>
          <a:solidFill>
            <a:srgbClr val="FFFF00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Strong Minimax Theorem: If the expectation value of a strategy (assuming the other player selects their equilibrium strategy) is below the value of their game, that strategy is chosen with probability 0</a:t>
            </a:r>
          </a:p>
        </p:txBody>
      </p:sp>
    </p:spTree>
    <p:extLst>
      <p:ext uri="{BB962C8B-B14F-4D97-AF65-F5344CB8AC3E}">
        <p14:creationId xmlns:p14="http://schemas.microsoft.com/office/powerpoint/2010/main" val="30260306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2FF96-263B-B26E-6988-0AACB0367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1EAA008-574D-2355-6FA1-7BED7B763E6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92E2547-3B8E-8CC1-FA90-9EB9EEBFBACE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97F46E-DEC5-6183-64CC-32BE801C8E1B}"/>
              </a:ext>
            </a:extLst>
          </p:cNvPr>
          <p:cNvSpPr txBox="1"/>
          <p:nvPr/>
        </p:nvSpPr>
        <p:spPr>
          <a:xfrm>
            <a:off x="2617519" y="368263"/>
            <a:ext cx="695696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Support Enumeration Review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C39F7E2-55DB-0D17-0011-3C77AA4B41B0}"/>
              </a:ext>
            </a:extLst>
          </p:cNvPr>
          <p:cNvSpPr txBox="1"/>
          <p:nvPr/>
        </p:nvSpPr>
        <p:spPr>
          <a:xfrm>
            <a:off x="-608271" y="1820546"/>
            <a:ext cx="96159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Nashpy </a:t>
            </a:r>
            <a:r>
              <a:rPr lang="en-US" sz="2400" dirty="0"/>
              <a:t>has a Support Enumeration method for finding equilibria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E0273EB-AB37-B309-2C7F-021B35779577}"/>
                  </a:ext>
                </a:extLst>
              </p:cNvPr>
              <p:cNvSpPr txBox="1"/>
              <p:nvPr/>
            </p:nvSpPr>
            <p:spPr>
              <a:xfrm>
                <a:off x="-506017" y="2242888"/>
                <a:ext cx="502885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400" dirty="0"/>
                  <a:t>For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∈{1, ..,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}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,,ℓ∈{1, ..,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},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E0273EB-AB37-B309-2C7F-021B357795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506017" y="2242888"/>
                <a:ext cx="5028858" cy="461665"/>
              </a:xfrm>
              <a:prstGeom prst="rect">
                <a:avLst/>
              </a:prstGeom>
              <a:blipFill>
                <a:blip r:embed="rId3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034E8AA6-F954-1AD9-5E70-F6FC2643E54D}"/>
                  </a:ext>
                </a:extLst>
              </p:cNvPr>
              <p:cNvSpPr txBox="1"/>
              <p:nvPr/>
            </p:nvSpPr>
            <p:spPr>
              <a:xfrm>
                <a:off x="0" y="2588526"/>
                <a:ext cx="1147158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400" dirty="0"/>
                  <a:t>For all possible ways to select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/>
                  <a:t> strategies for Player 1 and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ℓ</m:t>
                    </m:r>
                  </m:oMath>
                </a14:m>
                <a:r>
                  <a:rPr lang="en-US" sz="2400" dirty="0"/>
                  <a:t> strategies for Player 2: </a:t>
                </a: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034E8AA6-F954-1AD9-5E70-F6FC2643E5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588526"/>
                <a:ext cx="11471585" cy="461665"/>
              </a:xfrm>
              <a:prstGeom prst="rect">
                <a:avLst/>
              </a:prstGeom>
              <a:blipFill>
                <a:blip r:embed="rId4"/>
                <a:stretch>
                  <a:fillRect t="-10667" r="-1010" b="-3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TextBox 31">
            <a:extLst>
              <a:ext uri="{FF2B5EF4-FFF2-40B4-BE49-F238E27FC236}">
                <a16:creationId xmlns:a16="http://schemas.microsoft.com/office/drawing/2014/main" id="{7BE1CE7F-67A1-3549-6687-BFF31A902B48}"/>
              </a:ext>
            </a:extLst>
          </p:cNvPr>
          <p:cNvSpPr txBox="1"/>
          <p:nvPr/>
        </p:nvSpPr>
        <p:spPr>
          <a:xfrm>
            <a:off x="222554" y="3282188"/>
            <a:ext cx="530317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/>
              <a:t>Solve the indifference equations: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6CAA2FA-A898-3C1C-45C8-71FB42A87FF9}"/>
                  </a:ext>
                </a:extLst>
              </p:cNvPr>
              <p:cNvSpPr txBox="1"/>
              <p:nvPr/>
            </p:nvSpPr>
            <p:spPr>
              <a:xfrm>
                <a:off x="637130" y="3685046"/>
                <a:ext cx="8172573" cy="4694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l-G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sz="2400" b="1" dirty="0"/>
                  <a:t> </a:t>
                </a:r>
                <a:r>
                  <a:rPr lang="en-US" sz="2400" dirty="0"/>
                  <a:t>for some real</a:t>
                </a:r>
                <a:r>
                  <a:rPr lang="en-US" sz="2400" b="1" dirty="0"/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400" dirty="0"/>
                  <a:t>, assuming that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=1</m:t>
                        </m:r>
                      </m:e>
                    </m:nary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6CAA2FA-A898-3C1C-45C8-71FB42A87F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130" y="3685046"/>
                <a:ext cx="8172573" cy="469424"/>
              </a:xfrm>
              <a:prstGeom prst="rect">
                <a:avLst/>
              </a:prstGeom>
              <a:blipFill>
                <a:blip r:embed="rId5"/>
                <a:stretch>
                  <a:fillRect t="-127273" b="-19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F01CB1A0-DEE4-D1CB-7E4C-BDD368B8D7EB}"/>
                  </a:ext>
                </a:extLst>
              </p:cNvPr>
              <p:cNvSpPr txBox="1"/>
              <p:nvPr/>
            </p:nvSpPr>
            <p:spPr>
              <a:xfrm>
                <a:off x="222554" y="4085158"/>
                <a:ext cx="8862452" cy="4686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l-G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𝟏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400" b="1" dirty="0"/>
                  <a:t> </a:t>
                </a:r>
                <a:r>
                  <a:rPr lang="en-US" sz="2400" dirty="0"/>
                  <a:t>for some real</a:t>
                </a:r>
                <a:r>
                  <a:rPr lang="en-US" sz="2400" b="1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2400" dirty="0"/>
                  <a:t> , assuming that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p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=1</m:t>
                        </m:r>
                      </m:e>
                    </m:nary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F01CB1A0-DEE4-D1CB-7E4C-BDD368B8D7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554" y="4085158"/>
                <a:ext cx="8862452" cy="468654"/>
              </a:xfrm>
              <a:prstGeom prst="rect">
                <a:avLst/>
              </a:prstGeom>
              <a:blipFill>
                <a:blip r:embed="rId6"/>
                <a:stretch>
                  <a:fillRect t="-127273" b="-19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C3FA7A13-6F67-FDA9-F6D7-E80BAD73E4CC}"/>
                  </a:ext>
                </a:extLst>
              </p:cNvPr>
              <p:cNvSpPr txBox="1"/>
              <p:nvPr/>
            </p:nvSpPr>
            <p:spPr>
              <a:xfrm>
                <a:off x="-506017" y="4521735"/>
                <a:ext cx="12192000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000" dirty="0"/>
                  <a:t>[where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l-GR" sz="20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000" dirty="0"/>
                  <a:t>,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000" dirty="0"/>
                  <a:t> are projections of the probability vectors and payoff matrices onto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000" dirty="0"/>
                  <a:t>]</a:t>
                </a: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C3FA7A13-6F67-FDA9-F6D7-E80BAD73E4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506017" y="4521735"/>
                <a:ext cx="12192000" cy="400110"/>
              </a:xfrm>
              <a:prstGeom prst="rect">
                <a:avLst/>
              </a:prstGeom>
              <a:blipFill>
                <a:blip r:embed="rId7"/>
                <a:stretch>
                  <a:fillRect t="-7692" b="-2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BA6E8416-7517-34F3-F63A-3766AE1B3A5F}"/>
                  </a:ext>
                </a:extLst>
              </p:cNvPr>
              <p:cNvSpPr txBox="1"/>
              <p:nvPr/>
            </p:nvSpPr>
            <p:spPr>
              <a:xfrm>
                <a:off x="1617750" y="2959869"/>
                <a:ext cx="7191953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000" dirty="0"/>
                  <a:t>[these correspond to the supports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000" dirty="0"/>
                  <a:t>] </a:t>
                </a: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BA6E8416-7517-34F3-F63A-3766AE1B3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7750" y="2959869"/>
                <a:ext cx="7191953" cy="400110"/>
              </a:xfrm>
              <a:prstGeom prst="rect">
                <a:avLst/>
              </a:prstGeom>
              <a:blipFill>
                <a:blip r:embed="rId8"/>
                <a:stretch>
                  <a:fillRect t="-7692" b="-2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A20EAE26-7373-3876-1A98-AC1A0FF5C2DA}"/>
                  </a:ext>
                </a:extLst>
              </p:cNvPr>
              <p:cNvSpPr txBox="1"/>
              <p:nvPr/>
            </p:nvSpPr>
            <p:spPr>
              <a:xfrm>
                <a:off x="637130" y="5432392"/>
                <a:ext cx="9871587" cy="142224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800100" lvl="1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l-G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400" dirty="0"/>
                  <a:t> both contain non-negative values and</a:t>
                </a:r>
              </a:p>
              <a:p>
                <a:pPr marL="800100" lvl="1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400" dirty="0"/>
                  <a:t> for all Player 1 strategies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400" dirty="0"/>
                  <a:t> outside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400" dirty="0"/>
                  <a:t> </a:t>
                </a:r>
              </a:p>
              <a:p>
                <a:pPr marL="800100" lvl="1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sSup>
                          <m:sSupPr>
                            <m:ctrl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2400" dirty="0"/>
                  <a:t> for all Player 2 strategies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400" dirty="0"/>
                  <a:t> outside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A20EAE26-7373-3876-1A98-AC1A0FF5C2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130" y="5432392"/>
                <a:ext cx="9871587" cy="1422249"/>
              </a:xfrm>
              <a:prstGeom prst="rect">
                <a:avLst/>
              </a:prstGeom>
              <a:blipFill>
                <a:blip r:embed="rId9"/>
                <a:stretch>
                  <a:fillRect t="-3004" b="-55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991FD6F8-9F13-524A-2D5B-F02D1DAA8B11}"/>
                  </a:ext>
                </a:extLst>
              </p:cNvPr>
              <p:cNvSpPr txBox="1"/>
              <p:nvPr/>
            </p:nvSpPr>
            <p:spPr>
              <a:xfrm>
                <a:off x="784614" y="4975713"/>
                <a:ext cx="634180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is a Nash equilibrium if: </a:t>
                </a: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991FD6F8-9F13-524A-2D5B-F02D1DAA8B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614" y="4975713"/>
                <a:ext cx="6341806" cy="461665"/>
              </a:xfrm>
              <a:prstGeom prst="rect">
                <a:avLst/>
              </a:prstGeom>
              <a:blipFill>
                <a:blip r:embed="rId10"/>
                <a:stretch>
                  <a:fillRect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1">
            <a:extLst>
              <a:ext uri="{FF2B5EF4-FFF2-40B4-BE49-F238E27FC236}">
                <a16:creationId xmlns:a16="http://schemas.microsoft.com/office/drawing/2014/main" id="{462FBF87-C5F5-89B9-1C69-B84E1F20A5BA}"/>
              </a:ext>
            </a:extLst>
          </p:cNvPr>
          <p:cNvSpPr/>
          <p:nvPr/>
        </p:nvSpPr>
        <p:spPr>
          <a:xfrm>
            <a:off x="1134747" y="3716943"/>
            <a:ext cx="7566801" cy="836869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FB3CABB-202B-7EEE-3835-0FA51703526F}"/>
                  </a:ext>
                </a:extLst>
              </p:cNvPr>
              <p:cNvSpPr txBox="1"/>
              <p:nvPr/>
            </p:nvSpPr>
            <p:spPr>
              <a:xfrm>
                <a:off x="959241" y="4915939"/>
                <a:ext cx="8410900" cy="954107"/>
              </a:xfrm>
              <a:prstGeom prst="rect">
                <a:avLst/>
              </a:prstGeom>
              <a:solidFill>
                <a:srgbClr val="FFFF00"/>
              </a:solidFill>
              <a:ln w="3810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dirty="0"/>
                  <a:t>If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sz="28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 ℓ</m:t>
                    </m:r>
                  </m:oMath>
                </a14:m>
                <a:r>
                  <a:rPr lang="en-US" sz="2800" dirty="0"/>
                  <a:t>, then solving the indifference equations correspond to solving a square system of equations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FB3CABB-202B-7EEE-3835-0FA5170352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9241" y="4915939"/>
                <a:ext cx="8410900" cy="954107"/>
              </a:xfrm>
              <a:prstGeom prst="rect">
                <a:avLst/>
              </a:prstGeom>
              <a:blipFill>
                <a:blip r:embed="rId11"/>
                <a:stretch>
                  <a:fillRect t="-4294" b="-14110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57837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06891C-9CB0-2B30-0D39-DEAB397FC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781C0E87-F287-A5FA-6291-5240F1E4E784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68399F9-B13B-ADE7-23E6-764020FCE536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6334CF7-0320-CF1D-5FAC-2CA55231FAD1}"/>
                  </a:ext>
                </a:extLst>
              </p:cNvPr>
              <p:cNvSpPr txBox="1"/>
              <p:nvPr/>
            </p:nvSpPr>
            <p:spPr>
              <a:xfrm>
                <a:off x="1897627" y="364069"/>
                <a:ext cx="9330812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b="1" dirty="0">
                    <a:solidFill>
                      <a:schemeClr val="bg1"/>
                    </a:solidFill>
                  </a:rPr>
                  <a:t>Support Enumeration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≠ ℓ</m:t>
                    </m:r>
                  </m:oMath>
                </a14:m>
                <a:endParaRPr lang="en-US" sz="4000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6334CF7-0320-CF1D-5FAC-2CA55231FA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7627" y="364069"/>
                <a:ext cx="9330812" cy="707886"/>
              </a:xfrm>
              <a:prstGeom prst="rect">
                <a:avLst/>
              </a:prstGeom>
              <a:blipFill>
                <a:blip r:embed="rId3"/>
                <a:stretch>
                  <a:fillRect l="-2286" t="-15517" b="-362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88F1941-A8E0-7EBC-A5F9-0BC6146B56AC}"/>
                  </a:ext>
                </a:extLst>
              </p:cNvPr>
              <p:cNvSpPr txBox="1"/>
              <p:nvPr/>
            </p:nvSpPr>
            <p:spPr>
              <a:xfrm>
                <a:off x="-393290" y="1829075"/>
                <a:ext cx="418854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400" dirty="0"/>
                  <a:t>What about when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≠ℓ</m:t>
                    </m:r>
                  </m:oMath>
                </a14:m>
                <a:r>
                  <a:rPr lang="en-US" sz="2400" dirty="0"/>
                  <a:t>?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88F1941-A8E0-7EBC-A5F9-0BC6146B56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93290" y="1829075"/>
                <a:ext cx="4188542" cy="461665"/>
              </a:xfrm>
              <a:prstGeom prst="rect">
                <a:avLst/>
              </a:prstGeom>
              <a:blipFill>
                <a:blip r:embed="rId4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E9B614D-AF8E-693A-DD60-A225666858BF}"/>
                  </a:ext>
                </a:extLst>
              </p:cNvPr>
              <p:cNvSpPr txBox="1"/>
              <p:nvPr/>
            </p:nvSpPr>
            <p:spPr>
              <a:xfrm>
                <a:off x="-299885" y="2423976"/>
                <a:ext cx="1063358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400" dirty="0"/>
                  <a:t>The Support Enumeration algorithm only lets us select supports with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ℓ</m:t>
                    </m:r>
                  </m:oMath>
                </a14:m>
                <a:r>
                  <a:rPr lang="en-US" sz="2400" dirty="0"/>
                  <a:t> !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E9B614D-AF8E-693A-DD60-A225666858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99885" y="2423976"/>
                <a:ext cx="10633587" cy="461665"/>
              </a:xfrm>
              <a:prstGeom prst="rect">
                <a:avLst/>
              </a:prstGeom>
              <a:blipFill>
                <a:blip r:embed="rId5"/>
                <a:stretch>
                  <a:fillRect t="-10667" r="-287" b="-3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21094D36-D732-27AE-3FDA-861A5F08CA1E}"/>
              </a:ext>
            </a:extLst>
          </p:cNvPr>
          <p:cNvSpPr txBox="1"/>
          <p:nvPr/>
        </p:nvSpPr>
        <p:spPr>
          <a:xfrm>
            <a:off x="-299886" y="3018877"/>
            <a:ext cx="939472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/>
              <a:t>This works so long as we have a </a:t>
            </a:r>
            <a:r>
              <a:rPr lang="en-US" sz="2400" b="1" dirty="0"/>
              <a:t>non-degenerate</a:t>
            </a:r>
            <a:r>
              <a:rPr lang="en-US" sz="2400" dirty="0"/>
              <a:t> two player games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2A2C455-E6F7-0946-FFE8-D275986343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82529" y="4054254"/>
            <a:ext cx="5675609" cy="267747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0822CE8-088C-D4AB-B230-265B8098459F}"/>
              </a:ext>
            </a:extLst>
          </p:cNvPr>
          <p:cNvSpPr txBox="1"/>
          <p:nvPr/>
        </p:nvSpPr>
        <p:spPr>
          <a:xfrm>
            <a:off x="4449900" y="501279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D5DDD3-FC1D-7B66-3D30-B5BDFEE470BF}"/>
              </a:ext>
            </a:extLst>
          </p:cNvPr>
          <p:cNvSpPr txBox="1"/>
          <p:nvPr/>
        </p:nvSpPr>
        <p:spPr>
          <a:xfrm>
            <a:off x="5745300" y="501279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3469CD2-88EC-6ECE-5CE0-27D2266CFC35}"/>
              </a:ext>
            </a:extLst>
          </p:cNvPr>
          <p:cNvSpPr txBox="1"/>
          <p:nvPr/>
        </p:nvSpPr>
        <p:spPr>
          <a:xfrm>
            <a:off x="7040700" y="4992539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B8F252F-6C9F-E629-F8A8-7220C6DE1671}"/>
              </a:ext>
            </a:extLst>
          </p:cNvPr>
          <p:cNvSpPr txBox="1"/>
          <p:nvPr/>
        </p:nvSpPr>
        <p:spPr>
          <a:xfrm>
            <a:off x="4449900" y="564525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75DE30F-EB14-4704-EA75-EBF2682D2AC4}"/>
              </a:ext>
            </a:extLst>
          </p:cNvPr>
          <p:cNvSpPr txBox="1"/>
          <p:nvPr/>
        </p:nvSpPr>
        <p:spPr>
          <a:xfrm>
            <a:off x="5745300" y="564525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1F9E94B-441A-08A4-4E2C-183EC25DE877}"/>
              </a:ext>
            </a:extLst>
          </p:cNvPr>
          <p:cNvSpPr txBox="1"/>
          <p:nvPr/>
        </p:nvSpPr>
        <p:spPr>
          <a:xfrm>
            <a:off x="7040700" y="5625002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3EF5E07-4069-C0BC-DC25-9044F71FC081}"/>
              </a:ext>
            </a:extLst>
          </p:cNvPr>
          <p:cNvSpPr txBox="1"/>
          <p:nvPr/>
        </p:nvSpPr>
        <p:spPr>
          <a:xfrm>
            <a:off x="4449900" y="501279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61B0EA7-8F7B-410B-A538-79D5C6364E2B}"/>
              </a:ext>
            </a:extLst>
          </p:cNvPr>
          <p:cNvSpPr txBox="1"/>
          <p:nvPr/>
        </p:nvSpPr>
        <p:spPr>
          <a:xfrm>
            <a:off x="5745300" y="501279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1D5782A-730E-D087-46C9-313FCE154C14}"/>
              </a:ext>
            </a:extLst>
          </p:cNvPr>
          <p:cNvSpPr txBox="1"/>
          <p:nvPr/>
        </p:nvSpPr>
        <p:spPr>
          <a:xfrm>
            <a:off x="7040700" y="500741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EA4E27F-2E3A-4393-6362-B3029AA8A5EA}"/>
              </a:ext>
            </a:extLst>
          </p:cNvPr>
          <p:cNvSpPr txBox="1"/>
          <p:nvPr/>
        </p:nvSpPr>
        <p:spPr>
          <a:xfrm>
            <a:off x="4449900" y="564525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6273934-FBDD-F576-2DBE-869CA7D38C69}"/>
              </a:ext>
            </a:extLst>
          </p:cNvPr>
          <p:cNvSpPr txBox="1"/>
          <p:nvPr/>
        </p:nvSpPr>
        <p:spPr>
          <a:xfrm>
            <a:off x="5745300" y="564525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7D2161-16C2-BEAA-0F53-DF2AE66C9B0D}"/>
              </a:ext>
            </a:extLst>
          </p:cNvPr>
          <p:cNvSpPr txBox="1"/>
          <p:nvPr/>
        </p:nvSpPr>
        <p:spPr>
          <a:xfrm>
            <a:off x="7040700" y="565002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96AC98A-8D53-1A20-1976-FAA413F5BA58}"/>
              </a:ext>
            </a:extLst>
          </p:cNvPr>
          <p:cNvSpPr txBox="1"/>
          <p:nvPr/>
        </p:nvSpPr>
        <p:spPr>
          <a:xfrm>
            <a:off x="4132008" y="3844182"/>
            <a:ext cx="36551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A De</a:t>
            </a:r>
            <a:r>
              <a:rPr lang="en-US" sz="1800" b="1" dirty="0"/>
              <a:t>generate Two Player Game</a:t>
            </a:r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2A79B8D-D852-0C8A-B280-1B47DA618B5C}"/>
              </a:ext>
            </a:extLst>
          </p:cNvPr>
          <p:cNvSpPr/>
          <p:nvPr/>
        </p:nvSpPr>
        <p:spPr>
          <a:xfrm>
            <a:off x="4680854" y="5068447"/>
            <a:ext cx="726888" cy="1113110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114466E-8164-BDBA-BC9E-5766106D4667}"/>
              </a:ext>
            </a:extLst>
          </p:cNvPr>
          <p:cNvSpPr/>
          <p:nvPr/>
        </p:nvSpPr>
        <p:spPr>
          <a:xfrm>
            <a:off x="7273126" y="5096505"/>
            <a:ext cx="726888" cy="1113110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2A616BD-F53B-A670-77AB-9EAC7A7C65B6}"/>
              </a:ext>
            </a:extLst>
          </p:cNvPr>
          <p:cNvSpPr txBox="1"/>
          <p:nvPr/>
        </p:nvSpPr>
        <p:spPr>
          <a:xfrm>
            <a:off x="8173447" y="4901726"/>
            <a:ext cx="3655141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/>
              <a:t>A degenerate game has different strategies with the same payoffs</a:t>
            </a:r>
          </a:p>
        </p:txBody>
      </p:sp>
    </p:spTree>
    <p:extLst>
      <p:ext uri="{BB962C8B-B14F-4D97-AF65-F5344CB8AC3E}">
        <p14:creationId xmlns:p14="http://schemas.microsoft.com/office/powerpoint/2010/main" val="31991054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0B100-1ADD-2D1C-5EB3-45B34A35B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986ED8F-A44B-6C42-FB5B-3DC0D8083230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71ABAA4-0160-3F23-DDB6-D2271BE6D2E3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F36E8B-035D-C39E-2E80-BA81626D4B5D}"/>
              </a:ext>
            </a:extLst>
          </p:cNvPr>
          <p:cNvSpPr txBox="1"/>
          <p:nvPr/>
        </p:nvSpPr>
        <p:spPr>
          <a:xfrm>
            <a:off x="2617519" y="368263"/>
            <a:ext cx="695696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Support Enumeration (Fixed)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3B410E4-73D3-C661-0610-2B2C8F591FCC}"/>
              </a:ext>
            </a:extLst>
          </p:cNvPr>
          <p:cNvSpPr txBox="1"/>
          <p:nvPr/>
        </p:nvSpPr>
        <p:spPr>
          <a:xfrm>
            <a:off x="-608271" y="1820546"/>
            <a:ext cx="96159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Nashpy </a:t>
            </a:r>
            <a:r>
              <a:rPr lang="en-US" sz="2400" dirty="0"/>
              <a:t>has a Support Enumeration method for finding equilibria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D213195-BDB4-0EC4-3E1B-C218811E61DF}"/>
                  </a:ext>
                </a:extLst>
              </p:cNvPr>
              <p:cNvSpPr txBox="1"/>
              <p:nvPr/>
            </p:nvSpPr>
            <p:spPr>
              <a:xfrm>
                <a:off x="-506017" y="2242888"/>
                <a:ext cx="408496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400" dirty="0"/>
                  <a:t>For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∈{1, ..,</m:t>
                    </m:r>
                    <m:func>
                      <m:func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min</m:t>
                        </m:r>
                      </m:fName>
                      <m:e>
                        <m:d>
                          <m:dPr>
                            <m:endChr m:val="}"/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func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D213195-BDB4-0EC4-3E1B-C218811E61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506017" y="2242888"/>
                <a:ext cx="4084960" cy="461665"/>
              </a:xfrm>
              <a:prstGeom prst="rect">
                <a:avLst/>
              </a:prstGeom>
              <a:blipFill>
                <a:blip r:embed="rId3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2973583-521F-DAEF-40FA-002B43413B5D}"/>
                  </a:ext>
                </a:extLst>
              </p:cNvPr>
              <p:cNvSpPr txBox="1"/>
              <p:nvPr/>
            </p:nvSpPr>
            <p:spPr>
              <a:xfrm>
                <a:off x="0" y="2588526"/>
                <a:ext cx="1147158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400" dirty="0"/>
                  <a:t>For all possible ways to select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/>
                  <a:t> strategies for Player 1 and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/>
                  <a:t> strategies for Player 2: </a:t>
                </a: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2973583-521F-DAEF-40FA-002B43413B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588526"/>
                <a:ext cx="11471585" cy="461665"/>
              </a:xfrm>
              <a:prstGeom prst="rect">
                <a:avLst/>
              </a:prstGeom>
              <a:blipFill>
                <a:blip r:embed="rId4"/>
                <a:stretch>
                  <a:fillRect t="-10667" r="-1116" b="-3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TextBox 31">
            <a:extLst>
              <a:ext uri="{FF2B5EF4-FFF2-40B4-BE49-F238E27FC236}">
                <a16:creationId xmlns:a16="http://schemas.microsoft.com/office/drawing/2014/main" id="{E7B44BBA-A030-7F77-22B9-C66B18DDB3F8}"/>
              </a:ext>
            </a:extLst>
          </p:cNvPr>
          <p:cNvSpPr txBox="1"/>
          <p:nvPr/>
        </p:nvSpPr>
        <p:spPr>
          <a:xfrm>
            <a:off x="222554" y="3282188"/>
            <a:ext cx="530317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/>
              <a:t>Solve the indifference equations: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5EB9680-BC96-3E96-B0E3-96194B67F8AF}"/>
                  </a:ext>
                </a:extLst>
              </p:cNvPr>
              <p:cNvSpPr txBox="1"/>
              <p:nvPr/>
            </p:nvSpPr>
            <p:spPr>
              <a:xfrm>
                <a:off x="637130" y="3685046"/>
                <a:ext cx="8172573" cy="4694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l-G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sz="2400" b="1" dirty="0"/>
                  <a:t> </a:t>
                </a:r>
                <a:r>
                  <a:rPr lang="en-US" sz="2400" dirty="0"/>
                  <a:t>for some real</a:t>
                </a:r>
                <a:r>
                  <a:rPr lang="en-US" sz="2400" b="1" dirty="0"/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400" dirty="0"/>
                  <a:t>, assuming that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=1</m:t>
                        </m:r>
                      </m:e>
                    </m:nary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5EB9680-BC96-3E96-B0E3-96194B67F8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130" y="3685046"/>
                <a:ext cx="8172573" cy="469424"/>
              </a:xfrm>
              <a:prstGeom prst="rect">
                <a:avLst/>
              </a:prstGeom>
              <a:blipFill>
                <a:blip r:embed="rId5"/>
                <a:stretch>
                  <a:fillRect t="-127273" b="-19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070D156-294B-27AC-78FF-B8E304DD7C7B}"/>
                  </a:ext>
                </a:extLst>
              </p:cNvPr>
              <p:cNvSpPr txBox="1"/>
              <p:nvPr/>
            </p:nvSpPr>
            <p:spPr>
              <a:xfrm>
                <a:off x="222554" y="4085158"/>
                <a:ext cx="8862452" cy="4686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l-G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𝟏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400" b="1" dirty="0"/>
                  <a:t> </a:t>
                </a:r>
                <a:r>
                  <a:rPr lang="en-US" sz="2400" dirty="0"/>
                  <a:t>for some real</a:t>
                </a:r>
                <a:r>
                  <a:rPr lang="en-US" sz="2400" b="1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2400" dirty="0"/>
                  <a:t> , assuming that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p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=1</m:t>
                        </m:r>
                      </m:e>
                    </m:nary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070D156-294B-27AC-78FF-B8E304DD7C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554" y="4085158"/>
                <a:ext cx="8862452" cy="468654"/>
              </a:xfrm>
              <a:prstGeom prst="rect">
                <a:avLst/>
              </a:prstGeom>
              <a:blipFill>
                <a:blip r:embed="rId6"/>
                <a:stretch>
                  <a:fillRect t="-127273" b="-19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6E7D9603-C215-92F1-F994-C544932FD6BE}"/>
                  </a:ext>
                </a:extLst>
              </p:cNvPr>
              <p:cNvSpPr txBox="1"/>
              <p:nvPr/>
            </p:nvSpPr>
            <p:spPr>
              <a:xfrm>
                <a:off x="-506017" y="4521735"/>
                <a:ext cx="12192000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000" dirty="0"/>
                  <a:t>[where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l-GR" sz="20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000" dirty="0"/>
                  <a:t>,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000" dirty="0"/>
                  <a:t> are projections of the probability vectors and payoff matrices onto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000" dirty="0"/>
                  <a:t>]</a:t>
                </a: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6E7D9603-C215-92F1-F994-C544932FD6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506017" y="4521735"/>
                <a:ext cx="12192000" cy="400110"/>
              </a:xfrm>
              <a:prstGeom prst="rect">
                <a:avLst/>
              </a:prstGeom>
              <a:blipFill>
                <a:blip r:embed="rId7"/>
                <a:stretch>
                  <a:fillRect t="-7692" b="-2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106CBD1-7D76-5587-45F5-4D412A174C66}"/>
                  </a:ext>
                </a:extLst>
              </p:cNvPr>
              <p:cNvSpPr txBox="1"/>
              <p:nvPr/>
            </p:nvSpPr>
            <p:spPr>
              <a:xfrm>
                <a:off x="1617750" y="2959869"/>
                <a:ext cx="7191953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000" dirty="0"/>
                  <a:t>[these correspond to the supports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000" dirty="0"/>
                  <a:t>] </a:t>
                </a: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106CBD1-7D76-5587-45F5-4D412A174C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7750" y="2959869"/>
                <a:ext cx="7191953" cy="400110"/>
              </a:xfrm>
              <a:prstGeom prst="rect">
                <a:avLst/>
              </a:prstGeom>
              <a:blipFill>
                <a:blip r:embed="rId8"/>
                <a:stretch>
                  <a:fillRect t="-7692" b="-2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B0E3B208-B201-799A-F846-95348310C0A0}"/>
                  </a:ext>
                </a:extLst>
              </p:cNvPr>
              <p:cNvSpPr txBox="1"/>
              <p:nvPr/>
            </p:nvSpPr>
            <p:spPr>
              <a:xfrm>
                <a:off x="637130" y="5432392"/>
                <a:ext cx="9871587" cy="142224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800100" lvl="1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l-G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400" dirty="0"/>
                  <a:t> both contain non-negative values and</a:t>
                </a:r>
              </a:p>
              <a:p>
                <a:pPr marL="800100" lvl="1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400" dirty="0"/>
                  <a:t> for all Player 1 strategies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400" dirty="0"/>
                  <a:t> outside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400" dirty="0"/>
                  <a:t> </a:t>
                </a:r>
              </a:p>
              <a:p>
                <a:pPr marL="800100" lvl="1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sSup>
                          <m:sSupPr>
                            <m:ctrl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2400" dirty="0"/>
                  <a:t> for all Player 2 strategies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400" dirty="0"/>
                  <a:t> outside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B0E3B208-B201-799A-F846-95348310C0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130" y="5432392"/>
                <a:ext cx="9871587" cy="1422249"/>
              </a:xfrm>
              <a:prstGeom prst="rect">
                <a:avLst/>
              </a:prstGeom>
              <a:blipFill>
                <a:blip r:embed="rId9"/>
                <a:stretch>
                  <a:fillRect t="-3004" b="-55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478F67CA-B92D-3251-A60A-BD609EDE5DE5}"/>
                  </a:ext>
                </a:extLst>
              </p:cNvPr>
              <p:cNvSpPr txBox="1"/>
              <p:nvPr/>
            </p:nvSpPr>
            <p:spPr>
              <a:xfrm>
                <a:off x="784614" y="4975713"/>
                <a:ext cx="634180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is a Nash equilibrium if: </a:t>
                </a: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478F67CA-B92D-3251-A60A-BD609EDE5D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614" y="4975713"/>
                <a:ext cx="6341806" cy="461665"/>
              </a:xfrm>
              <a:prstGeom prst="rect">
                <a:avLst/>
              </a:prstGeom>
              <a:blipFill>
                <a:blip r:embed="rId10"/>
                <a:stretch>
                  <a:fillRect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597732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2EE28-9C8D-4684-DC21-7C183313A5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3D35FE2-9246-F707-A171-42E6B506CFD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AB890F5-C6DF-88FC-FEB4-819B0F811593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A632BB-06DF-1870-E054-95EFE47B74ED}"/>
              </a:ext>
            </a:extLst>
          </p:cNvPr>
          <p:cNvSpPr txBox="1"/>
          <p:nvPr/>
        </p:nvSpPr>
        <p:spPr>
          <a:xfrm>
            <a:off x="2247740" y="334779"/>
            <a:ext cx="76965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Support Enumeration (Example)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C9996AD-48BF-2BE7-0296-B57A1E5915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0800832"/>
              </p:ext>
            </p:extLst>
          </p:nvPr>
        </p:nvGraphicFramePr>
        <p:xfrm>
          <a:off x="1650180" y="3331632"/>
          <a:ext cx="8891640" cy="2066277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222910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2222910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2222910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  <a:gridCol w="2222910">
                  <a:extLst>
                    <a:ext uri="{9D8B030D-6E8A-4147-A177-3AD203B41FA5}">
                      <a16:colId xmlns:a16="http://schemas.microsoft.com/office/drawing/2014/main" val="3902971482"/>
                    </a:ext>
                  </a:extLst>
                </a:gridCol>
              </a:tblGrid>
              <a:tr h="688759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88759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88759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6C3C63A-7EDD-4F61-944C-359E45BDAECC}"/>
              </a:ext>
            </a:extLst>
          </p:cNvPr>
          <p:cNvSpPr txBox="1"/>
          <p:nvPr/>
        </p:nvSpPr>
        <p:spPr>
          <a:xfrm>
            <a:off x="5171766" y="2340559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853C12-6248-1A7A-ECDC-9708BCF6025B}"/>
              </a:ext>
            </a:extLst>
          </p:cNvPr>
          <p:cNvSpPr txBox="1"/>
          <p:nvPr/>
        </p:nvSpPr>
        <p:spPr>
          <a:xfrm rot="16200000">
            <a:off x="-172066" y="3893818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955C3B-26BF-D5DA-78FF-8B210A670642}"/>
              </a:ext>
            </a:extLst>
          </p:cNvPr>
          <p:cNvSpPr txBox="1"/>
          <p:nvPr/>
        </p:nvSpPr>
        <p:spPr>
          <a:xfrm>
            <a:off x="1229033" y="338499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DF3C2D-9775-8F51-5314-594F8A87F75B}"/>
              </a:ext>
            </a:extLst>
          </p:cNvPr>
          <p:cNvSpPr txBox="1"/>
          <p:nvPr/>
        </p:nvSpPr>
        <p:spPr>
          <a:xfrm>
            <a:off x="1229033" y="4083684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C74C39A-A61A-5261-6D83-E35F5C4456A5}"/>
              </a:ext>
            </a:extLst>
          </p:cNvPr>
          <p:cNvSpPr txBox="1"/>
          <p:nvPr/>
        </p:nvSpPr>
        <p:spPr>
          <a:xfrm>
            <a:off x="1229033" y="475743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4EDB5-06CB-819D-FF1D-FD6068A638F7}"/>
              </a:ext>
            </a:extLst>
          </p:cNvPr>
          <p:cNvSpPr txBox="1"/>
          <p:nvPr/>
        </p:nvSpPr>
        <p:spPr>
          <a:xfrm>
            <a:off x="2541639" y="275939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CEAE557-3B67-D0CC-B882-B41B4F5D752E}"/>
              </a:ext>
            </a:extLst>
          </p:cNvPr>
          <p:cNvSpPr txBox="1"/>
          <p:nvPr/>
        </p:nvSpPr>
        <p:spPr>
          <a:xfrm>
            <a:off x="4728967" y="275939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F87055-EE82-697B-6867-3B78904A276F}"/>
              </a:ext>
            </a:extLst>
          </p:cNvPr>
          <p:cNvSpPr txBox="1"/>
          <p:nvPr/>
        </p:nvSpPr>
        <p:spPr>
          <a:xfrm>
            <a:off x="6998578" y="276772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6FD0708-F54F-95D7-9378-3B0E0C298330}"/>
              </a:ext>
            </a:extLst>
          </p:cNvPr>
          <p:cNvSpPr txBox="1"/>
          <p:nvPr/>
        </p:nvSpPr>
        <p:spPr>
          <a:xfrm>
            <a:off x="9185906" y="276772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A38F455-D08A-B422-EDF4-D21A4605FF78}"/>
              </a:ext>
            </a:extLst>
          </p:cNvPr>
          <p:cNvSpPr txBox="1"/>
          <p:nvPr/>
        </p:nvSpPr>
        <p:spPr>
          <a:xfrm>
            <a:off x="1693485" y="6292388"/>
            <a:ext cx="90309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*No strategies can be eliminated by strict dominance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3B89678-855A-C2E1-9860-338ECA10AAAE}"/>
              </a:ext>
            </a:extLst>
          </p:cNvPr>
          <p:cNvSpPr txBox="1"/>
          <p:nvPr/>
        </p:nvSpPr>
        <p:spPr>
          <a:xfrm>
            <a:off x="459778" y="1806413"/>
            <a:ext cx="90309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Consider the following zero-sum game:</a:t>
            </a:r>
          </a:p>
        </p:txBody>
      </p:sp>
    </p:spTree>
    <p:extLst>
      <p:ext uri="{BB962C8B-B14F-4D97-AF65-F5344CB8AC3E}">
        <p14:creationId xmlns:p14="http://schemas.microsoft.com/office/powerpoint/2010/main" val="29559355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DB4009-C9A1-6601-29BB-4E9C13410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CAA2076-6B21-95D0-1D19-F3DA3A2FA504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AE3C37E-E8FF-2066-430D-97843465479F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06DBB48-AE46-697E-FFE0-B8B91E26AF55}"/>
              </a:ext>
            </a:extLst>
          </p:cNvPr>
          <p:cNvSpPr txBox="1"/>
          <p:nvPr/>
        </p:nvSpPr>
        <p:spPr>
          <a:xfrm>
            <a:off x="2247740" y="334779"/>
            <a:ext cx="76965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Support Enumeration (Example)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6A03013-DF27-88B2-15FB-16F8D64F22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850851"/>
              </p:ext>
            </p:extLst>
          </p:nvPr>
        </p:nvGraphicFramePr>
        <p:xfrm>
          <a:off x="120792" y="2443280"/>
          <a:ext cx="11940144" cy="343684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990024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990024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990024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  <a:gridCol w="1990024">
                  <a:extLst>
                    <a:ext uri="{9D8B030D-6E8A-4147-A177-3AD203B41FA5}">
                      <a16:colId xmlns:a16="http://schemas.microsoft.com/office/drawing/2014/main" val="3745531058"/>
                    </a:ext>
                  </a:extLst>
                </a:gridCol>
                <a:gridCol w="1990024">
                  <a:extLst>
                    <a:ext uri="{9D8B030D-6E8A-4147-A177-3AD203B41FA5}">
                      <a16:colId xmlns:a16="http://schemas.microsoft.com/office/drawing/2014/main" val="3106881027"/>
                    </a:ext>
                  </a:extLst>
                </a:gridCol>
                <a:gridCol w="1990024">
                  <a:extLst>
                    <a:ext uri="{9D8B030D-6E8A-4147-A177-3AD203B41FA5}">
                      <a16:colId xmlns:a16="http://schemas.microsoft.com/office/drawing/2014/main" val="3902971482"/>
                    </a:ext>
                  </a:extLst>
                </a:gridCol>
              </a:tblGrid>
              <a:tr h="687368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87368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87368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  <a:tr h="687368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48994975"/>
                  </a:ext>
                </a:extLst>
              </a:tr>
              <a:tr h="687368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8841618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F61629F-200E-5A34-9958-860F2E046A75}"/>
                  </a:ext>
                </a:extLst>
              </p:cNvPr>
              <p:cNvSpPr txBox="1"/>
              <p:nvPr/>
            </p:nvSpPr>
            <p:spPr>
              <a:xfrm>
                <a:off x="1042023" y="1708330"/>
                <a:ext cx="464452" cy="5959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3200" b="1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1" i="1" dirty="0" smtClean="0">
                              <a:latin typeface="Cambria Math" panose="02040503050406030204" pitchFamily="18" charset="0"/>
                            </a:rPr>
                            <m:t>𝑺</m:t>
                          </m:r>
                        </m:e>
                        <m:sup>
                          <m:r>
                            <a:rPr lang="en-US" sz="3200" b="1" i="1" dirty="0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F61629F-200E-5A34-9958-860F2E046A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2023" y="1708330"/>
                <a:ext cx="464452" cy="595932"/>
              </a:xfrm>
              <a:prstGeom prst="rect">
                <a:avLst/>
              </a:prstGeom>
              <a:blipFill>
                <a:blip r:embed="rId3"/>
                <a:stretch>
                  <a:fillRect r="-3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85121463-A2EE-D3BD-1C1B-E947EDD46F5E}"/>
              </a:ext>
            </a:extLst>
          </p:cNvPr>
          <p:cNvSpPr txBox="1"/>
          <p:nvPr/>
        </p:nvSpPr>
        <p:spPr>
          <a:xfrm>
            <a:off x="571428" y="6043693"/>
            <a:ext cx="92838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*This solution was validated with </a:t>
            </a:r>
            <a:r>
              <a:rPr lang="en-US" sz="2000" dirty="0" err="1"/>
              <a:t>NashPy</a:t>
            </a:r>
            <a:r>
              <a:rPr lang="en-US" sz="2000" dirty="0"/>
              <a:t> Vertex Enumeration</a:t>
            </a:r>
          </a:p>
          <a:p>
            <a:r>
              <a:rPr lang="en-US" sz="2000" dirty="0"/>
              <a:t>* Interestingly, </a:t>
            </a:r>
            <a:r>
              <a:rPr lang="en-US" sz="2000" dirty="0" err="1"/>
              <a:t>NashPy</a:t>
            </a:r>
            <a:r>
              <a:rPr lang="en-US" sz="2000" dirty="0"/>
              <a:t> Support Enumeration did not work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454F02D-E988-66AE-5F0E-1BA4997F8B37}"/>
                  </a:ext>
                </a:extLst>
              </p:cNvPr>
              <p:cNvSpPr txBox="1"/>
              <p:nvPr/>
            </p:nvSpPr>
            <p:spPr>
              <a:xfrm>
                <a:off x="3179568" y="1750964"/>
                <a:ext cx="464452" cy="5959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3200" b="1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1" i="1" dirty="0" smtClean="0">
                              <a:latin typeface="Cambria Math" panose="02040503050406030204" pitchFamily="18" charset="0"/>
                            </a:rPr>
                            <m:t>𝑺</m:t>
                          </m:r>
                        </m:e>
                        <m:sup>
                          <m:r>
                            <a:rPr lang="en-US" sz="3200" b="1" i="1" dirty="0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454F02D-E988-66AE-5F0E-1BA4997F8B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9568" y="1750964"/>
                <a:ext cx="464452" cy="595932"/>
              </a:xfrm>
              <a:prstGeom prst="rect">
                <a:avLst/>
              </a:prstGeom>
              <a:blipFill>
                <a:blip r:embed="rId4"/>
                <a:stretch>
                  <a:fillRect r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02357C0-9DB7-43E1-9F50-7EA62CF984E8}"/>
                  </a:ext>
                </a:extLst>
              </p:cNvPr>
              <p:cNvSpPr txBox="1"/>
              <p:nvPr/>
            </p:nvSpPr>
            <p:spPr>
              <a:xfrm>
                <a:off x="4941497" y="1756757"/>
                <a:ext cx="464452" cy="5959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3200" b="1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1" i="1" dirty="0" smtClean="0">
                              <a:latin typeface="Cambria Math" panose="02040503050406030204" pitchFamily="18" charset="0"/>
                            </a:rPr>
                            <m:t>𝒑</m:t>
                          </m:r>
                        </m:e>
                        <m:sup>
                          <m:r>
                            <a:rPr lang="en-US" sz="3200" b="1" i="1" dirty="0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02357C0-9DB7-43E1-9F50-7EA62CF984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1497" y="1756757"/>
                <a:ext cx="464452" cy="595932"/>
              </a:xfrm>
              <a:prstGeom prst="rect">
                <a:avLst/>
              </a:prstGeom>
              <a:blipFill>
                <a:blip r:embed="rId5"/>
                <a:stretch>
                  <a:fillRect r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F27DF81-B4B6-DCEA-EEC3-3B7D957AFCB6}"/>
                  </a:ext>
                </a:extLst>
              </p:cNvPr>
              <p:cNvSpPr txBox="1"/>
              <p:nvPr/>
            </p:nvSpPr>
            <p:spPr>
              <a:xfrm>
                <a:off x="6914831" y="1750964"/>
                <a:ext cx="464452" cy="5959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3200" b="1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1" i="1" dirty="0" smtClean="0">
                              <a:latin typeface="Cambria Math" panose="02040503050406030204" pitchFamily="18" charset="0"/>
                            </a:rPr>
                            <m:t>𝒑</m:t>
                          </m:r>
                        </m:e>
                        <m:sup>
                          <m:r>
                            <a:rPr lang="en-US" sz="3200" b="1" i="1" dirty="0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F27DF81-B4B6-DCEA-EEC3-3B7D957AFC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4831" y="1750964"/>
                <a:ext cx="464452" cy="595932"/>
              </a:xfrm>
              <a:prstGeom prst="rect">
                <a:avLst/>
              </a:prstGeom>
              <a:blipFill>
                <a:blip r:embed="rId6"/>
                <a:stretch>
                  <a:fillRect r="-77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7A3A171-FACC-A9E7-1E6E-F44FF35B04F4}"/>
                  </a:ext>
                </a:extLst>
              </p:cNvPr>
              <p:cNvSpPr txBox="1"/>
              <p:nvPr/>
            </p:nvSpPr>
            <p:spPr>
              <a:xfrm>
                <a:off x="8476883" y="1968834"/>
                <a:ext cx="188327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1" dirty="0"/>
                  <a:t>Positivity?</a:t>
                </a: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7A3A171-FACC-A9E7-1E6E-F44FF35B04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6883" y="1968834"/>
                <a:ext cx="1883270" cy="400110"/>
              </a:xfrm>
              <a:prstGeom prst="rect">
                <a:avLst/>
              </a:prstGeom>
              <a:blipFill>
                <a:blip r:embed="rId7"/>
                <a:stretch>
                  <a:fillRect l="-3560" t="-12121" b="-272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AFFC491-1E29-9A56-6D9A-B2D0AD82A6AE}"/>
                  </a:ext>
                </a:extLst>
              </p:cNvPr>
              <p:cNvSpPr txBox="1"/>
              <p:nvPr/>
            </p:nvSpPr>
            <p:spPr>
              <a:xfrm>
                <a:off x="10078547" y="1885571"/>
                <a:ext cx="2097023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b="1" dirty="0"/>
                  <a:t>Better than strategies outside support?</a:t>
                </a: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AFFC491-1E29-9A56-6D9A-B2D0AD82A6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8547" y="1885571"/>
                <a:ext cx="2097023" cy="523220"/>
              </a:xfrm>
              <a:prstGeom prst="rect">
                <a:avLst/>
              </a:prstGeom>
              <a:blipFill>
                <a:blip r:embed="rId8"/>
                <a:stretch>
                  <a:fillRect t="-1163" b="-11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1016E659-570C-771B-65C4-266937342B88}"/>
              </a:ext>
            </a:extLst>
          </p:cNvPr>
          <p:cNvSpPr txBox="1"/>
          <p:nvPr/>
        </p:nvSpPr>
        <p:spPr>
          <a:xfrm>
            <a:off x="994018" y="2451954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4A18284-08CC-0087-83E3-2FD1F5F1DA48}"/>
              </a:ext>
            </a:extLst>
          </p:cNvPr>
          <p:cNvSpPr txBox="1"/>
          <p:nvPr/>
        </p:nvSpPr>
        <p:spPr>
          <a:xfrm>
            <a:off x="2947342" y="2485914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EE64714-3917-62C4-983E-F68A6B2807C4}"/>
                  </a:ext>
                </a:extLst>
              </p:cNvPr>
              <p:cNvSpPr txBox="1"/>
              <p:nvPr/>
            </p:nvSpPr>
            <p:spPr>
              <a:xfrm>
                <a:off x="4639923" y="2562857"/>
                <a:ext cx="1067600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[1,0,0]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EE64714-3917-62C4-983E-F68A6B280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9923" y="2562857"/>
                <a:ext cx="1067600" cy="43088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EF63F67-B0C7-4835-B1F9-6878A3369F9F}"/>
                  </a:ext>
                </a:extLst>
              </p:cNvPr>
              <p:cNvSpPr txBox="1"/>
              <p:nvPr/>
            </p:nvSpPr>
            <p:spPr>
              <a:xfrm>
                <a:off x="6448665" y="2562857"/>
                <a:ext cx="1340110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[1,0,0,0]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EF63F67-B0C7-4835-B1F9-6878A3369F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665" y="2562857"/>
                <a:ext cx="1340110" cy="43088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Box 26">
            <a:extLst>
              <a:ext uri="{FF2B5EF4-FFF2-40B4-BE49-F238E27FC236}">
                <a16:creationId xmlns:a16="http://schemas.microsoft.com/office/drawing/2014/main" id="{31E80102-4CC7-013C-6C71-E301453841DA}"/>
              </a:ext>
            </a:extLst>
          </p:cNvPr>
          <p:cNvSpPr txBox="1"/>
          <p:nvPr/>
        </p:nvSpPr>
        <p:spPr>
          <a:xfrm>
            <a:off x="10127927" y="2443280"/>
            <a:ext cx="19432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21C0B"/>
                </a:solidFill>
              </a:rPr>
              <a:t>2 </a:t>
            </a:r>
            <a:r>
              <a:rPr lang="en-US" dirty="0"/>
              <a:t>performs better for Player 1</a:t>
            </a:r>
            <a:endParaRPr lang="en-US" dirty="0">
              <a:solidFill>
                <a:srgbClr val="F21C0B"/>
              </a:solidFill>
            </a:endParaRP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8FC27C06-2064-4213-36C9-1F45CB01A6C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783772" y="2459535"/>
            <a:ext cx="634746" cy="634746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2A2FB1FF-3FD2-E85B-5452-CFB59528D2C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65605" y="2766445"/>
            <a:ext cx="287274" cy="287274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A180E809-D579-AB53-6D2D-7F358BFCD24E}"/>
              </a:ext>
            </a:extLst>
          </p:cNvPr>
          <p:cNvSpPr txBox="1"/>
          <p:nvPr/>
        </p:nvSpPr>
        <p:spPr>
          <a:xfrm>
            <a:off x="994018" y="317574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958AD7A-2D45-9B37-BDDF-7A6A3FFF3623}"/>
              </a:ext>
            </a:extLst>
          </p:cNvPr>
          <p:cNvSpPr txBox="1"/>
          <p:nvPr/>
        </p:nvSpPr>
        <p:spPr>
          <a:xfrm>
            <a:off x="2939280" y="317965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80FC0D1C-9FBC-6F35-5BAA-6B9BCD1E9137}"/>
                  </a:ext>
                </a:extLst>
              </p:cNvPr>
              <p:cNvSpPr txBox="1"/>
              <p:nvPr/>
            </p:nvSpPr>
            <p:spPr>
              <a:xfrm>
                <a:off x="4639923" y="3251678"/>
                <a:ext cx="1067600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[0,1,0]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80FC0D1C-9FBC-6F35-5BAA-6B9BCD1E91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9923" y="3251678"/>
                <a:ext cx="1067600" cy="43088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50D96433-7217-557F-F1BC-DE2B5F59C088}"/>
                  </a:ext>
                </a:extLst>
              </p:cNvPr>
              <p:cNvSpPr txBox="1"/>
              <p:nvPr/>
            </p:nvSpPr>
            <p:spPr>
              <a:xfrm>
                <a:off x="6448665" y="3251678"/>
                <a:ext cx="1340110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[1,0,0,0]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50D96433-7217-557F-F1BC-DE2B5F59C0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665" y="3251678"/>
                <a:ext cx="1340110" cy="43088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4" name="Picture 33">
            <a:extLst>
              <a:ext uri="{FF2B5EF4-FFF2-40B4-BE49-F238E27FC236}">
                <a16:creationId xmlns:a16="http://schemas.microsoft.com/office/drawing/2014/main" id="{23D00250-CA42-3C01-78CE-CD42B8B7079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783772" y="3149748"/>
            <a:ext cx="634746" cy="634746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44D227D1-3C8E-4476-1C27-1A24574FFFE9}"/>
              </a:ext>
            </a:extLst>
          </p:cNvPr>
          <p:cNvSpPr txBox="1"/>
          <p:nvPr/>
        </p:nvSpPr>
        <p:spPr>
          <a:xfrm>
            <a:off x="10122791" y="3117867"/>
            <a:ext cx="19432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21C0B"/>
                </a:solidFill>
              </a:rPr>
              <a:t>3 </a:t>
            </a:r>
            <a:r>
              <a:rPr lang="en-US" dirty="0"/>
              <a:t>performs better for Player 1</a:t>
            </a:r>
            <a:endParaRPr lang="en-US" dirty="0">
              <a:solidFill>
                <a:srgbClr val="F21C0B"/>
              </a:solidFill>
            </a:endParaRP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FDB17D83-9CC5-4966-0C16-DCECF6787679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60469" y="3441032"/>
            <a:ext cx="287274" cy="287274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B905197C-AF06-1FB6-14BA-82C7D3F41375}"/>
              </a:ext>
            </a:extLst>
          </p:cNvPr>
          <p:cNvSpPr txBox="1"/>
          <p:nvPr/>
        </p:nvSpPr>
        <p:spPr>
          <a:xfrm>
            <a:off x="861895" y="3308798"/>
            <a:ext cx="39051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/>
              <a:t>…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FFEFA90-84D4-FF3A-9460-37DF5AC49BF0}"/>
              </a:ext>
            </a:extLst>
          </p:cNvPr>
          <p:cNvSpPr txBox="1"/>
          <p:nvPr/>
        </p:nvSpPr>
        <p:spPr>
          <a:xfrm>
            <a:off x="2820529" y="3297844"/>
            <a:ext cx="39051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/>
              <a:t>…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61B7111-06F2-14CA-D12B-7A8ECA9005F5}"/>
              </a:ext>
            </a:extLst>
          </p:cNvPr>
          <p:cNvSpPr txBox="1"/>
          <p:nvPr/>
        </p:nvSpPr>
        <p:spPr>
          <a:xfrm>
            <a:off x="4822833" y="3297844"/>
            <a:ext cx="39051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/>
              <a:t>…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093A334-DE4F-8EFA-9F52-6CFE3B825C44}"/>
              </a:ext>
            </a:extLst>
          </p:cNvPr>
          <p:cNvSpPr txBox="1"/>
          <p:nvPr/>
        </p:nvSpPr>
        <p:spPr>
          <a:xfrm>
            <a:off x="6781467" y="3314322"/>
            <a:ext cx="39051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/>
              <a:t>…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786619C-FB3A-16F4-50A4-6C253CB0B841}"/>
              </a:ext>
            </a:extLst>
          </p:cNvPr>
          <p:cNvSpPr txBox="1"/>
          <p:nvPr/>
        </p:nvSpPr>
        <p:spPr>
          <a:xfrm>
            <a:off x="8740101" y="3313321"/>
            <a:ext cx="39051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/>
              <a:t>…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BC6CC9C-67B4-B683-694A-622F78992FC3}"/>
              </a:ext>
            </a:extLst>
          </p:cNvPr>
          <p:cNvSpPr txBox="1"/>
          <p:nvPr/>
        </p:nvSpPr>
        <p:spPr>
          <a:xfrm>
            <a:off x="10698735" y="3311511"/>
            <a:ext cx="39051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/>
              <a:t>…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C79F144-B180-C236-321D-4D66BA0ABBAD}"/>
              </a:ext>
            </a:extLst>
          </p:cNvPr>
          <p:cNvSpPr txBox="1"/>
          <p:nvPr/>
        </p:nvSpPr>
        <p:spPr>
          <a:xfrm>
            <a:off x="887575" y="4679254"/>
            <a:ext cx="39051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/>
              <a:t>…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4A5E222-314F-4FCA-C0AB-C64D51DA4362}"/>
              </a:ext>
            </a:extLst>
          </p:cNvPr>
          <p:cNvSpPr txBox="1"/>
          <p:nvPr/>
        </p:nvSpPr>
        <p:spPr>
          <a:xfrm>
            <a:off x="2846209" y="4668300"/>
            <a:ext cx="39051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/>
              <a:t>…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D925BB4-33B4-493A-9BAD-CDD007D9C9FE}"/>
              </a:ext>
            </a:extLst>
          </p:cNvPr>
          <p:cNvSpPr txBox="1"/>
          <p:nvPr/>
        </p:nvSpPr>
        <p:spPr>
          <a:xfrm>
            <a:off x="4848513" y="4668300"/>
            <a:ext cx="39051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/>
              <a:t>…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F2B5CAF-9679-1C38-6E58-548D576886EF}"/>
              </a:ext>
            </a:extLst>
          </p:cNvPr>
          <p:cNvSpPr txBox="1"/>
          <p:nvPr/>
        </p:nvSpPr>
        <p:spPr>
          <a:xfrm>
            <a:off x="6807147" y="4684778"/>
            <a:ext cx="39051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/>
              <a:t>…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61FBE00-4452-AB95-D2ED-C735985F2241}"/>
              </a:ext>
            </a:extLst>
          </p:cNvPr>
          <p:cNvSpPr txBox="1"/>
          <p:nvPr/>
        </p:nvSpPr>
        <p:spPr>
          <a:xfrm>
            <a:off x="8765781" y="4683777"/>
            <a:ext cx="39051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/>
              <a:t>…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9385BBC-1449-11E0-5F9F-F1E7C16C9FB5}"/>
              </a:ext>
            </a:extLst>
          </p:cNvPr>
          <p:cNvSpPr txBox="1"/>
          <p:nvPr/>
        </p:nvSpPr>
        <p:spPr>
          <a:xfrm>
            <a:off x="10724415" y="4681967"/>
            <a:ext cx="39051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/>
              <a:t>…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DF5E04B-8778-6CEF-5B41-36F1226BF14C}"/>
              </a:ext>
            </a:extLst>
          </p:cNvPr>
          <p:cNvSpPr txBox="1"/>
          <p:nvPr/>
        </p:nvSpPr>
        <p:spPr>
          <a:xfrm>
            <a:off x="808944" y="3868793"/>
            <a:ext cx="8548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1,2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9D338A8-6115-E955-CEBB-7A654A683380}"/>
              </a:ext>
            </a:extLst>
          </p:cNvPr>
          <p:cNvSpPr txBox="1"/>
          <p:nvPr/>
        </p:nvSpPr>
        <p:spPr>
          <a:xfrm>
            <a:off x="2728058" y="3877391"/>
            <a:ext cx="10304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A,B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1DA717E-D7BE-812C-4F06-9E37CE33722E}"/>
                  </a:ext>
                </a:extLst>
              </p:cNvPr>
              <p:cNvSpPr txBox="1"/>
              <p:nvPr/>
            </p:nvSpPr>
            <p:spPr>
              <a:xfrm>
                <a:off x="4556659" y="3868758"/>
                <a:ext cx="1222642" cy="57823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[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17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29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29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, 0]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1DA717E-D7BE-812C-4F06-9E37CE3372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6659" y="3868758"/>
                <a:ext cx="1222642" cy="578235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A9995409-3D2F-EA59-208A-1750646CEC40}"/>
                  </a:ext>
                </a:extLst>
              </p:cNvPr>
              <p:cNvSpPr txBox="1"/>
              <p:nvPr/>
            </p:nvSpPr>
            <p:spPr>
              <a:xfrm>
                <a:off x="6448665" y="3880660"/>
                <a:ext cx="1418209" cy="57823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[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12</m:t>
                          </m:r>
                        </m:num>
                        <m:den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29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17</m:t>
                          </m:r>
                        </m:num>
                        <m:den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29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,0,0]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A9995409-3D2F-EA59-208A-1750646CEC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665" y="3880660"/>
                <a:ext cx="1418209" cy="578235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3" name="Picture 52">
            <a:extLst>
              <a:ext uri="{FF2B5EF4-FFF2-40B4-BE49-F238E27FC236}">
                <a16:creationId xmlns:a16="http://schemas.microsoft.com/office/drawing/2014/main" id="{DFC16EA4-3E33-8E73-CC03-E0027967CFF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783772" y="3830308"/>
            <a:ext cx="634746" cy="634746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ACE5A000-19BA-A067-86F3-60E12353B5FE}"/>
              </a:ext>
            </a:extLst>
          </p:cNvPr>
          <p:cNvSpPr txBox="1"/>
          <p:nvPr/>
        </p:nvSpPr>
        <p:spPr>
          <a:xfrm>
            <a:off x="10131935" y="3830308"/>
            <a:ext cx="19432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21C0B"/>
                </a:solidFill>
              </a:rPr>
              <a:t>2 </a:t>
            </a:r>
            <a:r>
              <a:rPr lang="en-US" dirty="0"/>
              <a:t>performs better for Player 1</a:t>
            </a:r>
            <a:endParaRPr lang="en-US" dirty="0">
              <a:solidFill>
                <a:srgbClr val="F21C0B"/>
              </a:solidFill>
            </a:endParaRP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5BD36081-6FCC-584A-9F90-18D4F42FA01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69613" y="4153473"/>
            <a:ext cx="287274" cy="287274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6A1EE04C-40B8-9ED9-1766-D829B2F8777B}"/>
              </a:ext>
            </a:extLst>
          </p:cNvPr>
          <p:cNvSpPr txBox="1"/>
          <p:nvPr/>
        </p:nvSpPr>
        <p:spPr>
          <a:xfrm>
            <a:off x="808944" y="4544159"/>
            <a:ext cx="8548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1,3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4235E63-0126-7EF5-D9B1-FCD6C6683F80}"/>
              </a:ext>
            </a:extLst>
          </p:cNvPr>
          <p:cNvSpPr txBox="1"/>
          <p:nvPr/>
        </p:nvSpPr>
        <p:spPr>
          <a:xfrm>
            <a:off x="2728058" y="4552757"/>
            <a:ext cx="10304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A,B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0D71B35A-5B6F-28FE-F18A-7000A714FD93}"/>
                  </a:ext>
                </a:extLst>
              </p:cNvPr>
              <p:cNvSpPr txBox="1"/>
              <p:nvPr/>
            </p:nvSpPr>
            <p:spPr>
              <a:xfrm>
                <a:off x="4556659" y="4528922"/>
                <a:ext cx="1229567" cy="57823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[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,0,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24</m:t>
                          </m:r>
                        </m:num>
                        <m:den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0D71B35A-5B6F-28FE-F18A-7000A714FD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6659" y="4528922"/>
                <a:ext cx="1229567" cy="578235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CAAED2A1-5393-EBF4-CAF9-870C83E4BFCD}"/>
                  </a:ext>
                </a:extLst>
              </p:cNvPr>
              <p:cNvSpPr txBox="1"/>
              <p:nvPr/>
            </p:nvSpPr>
            <p:spPr>
              <a:xfrm>
                <a:off x="6331723" y="4527112"/>
                <a:ext cx="1610569" cy="57823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[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−21</m:t>
                          </m:r>
                        </m:num>
                        <m:den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44</m:t>
                          </m:r>
                        </m:num>
                        <m:den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,0,0]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CAAED2A1-5393-EBF4-CAF9-870C83E4BF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1723" y="4527112"/>
                <a:ext cx="1610569" cy="578235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0" name="Picture 59">
            <a:extLst>
              <a:ext uri="{FF2B5EF4-FFF2-40B4-BE49-F238E27FC236}">
                <a16:creationId xmlns:a16="http://schemas.microsoft.com/office/drawing/2014/main" id="{90732BD1-88D7-B3DD-D022-E345FCB6BDB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748594" y="4527112"/>
            <a:ext cx="576066" cy="576066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B04DF8A0-F4D3-584A-81F5-13AA15A0ECF0}"/>
              </a:ext>
            </a:extLst>
          </p:cNvPr>
          <p:cNvSpPr txBox="1"/>
          <p:nvPr/>
        </p:nvSpPr>
        <p:spPr>
          <a:xfrm>
            <a:off x="808944" y="5264029"/>
            <a:ext cx="8548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2,3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996F47C-4AE2-6803-7F5A-0115A09A9C12}"/>
              </a:ext>
            </a:extLst>
          </p:cNvPr>
          <p:cNvSpPr txBox="1"/>
          <p:nvPr/>
        </p:nvSpPr>
        <p:spPr>
          <a:xfrm>
            <a:off x="2709030" y="5245733"/>
            <a:ext cx="10304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C,D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9869939D-2035-C737-2625-006225D71CF5}"/>
                  </a:ext>
                </a:extLst>
              </p:cNvPr>
              <p:cNvSpPr txBox="1"/>
              <p:nvPr/>
            </p:nvSpPr>
            <p:spPr>
              <a:xfrm>
                <a:off x="4556659" y="5252273"/>
                <a:ext cx="1179874" cy="57823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[0,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, 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9869939D-2035-C737-2625-006225D71C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6659" y="5252273"/>
                <a:ext cx="1179874" cy="578235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7D5D689B-D966-16D3-B188-7467C029E59E}"/>
                  </a:ext>
                </a:extLst>
              </p:cNvPr>
              <p:cNvSpPr txBox="1"/>
              <p:nvPr/>
            </p:nvSpPr>
            <p:spPr>
              <a:xfrm>
                <a:off x="6313435" y="5239437"/>
                <a:ext cx="1375441" cy="58451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[0,0,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35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36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7D5D689B-D966-16D3-B188-7467C029E5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3435" y="5239437"/>
                <a:ext cx="1375441" cy="584519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5" name="Picture 64">
            <a:extLst>
              <a:ext uri="{FF2B5EF4-FFF2-40B4-BE49-F238E27FC236}">
                <a16:creationId xmlns:a16="http://schemas.microsoft.com/office/drawing/2014/main" id="{5AA3EA10-3009-5969-CB99-54A026E2190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783772" y="5233415"/>
            <a:ext cx="634746" cy="634746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AB103FFE-C09E-7948-264D-7992536334A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771876" y="5220747"/>
            <a:ext cx="634746" cy="634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93263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B929A-0A30-5CE0-937C-30198D420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888D514-8B16-8E6C-69C7-D67F8EC2F732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6DEBF9-844A-CD99-3453-73C65F0EB6AD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B6276E-4601-A78B-1C87-83C27FC0F954}"/>
              </a:ext>
            </a:extLst>
          </p:cNvPr>
          <p:cNvSpPr txBox="1"/>
          <p:nvPr/>
        </p:nvSpPr>
        <p:spPr>
          <a:xfrm>
            <a:off x="1506475" y="388722"/>
            <a:ext cx="982346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Manual Support Enumeration Function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F589156-1C1E-5A3B-B2CA-64ABAFA875A4}"/>
              </a:ext>
            </a:extLst>
          </p:cNvPr>
          <p:cNvSpPr txBox="1"/>
          <p:nvPr/>
        </p:nvSpPr>
        <p:spPr>
          <a:xfrm>
            <a:off x="5099901" y="2953449"/>
            <a:ext cx="7092099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As a proof of concept, I coded up a manual support enumeration program in Python</a:t>
            </a:r>
          </a:p>
          <a:p>
            <a:endParaRPr lang="en-US" sz="2000" dirty="0"/>
          </a:p>
          <a:p>
            <a:r>
              <a:rPr lang="en-US" sz="2000" dirty="0"/>
              <a:t>I’ve successfully tested it on a 4 x 5 zero sum game and a 2 x 3 non-zero sum game, in addition to our example</a:t>
            </a:r>
          </a:p>
          <a:p>
            <a:endParaRPr lang="en-US" sz="2000" dirty="0"/>
          </a:p>
          <a:p>
            <a:r>
              <a:rPr lang="en-US" sz="2000" dirty="0"/>
              <a:t>The code is included in Appendix A of this week’s latex write up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213F0F-4191-E379-5CD2-5B46452977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69" y="1853728"/>
            <a:ext cx="4898361" cy="4846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60440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5D9FD-7FFF-8309-B290-CC150EB60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C2DEEEE-712D-FBAB-24E2-0E9159BE098D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5FD918-5EFE-AAF8-FC8D-2A40AC42E192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0F292D-D46B-AA98-1308-8B63161B4A0B}"/>
              </a:ext>
            </a:extLst>
          </p:cNvPr>
          <p:cNvSpPr txBox="1"/>
          <p:nvPr/>
        </p:nvSpPr>
        <p:spPr>
          <a:xfrm>
            <a:off x="3092244" y="351682"/>
            <a:ext cx="78018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Vertex Enumeration Review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84B5EE-CE50-EF8C-8682-B56C8012F803}"/>
              </a:ext>
            </a:extLst>
          </p:cNvPr>
          <p:cNvSpPr txBox="1"/>
          <p:nvPr/>
        </p:nvSpPr>
        <p:spPr>
          <a:xfrm>
            <a:off x="-376090" y="1744431"/>
            <a:ext cx="1228049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For non-degenerate, finite two player games, vertex enumeration obtains </a:t>
            </a:r>
            <a:r>
              <a:rPr lang="en-US" sz="2400" b="1" dirty="0"/>
              <a:t>best response polytopes for both players </a:t>
            </a:r>
            <a:r>
              <a:rPr lang="en-US" sz="2400" dirty="0"/>
              <a:t>and iterates through all possible pairs of vertices to obtain the Nash equilibrium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02E9BE4-2794-28A8-6D95-B34DC8DA3AC7}"/>
                  </a:ext>
                </a:extLst>
              </p:cNvPr>
              <p:cNvSpPr txBox="1"/>
              <p:nvPr/>
            </p:nvSpPr>
            <p:spPr>
              <a:xfrm>
                <a:off x="3202850" y="5444355"/>
                <a:ext cx="5122610" cy="5315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:r>
                  <a:rPr lang="en-US" sz="2400" dirty="0"/>
                  <a:t>Either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  <m:e>
                        <m:sSubSup>
                          <m:sSubSup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1∗</m:t>
                            </m:r>
                          </m:sup>
                        </m:sSubSup>
                        <m:sSub>
                          <m:sSub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Π</m:t>
                                </m:r>
                              </m:e>
                              <m:sup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nary>
                  </m:oMath>
                </a14:m>
                <a:r>
                  <a:rPr lang="en-US" sz="2400" dirty="0"/>
                  <a:t> or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02E9BE4-2794-28A8-6D95-B34DC8DA3A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2850" y="5444355"/>
                <a:ext cx="5122610" cy="531556"/>
              </a:xfrm>
              <a:prstGeom prst="rect">
                <a:avLst/>
              </a:prstGeom>
              <a:blipFill>
                <a:blip r:embed="rId3"/>
                <a:stretch>
                  <a:fillRect t="-3448" b="-18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376B72D-08F1-DD6F-AA72-3A5FF4BC2735}"/>
                  </a:ext>
                </a:extLst>
              </p:cNvPr>
              <p:cNvSpPr txBox="1"/>
              <p:nvPr/>
            </p:nvSpPr>
            <p:spPr>
              <a:xfrm>
                <a:off x="3202850" y="4889645"/>
                <a:ext cx="5122610" cy="5245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:r>
                  <a:rPr lang="en-US" sz="2400" dirty="0"/>
                  <a:t>Either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Π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p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Sup>
                          <m:sSub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2∗</m:t>
                            </m:r>
                          </m:sup>
                        </m:sSub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nary>
                  </m:oMath>
                </a14:m>
                <a:r>
                  <a:rPr lang="en-US" sz="2400" dirty="0"/>
                  <a:t> or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sz="240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376B72D-08F1-DD6F-AA72-3A5FF4BC27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2850" y="4889645"/>
                <a:ext cx="5122610" cy="524503"/>
              </a:xfrm>
              <a:prstGeom prst="rect">
                <a:avLst/>
              </a:prstGeom>
              <a:blipFill>
                <a:blip r:embed="rId4"/>
                <a:stretch>
                  <a:fillRect t="-3488" b="-197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4BC73C2-1CD9-4F16-5248-A06E983E68F6}"/>
                  </a:ext>
                </a:extLst>
              </p:cNvPr>
              <p:cNvSpPr txBox="1"/>
              <p:nvPr/>
            </p:nvSpPr>
            <p:spPr>
              <a:xfrm>
                <a:off x="-376090" y="6071245"/>
                <a:ext cx="1340383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:r>
                  <a:rPr lang="en-US" sz="2400" dirty="0"/>
                  <a:t>where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400" dirty="0"/>
                  <a:t> correspond respectively to the equilibrium expected payoffs for Players 1 and 2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4BC73C2-1CD9-4F16-5248-A06E983E68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0" y="6071245"/>
                <a:ext cx="13403831" cy="461665"/>
              </a:xfrm>
              <a:prstGeom prst="rect">
                <a:avLst/>
              </a:prstGeom>
              <a:blipFill>
                <a:blip r:embed="rId5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F4452D3C-4D53-E66A-F2E8-112821E92CCF}"/>
              </a:ext>
            </a:extLst>
          </p:cNvPr>
          <p:cNvSpPr/>
          <p:nvPr/>
        </p:nvSpPr>
        <p:spPr>
          <a:xfrm>
            <a:off x="222450" y="3429000"/>
            <a:ext cx="11287434" cy="264224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DDE05FE-F8FD-E58E-6187-E59895EBEFA8}"/>
              </a:ext>
            </a:extLst>
          </p:cNvPr>
          <p:cNvSpPr txBox="1"/>
          <p:nvPr/>
        </p:nvSpPr>
        <p:spPr>
          <a:xfrm>
            <a:off x="2042645" y="3460856"/>
            <a:ext cx="765625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Complementary Conditions for Fully Labeled Vertices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579DED5-B0DC-5A43-9098-61EE81CA7CB2}"/>
                  </a:ext>
                </a:extLst>
              </p:cNvPr>
              <p:cNvSpPr txBox="1"/>
              <p:nvPr/>
            </p:nvSpPr>
            <p:spPr>
              <a:xfrm>
                <a:off x="0" y="6428163"/>
                <a:ext cx="1128743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:r>
                  <a:rPr lang="en-US" sz="2400" dirty="0"/>
                  <a:t>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400" dirty="0"/>
                  <a:t>correspond respectively to payoff matrices for Players 1 and 2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579DED5-B0DC-5A43-9098-61EE81CA7C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428163"/>
                <a:ext cx="11287434" cy="461665"/>
              </a:xfrm>
              <a:prstGeom prst="rect">
                <a:avLst/>
              </a:prstGeom>
              <a:blipFill>
                <a:blip r:embed="rId6"/>
                <a:stretch>
                  <a:fillRect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6EF15C59-E291-CC94-13AC-BBFC14A5984C}"/>
              </a:ext>
            </a:extLst>
          </p:cNvPr>
          <p:cNvSpPr txBox="1"/>
          <p:nvPr/>
        </p:nvSpPr>
        <p:spPr>
          <a:xfrm>
            <a:off x="-376089" y="2937128"/>
            <a:ext cx="117910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A pair of vertices correspond to a Nash equilibrium if they are </a:t>
            </a:r>
            <a:r>
              <a:rPr lang="en-US" sz="2400" b="1" dirty="0"/>
              <a:t>fully labeled </a:t>
            </a:r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B00E845-52DF-B902-93C2-85C10D3CA399}"/>
                  </a:ext>
                </a:extLst>
              </p:cNvPr>
              <p:cNvSpPr txBox="1"/>
              <p:nvPr/>
            </p:nvSpPr>
            <p:spPr>
              <a:xfrm>
                <a:off x="1374050" y="4346512"/>
                <a:ext cx="9618413" cy="5245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Π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p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Sup>
                          <m:sSub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2∗</m:t>
                            </m:r>
                          </m:sup>
                        </m:sSubSup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nary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,</m:t>
                    </m:r>
                    <m:nary>
                      <m:naryPr>
                        <m:chr m:val="∑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  <m:e>
                        <m:sSubSup>
                          <m:sSub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1∗</m:t>
                            </m:r>
                          </m:sup>
                        </m:sSubSup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Π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nary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400" dirty="0"/>
                  <a:t>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400" dirty="0"/>
                  <a:t> probability vectors</a:t>
                </a: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B00E845-52DF-B902-93C2-85C10D3CA3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4050" y="4346512"/>
                <a:ext cx="9618413" cy="524503"/>
              </a:xfrm>
              <a:prstGeom prst="rect">
                <a:avLst/>
              </a:prstGeom>
              <a:blipFill>
                <a:blip r:embed="rId7"/>
                <a:stretch>
                  <a:fillRect t="-3488" b="-197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F999183-97E0-2DD6-F76B-D2B16C40EBE9}"/>
                  </a:ext>
                </a:extLst>
              </p:cNvPr>
              <p:cNvSpPr txBox="1"/>
              <p:nvPr/>
            </p:nvSpPr>
            <p:spPr>
              <a:xfrm>
                <a:off x="875676" y="3891393"/>
                <a:ext cx="786949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For all Player 1 strategies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400" dirty="0"/>
                  <a:t> and Player 2 strategies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400" dirty="0"/>
                  <a:t>:</a:t>
                </a: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F999183-97E0-2DD6-F76B-D2B16C40EB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676" y="3891393"/>
                <a:ext cx="7869498" cy="461665"/>
              </a:xfrm>
              <a:prstGeom prst="rect">
                <a:avLst/>
              </a:prstGeom>
              <a:blipFill>
                <a:blip r:embed="rId8"/>
                <a:stretch>
                  <a:fillRect l="-1239"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326539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688FF-1FF1-A1C2-9061-579C8AD7BB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BA053F9-C332-34D8-C745-BF1782DEAB2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12E24DA-0566-77A4-8125-EB11B373D985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3753D2-70C2-1BF8-0548-BC6F44EB9B92}"/>
              </a:ext>
            </a:extLst>
          </p:cNvPr>
          <p:cNvSpPr txBox="1"/>
          <p:nvPr/>
        </p:nvSpPr>
        <p:spPr>
          <a:xfrm>
            <a:off x="3092244" y="351682"/>
            <a:ext cx="78018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Vertex Enumeration Review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58D88BD-865B-4517-F5CB-AADED8F91233}"/>
              </a:ext>
            </a:extLst>
          </p:cNvPr>
          <p:cNvSpPr txBox="1"/>
          <p:nvPr/>
        </p:nvSpPr>
        <p:spPr>
          <a:xfrm>
            <a:off x="-376090" y="1744431"/>
            <a:ext cx="1228049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For non-degenerate, finite two player games, vertex enumeration obtains </a:t>
            </a:r>
            <a:r>
              <a:rPr lang="en-US" sz="2400" b="1" dirty="0"/>
              <a:t>best response polytopes for both players </a:t>
            </a:r>
            <a:r>
              <a:rPr lang="en-US" sz="2400" dirty="0"/>
              <a:t>and iterates through all possible pairs of vertices to obtain the Nash equilibrium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749EAF5-3380-B795-824F-7542E3544271}"/>
                  </a:ext>
                </a:extLst>
              </p:cNvPr>
              <p:cNvSpPr txBox="1"/>
              <p:nvPr/>
            </p:nvSpPr>
            <p:spPr>
              <a:xfrm>
                <a:off x="3202850" y="5444355"/>
                <a:ext cx="5122610" cy="5315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:r>
                  <a:rPr lang="en-US" sz="2400" dirty="0"/>
                  <a:t>Either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  <m:e>
                        <m:sSubSup>
                          <m:sSubSup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1∗</m:t>
                            </m:r>
                          </m:sup>
                        </m:sSubSup>
                        <m:sSub>
                          <m:sSub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Π</m:t>
                                </m:r>
                              </m:e>
                              <m:sup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nary>
                  </m:oMath>
                </a14:m>
                <a:r>
                  <a:rPr lang="en-US" sz="2400" dirty="0"/>
                  <a:t> or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749EAF5-3380-B795-824F-7542E35442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2850" y="5444355"/>
                <a:ext cx="5122610" cy="531556"/>
              </a:xfrm>
              <a:prstGeom prst="rect">
                <a:avLst/>
              </a:prstGeom>
              <a:blipFill>
                <a:blip r:embed="rId3"/>
                <a:stretch>
                  <a:fillRect t="-3448" b="-18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CE4B929-1EA4-56F9-D0BD-B940552EA70E}"/>
                  </a:ext>
                </a:extLst>
              </p:cNvPr>
              <p:cNvSpPr txBox="1"/>
              <p:nvPr/>
            </p:nvSpPr>
            <p:spPr>
              <a:xfrm>
                <a:off x="3202850" y="4889645"/>
                <a:ext cx="5122610" cy="5245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:r>
                  <a:rPr lang="en-US" sz="2400" dirty="0"/>
                  <a:t>Either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Π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p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Sup>
                          <m:sSub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2∗</m:t>
                            </m:r>
                          </m:sup>
                        </m:sSub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nary>
                  </m:oMath>
                </a14:m>
                <a:r>
                  <a:rPr lang="en-US" sz="2400" dirty="0"/>
                  <a:t> or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sz="240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CE4B929-1EA4-56F9-D0BD-B940552EA7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2850" y="4889645"/>
                <a:ext cx="5122610" cy="524503"/>
              </a:xfrm>
              <a:prstGeom prst="rect">
                <a:avLst/>
              </a:prstGeom>
              <a:blipFill>
                <a:blip r:embed="rId4"/>
                <a:stretch>
                  <a:fillRect t="-3488" b="-197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B354FB1-D0C8-A2FD-6A70-BF65A028AC8E}"/>
                  </a:ext>
                </a:extLst>
              </p:cNvPr>
              <p:cNvSpPr txBox="1"/>
              <p:nvPr/>
            </p:nvSpPr>
            <p:spPr>
              <a:xfrm>
                <a:off x="-376090" y="6071245"/>
                <a:ext cx="1340383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:r>
                  <a:rPr lang="en-US" sz="2400" dirty="0"/>
                  <a:t>where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400" dirty="0"/>
                  <a:t> correspond respectively to the equilibrium expected payoffs for Players 1 and 2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B354FB1-D0C8-A2FD-6A70-BF65A028AC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0" y="6071245"/>
                <a:ext cx="13403831" cy="461665"/>
              </a:xfrm>
              <a:prstGeom prst="rect">
                <a:avLst/>
              </a:prstGeom>
              <a:blipFill>
                <a:blip r:embed="rId5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28BCD5CE-A545-D66E-8564-4F06322FEE55}"/>
              </a:ext>
            </a:extLst>
          </p:cNvPr>
          <p:cNvSpPr/>
          <p:nvPr/>
        </p:nvSpPr>
        <p:spPr>
          <a:xfrm>
            <a:off x="222450" y="3429000"/>
            <a:ext cx="11287434" cy="264224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80651FE-5995-6993-1E38-FD1DB948542C}"/>
              </a:ext>
            </a:extLst>
          </p:cNvPr>
          <p:cNvSpPr txBox="1"/>
          <p:nvPr/>
        </p:nvSpPr>
        <p:spPr>
          <a:xfrm>
            <a:off x="2042645" y="3460856"/>
            <a:ext cx="765625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Complementary Conditions for Fully Labeled Vertices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B564934-0B13-EF0C-D719-EA7300F32FBD}"/>
                  </a:ext>
                </a:extLst>
              </p:cNvPr>
              <p:cNvSpPr txBox="1"/>
              <p:nvPr/>
            </p:nvSpPr>
            <p:spPr>
              <a:xfrm>
                <a:off x="0" y="6428163"/>
                <a:ext cx="1128743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:r>
                  <a:rPr lang="en-US" sz="2400" dirty="0"/>
                  <a:t>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400" dirty="0"/>
                  <a:t>correspond respectively to payoff matrices for Players 1 and 2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B564934-0B13-EF0C-D719-EA7300F32F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428163"/>
                <a:ext cx="11287434" cy="461665"/>
              </a:xfrm>
              <a:prstGeom prst="rect">
                <a:avLst/>
              </a:prstGeom>
              <a:blipFill>
                <a:blip r:embed="rId6"/>
                <a:stretch>
                  <a:fillRect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54FD3B33-6E13-D6FF-FE37-812CA60722EA}"/>
              </a:ext>
            </a:extLst>
          </p:cNvPr>
          <p:cNvSpPr txBox="1"/>
          <p:nvPr/>
        </p:nvSpPr>
        <p:spPr>
          <a:xfrm>
            <a:off x="-376089" y="2937128"/>
            <a:ext cx="117910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A pair of vertices correspond to a Nash equilibrium if they are </a:t>
            </a:r>
            <a:r>
              <a:rPr lang="en-US" sz="2400" b="1" dirty="0"/>
              <a:t>fully labeled </a:t>
            </a:r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4A24501-56A7-B85D-7094-D83552FE57C2}"/>
                  </a:ext>
                </a:extLst>
              </p:cNvPr>
              <p:cNvSpPr txBox="1"/>
              <p:nvPr/>
            </p:nvSpPr>
            <p:spPr>
              <a:xfrm>
                <a:off x="1374050" y="4346512"/>
                <a:ext cx="9618413" cy="5245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Π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p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Sup>
                          <m:sSub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2∗</m:t>
                            </m:r>
                          </m:sup>
                        </m:sSubSup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nary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,</m:t>
                    </m:r>
                    <m:nary>
                      <m:naryPr>
                        <m:chr m:val="∑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  <m:e>
                        <m:sSubSup>
                          <m:sSub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1∗</m:t>
                            </m:r>
                          </m:sup>
                        </m:sSubSup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Π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nary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400" dirty="0"/>
                  <a:t>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400" dirty="0"/>
                  <a:t> probability vectors</a:t>
                </a: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4A24501-56A7-B85D-7094-D83552FE57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4050" y="4346512"/>
                <a:ext cx="9618413" cy="524503"/>
              </a:xfrm>
              <a:prstGeom prst="rect">
                <a:avLst/>
              </a:prstGeom>
              <a:blipFill>
                <a:blip r:embed="rId7"/>
                <a:stretch>
                  <a:fillRect t="-3488" b="-197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AC28535-8559-BBE0-0FB4-70BA567398F4}"/>
                  </a:ext>
                </a:extLst>
              </p:cNvPr>
              <p:cNvSpPr txBox="1"/>
              <p:nvPr/>
            </p:nvSpPr>
            <p:spPr>
              <a:xfrm>
                <a:off x="875676" y="3891393"/>
                <a:ext cx="786949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For all Player 1 strategies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400" dirty="0"/>
                  <a:t> and Player 2 strategies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400" dirty="0"/>
                  <a:t>:</a:t>
                </a: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AC28535-8559-BBE0-0FB4-70BA567398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676" y="3891393"/>
                <a:ext cx="7869498" cy="461665"/>
              </a:xfrm>
              <a:prstGeom prst="rect">
                <a:avLst/>
              </a:prstGeom>
              <a:blipFill>
                <a:blip r:embed="rId8"/>
                <a:stretch>
                  <a:fillRect l="-1239"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A82C5042-CF9B-21B3-F35D-B1592B2C8FFE}"/>
              </a:ext>
            </a:extLst>
          </p:cNvPr>
          <p:cNvSpPr/>
          <p:nvPr/>
        </p:nvSpPr>
        <p:spPr>
          <a:xfrm>
            <a:off x="3592811" y="4852135"/>
            <a:ext cx="4732649" cy="1123776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73093C-EB80-84F6-A325-83C86B07FFD5}"/>
              </a:ext>
            </a:extLst>
          </p:cNvPr>
          <p:cNvSpPr txBox="1"/>
          <p:nvPr/>
        </p:nvSpPr>
        <p:spPr>
          <a:xfrm>
            <a:off x="1829405" y="3601857"/>
            <a:ext cx="7869499" cy="954107"/>
          </a:xfrm>
          <a:prstGeom prst="rect">
            <a:avLst/>
          </a:prstGeom>
          <a:solidFill>
            <a:srgbClr val="FFFF00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This is analogous to the Strong Minimax Theorem in zero sum games!</a:t>
            </a:r>
          </a:p>
        </p:txBody>
      </p:sp>
    </p:spTree>
    <p:extLst>
      <p:ext uri="{BB962C8B-B14F-4D97-AF65-F5344CB8AC3E}">
        <p14:creationId xmlns:p14="http://schemas.microsoft.com/office/powerpoint/2010/main" val="33963624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5EFFF1-F387-E5C8-4238-8D5FC1707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1F9D220-50EF-DE02-3689-1046284991EF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A34C21-84AB-C5DC-92AD-53934908ABD6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B9B2C8F-B4AD-451A-77B6-8FFD02A030B0}"/>
              </a:ext>
            </a:extLst>
          </p:cNvPr>
          <p:cNvSpPr txBox="1"/>
          <p:nvPr/>
        </p:nvSpPr>
        <p:spPr>
          <a:xfrm>
            <a:off x="3092244" y="351682"/>
            <a:ext cx="78018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Best Response Polytopes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F9C14EB-DF79-DDC7-46F1-7017DAE8F94E}"/>
                  </a:ext>
                </a:extLst>
              </p:cNvPr>
              <p:cNvSpPr txBox="1"/>
              <p:nvPr/>
            </p:nvSpPr>
            <p:spPr>
              <a:xfrm>
                <a:off x="-376090" y="1744431"/>
                <a:ext cx="12280490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We use the first complementary conditions to generate the best response polytopes for Players 1 and 2, which we denote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F9C14EB-DF79-DDC7-46F1-7017DAE8F9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0" y="1744431"/>
                <a:ext cx="12280490" cy="830997"/>
              </a:xfrm>
              <a:prstGeom prst="rect">
                <a:avLst/>
              </a:prstGeom>
              <a:blipFill>
                <a:blip r:embed="rId3"/>
                <a:stretch>
                  <a:fillRect t="-5882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BD7361A-DB26-C42D-4F99-10796E33691E}"/>
                  </a:ext>
                </a:extLst>
              </p:cNvPr>
              <p:cNvSpPr txBox="1"/>
              <p:nvPr/>
            </p:nvSpPr>
            <p:spPr>
              <a:xfrm>
                <a:off x="1560869" y="2712870"/>
                <a:ext cx="943159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sup>
                        </m:s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l-GR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  <m:r>
                      <a:rPr lang="en-US" sz="2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  <m:r>
                      <a:rPr lang="en-US" sz="2800" b="1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800" b="1" dirty="0"/>
                  <a:t> </a:t>
                </a:r>
                <a:r>
                  <a:rPr lang="en-US" sz="2800" dirty="0"/>
                  <a:t>is a probability vector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BD7361A-DB26-C42D-4F99-10796E3369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0869" y="2712870"/>
                <a:ext cx="9431594" cy="523220"/>
              </a:xfrm>
              <a:prstGeom prst="rect">
                <a:avLst/>
              </a:prstGeom>
              <a:blipFill>
                <a:blip r:embed="rId4"/>
                <a:stretch>
                  <a:fillRect t="-10465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BEA7E5E-E520-04AD-B759-F437E7F180C1}"/>
                  </a:ext>
                </a:extLst>
              </p:cNvPr>
              <p:cNvSpPr txBox="1"/>
              <p:nvPr/>
            </p:nvSpPr>
            <p:spPr>
              <a:xfrm>
                <a:off x="1560869" y="3268081"/>
                <a:ext cx="943159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l-G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en-US" sz="2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  <m:r>
                      <a:rPr lang="en-US" sz="2800" b="1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800" b="1" dirty="0"/>
                  <a:t> </a:t>
                </a:r>
                <a:r>
                  <a:rPr lang="en-US" sz="2800" dirty="0"/>
                  <a:t>is a probability vector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BEA7E5E-E520-04AD-B759-F437E7F180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0869" y="3268081"/>
                <a:ext cx="9431594" cy="523220"/>
              </a:xfrm>
              <a:prstGeom prst="rect">
                <a:avLst/>
              </a:prstGeom>
              <a:blipFill>
                <a:blip r:embed="rId5"/>
                <a:stretch>
                  <a:fillRect t="-10465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9866290-4B54-3B7E-1251-11822166E6D4}"/>
                  </a:ext>
                </a:extLst>
              </p:cNvPr>
              <p:cNvSpPr txBox="1"/>
              <p:nvPr/>
            </p:nvSpPr>
            <p:spPr>
              <a:xfrm>
                <a:off x="-376090" y="4051740"/>
                <a:ext cx="1228049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But what if we don’t know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400" dirty="0"/>
                  <a:t> beforehand??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9866290-4B54-3B7E-1251-11822166E6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0" y="4051740"/>
                <a:ext cx="12280490" cy="461665"/>
              </a:xfrm>
              <a:prstGeom prst="rect">
                <a:avLst/>
              </a:prstGeom>
              <a:blipFill>
                <a:blip r:embed="rId6"/>
                <a:stretch>
                  <a:fillRect t="-10667" b="-3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257F59D6-B062-5674-552B-BD14A8C22E3D}"/>
              </a:ext>
            </a:extLst>
          </p:cNvPr>
          <p:cNvSpPr txBox="1"/>
          <p:nvPr/>
        </p:nvSpPr>
        <p:spPr>
          <a:xfrm>
            <a:off x="-376090" y="4160665"/>
            <a:ext cx="11073581" cy="9079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endParaRPr lang="en-US" sz="2400" dirty="0"/>
          </a:p>
          <a:p>
            <a:pPr lvl="1">
              <a:spcAft>
                <a:spcPts val="600"/>
              </a:spcAft>
            </a:pPr>
            <a:r>
              <a:rPr lang="en-US" sz="2400" dirty="0"/>
              <a:t>The good news is that we actually don’t need to know them!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F6275DD-B81E-5E1A-63EF-836B60458346}"/>
                  </a:ext>
                </a:extLst>
              </p:cNvPr>
              <p:cNvSpPr txBox="1"/>
              <p:nvPr/>
            </p:nvSpPr>
            <p:spPr>
              <a:xfrm>
                <a:off x="-376090" y="5207104"/>
                <a:ext cx="628772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We can scale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400" dirty="0"/>
                  <a:t> down to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sz="2400" b="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F6275DD-B81E-5E1A-63EF-836B604583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0" y="5207104"/>
                <a:ext cx="6287728" cy="461665"/>
              </a:xfrm>
              <a:prstGeom prst="rect">
                <a:avLst/>
              </a:prstGeom>
              <a:blipFill>
                <a:blip r:embed="rId7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5A9A997-4D54-9DAC-6778-45CAA7200899}"/>
                  </a:ext>
                </a:extLst>
              </p:cNvPr>
              <p:cNvSpPr txBox="1"/>
              <p:nvPr/>
            </p:nvSpPr>
            <p:spPr>
              <a:xfrm>
                <a:off x="-376091" y="5807267"/>
                <a:ext cx="11997819" cy="91570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The effects of this scaling are passed onto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400" b="1" dirty="0"/>
                  <a:t> </a:t>
                </a:r>
                <a:r>
                  <a:rPr lang="en-US" sz="2400" dirty="0"/>
                  <a:t>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400" b="0" dirty="0"/>
              </a:p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 However, we can always renormalize our solution vector using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p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=</m:t>
                        </m:r>
                        <m:nary>
                          <m:naryPr>
                            <m:chr m:val="∑"/>
                            <m:supHide m:val="on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7"/>
                              </m:rP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p>
                                  <m:sSupPr>
                                    <m:ctrlPr>
                                      <a:rPr lang="el-GR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p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 =</m:t>
                            </m:r>
                          </m:e>
                        </m:nary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nary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5A9A997-4D54-9DAC-6778-45CAA72008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1" y="5807267"/>
                <a:ext cx="11997819" cy="915700"/>
              </a:xfrm>
              <a:prstGeom prst="rect">
                <a:avLst/>
              </a:prstGeom>
              <a:blipFill>
                <a:blip r:embed="rId8"/>
                <a:stretch>
                  <a:fillRect t="-17333" b="-9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695562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013DDF-021F-E629-C06F-9FB2D9F81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75D257F1-2360-FE97-9BB5-5A9DC23D9C63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32A4498-4739-8A96-86CF-4530FFD3B581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C9A583-ED60-BEBA-8A42-0381313747D6}"/>
              </a:ext>
            </a:extLst>
          </p:cNvPr>
          <p:cNvSpPr txBox="1"/>
          <p:nvPr/>
        </p:nvSpPr>
        <p:spPr>
          <a:xfrm>
            <a:off x="3092244" y="351682"/>
            <a:ext cx="78018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Best Response Polytopes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8DC66A-E2C2-4F9D-7636-E6DC9DC2B559}"/>
              </a:ext>
            </a:extLst>
          </p:cNvPr>
          <p:cNvSpPr txBox="1"/>
          <p:nvPr/>
        </p:nvSpPr>
        <p:spPr>
          <a:xfrm>
            <a:off x="-376090" y="1744431"/>
            <a:ext cx="1228049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Our best response polytopes now become: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DA6C2BA-51FF-2901-9C8C-F6CF83B87BF5}"/>
                  </a:ext>
                </a:extLst>
              </p:cNvPr>
              <p:cNvSpPr txBox="1"/>
              <p:nvPr/>
            </p:nvSpPr>
            <p:spPr>
              <a:xfrm>
                <a:off x="1560869" y="2378573"/>
                <a:ext cx="943159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DA6C2BA-51FF-2901-9C8C-F6CF83B87B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0869" y="2378573"/>
                <a:ext cx="9431594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C01BD3A-84FE-9ECA-678C-28AB8ADF781F}"/>
                  </a:ext>
                </a:extLst>
              </p:cNvPr>
              <p:cNvSpPr txBox="1"/>
              <p:nvPr/>
            </p:nvSpPr>
            <p:spPr>
              <a:xfrm>
                <a:off x="1380203" y="3032483"/>
                <a:ext cx="943159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            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C01BD3A-84FE-9ECA-678C-28AB8ADF78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0203" y="3032483"/>
                <a:ext cx="9431594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45859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25A74-9A00-F6BD-5D90-63CDAEBE5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DCF93DD-E551-ACEC-0410-9B8D82ACD0CF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B98675-B3B2-0CEB-89CF-AD68E218B3BE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D25398-9BBB-9310-3B21-805FAAD880D8}"/>
              </a:ext>
            </a:extLst>
          </p:cNvPr>
          <p:cNvSpPr txBox="1"/>
          <p:nvPr/>
        </p:nvSpPr>
        <p:spPr>
          <a:xfrm>
            <a:off x="3092244" y="351682"/>
            <a:ext cx="78018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Best Response Polytopes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468F42-7C24-A97F-E5F1-A7C10B7CADEB}"/>
              </a:ext>
            </a:extLst>
          </p:cNvPr>
          <p:cNvSpPr txBox="1"/>
          <p:nvPr/>
        </p:nvSpPr>
        <p:spPr>
          <a:xfrm>
            <a:off x="-376090" y="1744431"/>
            <a:ext cx="1228049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Consider the following example: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5DC26D0-2718-8A96-376D-9335952D3C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39714"/>
            <a:ext cx="5675609" cy="267747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CF4A97C-4103-51D4-C959-2EAFA74994A8}"/>
              </a:ext>
            </a:extLst>
          </p:cNvPr>
          <p:cNvSpPr txBox="1"/>
          <p:nvPr/>
        </p:nvSpPr>
        <p:spPr>
          <a:xfrm>
            <a:off x="1667371" y="319825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9FAFD5-814B-DE74-713A-F0A5E04B104E}"/>
              </a:ext>
            </a:extLst>
          </p:cNvPr>
          <p:cNvSpPr txBox="1"/>
          <p:nvPr/>
        </p:nvSpPr>
        <p:spPr>
          <a:xfrm>
            <a:off x="2962771" y="319825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B71EC2-757F-946D-E05E-6FA8EFD71CFB}"/>
              </a:ext>
            </a:extLst>
          </p:cNvPr>
          <p:cNvSpPr txBox="1"/>
          <p:nvPr/>
        </p:nvSpPr>
        <p:spPr>
          <a:xfrm>
            <a:off x="4258171" y="3177999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16D1546-42DF-270B-B0FE-6E2625D9C708}"/>
              </a:ext>
            </a:extLst>
          </p:cNvPr>
          <p:cNvSpPr txBox="1"/>
          <p:nvPr/>
        </p:nvSpPr>
        <p:spPr>
          <a:xfrm>
            <a:off x="1667371" y="383071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E443E5D-CE9C-4A48-5567-F7EA9044D049}"/>
              </a:ext>
            </a:extLst>
          </p:cNvPr>
          <p:cNvSpPr txBox="1"/>
          <p:nvPr/>
        </p:nvSpPr>
        <p:spPr>
          <a:xfrm>
            <a:off x="2962771" y="383071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F9D42F-C858-F9FD-2C51-73B9E5F20ED7}"/>
              </a:ext>
            </a:extLst>
          </p:cNvPr>
          <p:cNvSpPr txBox="1"/>
          <p:nvPr/>
        </p:nvSpPr>
        <p:spPr>
          <a:xfrm>
            <a:off x="4258171" y="3810462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E6B6689-4F0C-9793-B9EF-C157198F5C3A}"/>
              </a:ext>
            </a:extLst>
          </p:cNvPr>
          <p:cNvSpPr txBox="1"/>
          <p:nvPr/>
        </p:nvSpPr>
        <p:spPr>
          <a:xfrm>
            <a:off x="1667371" y="319825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1592692-D028-C86A-0070-21C543C131B7}"/>
              </a:ext>
            </a:extLst>
          </p:cNvPr>
          <p:cNvSpPr txBox="1"/>
          <p:nvPr/>
        </p:nvSpPr>
        <p:spPr>
          <a:xfrm>
            <a:off x="2962771" y="319825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BBB5134-EA76-BA4D-4D0E-DBC2FA6C6D19}"/>
              </a:ext>
            </a:extLst>
          </p:cNvPr>
          <p:cNvSpPr txBox="1"/>
          <p:nvPr/>
        </p:nvSpPr>
        <p:spPr>
          <a:xfrm>
            <a:off x="4258171" y="319287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A877039-DBAE-FEEC-F7AD-C920C3DBB9C6}"/>
              </a:ext>
            </a:extLst>
          </p:cNvPr>
          <p:cNvSpPr txBox="1"/>
          <p:nvPr/>
        </p:nvSpPr>
        <p:spPr>
          <a:xfrm>
            <a:off x="1667371" y="383071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BEE6892-82BE-F7A5-4906-EBE0C9667175}"/>
              </a:ext>
            </a:extLst>
          </p:cNvPr>
          <p:cNvSpPr txBox="1"/>
          <p:nvPr/>
        </p:nvSpPr>
        <p:spPr>
          <a:xfrm>
            <a:off x="2962771" y="383071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C9CB58B-F7F7-A3D0-1B8B-42B4A4EA9986}"/>
              </a:ext>
            </a:extLst>
          </p:cNvPr>
          <p:cNvSpPr txBox="1"/>
          <p:nvPr/>
        </p:nvSpPr>
        <p:spPr>
          <a:xfrm>
            <a:off x="4258171" y="383548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97A639F-D22E-084C-F40B-337889FA5668}"/>
                  </a:ext>
                </a:extLst>
              </p:cNvPr>
              <p:cNvSpPr txBox="1"/>
              <p:nvPr/>
            </p:nvSpPr>
            <p:spPr>
              <a:xfrm>
                <a:off x="5486248" y="2499295"/>
                <a:ext cx="684571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97A639F-D22E-084C-F40B-337889FA56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248" y="2499295"/>
                <a:ext cx="6845712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B78ADE7-3D7F-702F-4BB5-47410ED75DE5}"/>
                  </a:ext>
                </a:extLst>
              </p:cNvPr>
              <p:cNvSpPr txBox="1"/>
              <p:nvPr/>
            </p:nvSpPr>
            <p:spPr>
              <a:xfrm>
                <a:off x="5412658" y="3144381"/>
                <a:ext cx="303636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Let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B78ADE7-3D7F-702F-4BB5-47410ED75D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2658" y="3144381"/>
                <a:ext cx="3036361" cy="461665"/>
              </a:xfrm>
              <a:prstGeom prst="rect">
                <a:avLst/>
              </a:prstGeom>
              <a:blipFill>
                <a:blip r:embed="rId5"/>
                <a:stretch>
                  <a:fillRect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CFDC85A-48E0-FE02-7B4A-23426F882BD1}"/>
                  </a:ext>
                </a:extLst>
              </p:cNvPr>
              <p:cNvSpPr txBox="1"/>
              <p:nvPr/>
            </p:nvSpPr>
            <p:spPr>
              <a:xfrm>
                <a:off x="5412657" y="3682575"/>
                <a:ext cx="527500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400" dirty="0"/>
                  <a:t> is the polytope bounded by: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CFDC85A-48E0-FE02-7B4A-23426F882B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2657" y="3682575"/>
                <a:ext cx="5275008" cy="461665"/>
              </a:xfrm>
              <a:prstGeom prst="rect">
                <a:avLst/>
              </a:prstGeom>
              <a:blipFill>
                <a:blip r:embed="rId6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D1F350A-71AC-6201-2D8D-5BE261E6C1AC}"/>
                  </a:ext>
                </a:extLst>
              </p:cNvPr>
              <p:cNvSpPr txBox="1"/>
              <p:nvPr/>
            </p:nvSpPr>
            <p:spPr>
              <a:xfrm>
                <a:off x="6516393" y="4220769"/>
                <a:ext cx="175701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D1F350A-71AC-6201-2D8D-5BE261E6C1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6393" y="4220769"/>
                <a:ext cx="1757019" cy="369332"/>
              </a:xfrm>
              <a:prstGeom prst="rect">
                <a:avLst/>
              </a:prstGeom>
              <a:blipFill>
                <a:blip r:embed="rId7"/>
                <a:stretch>
                  <a:fillRect l="-4167" r="-3819" b="-31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8C95E68-9A8B-6436-ECE3-CC61AB4AD7B1}"/>
                  </a:ext>
                </a:extLst>
              </p:cNvPr>
              <p:cNvSpPr txBox="1"/>
              <p:nvPr/>
            </p:nvSpPr>
            <p:spPr>
              <a:xfrm>
                <a:off x="6516393" y="4666630"/>
                <a:ext cx="191892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+5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8C95E68-9A8B-6436-ECE3-CC61AB4AD7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6393" y="4666630"/>
                <a:ext cx="1918922" cy="369332"/>
              </a:xfrm>
              <a:prstGeom prst="rect">
                <a:avLst/>
              </a:prstGeom>
              <a:blipFill>
                <a:blip r:embed="rId8"/>
                <a:stretch>
                  <a:fillRect l="-635" t="-5000" r="-3175" b="-3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2F5A013-FEEF-2DB8-DFE6-D673750B4252}"/>
                  </a:ext>
                </a:extLst>
              </p:cNvPr>
              <p:cNvSpPr txBox="1"/>
              <p:nvPr/>
            </p:nvSpPr>
            <p:spPr>
              <a:xfrm>
                <a:off x="6516393" y="5112491"/>
                <a:ext cx="175701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2F5A013-FEEF-2DB8-DFE6-D673750B42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6393" y="5112491"/>
                <a:ext cx="1757019" cy="369332"/>
              </a:xfrm>
              <a:prstGeom prst="rect">
                <a:avLst/>
              </a:prstGeom>
              <a:blipFill>
                <a:blip r:embed="rId9"/>
                <a:stretch>
                  <a:fillRect l="-4167" r="-3819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0816578-F798-E205-1CB8-CA5BD5E0E796}"/>
                  </a:ext>
                </a:extLst>
              </p:cNvPr>
              <p:cNvSpPr txBox="1"/>
              <p:nvPr/>
            </p:nvSpPr>
            <p:spPr>
              <a:xfrm>
                <a:off x="6516393" y="5558352"/>
                <a:ext cx="8743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0816578-F798-E205-1CB8-CA5BD5E0E7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6393" y="5558352"/>
                <a:ext cx="874342" cy="369332"/>
              </a:xfrm>
              <a:prstGeom prst="rect">
                <a:avLst/>
              </a:prstGeom>
              <a:blipFill>
                <a:blip r:embed="rId10"/>
                <a:stretch>
                  <a:fillRect l="-4895" r="-8392" b="-1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5952964-3719-F8B4-E3B2-CC26BCB0B95B}"/>
                  </a:ext>
                </a:extLst>
              </p:cNvPr>
              <p:cNvSpPr txBox="1"/>
              <p:nvPr/>
            </p:nvSpPr>
            <p:spPr>
              <a:xfrm>
                <a:off x="6516393" y="6004213"/>
                <a:ext cx="8743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5952964-3719-F8B4-E3B2-CC26BCB0B9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6393" y="6004213"/>
                <a:ext cx="874342" cy="369332"/>
              </a:xfrm>
              <a:prstGeom prst="rect">
                <a:avLst/>
              </a:prstGeom>
              <a:blipFill>
                <a:blip r:embed="rId11"/>
                <a:stretch>
                  <a:fillRect l="-9091" r="-8392" b="-22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066450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3F40B4-4925-7EC8-6778-519C43DA1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C8D895A-B06C-A8BD-E601-59B958E996CA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3A71D96-78CF-67BE-F92D-123ABF2C973F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5402EB8-E615-B015-5EFC-6632768BF5EF}"/>
              </a:ext>
            </a:extLst>
          </p:cNvPr>
          <p:cNvSpPr txBox="1"/>
          <p:nvPr/>
        </p:nvSpPr>
        <p:spPr>
          <a:xfrm>
            <a:off x="3092244" y="351682"/>
            <a:ext cx="78018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Best Response Polytopes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2B70ED-8747-E28C-34ED-E9E4EED9B863}"/>
              </a:ext>
            </a:extLst>
          </p:cNvPr>
          <p:cNvSpPr txBox="1"/>
          <p:nvPr/>
        </p:nvSpPr>
        <p:spPr>
          <a:xfrm>
            <a:off x="-376090" y="1744431"/>
            <a:ext cx="1228049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Consider the following example: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F9197B1-509D-4604-C7DD-3C97E94639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39714"/>
            <a:ext cx="5675609" cy="267747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990B5E0-4F3B-76D4-0C5B-5542E0C2D1D0}"/>
              </a:ext>
            </a:extLst>
          </p:cNvPr>
          <p:cNvSpPr txBox="1"/>
          <p:nvPr/>
        </p:nvSpPr>
        <p:spPr>
          <a:xfrm>
            <a:off x="1667371" y="319825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F781EC-3046-B337-C478-5C4B7C13E5D2}"/>
              </a:ext>
            </a:extLst>
          </p:cNvPr>
          <p:cNvSpPr txBox="1"/>
          <p:nvPr/>
        </p:nvSpPr>
        <p:spPr>
          <a:xfrm>
            <a:off x="2962771" y="319825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162F19-FC84-4C58-258E-2DDD8787D192}"/>
              </a:ext>
            </a:extLst>
          </p:cNvPr>
          <p:cNvSpPr txBox="1"/>
          <p:nvPr/>
        </p:nvSpPr>
        <p:spPr>
          <a:xfrm>
            <a:off x="4258171" y="3177999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B1A215-F64F-BD38-FD12-439093CB9884}"/>
              </a:ext>
            </a:extLst>
          </p:cNvPr>
          <p:cNvSpPr txBox="1"/>
          <p:nvPr/>
        </p:nvSpPr>
        <p:spPr>
          <a:xfrm>
            <a:off x="1667371" y="383071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F27BB52-AB6D-6B48-68D5-C9523017DB05}"/>
              </a:ext>
            </a:extLst>
          </p:cNvPr>
          <p:cNvSpPr txBox="1"/>
          <p:nvPr/>
        </p:nvSpPr>
        <p:spPr>
          <a:xfrm>
            <a:off x="2962771" y="383071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F8B15D-47DC-AD75-87DB-A0D4F1731D57}"/>
              </a:ext>
            </a:extLst>
          </p:cNvPr>
          <p:cNvSpPr txBox="1"/>
          <p:nvPr/>
        </p:nvSpPr>
        <p:spPr>
          <a:xfrm>
            <a:off x="4258171" y="3810462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1E6565F-F485-FC4B-1C1A-3D6A040F78F1}"/>
              </a:ext>
            </a:extLst>
          </p:cNvPr>
          <p:cNvSpPr txBox="1"/>
          <p:nvPr/>
        </p:nvSpPr>
        <p:spPr>
          <a:xfrm>
            <a:off x="1667371" y="319825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D7334E2-F21D-E1B2-BDE5-765204AF92F7}"/>
              </a:ext>
            </a:extLst>
          </p:cNvPr>
          <p:cNvSpPr txBox="1"/>
          <p:nvPr/>
        </p:nvSpPr>
        <p:spPr>
          <a:xfrm>
            <a:off x="2962771" y="319825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9833336-06D0-295E-0E43-7BED3F6830E6}"/>
              </a:ext>
            </a:extLst>
          </p:cNvPr>
          <p:cNvSpPr txBox="1"/>
          <p:nvPr/>
        </p:nvSpPr>
        <p:spPr>
          <a:xfrm>
            <a:off x="4258171" y="319287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F8DA14A-8EF0-D3A9-951C-419BCE6217B1}"/>
              </a:ext>
            </a:extLst>
          </p:cNvPr>
          <p:cNvSpPr txBox="1"/>
          <p:nvPr/>
        </p:nvSpPr>
        <p:spPr>
          <a:xfrm>
            <a:off x="1667371" y="383071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5FA67E0-F146-ECF0-3417-B87CB0C88DE6}"/>
              </a:ext>
            </a:extLst>
          </p:cNvPr>
          <p:cNvSpPr txBox="1"/>
          <p:nvPr/>
        </p:nvSpPr>
        <p:spPr>
          <a:xfrm>
            <a:off x="2962771" y="383071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CD6C20D-585F-ED3E-EED4-EAB88D793C08}"/>
              </a:ext>
            </a:extLst>
          </p:cNvPr>
          <p:cNvSpPr txBox="1"/>
          <p:nvPr/>
        </p:nvSpPr>
        <p:spPr>
          <a:xfrm>
            <a:off x="4258171" y="383548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19FCC3-B273-08A4-1A38-B4FDE3BBF6C1}"/>
                  </a:ext>
                </a:extLst>
              </p:cNvPr>
              <p:cNvSpPr txBox="1"/>
              <p:nvPr/>
            </p:nvSpPr>
            <p:spPr>
              <a:xfrm>
                <a:off x="5486248" y="2499295"/>
                <a:ext cx="684571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19FCC3-B273-08A4-1A38-B4FDE3BBF6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248" y="2499295"/>
                <a:ext cx="6845712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14C3B83-B51E-6B8B-958C-E47683C1916B}"/>
                  </a:ext>
                </a:extLst>
              </p:cNvPr>
              <p:cNvSpPr txBox="1"/>
              <p:nvPr/>
            </p:nvSpPr>
            <p:spPr>
              <a:xfrm>
                <a:off x="5412658" y="3066528"/>
                <a:ext cx="303636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Let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14C3B83-B51E-6B8B-958C-E47683C191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2658" y="3066528"/>
                <a:ext cx="3036361" cy="461665"/>
              </a:xfrm>
              <a:prstGeom prst="rect">
                <a:avLst/>
              </a:prstGeom>
              <a:blipFill>
                <a:blip r:embed="rId5"/>
                <a:stretch>
                  <a:fillRect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Picture 13">
            <a:extLst>
              <a:ext uri="{FF2B5EF4-FFF2-40B4-BE49-F238E27FC236}">
                <a16:creationId xmlns:a16="http://schemas.microsoft.com/office/drawing/2014/main" id="{2954CEB2-F620-FA96-6307-949E8A3135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34801" y="3830718"/>
            <a:ext cx="3036361" cy="290984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5CFB314-3D6F-2639-E62B-3512A462DEBA}"/>
                  </a:ext>
                </a:extLst>
              </p:cNvPr>
              <p:cNvSpPr txBox="1"/>
              <p:nvPr/>
            </p:nvSpPr>
            <p:spPr>
              <a:xfrm>
                <a:off x="10002338" y="6391719"/>
                <a:ext cx="3290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5CFB314-3D6F-2639-E62B-3512A462DE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2338" y="6391719"/>
                <a:ext cx="329048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7DBDEB5-4C5A-33C3-9757-FE6DC149E495}"/>
                  </a:ext>
                </a:extLst>
              </p:cNvPr>
              <p:cNvSpPr txBox="1"/>
              <p:nvPr/>
            </p:nvSpPr>
            <p:spPr>
              <a:xfrm>
                <a:off x="7094627" y="3471218"/>
                <a:ext cx="3290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7DBDEB5-4C5A-33C3-9757-FE6DC149E4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4627" y="3471218"/>
                <a:ext cx="329048" cy="369332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540157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C7E5F3-118D-2DDC-27F8-BFD2B556C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48049AE-70B9-C18C-CBFE-2A32EE44B64A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2175DA4-11F3-2E07-90F0-51A4D76C4A43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681EB5-1789-06DF-8667-BC1279FBBF9F}"/>
              </a:ext>
            </a:extLst>
          </p:cNvPr>
          <p:cNvSpPr txBox="1"/>
          <p:nvPr/>
        </p:nvSpPr>
        <p:spPr>
          <a:xfrm>
            <a:off x="3092244" y="351682"/>
            <a:ext cx="78018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Best Response Polytopes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2DC79F-D5B9-B4D3-1D54-C7B5B0C6AA92}"/>
              </a:ext>
            </a:extLst>
          </p:cNvPr>
          <p:cNvSpPr txBox="1"/>
          <p:nvPr/>
        </p:nvSpPr>
        <p:spPr>
          <a:xfrm>
            <a:off x="-376090" y="1744431"/>
            <a:ext cx="1228049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Consider the following example: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4B0429B-4A9F-B9BA-81B2-885E45D87B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39714"/>
            <a:ext cx="5675609" cy="267747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7A6B897-8223-BBB4-150F-F19273455791}"/>
              </a:ext>
            </a:extLst>
          </p:cNvPr>
          <p:cNvSpPr txBox="1"/>
          <p:nvPr/>
        </p:nvSpPr>
        <p:spPr>
          <a:xfrm>
            <a:off x="1667371" y="319825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0DA713-BB60-A1E7-687B-5DC1A20C915E}"/>
              </a:ext>
            </a:extLst>
          </p:cNvPr>
          <p:cNvSpPr txBox="1"/>
          <p:nvPr/>
        </p:nvSpPr>
        <p:spPr>
          <a:xfrm>
            <a:off x="2962771" y="319825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AADC44-23DB-6D44-3911-D00D9F9A39DE}"/>
              </a:ext>
            </a:extLst>
          </p:cNvPr>
          <p:cNvSpPr txBox="1"/>
          <p:nvPr/>
        </p:nvSpPr>
        <p:spPr>
          <a:xfrm>
            <a:off x="4258171" y="3177999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50822E6-F0C6-5DCF-4E57-1445A1B5419B}"/>
              </a:ext>
            </a:extLst>
          </p:cNvPr>
          <p:cNvSpPr txBox="1"/>
          <p:nvPr/>
        </p:nvSpPr>
        <p:spPr>
          <a:xfrm>
            <a:off x="1667371" y="383071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12491CF-4EEF-9895-7A27-F561CE02D0FA}"/>
              </a:ext>
            </a:extLst>
          </p:cNvPr>
          <p:cNvSpPr txBox="1"/>
          <p:nvPr/>
        </p:nvSpPr>
        <p:spPr>
          <a:xfrm>
            <a:off x="2962771" y="383071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987A57E-F6C8-F6A8-BD00-D02A9B8A4F40}"/>
              </a:ext>
            </a:extLst>
          </p:cNvPr>
          <p:cNvSpPr txBox="1"/>
          <p:nvPr/>
        </p:nvSpPr>
        <p:spPr>
          <a:xfrm>
            <a:off x="4258171" y="3810462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0C15D8D-A9EF-C841-931F-9E61ED160BFE}"/>
              </a:ext>
            </a:extLst>
          </p:cNvPr>
          <p:cNvSpPr txBox="1"/>
          <p:nvPr/>
        </p:nvSpPr>
        <p:spPr>
          <a:xfrm>
            <a:off x="1667371" y="319825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FCF1EED-23BB-3167-BBF0-382885DAF831}"/>
              </a:ext>
            </a:extLst>
          </p:cNvPr>
          <p:cNvSpPr txBox="1"/>
          <p:nvPr/>
        </p:nvSpPr>
        <p:spPr>
          <a:xfrm>
            <a:off x="2962771" y="319825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B243D8B-BB85-8521-BC8B-AB2FC4C51722}"/>
              </a:ext>
            </a:extLst>
          </p:cNvPr>
          <p:cNvSpPr txBox="1"/>
          <p:nvPr/>
        </p:nvSpPr>
        <p:spPr>
          <a:xfrm>
            <a:off x="4258171" y="319287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563BA8A-0215-9A34-0340-42F8525E03F7}"/>
              </a:ext>
            </a:extLst>
          </p:cNvPr>
          <p:cNvSpPr txBox="1"/>
          <p:nvPr/>
        </p:nvSpPr>
        <p:spPr>
          <a:xfrm>
            <a:off x="1667371" y="383071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6EBE60A-AD7D-8ABD-066D-06BA93C29DF1}"/>
              </a:ext>
            </a:extLst>
          </p:cNvPr>
          <p:cNvSpPr txBox="1"/>
          <p:nvPr/>
        </p:nvSpPr>
        <p:spPr>
          <a:xfrm>
            <a:off x="2962771" y="383071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D026A1C-85A5-C86C-A6EB-1298B540367E}"/>
              </a:ext>
            </a:extLst>
          </p:cNvPr>
          <p:cNvSpPr txBox="1"/>
          <p:nvPr/>
        </p:nvSpPr>
        <p:spPr>
          <a:xfrm>
            <a:off x="4258171" y="383548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A604AFF-DE76-FBEA-9B0E-2C4573B855EE}"/>
                  </a:ext>
                </a:extLst>
              </p:cNvPr>
              <p:cNvSpPr txBox="1"/>
              <p:nvPr/>
            </p:nvSpPr>
            <p:spPr>
              <a:xfrm>
                <a:off x="5675609" y="2485521"/>
                <a:ext cx="646732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            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A604AFF-DE76-FBEA-9B0E-2C4573B855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609" y="2485521"/>
                <a:ext cx="6467320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EC5541E-CBD1-DD40-3E59-3342D1F19C63}"/>
                  </a:ext>
                </a:extLst>
              </p:cNvPr>
              <p:cNvSpPr txBox="1"/>
              <p:nvPr/>
            </p:nvSpPr>
            <p:spPr>
              <a:xfrm>
                <a:off x="5412658" y="3144381"/>
                <a:ext cx="303636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Let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EC5541E-CBD1-DD40-3E59-3342D1F19C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2658" y="3144381"/>
                <a:ext cx="3036361" cy="461665"/>
              </a:xfrm>
              <a:prstGeom prst="rect">
                <a:avLst/>
              </a:prstGeom>
              <a:blipFill>
                <a:blip r:embed="rId5"/>
                <a:stretch>
                  <a:fillRect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AF85D87-B478-ED42-A879-DD8404D527A4}"/>
                  </a:ext>
                </a:extLst>
              </p:cNvPr>
              <p:cNvSpPr txBox="1"/>
              <p:nvPr/>
            </p:nvSpPr>
            <p:spPr>
              <a:xfrm>
                <a:off x="5412657" y="3682575"/>
                <a:ext cx="527500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400" dirty="0"/>
                  <a:t> is the polytope bounded by:</a:t>
                </a: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AF85D87-B478-ED42-A879-DD8404D527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2657" y="3682575"/>
                <a:ext cx="5275008" cy="461665"/>
              </a:xfrm>
              <a:prstGeom prst="rect">
                <a:avLst/>
              </a:prstGeom>
              <a:blipFill>
                <a:blip r:embed="rId6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7D913583-0CCB-6A5E-7976-934797F2E365}"/>
                  </a:ext>
                </a:extLst>
              </p:cNvPr>
              <p:cNvSpPr txBox="1"/>
              <p:nvPr/>
            </p:nvSpPr>
            <p:spPr>
              <a:xfrm>
                <a:off x="6516393" y="4220769"/>
                <a:ext cx="244733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7D913583-0CCB-6A5E-7976-934797F2E3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6393" y="4220769"/>
                <a:ext cx="2447337" cy="369332"/>
              </a:xfrm>
              <a:prstGeom prst="rect">
                <a:avLst/>
              </a:prstGeom>
              <a:blipFill>
                <a:blip r:embed="rId7"/>
                <a:stretch>
                  <a:fillRect l="-2743" r="-2743" b="-31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FA4D94A-3470-492F-FD1D-1DD34423893D}"/>
                  </a:ext>
                </a:extLst>
              </p:cNvPr>
              <p:cNvSpPr txBox="1"/>
              <p:nvPr/>
            </p:nvSpPr>
            <p:spPr>
              <a:xfrm>
                <a:off x="6516393" y="4666630"/>
                <a:ext cx="267656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+5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FA4D94A-3470-492F-FD1D-1DD3442389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6393" y="4666630"/>
                <a:ext cx="2676567" cy="369332"/>
              </a:xfrm>
              <a:prstGeom prst="rect">
                <a:avLst/>
              </a:prstGeom>
              <a:blipFill>
                <a:blip r:embed="rId8"/>
                <a:stretch>
                  <a:fillRect l="-456" t="-5000" r="-2278" b="-3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CFEC038-C7D0-C344-D9B2-A9B94333FA2E}"/>
                  </a:ext>
                </a:extLst>
              </p:cNvPr>
              <p:cNvSpPr txBox="1"/>
              <p:nvPr/>
            </p:nvSpPr>
            <p:spPr>
              <a:xfrm>
                <a:off x="6516393" y="5112491"/>
                <a:ext cx="8743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CFEC038-C7D0-C344-D9B2-A9B94333FA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6393" y="5112491"/>
                <a:ext cx="874342" cy="369332"/>
              </a:xfrm>
              <a:prstGeom prst="rect">
                <a:avLst/>
              </a:prstGeom>
              <a:blipFill>
                <a:blip r:embed="rId9"/>
                <a:stretch>
                  <a:fillRect l="-4895" r="-8392" b="-1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F748F6F-E7BA-B95B-5DE0-42CFFAB400D7}"/>
                  </a:ext>
                </a:extLst>
              </p:cNvPr>
              <p:cNvSpPr txBox="1"/>
              <p:nvPr/>
            </p:nvSpPr>
            <p:spPr>
              <a:xfrm>
                <a:off x="6516393" y="5558352"/>
                <a:ext cx="8743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F748F6F-E7BA-B95B-5DE0-42CFFAB400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6393" y="5558352"/>
                <a:ext cx="874342" cy="369332"/>
              </a:xfrm>
              <a:prstGeom prst="rect">
                <a:avLst/>
              </a:prstGeom>
              <a:blipFill>
                <a:blip r:embed="rId10"/>
                <a:stretch>
                  <a:fillRect l="-9091" r="-8392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EC51D04-BE39-FA9D-1FE4-8DC365CA9641}"/>
                  </a:ext>
                </a:extLst>
              </p:cNvPr>
              <p:cNvSpPr txBox="1"/>
              <p:nvPr/>
            </p:nvSpPr>
            <p:spPr>
              <a:xfrm>
                <a:off x="6516393" y="6004213"/>
                <a:ext cx="8743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EC51D04-BE39-FA9D-1FE4-8DC365CA96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6393" y="6004213"/>
                <a:ext cx="874342" cy="369332"/>
              </a:xfrm>
              <a:prstGeom prst="rect">
                <a:avLst/>
              </a:prstGeom>
              <a:blipFill>
                <a:blip r:embed="rId11"/>
                <a:stretch>
                  <a:fillRect l="-4196" r="-6993" b="-98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477036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D2EEE1-2EE6-9547-CADF-EC11E19E3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8BE08F5-440B-8793-BE1C-957480234AA8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7154BF5-0823-8884-6E66-54E9D8AD5548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2D94E9-4B59-19F2-DC9F-4690E5B82E14}"/>
              </a:ext>
            </a:extLst>
          </p:cNvPr>
          <p:cNvSpPr txBox="1"/>
          <p:nvPr/>
        </p:nvSpPr>
        <p:spPr>
          <a:xfrm>
            <a:off x="3092244" y="351682"/>
            <a:ext cx="78018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Best Response Polytopes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DA3DBAC-C810-1BFF-BC0C-9A9F04E58004}"/>
              </a:ext>
            </a:extLst>
          </p:cNvPr>
          <p:cNvSpPr txBox="1"/>
          <p:nvPr/>
        </p:nvSpPr>
        <p:spPr>
          <a:xfrm>
            <a:off x="-376090" y="1744431"/>
            <a:ext cx="1228049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Consider the following example: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BC82DC6-EE33-A611-4C92-7A59AC4F3F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39714"/>
            <a:ext cx="5675609" cy="267747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0948B9A-FA81-0F3C-5E48-EDFF46215A8D}"/>
              </a:ext>
            </a:extLst>
          </p:cNvPr>
          <p:cNvSpPr txBox="1"/>
          <p:nvPr/>
        </p:nvSpPr>
        <p:spPr>
          <a:xfrm>
            <a:off x="1667371" y="319825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6E27ED-514F-4AAF-C2DC-394D1F2884F9}"/>
              </a:ext>
            </a:extLst>
          </p:cNvPr>
          <p:cNvSpPr txBox="1"/>
          <p:nvPr/>
        </p:nvSpPr>
        <p:spPr>
          <a:xfrm>
            <a:off x="2962771" y="319825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C2EFFD-0B7B-CCDE-01A2-216948FAE995}"/>
              </a:ext>
            </a:extLst>
          </p:cNvPr>
          <p:cNvSpPr txBox="1"/>
          <p:nvPr/>
        </p:nvSpPr>
        <p:spPr>
          <a:xfrm>
            <a:off x="4258171" y="3177999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1E85759-F857-9301-6028-92DC5F5EDB0B}"/>
              </a:ext>
            </a:extLst>
          </p:cNvPr>
          <p:cNvSpPr txBox="1"/>
          <p:nvPr/>
        </p:nvSpPr>
        <p:spPr>
          <a:xfrm>
            <a:off x="1667371" y="383071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44CC7DE-C585-0E3C-B32C-B79E4EF40759}"/>
              </a:ext>
            </a:extLst>
          </p:cNvPr>
          <p:cNvSpPr txBox="1"/>
          <p:nvPr/>
        </p:nvSpPr>
        <p:spPr>
          <a:xfrm>
            <a:off x="2962771" y="383071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B908343-081B-2B4E-DBFF-79E5A861FEF6}"/>
              </a:ext>
            </a:extLst>
          </p:cNvPr>
          <p:cNvSpPr txBox="1"/>
          <p:nvPr/>
        </p:nvSpPr>
        <p:spPr>
          <a:xfrm>
            <a:off x="4258171" y="3810462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100FE1-F2EF-0813-18EC-B4E6F64EED3B}"/>
              </a:ext>
            </a:extLst>
          </p:cNvPr>
          <p:cNvSpPr txBox="1"/>
          <p:nvPr/>
        </p:nvSpPr>
        <p:spPr>
          <a:xfrm>
            <a:off x="1667371" y="319825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31F4666-B804-60C4-CC8F-66FA7D5A7104}"/>
              </a:ext>
            </a:extLst>
          </p:cNvPr>
          <p:cNvSpPr txBox="1"/>
          <p:nvPr/>
        </p:nvSpPr>
        <p:spPr>
          <a:xfrm>
            <a:off x="2962771" y="319825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9A0AAF1-592D-173C-20EF-D2774071C061}"/>
              </a:ext>
            </a:extLst>
          </p:cNvPr>
          <p:cNvSpPr txBox="1"/>
          <p:nvPr/>
        </p:nvSpPr>
        <p:spPr>
          <a:xfrm>
            <a:off x="4258171" y="319287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C13AB0F-22D0-A00F-D0F6-93B44913C039}"/>
              </a:ext>
            </a:extLst>
          </p:cNvPr>
          <p:cNvSpPr txBox="1"/>
          <p:nvPr/>
        </p:nvSpPr>
        <p:spPr>
          <a:xfrm>
            <a:off x="1667371" y="383071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832C68C-D478-90C2-7BFA-C53D886BD680}"/>
              </a:ext>
            </a:extLst>
          </p:cNvPr>
          <p:cNvSpPr txBox="1"/>
          <p:nvPr/>
        </p:nvSpPr>
        <p:spPr>
          <a:xfrm>
            <a:off x="2962771" y="383071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ABA05CB-7E4D-6ECE-76C5-9FCDE1451F78}"/>
              </a:ext>
            </a:extLst>
          </p:cNvPr>
          <p:cNvSpPr txBox="1"/>
          <p:nvPr/>
        </p:nvSpPr>
        <p:spPr>
          <a:xfrm>
            <a:off x="4258171" y="383548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62F0EAF-75C9-5F86-4304-B26C40EA11B7}"/>
                  </a:ext>
                </a:extLst>
              </p:cNvPr>
              <p:cNvSpPr txBox="1"/>
              <p:nvPr/>
            </p:nvSpPr>
            <p:spPr>
              <a:xfrm>
                <a:off x="5675609" y="2485521"/>
                <a:ext cx="646732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            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62F0EAF-75C9-5F86-4304-B26C40EA11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609" y="2485521"/>
                <a:ext cx="6467320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6F3654DF-CA09-4E04-F2D0-1B46F7D75EC7}"/>
              </a:ext>
            </a:extLst>
          </p:cNvPr>
          <p:cNvSpPr txBox="1"/>
          <p:nvPr/>
        </p:nvSpPr>
        <p:spPr>
          <a:xfrm>
            <a:off x="7153619" y="3116787"/>
            <a:ext cx="37264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linkClick r:id="rId5"/>
              </a:rPr>
              <a:t>Q Polytope in Desmos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644854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CBA1A3-7088-1D76-977C-6B40A6B85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617655A-BBD6-32BD-BEF9-328E8BD07E0D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514DB23-C81C-2E90-63DA-2A1F8BC57293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CA26395-4C2F-CF61-0495-2CA4A3A53348}"/>
              </a:ext>
            </a:extLst>
          </p:cNvPr>
          <p:cNvSpPr txBox="1"/>
          <p:nvPr/>
        </p:nvSpPr>
        <p:spPr>
          <a:xfrm>
            <a:off x="427703" y="351682"/>
            <a:ext cx="1133659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Vertex Enumeration – How Do We Find Vertices?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9E0421-0254-3B41-45B3-50E44C67EBE8}"/>
              </a:ext>
            </a:extLst>
          </p:cNvPr>
          <p:cNvSpPr txBox="1"/>
          <p:nvPr/>
        </p:nvSpPr>
        <p:spPr>
          <a:xfrm>
            <a:off x="0" y="1931244"/>
            <a:ext cx="346095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b="1" dirty="0"/>
              <a:t>Geometric Duality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C0D328-7AA6-1A47-5380-B3EE441646F1}"/>
              </a:ext>
            </a:extLst>
          </p:cNvPr>
          <p:cNvSpPr txBox="1"/>
          <p:nvPr/>
        </p:nvSpPr>
        <p:spPr>
          <a:xfrm>
            <a:off x="1" y="2392909"/>
            <a:ext cx="112186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A facet in primal space corresponds to a vertex in dual space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DC81B0-AA88-4778-A0C5-93028DF5B62A}"/>
              </a:ext>
            </a:extLst>
          </p:cNvPr>
          <p:cNvSpPr txBox="1"/>
          <p:nvPr/>
        </p:nvSpPr>
        <p:spPr>
          <a:xfrm>
            <a:off x="0" y="2849314"/>
            <a:ext cx="86228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A facet in dual space corresponds to a vertex in primal space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CEFD498-28E3-B85C-31B2-25A0F4E4F4FE}"/>
              </a:ext>
            </a:extLst>
          </p:cNvPr>
          <p:cNvSpPr/>
          <p:nvPr/>
        </p:nvSpPr>
        <p:spPr>
          <a:xfrm>
            <a:off x="427703" y="1989856"/>
            <a:ext cx="8195188" cy="132112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DDA974D-B1F3-BCA0-EEE5-A911336A96F4}"/>
              </a:ext>
            </a:extLst>
          </p:cNvPr>
          <p:cNvSpPr txBox="1"/>
          <p:nvPr/>
        </p:nvSpPr>
        <p:spPr>
          <a:xfrm>
            <a:off x="-373625" y="3547022"/>
            <a:ext cx="126541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Step 1: Find an interior point and define a new reference frame with this point at the origin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3108D6C-74D5-9139-81D7-E2F514D0B861}"/>
              </a:ext>
            </a:extLst>
          </p:cNvPr>
          <p:cNvSpPr txBox="1"/>
          <p:nvPr/>
        </p:nvSpPr>
        <p:spPr>
          <a:xfrm>
            <a:off x="-373625" y="4112377"/>
            <a:ext cx="126541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Step 2: Convert all facets in primal space to vertices in dual space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97FF0A9-82E0-2906-4809-7FB8A091EAD0}"/>
              </a:ext>
            </a:extLst>
          </p:cNvPr>
          <p:cNvSpPr txBox="1"/>
          <p:nvPr/>
        </p:nvSpPr>
        <p:spPr>
          <a:xfrm>
            <a:off x="-373625" y="4677732"/>
            <a:ext cx="126541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Step 3: Generate facets between the vertices in dual space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E39931A-B02E-E1FE-4341-1C6257E44D6F}"/>
              </a:ext>
            </a:extLst>
          </p:cNvPr>
          <p:cNvSpPr txBox="1"/>
          <p:nvPr/>
        </p:nvSpPr>
        <p:spPr>
          <a:xfrm>
            <a:off x="-373625" y="5243087"/>
            <a:ext cx="126541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Step 4: Convert all facets in dual space to vertices in primal space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E2CFA20-797C-4C21-6B5F-CEB89111E25D}"/>
              </a:ext>
            </a:extLst>
          </p:cNvPr>
          <p:cNvSpPr txBox="1"/>
          <p:nvPr/>
        </p:nvSpPr>
        <p:spPr>
          <a:xfrm>
            <a:off x="-373625" y="5808442"/>
            <a:ext cx="126541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Step 5: Shift back to original reference frame</a:t>
            </a:r>
          </a:p>
        </p:txBody>
      </p:sp>
    </p:spTree>
    <p:extLst>
      <p:ext uri="{BB962C8B-B14F-4D97-AF65-F5344CB8AC3E}">
        <p14:creationId xmlns:p14="http://schemas.microsoft.com/office/powerpoint/2010/main" val="28432785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7F197-A295-0676-247C-A3E6BDA9F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0CE658F-89C0-6938-54F4-74BE23670A84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C078CA8-7212-F5A8-B4EB-E60EA1D182DE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7A06C3-1FA5-941C-1B6D-5CE517C8FD30}"/>
              </a:ext>
            </a:extLst>
          </p:cNvPr>
          <p:cNvSpPr txBox="1"/>
          <p:nvPr/>
        </p:nvSpPr>
        <p:spPr>
          <a:xfrm>
            <a:off x="997974" y="378560"/>
            <a:ext cx="1019605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Converting Primal Facets into Dual Vertices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AC92DCD-6734-3C9C-AB02-5F4BE53A3A31}"/>
                  </a:ext>
                </a:extLst>
              </p:cNvPr>
              <p:cNvSpPr txBox="1"/>
              <p:nvPr/>
            </p:nvSpPr>
            <p:spPr>
              <a:xfrm>
                <a:off x="-231058" y="1949435"/>
                <a:ext cx="1265411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A primal facet can be written in the following form: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≤0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AC92DCD-6734-3C9C-AB02-5F4BE53A3A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31058" y="1949435"/>
                <a:ext cx="12654116" cy="461665"/>
              </a:xfrm>
              <a:prstGeom prst="rect">
                <a:avLst/>
              </a:prstGeom>
              <a:blipFill>
                <a:blip r:embed="rId3"/>
                <a:stretch>
                  <a:fillRect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3A0AA39-36AE-F762-8CF2-C27E7E5676CB}"/>
                  </a:ext>
                </a:extLst>
              </p:cNvPr>
              <p:cNvSpPr txBox="1"/>
              <p:nvPr/>
            </p:nvSpPr>
            <p:spPr>
              <a:xfrm>
                <a:off x="0" y="2453331"/>
                <a:ext cx="12654116" cy="5845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The corresponding vertex in dual space is: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den>
                    </m:f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3A0AA39-36AE-F762-8CF2-C27E7E5676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453331"/>
                <a:ext cx="12654116" cy="584584"/>
              </a:xfrm>
              <a:prstGeom prst="rect">
                <a:avLst/>
              </a:prstGeom>
              <a:blipFill>
                <a:blip r:embed="rId4"/>
                <a:stretch>
                  <a:fillRect b="-114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E006A44-A8C7-F7C6-78B0-FAD29EA4FF77}"/>
                  </a:ext>
                </a:extLst>
              </p:cNvPr>
              <p:cNvSpPr txBox="1"/>
              <p:nvPr/>
            </p:nvSpPr>
            <p:spPr>
              <a:xfrm>
                <a:off x="-231058" y="3080146"/>
                <a:ext cx="1265411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* We need a reference frame centered on an interior point so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E006A44-A8C7-F7C6-78B0-FAD29EA4FF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31058" y="3080146"/>
                <a:ext cx="12654116" cy="461665"/>
              </a:xfrm>
              <a:prstGeom prst="rect">
                <a:avLst/>
              </a:prstGeom>
              <a:blipFill>
                <a:blip r:embed="rId5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456214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CD4E7D-FAB1-A7E2-E81B-82D8D7E26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70A88DD3-EBF3-B9D3-E45F-7FDD08E02BE2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BD874B-06B2-A796-69F3-099009251E18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11A56AC-7F27-C61A-8554-C3F491B18EC0}"/>
              </a:ext>
            </a:extLst>
          </p:cNvPr>
          <p:cNvSpPr txBox="1"/>
          <p:nvPr/>
        </p:nvSpPr>
        <p:spPr>
          <a:xfrm>
            <a:off x="427703" y="351682"/>
            <a:ext cx="1133659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Vertex Enumeration – How Do We Find Vertices?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D2BDB18-046E-528C-DE34-38EDDFD604D2}"/>
              </a:ext>
            </a:extLst>
          </p:cNvPr>
          <p:cNvSpPr txBox="1"/>
          <p:nvPr/>
        </p:nvSpPr>
        <p:spPr>
          <a:xfrm>
            <a:off x="-373625" y="1936420"/>
            <a:ext cx="346095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b="1" dirty="0"/>
              <a:t>Example: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7F31E1DF-DB36-713A-707D-FE2A2166AC21}"/>
                  </a:ext>
                </a:extLst>
              </p:cNvPr>
              <p:cNvSpPr txBox="1"/>
              <p:nvPr/>
            </p:nvSpPr>
            <p:spPr>
              <a:xfrm>
                <a:off x="0" y="2392909"/>
                <a:ext cx="527500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400" dirty="0"/>
                  <a:t> is the polytope bounded by:</a:t>
                </a: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7F31E1DF-DB36-713A-707D-FE2A2166AC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392909"/>
                <a:ext cx="5275008" cy="461665"/>
              </a:xfrm>
              <a:prstGeom prst="rect">
                <a:avLst/>
              </a:prstGeom>
              <a:blipFill>
                <a:blip r:embed="rId3"/>
                <a:stretch>
                  <a:fillRect t="-10667" b="-3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4526797-DDA5-9CD3-1C7D-46A56BF989F6}"/>
                  </a:ext>
                </a:extLst>
              </p:cNvPr>
              <p:cNvSpPr txBox="1"/>
              <p:nvPr/>
            </p:nvSpPr>
            <p:spPr>
              <a:xfrm>
                <a:off x="506808" y="2946907"/>
                <a:ext cx="250985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1,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4526797-DDA5-9CD3-1C7D-46A56BF989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6808" y="2946907"/>
                <a:ext cx="2509854" cy="369332"/>
              </a:xfrm>
              <a:prstGeom prst="rect">
                <a:avLst/>
              </a:prstGeom>
              <a:blipFill>
                <a:blip r:embed="rId4"/>
                <a:stretch>
                  <a:fillRect l="-2427" r="-243" b="-31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6E77A106-E286-D0CD-0036-4DF0A2BFDDA2}"/>
                  </a:ext>
                </a:extLst>
              </p:cNvPr>
              <p:cNvSpPr txBox="1"/>
              <p:nvPr/>
            </p:nvSpPr>
            <p:spPr>
              <a:xfrm>
                <a:off x="3016662" y="2946907"/>
                <a:ext cx="273908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+5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1,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6E77A106-E286-D0CD-0036-4DF0A2BFDD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6662" y="2946907"/>
                <a:ext cx="2739083" cy="369332"/>
              </a:xfrm>
              <a:prstGeom prst="rect">
                <a:avLst/>
              </a:prstGeom>
              <a:blipFill>
                <a:blip r:embed="rId5"/>
                <a:stretch>
                  <a:fillRect l="-445" t="-3279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5E30C9C-688A-C98B-091B-FB33A5149869}"/>
                  </a:ext>
                </a:extLst>
              </p:cNvPr>
              <p:cNvSpPr txBox="1"/>
              <p:nvPr/>
            </p:nvSpPr>
            <p:spPr>
              <a:xfrm>
                <a:off x="5782848" y="2946907"/>
                <a:ext cx="89999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≥0</m:t>
                    </m:r>
                  </m:oMath>
                </a14:m>
                <a:r>
                  <a:rPr lang="en-US" sz="2400" dirty="0"/>
                  <a:t>,</a:t>
                </a:r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5E30C9C-688A-C98B-091B-FB33A51498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2848" y="2946907"/>
                <a:ext cx="899990" cy="369332"/>
              </a:xfrm>
              <a:prstGeom prst="rect">
                <a:avLst/>
              </a:prstGeom>
              <a:blipFill>
                <a:blip r:embed="rId6"/>
                <a:stretch>
                  <a:fillRect l="-8844" t="-24590" r="-19728" b="-491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496CE6CF-6CC0-DD3C-83A7-8AD11BCA8C5E}"/>
                  </a:ext>
                </a:extLst>
              </p:cNvPr>
              <p:cNvSpPr txBox="1"/>
              <p:nvPr/>
            </p:nvSpPr>
            <p:spPr>
              <a:xfrm>
                <a:off x="6709941" y="2946907"/>
                <a:ext cx="94083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≥0,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496CE6CF-6CC0-DD3C-83A7-8AD11BCA8C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9941" y="2946907"/>
                <a:ext cx="940835" cy="369332"/>
              </a:xfrm>
              <a:prstGeom prst="rect">
                <a:avLst/>
              </a:prstGeom>
              <a:blipFill>
                <a:blip r:embed="rId7"/>
                <a:stretch>
                  <a:fillRect l="-7792" r="-1299" b="-22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E787AE0F-FB8D-C0B4-99A9-3B7F97E38A6E}"/>
                  </a:ext>
                </a:extLst>
              </p:cNvPr>
              <p:cNvSpPr txBox="1"/>
              <p:nvPr/>
            </p:nvSpPr>
            <p:spPr>
              <a:xfrm>
                <a:off x="7677879" y="2946907"/>
                <a:ext cx="8743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E787AE0F-FB8D-C0B4-99A9-3B7F97E38A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7879" y="2946907"/>
                <a:ext cx="874342" cy="369332"/>
              </a:xfrm>
              <a:prstGeom prst="rect">
                <a:avLst/>
              </a:prstGeom>
              <a:blipFill>
                <a:blip r:embed="rId8"/>
                <a:stretch>
                  <a:fillRect l="-3472" r="-6944" b="-98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08D72D9-69AE-8A32-2069-37DC44C5EB00}"/>
                  </a:ext>
                </a:extLst>
              </p:cNvPr>
              <p:cNvSpPr txBox="1"/>
              <p:nvPr/>
            </p:nvSpPr>
            <p:spPr>
              <a:xfrm>
                <a:off x="-373625" y="3547022"/>
                <a:ext cx="12654116" cy="613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Step 1: Shift frame of reference to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acc>
                      <m:accPr>
                        <m:chr m:val="̃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acc>
                      <m:accPr>
                        <m:chr m:val="̃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acc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08D72D9-69AE-8A32-2069-37DC44C5EB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3625" y="3547022"/>
                <a:ext cx="12654116" cy="613886"/>
              </a:xfrm>
              <a:prstGeom prst="rect">
                <a:avLst/>
              </a:prstGeom>
              <a:blipFill>
                <a:blip r:embed="rId9"/>
                <a:stretch>
                  <a:fillRect b="-108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C2A0897A-0D02-0FC7-70C3-1E163797B743}"/>
                  </a:ext>
                </a:extLst>
              </p:cNvPr>
              <p:cNvSpPr txBox="1"/>
              <p:nvPr/>
            </p:nvSpPr>
            <p:spPr>
              <a:xfrm>
                <a:off x="0" y="4187331"/>
                <a:ext cx="5275008" cy="4707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</m:acc>
                  </m:oMath>
                </a14:m>
                <a:r>
                  <a:rPr lang="en-US" sz="2400" dirty="0"/>
                  <a:t> is the polytope bounded by:</a:t>
                </a:r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C2A0897A-0D02-0FC7-70C3-1E163797B7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4187331"/>
                <a:ext cx="5275008" cy="470706"/>
              </a:xfrm>
              <a:prstGeom prst="rect">
                <a:avLst/>
              </a:prstGeom>
              <a:blipFill>
                <a:blip r:embed="rId10"/>
                <a:stretch>
                  <a:fillRect t="-9091" b="-29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496CA07C-CFFF-830E-71ED-6A6B7C82D1D1}"/>
                  </a:ext>
                </a:extLst>
              </p:cNvPr>
              <p:cNvSpPr txBox="1"/>
              <p:nvPr/>
            </p:nvSpPr>
            <p:spPr>
              <a:xfrm>
                <a:off x="516192" y="4658037"/>
                <a:ext cx="2337435" cy="7350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6 −2 3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</m:acc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496CA07C-CFFF-830E-71ED-6A6B7C82D1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192" y="4658037"/>
                <a:ext cx="2337435" cy="73507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6E55D76B-C6EC-DF57-07CC-F75A237A6448}"/>
                  </a:ext>
                </a:extLst>
              </p:cNvPr>
              <p:cNvSpPr txBox="1"/>
              <p:nvPr/>
            </p:nvSpPr>
            <p:spPr>
              <a:xfrm>
                <a:off x="2871185" y="4662953"/>
                <a:ext cx="2189958" cy="7350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−4 5 4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</m:acc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6E55D76B-C6EC-DF57-07CC-F75A237A64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1185" y="4662953"/>
                <a:ext cx="2189958" cy="735073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C135042E-6B0C-CE97-E739-232FBE07C7E8}"/>
                  </a:ext>
                </a:extLst>
              </p:cNvPr>
              <p:cNvSpPr txBox="1"/>
              <p:nvPr/>
            </p:nvSpPr>
            <p:spPr>
              <a:xfrm>
                <a:off x="5123586" y="4657920"/>
                <a:ext cx="2234843" cy="7350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−1 0 0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</m:acc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C135042E-6B0C-CE97-E739-232FBE07C7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3586" y="4657920"/>
                <a:ext cx="2234843" cy="735073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74C1D430-BF8E-09D3-6042-431D4FC93E77}"/>
                  </a:ext>
                </a:extLst>
              </p:cNvPr>
              <p:cNvSpPr txBox="1"/>
              <p:nvPr/>
            </p:nvSpPr>
            <p:spPr>
              <a:xfrm>
                <a:off x="7440078" y="4657920"/>
                <a:ext cx="2337435" cy="7350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0 −1 0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</m:acc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74C1D430-BF8E-09D3-6042-431D4FC93E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0078" y="4657920"/>
                <a:ext cx="2337435" cy="735073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3B0D4ECE-5B83-CD74-DF8C-1B2AB52647DC}"/>
                  </a:ext>
                </a:extLst>
              </p:cNvPr>
              <p:cNvSpPr txBox="1"/>
              <p:nvPr/>
            </p:nvSpPr>
            <p:spPr>
              <a:xfrm>
                <a:off x="9859162" y="4657919"/>
                <a:ext cx="2337435" cy="7350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 0 −1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</m:acc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3B0D4ECE-5B83-CD74-DF8C-1B2AB52647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9162" y="4657919"/>
                <a:ext cx="2337435" cy="735073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TextBox 46">
            <a:extLst>
              <a:ext uri="{FF2B5EF4-FFF2-40B4-BE49-F238E27FC236}">
                <a16:creationId xmlns:a16="http://schemas.microsoft.com/office/drawing/2014/main" id="{FC35A0B9-EA80-3889-981C-A448BAD1F667}"/>
              </a:ext>
            </a:extLst>
          </p:cNvPr>
          <p:cNvSpPr txBox="1"/>
          <p:nvPr/>
        </p:nvSpPr>
        <p:spPr>
          <a:xfrm>
            <a:off x="-373625" y="5535452"/>
            <a:ext cx="126541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Step 2: Convert all facets in primal space to vertices in dual space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5FE74040-364B-098E-52ED-1C50F100FAFB}"/>
                  </a:ext>
                </a:extLst>
              </p:cNvPr>
              <p:cNvSpPr txBox="1"/>
              <p:nvPr/>
            </p:nvSpPr>
            <p:spPr>
              <a:xfrm>
                <a:off x="-464586" y="6134543"/>
                <a:ext cx="12654116" cy="5507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We get the following vertices in dual space: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20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sz="20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20</m:t>
                            </m:r>
                          </m:num>
                          <m:den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10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</m:t>
                    </m:r>
                    <m:d>
                      <m:dPr>
                        <m:begChr m:val="["/>
                        <m:endChr m:val="]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−8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</m:t>
                    </m:r>
                    <m:d>
                      <m:dPr>
                        <m:begChr m:val="["/>
                        <m:endChr m:val="]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−10 0 0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</m:t>
                    </m:r>
                    <m:d>
                      <m:dPr>
                        <m:begChr m:val="["/>
                        <m:endChr m:val="]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0 −10 0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</m:t>
                    </m:r>
                    <m:d>
                      <m:dPr>
                        <m:begChr m:val="["/>
                        <m:endChr m:val="]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 0 −10</m:t>
                        </m:r>
                      </m:e>
                    </m:d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5FE74040-364B-098E-52ED-1C50F100FA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64586" y="6134543"/>
                <a:ext cx="12654116" cy="550728"/>
              </a:xfrm>
              <a:prstGeom prst="rect">
                <a:avLst/>
              </a:prstGeom>
              <a:blipFill>
                <a:blip r:embed="rId16"/>
                <a:stretch>
                  <a:fillRect t="-2198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250580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04050F-6101-8AE0-B415-0DB57CDF9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32170AA-322D-A927-E8C3-E57CF3495B4B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DC91687-A52E-EA8B-E19D-8DBCFD833184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184558-28D1-54A0-D347-1F5C7354DCC1}"/>
              </a:ext>
            </a:extLst>
          </p:cNvPr>
          <p:cNvSpPr txBox="1"/>
          <p:nvPr/>
        </p:nvSpPr>
        <p:spPr>
          <a:xfrm>
            <a:off x="427703" y="351682"/>
            <a:ext cx="1133659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Vertex Enumeration – How Do We Find Vertices?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9364FF-A8F9-77C2-77C2-285B1E8A5A29}"/>
              </a:ext>
            </a:extLst>
          </p:cNvPr>
          <p:cNvSpPr txBox="1"/>
          <p:nvPr/>
        </p:nvSpPr>
        <p:spPr>
          <a:xfrm>
            <a:off x="-344128" y="2392909"/>
            <a:ext cx="126541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Step 3: Generate facets between the vertices in dual space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AB7B156-5213-6993-F46F-4073392BCB45}"/>
                  </a:ext>
                </a:extLst>
              </p:cNvPr>
              <p:cNvSpPr txBox="1"/>
              <p:nvPr/>
            </p:nvSpPr>
            <p:spPr>
              <a:xfrm>
                <a:off x="127285" y="2952536"/>
                <a:ext cx="3333670" cy="9578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−1 1 −1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0≤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AB7B156-5213-6993-F46F-4073392BCB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285" y="2952536"/>
                <a:ext cx="3333670" cy="95789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73C3FAA-D0C2-D74B-3668-D21D57428B29}"/>
                  </a:ext>
                </a:extLst>
              </p:cNvPr>
              <p:cNvSpPr txBox="1"/>
              <p:nvPr/>
            </p:nvSpPr>
            <p:spPr>
              <a:xfrm>
                <a:off x="4257791" y="2959553"/>
                <a:ext cx="3784113" cy="9578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24 39 −11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10≤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73C3FAA-D0C2-D74B-3668-D21D57428B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7791" y="2959553"/>
                <a:ext cx="3784113" cy="95789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77618FC-59AE-6712-367C-87F84D5F0090}"/>
                  </a:ext>
                </a:extLst>
              </p:cNvPr>
              <p:cNvSpPr txBox="1"/>
              <p:nvPr/>
            </p:nvSpPr>
            <p:spPr>
              <a:xfrm>
                <a:off x="8356312" y="2959553"/>
                <a:ext cx="3333670" cy="9578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−2 −2 3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0≤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77618FC-59AE-6712-367C-87F84D5F0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6312" y="2959553"/>
                <a:ext cx="3333670" cy="95789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F9CFC53-3EC8-17C7-1D8C-F82360AF4767}"/>
                  </a:ext>
                </a:extLst>
              </p:cNvPr>
              <p:cNvSpPr txBox="1"/>
              <p:nvPr/>
            </p:nvSpPr>
            <p:spPr>
              <a:xfrm>
                <a:off x="127285" y="4101271"/>
                <a:ext cx="4013343" cy="9578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−13 −18 32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80≤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F9CFC53-3EC8-17C7-1D8C-F82360AF47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285" y="4101271"/>
                <a:ext cx="4013343" cy="95789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18139D7-2FEB-DED8-F3A9-3DBECDFC40C4}"/>
                  </a:ext>
                </a:extLst>
              </p:cNvPr>
              <p:cNvSpPr txBox="1"/>
              <p:nvPr/>
            </p:nvSpPr>
            <p:spPr>
              <a:xfrm>
                <a:off x="4257791" y="4101271"/>
                <a:ext cx="3699731" cy="9578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−1 −1 −1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0≤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18139D7-2FEB-DED8-F3A9-3DBECDFC40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7791" y="4101271"/>
                <a:ext cx="3699731" cy="95789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D74C85C-BB3E-811E-7144-1347AF1A7BBB}"/>
                  </a:ext>
                </a:extLst>
              </p:cNvPr>
              <p:cNvSpPr txBox="1"/>
              <p:nvPr/>
            </p:nvSpPr>
            <p:spPr>
              <a:xfrm>
                <a:off x="8356312" y="4096816"/>
                <a:ext cx="3407984" cy="9578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2 −3 −3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0≤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D74C85C-BB3E-811E-7144-1347AF1A7B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6312" y="4096816"/>
                <a:ext cx="3407984" cy="95789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C80304B5-DABD-921B-F02C-1B2ECB44E680}"/>
              </a:ext>
            </a:extLst>
          </p:cNvPr>
          <p:cNvSpPr txBox="1"/>
          <p:nvPr/>
        </p:nvSpPr>
        <p:spPr>
          <a:xfrm>
            <a:off x="-373625" y="5164431"/>
            <a:ext cx="126541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Step 4: Convert all facets in dual space to vertices in primal space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C01E11A-3F17-AB3B-FE4B-7572CCED1E2D}"/>
                  </a:ext>
                </a:extLst>
              </p:cNvPr>
              <p:cNvSpPr txBox="1"/>
              <p:nvPr/>
            </p:nvSpPr>
            <p:spPr>
              <a:xfrm>
                <a:off x="-462116" y="5626096"/>
                <a:ext cx="12654116" cy="10092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We get the following vertices in primal space:</a:t>
                </a:r>
              </a:p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10</m:t>
                            </m:r>
                          </m:den>
                        </m:f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10</m:t>
                            </m:r>
                          </m:den>
                        </m:f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10</m:t>
                            </m:r>
                          </m:den>
                        </m:f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</m:t>
                    </m:r>
                    <m:d>
                      <m:dPr>
                        <m:begChr m:val="["/>
                        <m:endChr m:val="]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num>
                          <m:den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110</m:t>
                            </m:r>
                          </m:den>
                        </m:f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39</m:t>
                            </m:r>
                          </m:num>
                          <m:den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110</m:t>
                            </m:r>
                          </m:den>
                        </m:f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10</m:t>
                            </m:r>
                          </m:den>
                        </m:f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</m:t>
                    </m:r>
                    <m:d>
                      <m:dPr>
                        <m:begChr m:val="["/>
                        <m:endChr m:val="]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10</m:t>
                            </m:r>
                          </m:den>
                        </m:f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10</m:t>
                            </m:r>
                          </m:den>
                        </m:f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num>
                          <m:den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den>
                        </m:f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</m:t>
                    </m:r>
                    <m:d>
                      <m:dPr>
                        <m:begChr m:val="["/>
                        <m:endChr m:val="]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num>
                          <m:den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den>
                        </m:f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10</m:t>
                            </m:r>
                          </m:den>
                        </m:f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num>
                          <m:den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45</m:t>
                            </m:r>
                          </m:den>
                        </m:f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</m:t>
                    </m:r>
                    <m:d>
                      <m:dPr>
                        <m:begChr m:val="["/>
                        <m:endChr m:val="]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10</m:t>
                            </m:r>
                          </m:den>
                        </m:f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10</m:t>
                            </m:r>
                          </m:den>
                        </m:f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10</m:t>
                            </m:r>
                          </m:den>
                        </m:f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</m:t>
                    </m:r>
                    <m:d>
                      <m:dPr>
                        <m:begChr m:val="["/>
                        <m:endChr m:val="]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den>
                        </m:f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10</m:t>
                            </m:r>
                          </m:den>
                        </m:f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10</m:t>
                            </m:r>
                          </m:den>
                        </m:f>
                      </m:e>
                    </m:d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C01E11A-3F17-AB3B-FE4B-7572CCED1E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62116" y="5626096"/>
                <a:ext cx="12654116" cy="1009251"/>
              </a:xfrm>
              <a:prstGeom prst="rect">
                <a:avLst/>
              </a:prstGeom>
              <a:blipFill>
                <a:blip r:embed="rId9"/>
                <a:stretch>
                  <a:fillRect t="-48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43CA0670-18E9-37E1-F0D9-8CEBE0FEB5C9}"/>
              </a:ext>
            </a:extLst>
          </p:cNvPr>
          <p:cNvSpPr txBox="1"/>
          <p:nvPr/>
        </p:nvSpPr>
        <p:spPr>
          <a:xfrm>
            <a:off x="-373625" y="1936420"/>
            <a:ext cx="346095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b="1" dirty="0"/>
              <a:t>Example:</a:t>
            </a:r>
          </a:p>
        </p:txBody>
      </p:sp>
    </p:spTree>
    <p:extLst>
      <p:ext uri="{BB962C8B-B14F-4D97-AF65-F5344CB8AC3E}">
        <p14:creationId xmlns:p14="http://schemas.microsoft.com/office/powerpoint/2010/main" val="12942311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CA807-1261-B8BB-D531-E896185FE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04C5A69-0FCA-B137-DF01-2C121FD9374D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EFB5097-657E-88DA-310A-FFA4DCE61F22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F51FF8-FC12-1C9D-2F33-4870456140AE}"/>
              </a:ext>
            </a:extLst>
          </p:cNvPr>
          <p:cNvSpPr txBox="1"/>
          <p:nvPr/>
        </p:nvSpPr>
        <p:spPr>
          <a:xfrm>
            <a:off x="427703" y="351682"/>
            <a:ext cx="1133659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Vertex Enumeration – How Do We Find Vertices?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3529411-ADF7-11BE-3682-5419CEE051EC}"/>
                  </a:ext>
                </a:extLst>
              </p:cNvPr>
              <p:cNvSpPr txBox="1"/>
              <p:nvPr/>
            </p:nvSpPr>
            <p:spPr>
              <a:xfrm>
                <a:off x="-796412" y="2957237"/>
                <a:ext cx="12654116" cy="85420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24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110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39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110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den>
                          </m:f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−13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180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45</m:t>
                              </m:r>
                            </m:den>
                          </m:f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3529411-ADF7-11BE-3682-5419CEE051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796412" y="2957237"/>
                <a:ext cx="12654116" cy="8542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05F677D8-F25C-4AA8-4A17-29D36AE0B69C}"/>
              </a:ext>
            </a:extLst>
          </p:cNvPr>
          <p:cNvSpPr txBox="1"/>
          <p:nvPr/>
        </p:nvSpPr>
        <p:spPr>
          <a:xfrm>
            <a:off x="-373625" y="1936420"/>
            <a:ext cx="346095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b="1" dirty="0"/>
              <a:t>Example: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CBEE13B-8AD1-55F4-3C38-CD75A16672EE}"/>
              </a:ext>
            </a:extLst>
          </p:cNvPr>
          <p:cNvSpPr txBox="1"/>
          <p:nvPr/>
        </p:nvSpPr>
        <p:spPr>
          <a:xfrm>
            <a:off x="-373625" y="2451262"/>
            <a:ext cx="126541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Step 5: Shift back to original reference frame</a:t>
            </a:r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F4550D65-B81E-8E08-7B5F-3A767EC67958}"/>
              </a:ext>
            </a:extLst>
          </p:cNvPr>
          <p:cNvSpPr/>
          <p:nvPr/>
        </p:nvSpPr>
        <p:spPr>
          <a:xfrm>
            <a:off x="4729316" y="3867261"/>
            <a:ext cx="1420761" cy="1148864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4C6746C-C231-CA44-1C56-6C641E754821}"/>
                  </a:ext>
                </a:extLst>
              </p:cNvPr>
              <p:cNvSpPr txBox="1"/>
              <p:nvPr/>
            </p:nvSpPr>
            <p:spPr>
              <a:xfrm>
                <a:off x="-796412" y="5085771"/>
                <a:ext cx="12654116" cy="85420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0 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22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11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0 0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36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0 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18</m:t>
                              </m:r>
                            </m:den>
                          </m:f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0 0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0 0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4C6746C-C231-CA44-1C56-6C641E7548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796412" y="5085771"/>
                <a:ext cx="12654116" cy="85420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EB18F3C-51AA-BA86-0065-D7DAD690F096}"/>
                  </a:ext>
                </a:extLst>
              </p:cNvPr>
              <p:cNvSpPr txBox="1"/>
              <p:nvPr/>
            </p:nvSpPr>
            <p:spPr>
              <a:xfrm>
                <a:off x="5835445" y="3939036"/>
                <a:ext cx="5614219" cy="8631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̃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̃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̃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EB18F3C-51AA-BA86-0065-D7DAD690F0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35445" y="3939036"/>
                <a:ext cx="5614219" cy="86312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615887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79813-6F17-A62A-FD70-9E6524C53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B4EEAE0-4380-ADF0-368E-E93821748830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32614E8-23D3-9A27-7777-09643AC6A7A0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ED859B-6A2F-23D5-044D-DA4857C59089}"/>
              </a:ext>
            </a:extLst>
          </p:cNvPr>
          <p:cNvSpPr txBox="1"/>
          <p:nvPr/>
        </p:nvSpPr>
        <p:spPr>
          <a:xfrm>
            <a:off x="3008671" y="351682"/>
            <a:ext cx="875562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Continuing the Example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824D1F-C004-EF88-CBDB-D045B9C389AF}"/>
              </a:ext>
            </a:extLst>
          </p:cNvPr>
          <p:cNvSpPr txBox="1"/>
          <p:nvPr/>
        </p:nvSpPr>
        <p:spPr>
          <a:xfrm>
            <a:off x="-373625" y="1936420"/>
            <a:ext cx="346095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b="1" dirty="0"/>
              <a:t>Example: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1F9DDA-C866-F9D1-BDCD-3DE64982CA04}"/>
              </a:ext>
            </a:extLst>
          </p:cNvPr>
          <p:cNvSpPr txBox="1"/>
          <p:nvPr/>
        </p:nvSpPr>
        <p:spPr>
          <a:xfrm>
            <a:off x="-373625" y="2451262"/>
            <a:ext cx="69514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Now we re-normalize our probability vectors: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2390FCD-B5D6-C793-36A5-B81CDBAAA14B}"/>
                  </a:ext>
                </a:extLst>
              </p:cNvPr>
              <p:cNvSpPr txBox="1"/>
              <p:nvPr/>
            </p:nvSpPr>
            <p:spPr>
              <a:xfrm>
                <a:off x="6744928" y="2962990"/>
                <a:ext cx="5953433" cy="85420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0 </m:t>
                          </m:r>
                          <m:r>
                            <a:rPr lang="en-US" sz="200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0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17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0 0 </m:t>
                          </m:r>
                          <m:r>
                            <a:rPr lang="en-US" sz="200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11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0 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11</m:t>
                              </m:r>
                            </m:den>
                          </m:f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0 0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2390FCD-B5D6-C793-36A5-B81CDBAAA1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4928" y="2962990"/>
                <a:ext cx="5953433" cy="8542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6E156D7-A44D-5F63-4C6A-1265923D753E}"/>
                  </a:ext>
                </a:extLst>
              </p:cNvPr>
              <p:cNvSpPr txBox="1"/>
              <p:nvPr/>
            </p:nvSpPr>
            <p:spPr>
              <a:xfrm>
                <a:off x="-373625" y="2962990"/>
                <a:ext cx="6651523" cy="85420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0 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22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11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0 0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36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0 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18</m:t>
                              </m:r>
                            </m:den>
                          </m:f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0 0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0 0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6E156D7-A44D-5F63-4C6A-1265923D75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3625" y="2962990"/>
                <a:ext cx="6651523" cy="85420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Arrow: Down 2">
            <a:extLst>
              <a:ext uri="{FF2B5EF4-FFF2-40B4-BE49-F238E27FC236}">
                <a16:creationId xmlns:a16="http://schemas.microsoft.com/office/drawing/2014/main" id="{708C145C-DB0E-9ED3-3C7B-34B1D77DFC51}"/>
              </a:ext>
            </a:extLst>
          </p:cNvPr>
          <p:cNvSpPr/>
          <p:nvPr/>
        </p:nvSpPr>
        <p:spPr>
          <a:xfrm rot="16200000">
            <a:off x="6450188" y="2986971"/>
            <a:ext cx="461665" cy="806245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3D8616F-62C8-3D6F-AEB0-D4860F5127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3970191"/>
            <a:ext cx="5675609" cy="267747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6171BDF-10C2-10E3-3CA2-E3318393B21B}"/>
              </a:ext>
            </a:extLst>
          </p:cNvPr>
          <p:cNvSpPr txBox="1"/>
          <p:nvPr/>
        </p:nvSpPr>
        <p:spPr>
          <a:xfrm>
            <a:off x="1667371" y="4928732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3056E57-3E3B-986F-0175-E0800FB811E0}"/>
              </a:ext>
            </a:extLst>
          </p:cNvPr>
          <p:cNvSpPr txBox="1"/>
          <p:nvPr/>
        </p:nvSpPr>
        <p:spPr>
          <a:xfrm>
            <a:off x="2962771" y="4928732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D3E3209-1310-6878-CEBB-34D3C2A48255}"/>
              </a:ext>
            </a:extLst>
          </p:cNvPr>
          <p:cNvSpPr txBox="1"/>
          <p:nvPr/>
        </p:nvSpPr>
        <p:spPr>
          <a:xfrm>
            <a:off x="4258171" y="4908476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FEDBE4D-FF89-AE96-9F81-A0E5B690A01E}"/>
              </a:ext>
            </a:extLst>
          </p:cNvPr>
          <p:cNvSpPr txBox="1"/>
          <p:nvPr/>
        </p:nvSpPr>
        <p:spPr>
          <a:xfrm>
            <a:off x="1667371" y="556119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C468EBA-056C-5721-134E-C0A1681B73B6}"/>
              </a:ext>
            </a:extLst>
          </p:cNvPr>
          <p:cNvSpPr txBox="1"/>
          <p:nvPr/>
        </p:nvSpPr>
        <p:spPr>
          <a:xfrm>
            <a:off x="2962771" y="556119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7F36411-8B92-4B3F-DC3E-97E765FB359A}"/>
              </a:ext>
            </a:extLst>
          </p:cNvPr>
          <p:cNvSpPr txBox="1"/>
          <p:nvPr/>
        </p:nvSpPr>
        <p:spPr>
          <a:xfrm>
            <a:off x="4258171" y="5540939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775763B-BCD2-0E45-B87E-38A84F67CB23}"/>
              </a:ext>
            </a:extLst>
          </p:cNvPr>
          <p:cNvSpPr txBox="1"/>
          <p:nvPr/>
        </p:nvSpPr>
        <p:spPr>
          <a:xfrm>
            <a:off x="1667371" y="4928732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FA40197-EEDC-2FCB-3605-D27C9AC8DFEF}"/>
              </a:ext>
            </a:extLst>
          </p:cNvPr>
          <p:cNvSpPr txBox="1"/>
          <p:nvPr/>
        </p:nvSpPr>
        <p:spPr>
          <a:xfrm>
            <a:off x="2962771" y="4928732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474B95D-6651-B116-2E7B-0F63C381C295}"/>
              </a:ext>
            </a:extLst>
          </p:cNvPr>
          <p:cNvSpPr txBox="1"/>
          <p:nvPr/>
        </p:nvSpPr>
        <p:spPr>
          <a:xfrm>
            <a:off x="4258171" y="492335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F616F70-7454-F1B6-A6E0-AB6F6AC443E7}"/>
              </a:ext>
            </a:extLst>
          </p:cNvPr>
          <p:cNvSpPr txBox="1"/>
          <p:nvPr/>
        </p:nvSpPr>
        <p:spPr>
          <a:xfrm>
            <a:off x="1667371" y="556119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7891AB4-A70E-F172-2854-12B0FE58616C}"/>
              </a:ext>
            </a:extLst>
          </p:cNvPr>
          <p:cNvSpPr txBox="1"/>
          <p:nvPr/>
        </p:nvSpPr>
        <p:spPr>
          <a:xfrm>
            <a:off x="2962771" y="556119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B59AFEF-F6DF-39EC-1600-AE0E06FED080}"/>
              </a:ext>
            </a:extLst>
          </p:cNvPr>
          <p:cNvSpPr txBox="1"/>
          <p:nvPr/>
        </p:nvSpPr>
        <p:spPr>
          <a:xfrm>
            <a:off x="4258171" y="5565962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70B5071-EBE7-8635-B8DD-7E72899A460A}"/>
                  </a:ext>
                </a:extLst>
              </p:cNvPr>
              <p:cNvSpPr txBox="1"/>
              <p:nvPr/>
            </p:nvSpPr>
            <p:spPr>
              <a:xfrm>
                <a:off x="5414993" y="3981930"/>
                <a:ext cx="1870587" cy="33718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1 0 0</m:t>
                          </m:r>
                        </m:e>
                      </m:d>
                    </m:oMath>
                  </m:oMathPara>
                </a14:m>
                <a:endParaRPr lang="en-US" sz="2800" i="1" dirty="0">
                  <a:latin typeface="Cambria Math" panose="02040503050406030204" pitchFamily="18" charset="0"/>
                </a:endParaRPr>
              </a:p>
              <a:p>
                <a:pPr lvl="1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0 </m:t>
                          </m:r>
                          <m:r>
                            <a:rPr lang="en-US" sz="280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 0</m:t>
                          </m:r>
                        </m:e>
                      </m:d>
                    </m:oMath>
                  </m:oMathPara>
                </a14:m>
                <a:endParaRPr lang="en-US" sz="2000" i="1" dirty="0">
                  <a:latin typeface="Cambria Math" panose="02040503050406030204" pitchFamily="18" charset="0"/>
                </a:endParaRPr>
              </a:p>
              <a:p>
                <a:pPr lvl="1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0 0 1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lvl="1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17</m:t>
                              </m:r>
                            </m:den>
                          </m:f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den>
                          </m:f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2000" i="1" dirty="0">
                  <a:latin typeface="Cambria Math" panose="02040503050406030204" pitchFamily="18" charset="0"/>
                </a:endParaRPr>
              </a:p>
              <a:p>
                <a:pPr lvl="1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11</m:t>
                              </m:r>
                            </m:den>
                          </m:f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0 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11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sz="2000" i="1" dirty="0">
                  <a:latin typeface="Cambria Math" panose="02040503050406030204" pitchFamily="18" charset="0"/>
                </a:endParaRPr>
              </a:p>
              <a:p>
                <a:pPr lvl="1">
                  <a:spcAft>
                    <a:spcPts val="600"/>
                  </a:spcAft>
                </a:pPr>
                <a:endParaRPr lang="en-US" sz="2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70B5071-EBE7-8635-B8DD-7E72899A46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4993" y="3981930"/>
                <a:ext cx="1870587" cy="33718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Box 26">
            <a:extLst>
              <a:ext uri="{FF2B5EF4-FFF2-40B4-BE49-F238E27FC236}">
                <a16:creationId xmlns:a16="http://schemas.microsoft.com/office/drawing/2014/main" id="{CE708CB0-FA74-3E67-A5DF-A3E168FBD2D5}"/>
              </a:ext>
            </a:extLst>
          </p:cNvPr>
          <p:cNvSpPr txBox="1"/>
          <p:nvPr/>
        </p:nvSpPr>
        <p:spPr>
          <a:xfrm>
            <a:off x="6511537" y="4053699"/>
            <a:ext cx="541499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000" dirty="0"/>
              <a:t>Equilibrium vector with Player 2 Support {</a:t>
            </a:r>
            <a:r>
              <a:rPr lang="en-US" sz="2000" dirty="0">
                <a:solidFill>
                  <a:srgbClr val="064EA1"/>
                </a:solidFill>
              </a:rPr>
              <a:t>A</a:t>
            </a:r>
            <a:r>
              <a:rPr lang="en-US" sz="2000" dirty="0"/>
              <a:t>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00CE1B1-8FA9-47AC-2A15-1E127192D6D8}"/>
              </a:ext>
            </a:extLst>
          </p:cNvPr>
          <p:cNvSpPr txBox="1"/>
          <p:nvPr/>
        </p:nvSpPr>
        <p:spPr>
          <a:xfrm>
            <a:off x="6521369" y="4556981"/>
            <a:ext cx="541499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000" dirty="0"/>
              <a:t>Equilibrium vector with Player 2 Support {</a:t>
            </a:r>
            <a:r>
              <a:rPr lang="en-US" sz="2000" dirty="0">
                <a:solidFill>
                  <a:srgbClr val="064EA1"/>
                </a:solidFill>
              </a:rPr>
              <a:t>B</a:t>
            </a:r>
            <a:r>
              <a:rPr lang="en-US" sz="2000" dirty="0"/>
              <a:t>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34E8766-CD93-54E8-B6CC-83A7382984FE}"/>
              </a:ext>
            </a:extLst>
          </p:cNvPr>
          <p:cNvSpPr txBox="1"/>
          <p:nvPr/>
        </p:nvSpPr>
        <p:spPr>
          <a:xfrm>
            <a:off x="6550865" y="5046104"/>
            <a:ext cx="541499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000" dirty="0"/>
              <a:t>Equilibrium vector with Player 2 Support {</a:t>
            </a:r>
            <a:r>
              <a:rPr lang="en-US" sz="2000" dirty="0">
                <a:solidFill>
                  <a:srgbClr val="064EA1"/>
                </a:solidFill>
              </a:rPr>
              <a:t>C</a:t>
            </a:r>
            <a:r>
              <a:rPr lang="en-US" sz="2000" dirty="0"/>
              <a:t>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D303B50-BBD1-EDB1-933F-960C55C710E7}"/>
              </a:ext>
            </a:extLst>
          </p:cNvPr>
          <p:cNvSpPr txBox="1"/>
          <p:nvPr/>
        </p:nvSpPr>
        <p:spPr>
          <a:xfrm>
            <a:off x="6577780" y="5633271"/>
            <a:ext cx="561421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000" dirty="0"/>
              <a:t>Equilibrium vector with Player 2 Support {</a:t>
            </a:r>
            <a:r>
              <a:rPr lang="en-US" sz="2000" dirty="0">
                <a:solidFill>
                  <a:srgbClr val="064EA1"/>
                </a:solidFill>
              </a:rPr>
              <a:t>A,B</a:t>
            </a:r>
            <a:r>
              <a:rPr lang="en-US" sz="2000" dirty="0"/>
              <a:t>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784CC2A-F3D4-0CD2-BAED-B093661E9C9C}"/>
              </a:ext>
            </a:extLst>
          </p:cNvPr>
          <p:cNvSpPr txBox="1"/>
          <p:nvPr/>
        </p:nvSpPr>
        <p:spPr>
          <a:xfrm>
            <a:off x="6577781" y="6344366"/>
            <a:ext cx="561421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000" dirty="0"/>
              <a:t>Equilibrium vector with Player 2 Support {</a:t>
            </a:r>
            <a:r>
              <a:rPr lang="en-US" sz="2000" dirty="0">
                <a:solidFill>
                  <a:srgbClr val="064EA1"/>
                </a:solidFill>
              </a:rPr>
              <a:t>A,C</a:t>
            </a:r>
            <a:r>
              <a:rPr lang="en-US" sz="20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83820277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6F9301-5F17-5216-A70C-88B7EDC71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F722818-9D69-B396-AB53-81095ABFCE4B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DF403C-60D0-3B4F-CAF5-C9D0BBC70ACD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9A69DC9-4250-6334-4389-A1E42FAE31B5}"/>
              </a:ext>
            </a:extLst>
          </p:cNvPr>
          <p:cNvSpPr txBox="1"/>
          <p:nvPr/>
        </p:nvSpPr>
        <p:spPr>
          <a:xfrm>
            <a:off x="3008671" y="351682"/>
            <a:ext cx="875562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Continuing the Example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BBBD05-8C46-3CA7-39E6-2A576D7CD105}"/>
              </a:ext>
            </a:extLst>
          </p:cNvPr>
          <p:cNvSpPr txBox="1"/>
          <p:nvPr/>
        </p:nvSpPr>
        <p:spPr>
          <a:xfrm>
            <a:off x="-373625" y="1936420"/>
            <a:ext cx="346095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b="1" dirty="0"/>
              <a:t>Example: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26205C-4422-B739-3343-D642B68C6AF2}"/>
              </a:ext>
            </a:extLst>
          </p:cNvPr>
          <p:cNvSpPr txBox="1"/>
          <p:nvPr/>
        </p:nvSpPr>
        <p:spPr>
          <a:xfrm>
            <a:off x="-373625" y="2451262"/>
            <a:ext cx="69514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Now we re-normalize our probability vectors: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905C953-61E4-7D85-E601-64C1CD671ACD}"/>
                  </a:ext>
                </a:extLst>
              </p:cNvPr>
              <p:cNvSpPr txBox="1"/>
              <p:nvPr/>
            </p:nvSpPr>
            <p:spPr>
              <a:xfrm>
                <a:off x="6744928" y="2962990"/>
                <a:ext cx="5953433" cy="85420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0 </m:t>
                          </m:r>
                          <m:r>
                            <a:rPr lang="en-US" sz="200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0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17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0 0 </m:t>
                          </m:r>
                          <m:r>
                            <a:rPr lang="en-US" sz="200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11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0 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11</m:t>
                              </m:r>
                            </m:den>
                          </m:f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0 0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905C953-61E4-7D85-E601-64C1CD671A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4928" y="2962990"/>
                <a:ext cx="5953433" cy="8542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DB95F85-360B-6F1C-87A1-A447DA82823B}"/>
                  </a:ext>
                </a:extLst>
              </p:cNvPr>
              <p:cNvSpPr txBox="1"/>
              <p:nvPr/>
            </p:nvSpPr>
            <p:spPr>
              <a:xfrm>
                <a:off x="-373625" y="2962990"/>
                <a:ext cx="6651523" cy="85420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0 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22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11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0 0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36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0 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18</m:t>
                              </m:r>
                            </m:den>
                          </m:f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0 0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0 0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DB95F85-360B-6F1C-87A1-A447DA8282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3625" y="2962990"/>
                <a:ext cx="6651523" cy="85420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Arrow: Down 2">
            <a:extLst>
              <a:ext uri="{FF2B5EF4-FFF2-40B4-BE49-F238E27FC236}">
                <a16:creationId xmlns:a16="http://schemas.microsoft.com/office/drawing/2014/main" id="{195D68F2-5695-C040-1CFD-D179B324BC56}"/>
              </a:ext>
            </a:extLst>
          </p:cNvPr>
          <p:cNvSpPr/>
          <p:nvPr/>
        </p:nvSpPr>
        <p:spPr>
          <a:xfrm rot="16200000">
            <a:off x="6450188" y="2986971"/>
            <a:ext cx="461665" cy="806245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9591B3A-8190-B055-B915-1D105DA7B9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3970191"/>
            <a:ext cx="5675609" cy="267747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0809333-F0C2-0342-2089-E1C58E95EBCB}"/>
              </a:ext>
            </a:extLst>
          </p:cNvPr>
          <p:cNvSpPr txBox="1"/>
          <p:nvPr/>
        </p:nvSpPr>
        <p:spPr>
          <a:xfrm>
            <a:off x="1667371" y="4928732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255160-F4AF-7E30-22F7-44E66B514266}"/>
              </a:ext>
            </a:extLst>
          </p:cNvPr>
          <p:cNvSpPr txBox="1"/>
          <p:nvPr/>
        </p:nvSpPr>
        <p:spPr>
          <a:xfrm>
            <a:off x="2962771" y="4928732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D52237-4E68-AA91-BDC0-A47E7858303A}"/>
              </a:ext>
            </a:extLst>
          </p:cNvPr>
          <p:cNvSpPr txBox="1"/>
          <p:nvPr/>
        </p:nvSpPr>
        <p:spPr>
          <a:xfrm>
            <a:off x="4258171" y="4908476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2A229CA-528A-F0A7-FB8A-B5F1C5810063}"/>
              </a:ext>
            </a:extLst>
          </p:cNvPr>
          <p:cNvSpPr txBox="1"/>
          <p:nvPr/>
        </p:nvSpPr>
        <p:spPr>
          <a:xfrm>
            <a:off x="1667371" y="556119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B921E89-4A5A-98E6-61AF-07C823076F60}"/>
              </a:ext>
            </a:extLst>
          </p:cNvPr>
          <p:cNvSpPr txBox="1"/>
          <p:nvPr/>
        </p:nvSpPr>
        <p:spPr>
          <a:xfrm>
            <a:off x="2962771" y="556119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A3682D8-97A9-C9D8-43EB-21090DE9476F}"/>
              </a:ext>
            </a:extLst>
          </p:cNvPr>
          <p:cNvSpPr txBox="1"/>
          <p:nvPr/>
        </p:nvSpPr>
        <p:spPr>
          <a:xfrm>
            <a:off x="4258171" y="5540939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948A799-994A-80EB-DCD6-5A3172A0820A}"/>
              </a:ext>
            </a:extLst>
          </p:cNvPr>
          <p:cNvSpPr txBox="1"/>
          <p:nvPr/>
        </p:nvSpPr>
        <p:spPr>
          <a:xfrm>
            <a:off x="1667371" y="4928732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9C39D22-7979-EDCA-5B3B-6BDB2E3399B2}"/>
              </a:ext>
            </a:extLst>
          </p:cNvPr>
          <p:cNvSpPr txBox="1"/>
          <p:nvPr/>
        </p:nvSpPr>
        <p:spPr>
          <a:xfrm>
            <a:off x="2962771" y="4928732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D23E9CD-7D50-01C5-7E0C-9E7C9E5505DA}"/>
              </a:ext>
            </a:extLst>
          </p:cNvPr>
          <p:cNvSpPr txBox="1"/>
          <p:nvPr/>
        </p:nvSpPr>
        <p:spPr>
          <a:xfrm>
            <a:off x="4258171" y="492335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9B2C0F6-1540-632D-AB01-2CCC5AB0529E}"/>
              </a:ext>
            </a:extLst>
          </p:cNvPr>
          <p:cNvSpPr txBox="1"/>
          <p:nvPr/>
        </p:nvSpPr>
        <p:spPr>
          <a:xfrm>
            <a:off x="1667371" y="556119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CBBEB47-6DFF-807C-E3A7-4CFE1CB1A1D2}"/>
              </a:ext>
            </a:extLst>
          </p:cNvPr>
          <p:cNvSpPr txBox="1"/>
          <p:nvPr/>
        </p:nvSpPr>
        <p:spPr>
          <a:xfrm>
            <a:off x="2962771" y="556119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10C4542-BB1E-60D6-80A0-D2A2E0CF056A}"/>
              </a:ext>
            </a:extLst>
          </p:cNvPr>
          <p:cNvSpPr txBox="1"/>
          <p:nvPr/>
        </p:nvSpPr>
        <p:spPr>
          <a:xfrm>
            <a:off x="4258171" y="5565962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5DD9179-7C27-56BD-2AE4-37EFA7E5E4DB}"/>
                  </a:ext>
                </a:extLst>
              </p:cNvPr>
              <p:cNvSpPr txBox="1"/>
              <p:nvPr/>
            </p:nvSpPr>
            <p:spPr>
              <a:xfrm>
                <a:off x="5414993" y="3981930"/>
                <a:ext cx="1870587" cy="33718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1 0 0</m:t>
                          </m:r>
                        </m:e>
                      </m:d>
                    </m:oMath>
                  </m:oMathPara>
                </a14:m>
                <a:endParaRPr lang="en-US" sz="2800" i="1" dirty="0">
                  <a:latin typeface="Cambria Math" panose="02040503050406030204" pitchFamily="18" charset="0"/>
                </a:endParaRPr>
              </a:p>
              <a:p>
                <a:pPr lvl="1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0 </m:t>
                          </m:r>
                          <m:r>
                            <a:rPr lang="en-US" sz="280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 0</m:t>
                          </m:r>
                        </m:e>
                      </m:d>
                    </m:oMath>
                  </m:oMathPara>
                </a14:m>
                <a:endParaRPr lang="en-US" sz="2000" i="1" dirty="0">
                  <a:latin typeface="Cambria Math" panose="02040503050406030204" pitchFamily="18" charset="0"/>
                </a:endParaRPr>
              </a:p>
              <a:p>
                <a:pPr lvl="1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0 0 1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lvl="1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17</m:t>
                              </m:r>
                            </m:den>
                          </m:f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den>
                          </m:f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2000" i="1" dirty="0">
                  <a:latin typeface="Cambria Math" panose="02040503050406030204" pitchFamily="18" charset="0"/>
                </a:endParaRPr>
              </a:p>
              <a:p>
                <a:pPr lvl="1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11</m:t>
                              </m:r>
                            </m:den>
                          </m:f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0 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11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sz="2000" i="1" dirty="0">
                  <a:latin typeface="Cambria Math" panose="02040503050406030204" pitchFamily="18" charset="0"/>
                </a:endParaRPr>
              </a:p>
              <a:p>
                <a:pPr lvl="1">
                  <a:spcAft>
                    <a:spcPts val="600"/>
                  </a:spcAft>
                </a:pPr>
                <a:endParaRPr lang="en-US" sz="2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5DD9179-7C27-56BD-2AE4-37EFA7E5E4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4993" y="3981930"/>
                <a:ext cx="1870587" cy="33718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Box 26">
            <a:extLst>
              <a:ext uri="{FF2B5EF4-FFF2-40B4-BE49-F238E27FC236}">
                <a16:creationId xmlns:a16="http://schemas.microsoft.com/office/drawing/2014/main" id="{2583E6F8-743D-F05B-B74F-758C821549C9}"/>
              </a:ext>
            </a:extLst>
          </p:cNvPr>
          <p:cNvSpPr txBox="1"/>
          <p:nvPr/>
        </p:nvSpPr>
        <p:spPr>
          <a:xfrm>
            <a:off x="6511537" y="4053699"/>
            <a:ext cx="541499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000" dirty="0"/>
              <a:t>Equilibrium vector with Player 2 Support {</a:t>
            </a:r>
            <a:r>
              <a:rPr lang="en-US" sz="2000" dirty="0">
                <a:solidFill>
                  <a:srgbClr val="064EA1"/>
                </a:solidFill>
              </a:rPr>
              <a:t>A</a:t>
            </a:r>
            <a:r>
              <a:rPr lang="en-US" sz="2000" dirty="0"/>
              <a:t>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375AF57-C2B7-73EF-3494-09A65D724523}"/>
              </a:ext>
            </a:extLst>
          </p:cNvPr>
          <p:cNvSpPr txBox="1"/>
          <p:nvPr/>
        </p:nvSpPr>
        <p:spPr>
          <a:xfrm>
            <a:off x="6521369" y="4556981"/>
            <a:ext cx="541499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000" dirty="0"/>
              <a:t>Equilibrium vector with Player 2 Support {</a:t>
            </a:r>
            <a:r>
              <a:rPr lang="en-US" sz="2000" dirty="0">
                <a:solidFill>
                  <a:srgbClr val="064EA1"/>
                </a:solidFill>
              </a:rPr>
              <a:t>B</a:t>
            </a:r>
            <a:r>
              <a:rPr lang="en-US" sz="2000" dirty="0"/>
              <a:t>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F8AC38A-79F2-DD02-02F9-30513A5D14B3}"/>
              </a:ext>
            </a:extLst>
          </p:cNvPr>
          <p:cNvSpPr txBox="1"/>
          <p:nvPr/>
        </p:nvSpPr>
        <p:spPr>
          <a:xfrm>
            <a:off x="6550865" y="5046104"/>
            <a:ext cx="541499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000" dirty="0"/>
              <a:t>Equilibrium vector with Player 2 Support {</a:t>
            </a:r>
            <a:r>
              <a:rPr lang="en-US" sz="2000" dirty="0">
                <a:solidFill>
                  <a:srgbClr val="064EA1"/>
                </a:solidFill>
              </a:rPr>
              <a:t>C</a:t>
            </a:r>
            <a:r>
              <a:rPr lang="en-US" sz="2000" dirty="0"/>
              <a:t>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1EEC6DA-7B62-E798-8B94-5692D1CA5977}"/>
              </a:ext>
            </a:extLst>
          </p:cNvPr>
          <p:cNvSpPr txBox="1"/>
          <p:nvPr/>
        </p:nvSpPr>
        <p:spPr>
          <a:xfrm>
            <a:off x="6577780" y="5633271"/>
            <a:ext cx="561421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000" dirty="0"/>
              <a:t>Equilibrium vector with Player 2 Support {</a:t>
            </a:r>
            <a:r>
              <a:rPr lang="en-US" sz="2000" dirty="0">
                <a:solidFill>
                  <a:srgbClr val="064EA1"/>
                </a:solidFill>
              </a:rPr>
              <a:t>A,B</a:t>
            </a:r>
            <a:r>
              <a:rPr lang="en-US" sz="2000" dirty="0"/>
              <a:t>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58EE881-EF8F-B4EF-9996-026085D4EC85}"/>
              </a:ext>
            </a:extLst>
          </p:cNvPr>
          <p:cNvSpPr txBox="1"/>
          <p:nvPr/>
        </p:nvSpPr>
        <p:spPr>
          <a:xfrm>
            <a:off x="6577781" y="6344366"/>
            <a:ext cx="561421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000" dirty="0"/>
              <a:t>Equilibrium vector with Player 2 Support {</a:t>
            </a:r>
            <a:r>
              <a:rPr lang="en-US" sz="2000" dirty="0">
                <a:solidFill>
                  <a:srgbClr val="064EA1"/>
                </a:solidFill>
              </a:rPr>
              <a:t>A,C</a:t>
            </a:r>
            <a:r>
              <a:rPr lang="en-US" sz="2000" dirty="0"/>
              <a:t>}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4A64DC7-AFA2-54C2-EA2D-D7A9371C6DBB}"/>
              </a:ext>
            </a:extLst>
          </p:cNvPr>
          <p:cNvSpPr/>
          <p:nvPr/>
        </p:nvSpPr>
        <p:spPr>
          <a:xfrm>
            <a:off x="5828829" y="5508129"/>
            <a:ext cx="6284513" cy="677868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339F2E7-2AA6-6563-AC16-68D1E56E8F25}"/>
              </a:ext>
            </a:extLst>
          </p:cNvPr>
          <p:cNvSpPr txBox="1"/>
          <p:nvPr/>
        </p:nvSpPr>
        <p:spPr>
          <a:xfrm>
            <a:off x="4190848" y="4703184"/>
            <a:ext cx="7869499" cy="523220"/>
          </a:xfrm>
          <a:prstGeom prst="rect">
            <a:avLst/>
          </a:prstGeom>
          <a:solidFill>
            <a:srgbClr val="FFFF00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Player 2’s Nash Equilibrium Strategy</a:t>
            </a:r>
          </a:p>
        </p:txBody>
      </p:sp>
    </p:spTree>
    <p:extLst>
      <p:ext uri="{BB962C8B-B14F-4D97-AF65-F5344CB8AC3E}">
        <p14:creationId xmlns:p14="http://schemas.microsoft.com/office/powerpoint/2010/main" val="339749975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86559-F23C-2E7A-241B-BBF5451B2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1D16FE6-A082-F273-84A9-5924EB9086BA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4F8C61D-7359-6510-7DBC-F591E857DFC0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832B6C-D96C-E488-6727-AD866EB09368}"/>
              </a:ext>
            </a:extLst>
          </p:cNvPr>
          <p:cNvSpPr txBox="1"/>
          <p:nvPr/>
        </p:nvSpPr>
        <p:spPr>
          <a:xfrm>
            <a:off x="3795252" y="351682"/>
            <a:ext cx="44245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Simplex Algorithm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2515903-A087-DEBC-C21E-8B500114B627}"/>
              </a:ext>
            </a:extLst>
          </p:cNvPr>
          <p:cNvSpPr txBox="1"/>
          <p:nvPr/>
        </p:nvSpPr>
        <p:spPr>
          <a:xfrm>
            <a:off x="-376090" y="1744431"/>
            <a:ext cx="1228049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The Simplex Algorithm is an pivot-based method for solving linear problems. It starts at a vertex and pivots along edges to adjacent vertices that improve the objective value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CD56690-53C1-D2C4-A955-06CF711B6A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7817" y="2618070"/>
            <a:ext cx="3806005" cy="380600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C634FBE-CCD3-9CC8-E142-FD94D39D244C}"/>
                  </a:ext>
                </a:extLst>
              </p:cNvPr>
              <p:cNvSpPr txBox="1"/>
              <p:nvPr/>
            </p:nvSpPr>
            <p:spPr>
              <a:xfrm>
                <a:off x="-389606" y="2572470"/>
                <a:ext cx="8369716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The algorithm converts a system’s inequalities to equalities by adding slack variables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endParaRPr lang="en-US" sz="240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C634FBE-CCD3-9CC8-E142-FD94D39D24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89606" y="2572470"/>
                <a:ext cx="8369716" cy="830997"/>
              </a:xfrm>
              <a:prstGeom prst="rect">
                <a:avLst/>
              </a:prstGeom>
              <a:blipFill>
                <a:blip r:embed="rId4"/>
                <a:stretch>
                  <a:fillRect t="-5882" r="-1675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02D5ACB9-C016-246E-CC38-D91006ABAD3B}"/>
              </a:ext>
            </a:extLst>
          </p:cNvPr>
          <p:cNvSpPr txBox="1"/>
          <p:nvPr/>
        </p:nvSpPr>
        <p:spPr>
          <a:xfrm>
            <a:off x="-389606" y="3429000"/>
            <a:ext cx="812390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>
                <a:ea typeface="Cambria Math" panose="02040503050406030204" pitchFamily="18" charset="0"/>
              </a:rPr>
              <a:t>We can then rewrite our objective function in terms of “non-basic variables” [equal to 0 at that vertex]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3BEAA36-3A11-F216-0E7E-2211FA079787}"/>
              </a:ext>
            </a:extLst>
          </p:cNvPr>
          <p:cNvSpPr txBox="1"/>
          <p:nvPr/>
        </p:nvSpPr>
        <p:spPr>
          <a:xfrm>
            <a:off x="-80568" y="5579014"/>
            <a:ext cx="7260335" cy="1200329"/>
          </a:xfrm>
          <a:prstGeom prst="rect">
            <a:avLst/>
          </a:prstGeom>
          <a:noFill/>
          <a:ln w="19050">
            <a:noFill/>
          </a:ln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>
                <a:ea typeface="Cambria Math" panose="02040503050406030204" pitchFamily="18" charset="0"/>
              </a:rPr>
              <a:t>The Simplex Algorithm is designed for optimization on the surface of </a:t>
            </a:r>
            <a:r>
              <a:rPr lang="en-US" sz="2400" u="sng" dirty="0">
                <a:ea typeface="Cambria Math" panose="02040503050406030204" pitchFamily="18" charset="0"/>
              </a:rPr>
              <a:t>only one polytope</a:t>
            </a:r>
            <a:r>
              <a:rPr lang="en-US" sz="2400" dirty="0">
                <a:ea typeface="Cambria Math" panose="02040503050406030204" pitchFamily="18" charset="0"/>
              </a:rPr>
              <a:t>, not for vertex enumeration across two polytopes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06EFF7F-AA57-1E9C-DBD3-F9978BDCECF5}"/>
              </a:ext>
            </a:extLst>
          </p:cNvPr>
          <p:cNvSpPr/>
          <p:nvPr/>
        </p:nvSpPr>
        <p:spPr>
          <a:xfrm>
            <a:off x="191957" y="5579014"/>
            <a:ext cx="6987810" cy="120032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539D6B-FD96-AA9C-9B75-0DAB3FB54B4D}"/>
              </a:ext>
            </a:extLst>
          </p:cNvPr>
          <p:cNvSpPr txBox="1"/>
          <p:nvPr/>
        </p:nvSpPr>
        <p:spPr>
          <a:xfrm>
            <a:off x="-389606" y="4283563"/>
            <a:ext cx="820772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If increasing a non-basic variable improves our objective value, we move to the vertex where that non-basic variable is maximized</a:t>
            </a:r>
            <a:endParaRPr lang="en-US" sz="2400" dirty="0">
              <a:ea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439924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557E74-0CB5-A4BB-3DDE-F0A3D681E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8F8B6B5-213A-7570-6521-5F254AF6C8F4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58C9D76-E184-68F7-DB90-D8F62206F7C8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0B62503-273C-A4F1-050B-F4F5731CA381}"/>
              </a:ext>
            </a:extLst>
          </p:cNvPr>
          <p:cNvSpPr txBox="1"/>
          <p:nvPr/>
        </p:nvSpPr>
        <p:spPr>
          <a:xfrm>
            <a:off x="3795252" y="351682"/>
            <a:ext cx="44245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Simplex Algorithm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AEACA27-6768-9E14-C1E6-F52AD2D6E2D8}"/>
              </a:ext>
            </a:extLst>
          </p:cNvPr>
          <p:cNvSpPr txBox="1"/>
          <p:nvPr/>
        </p:nvSpPr>
        <p:spPr>
          <a:xfrm>
            <a:off x="-376090" y="1744431"/>
            <a:ext cx="1228049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b="1" dirty="0"/>
              <a:t>Example: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71C011A-11EC-2070-720C-41B54CB55ED8}"/>
                  </a:ext>
                </a:extLst>
              </p:cNvPr>
              <p:cNvSpPr txBox="1"/>
              <p:nvPr/>
            </p:nvSpPr>
            <p:spPr>
              <a:xfrm>
                <a:off x="-376090" y="2206096"/>
                <a:ext cx="7543806" cy="592739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Suppose that we want to maximize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+2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sz="2400" dirty="0"/>
                  <a:t> subject to</a:t>
                </a:r>
              </a:p>
              <a:p>
                <a:pPr lvl="1"/>
                <a:r>
                  <a:rPr lang="en-US" sz="2400" dirty="0"/>
                  <a:t>	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≤6</m:t>
                    </m:r>
                  </m:oMath>
                </a14:m>
                <a:r>
                  <a:rPr lang="en-US" sz="2400" b="0" dirty="0">
                    <a:ea typeface="Cambria Math" panose="02040503050406030204" pitchFamily="18" charset="0"/>
                  </a:rPr>
                  <a:t>, 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≤8</m:t>
                    </m:r>
                  </m:oMath>
                </a14:m>
                <a:r>
                  <a:rPr lang="en-US" sz="2400" b="0" dirty="0">
                    <a:ea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US" sz="2400" b="0" dirty="0">
                    <a:ea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≥0</m:t>
                    </m:r>
                  </m:oMath>
                </a14:m>
                <a:endParaRPr lang="en-US" sz="2400" b="0" dirty="0">
                  <a:ea typeface="Cambria Math" panose="02040503050406030204" pitchFamily="18" charset="0"/>
                </a:endParaRPr>
              </a:p>
              <a:p>
                <a:pPr lvl="1"/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lvl="1"/>
                <a:r>
                  <a:rPr lang="en-US" sz="2400" dirty="0"/>
                  <a:t>Using slack variables: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+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r>
                  <a:rPr lang="en-US" sz="2400" b="0" dirty="0">
                    <a:ea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8</m:t>
                    </m:r>
                  </m:oMath>
                </a14:m>
                <a:r>
                  <a:rPr lang="en-US" sz="2400" dirty="0">
                    <a:ea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US" sz="2400" dirty="0">
                    <a:ea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</m:t>
                    </m:r>
                  </m:oMath>
                </a14:m>
                <a:endParaRPr lang="en-US" sz="2400" dirty="0">
                  <a:ea typeface="Cambria Math" panose="02040503050406030204" pitchFamily="18" charset="0"/>
                </a:endParaRPr>
              </a:p>
              <a:p>
                <a:pPr lvl="1"/>
                <a:endParaRPr lang="en-US" sz="2400" dirty="0">
                  <a:ea typeface="Cambria Math" panose="02040503050406030204" pitchFamily="18" charset="0"/>
                </a:endParaRPr>
              </a:p>
              <a:p>
                <a:pPr lvl="1"/>
                <a:r>
                  <a:rPr lang="en-US" sz="2400" dirty="0">
                    <a:ea typeface="Cambria Math" panose="02040503050406030204" pitchFamily="18" charset="0"/>
                  </a:rPr>
                  <a:t>We then express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400" dirty="0">
                    <a:ea typeface="Cambria Math" panose="02040503050406030204" pitchFamily="18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sz="2400" dirty="0">
                    <a:ea typeface="Cambria Math" panose="02040503050406030204" pitchFamily="18" charset="0"/>
                  </a:rPr>
                  <a:t> in terms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400" dirty="0">
                    <a:ea typeface="Cambria Math" panose="02040503050406030204" pitchFamily="18" charset="0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>
                    <a:ea typeface="Cambria Math" panose="02040503050406030204" pitchFamily="18" charset="0"/>
                  </a:rPr>
                  <a:t>:</a:t>
                </a:r>
              </a:p>
              <a:p>
                <a:pPr lvl="1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>
                  <a:ea typeface="Cambria Math" panose="02040503050406030204" pitchFamily="18" charset="0"/>
                </a:endParaRPr>
              </a:p>
              <a:p>
                <a:pPr lvl="1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>
                  <a:ea typeface="Cambria Math" panose="02040503050406030204" pitchFamily="18" charset="0"/>
                </a:endParaRPr>
              </a:p>
              <a:p>
                <a:pPr lvl="1">
                  <a:spcAft>
                    <a:spcPts val="600"/>
                  </a:spcAft>
                </a:pPr>
                <a:endParaRPr lang="en-US" sz="2400" dirty="0">
                  <a:ea typeface="Cambria Math" panose="02040503050406030204" pitchFamily="18" charset="0"/>
                </a:endParaRPr>
              </a:p>
              <a:p>
                <a:pPr lvl="1">
                  <a:spcAft>
                    <a:spcPts val="600"/>
                  </a:spcAft>
                </a:pPr>
                <a:endParaRPr lang="en-US" sz="2400" dirty="0">
                  <a:ea typeface="Cambria Math" panose="02040503050406030204" pitchFamily="18" charset="0"/>
                </a:endParaRPr>
              </a:p>
              <a:p>
                <a:pPr lvl="1">
                  <a:spcAft>
                    <a:spcPts val="600"/>
                  </a:spcAft>
                </a:pPr>
                <a:endParaRPr lang="en-US" sz="2400" b="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71C011A-11EC-2070-720C-41B54CB55E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0" y="2206096"/>
                <a:ext cx="7543806" cy="5927392"/>
              </a:xfrm>
              <a:prstGeom prst="rect">
                <a:avLst/>
              </a:prstGeom>
              <a:blipFill>
                <a:blip r:embed="rId3"/>
                <a:stretch>
                  <a:fillRect t="-8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775F94ED-082C-D88E-3933-C67ADD6280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7716" y="2561959"/>
            <a:ext cx="4671359" cy="394435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CF6D6F8-AC64-50AB-CF94-6338FEC3E88B}"/>
                  </a:ext>
                </a:extLst>
              </p:cNvPr>
              <p:cNvSpPr txBox="1"/>
              <p:nvPr/>
            </p:nvSpPr>
            <p:spPr>
              <a:xfrm>
                <a:off x="11739876" y="5736197"/>
                <a:ext cx="3290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CF6D6F8-AC64-50AB-CF94-6338FEC3E8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39876" y="5736197"/>
                <a:ext cx="329048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10D4D33-2C6A-8D37-EFBB-3BAB72D26FA9}"/>
                  </a:ext>
                </a:extLst>
              </p:cNvPr>
              <p:cNvSpPr txBox="1"/>
              <p:nvPr/>
            </p:nvSpPr>
            <p:spPr>
              <a:xfrm>
                <a:off x="7753154" y="2206096"/>
                <a:ext cx="3290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10D4D33-2C6A-8D37-EFBB-3BAB72D26F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3154" y="2206096"/>
                <a:ext cx="329048" cy="369332"/>
              </a:xfrm>
              <a:prstGeom prst="rect">
                <a:avLst/>
              </a:prstGeom>
              <a:blipFill>
                <a:blip r:embed="rId6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8E5CA3C8-C2E7-1127-7D2C-BDC0AAA47386}"/>
              </a:ext>
            </a:extLst>
          </p:cNvPr>
          <p:cNvSpPr txBox="1"/>
          <p:nvPr/>
        </p:nvSpPr>
        <p:spPr>
          <a:xfrm rot="3344508">
            <a:off x="8706627" y="4234204"/>
            <a:ext cx="26300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ea typeface="Cambria Math" panose="02040503050406030204" pitchFamily="18" charset="0"/>
              </a:rPr>
              <a:t>Lines of Constant Utility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2780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035E5-E81B-7BD5-F479-62EB035D7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5211773-1AD7-E6EF-F078-5884CB8F95B7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37013F1-4BCB-6ED5-3704-E47641BD26E6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0F38A6D-29C2-0292-5657-A940518AE45B}"/>
              </a:ext>
            </a:extLst>
          </p:cNvPr>
          <p:cNvSpPr txBox="1"/>
          <p:nvPr/>
        </p:nvSpPr>
        <p:spPr>
          <a:xfrm>
            <a:off x="3795252" y="351682"/>
            <a:ext cx="44245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Simplex Algorithm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7BA699E-BDC0-0D20-BC41-947A2B61E336}"/>
              </a:ext>
            </a:extLst>
          </p:cNvPr>
          <p:cNvSpPr txBox="1"/>
          <p:nvPr/>
        </p:nvSpPr>
        <p:spPr>
          <a:xfrm>
            <a:off x="-376090" y="1744431"/>
            <a:ext cx="1228049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b="1" dirty="0"/>
              <a:t>Example: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83AE85B-6B6F-7457-BA95-6DB86451A6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7745" y="2606205"/>
            <a:ext cx="3806005" cy="380600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7C77250-47AF-46C4-6AF5-FB287B92FDB2}"/>
                  </a:ext>
                </a:extLst>
              </p:cNvPr>
              <p:cNvSpPr txBox="1"/>
              <p:nvPr/>
            </p:nvSpPr>
            <p:spPr>
              <a:xfrm>
                <a:off x="-376090" y="2136513"/>
                <a:ext cx="8300890" cy="63411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Suppose that we want to maximize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+2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sz="2400" dirty="0"/>
                  <a:t> subject to</a:t>
                </a:r>
              </a:p>
              <a:p>
                <a:pPr lvl="1"/>
                <a:r>
                  <a:rPr lang="en-US" sz="2400" dirty="0"/>
                  <a:t>	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≤6</m:t>
                    </m:r>
                  </m:oMath>
                </a14:m>
                <a:r>
                  <a:rPr lang="en-US" sz="2400" b="0" dirty="0">
                    <a:ea typeface="Cambria Math" panose="02040503050406030204" pitchFamily="18" charset="0"/>
                  </a:rPr>
                  <a:t>, 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≤8</m:t>
                    </m:r>
                  </m:oMath>
                </a14:m>
                <a:r>
                  <a:rPr lang="en-US" sz="2400" b="0" dirty="0">
                    <a:ea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US" sz="2400" b="0" dirty="0">
                    <a:ea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≥0</m:t>
                    </m:r>
                  </m:oMath>
                </a14:m>
                <a:endParaRPr lang="en-US" sz="2400" b="0" dirty="0">
                  <a:ea typeface="Cambria Math" panose="02040503050406030204" pitchFamily="18" charset="0"/>
                </a:endParaRPr>
              </a:p>
              <a:p>
                <a:pPr lvl="1"/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lvl="1"/>
                <a:r>
                  <a:rPr lang="en-US" sz="2400" dirty="0">
                    <a:latin typeface="Cambria Math" panose="02040503050406030204" pitchFamily="18" charset="0"/>
                  </a:rPr>
                  <a:t>Our objective function becomes:</a:t>
                </a:r>
              </a:p>
              <a:p>
                <a:pPr lvl="1"/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+2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32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den>
                    </m:f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sz="2400" dirty="0">
                  <a:ea typeface="Cambria Math" panose="02040503050406030204" pitchFamily="18" charset="0"/>
                </a:endParaRPr>
              </a:p>
              <a:p>
                <a:pPr lvl="1"/>
                <a:endParaRPr lang="en-US" sz="2400" dirty="0">
                  <a:ea typeface="Cambria Math" panose="02040503050406030204" pitchFamily="18" charset="0"/>
                </a:endParaRPr>
              </a:p>
              <a:p>
                <a:pPr lvl="1"/>
                <a:r>
                  <a:rPr lang="en-US" sz="2400" dirty="0">
                    <a:ea typeface="Cambria Math" panose="02040503050406030204" pitchFamily="18" charset="0"/>
                  </a:rPr>
                  <a:t>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US" sz="2400" dirty="0">
                    <a:ea typeface="Cambria Math" panose="02040503050406030204" pitchFamily="18" charset="0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US" sz="2400" dirty="0">
                    <a:ea typeface="Cambria Math" panose="02040503050406030204" pitchFamily="18" charset="0"/>
                  </a:rPr>
                  <a:t>, our objective function is maximized 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dirty="0">
                  <a:ea typeface="Cambria Math" panose="02040503050406030204" pitchFamily="18" charset="0"/>
                </a:endParaRPr>
              </a:p>
              <a:p>
                <a:pPr lvl="1"/>
                <a:endParaRPr lang="en-US" sz="2400" dirty="0">
                  <a:ea typeface="Cambria Math" panose="02040503050406030204" pitchFamily="18" charset="0"/>
                </a:endParaRPr>
              </a:p>
              <a:p>
                <a:pPr lvl="1"/>
                <a:r>
                  <a:rPr lang="en-US" sz="2400" dirty="0">
                    <a:ea typeface="Cambria Math" panose="02040503050406030204" pitchFamily="18" charset="0"/>
                  </a:rPr>
                  <a:t>Plugging those values into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400" dirty="0">
                    <a:ea typeface="Cambria Math" panose="02040503050406030204" pitchFamily="18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sz="2400" dirty="0">
                    <a:ea typeface="Cambria Math" panose="02040503050406030204" pitchFamily="18" charset="0"/>
                  </a:rPr>
                  <a:t>, we get that:</a:t>
                </a:r>
              </a:p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Utility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32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 sz="2400" dirty="0">
                  <a:ea typeface="Cambria Math" panose="02040503050406030204" pitchFamily="18" charset="0"/>
                </a:endParaRPr>
              </a:p>
              <a:p>
                <a:pPr lvl="1"/>
                <a:endParaRPr lang="en-US" sz="2400" dirty="0">
                  <a:ea typeface="Cambria Math" panose="02040503050406030204" pitchFamily="18" charset="0"/>
                </a:endParaRPr>
              </a:p>
              <a:p>
                <a:pPr lvl="1">
                  <a:spcAft>
                    <a:spcPts val="600"/>
                  </a:spcAft>
                </a:pPr>
                <a:r>
                  <a:rPr lang="en-US" sz="2400" dirty="0">
                    <a:ea typeface="Cambria Math" panose="02040503050406030204" pitchFamily="18" charset="0"/>
                  </a:rPr>
                  <a:t>  </a:t>
                </a:r>
              </a:p>
              <a:p>
                <a:pPr lvl="1">
                  <a:spcAft>
                    <a:spcPts val="600"/>
                  </a:spcAft>
                </a:pPr>
                <a:endParaRPr lang="en-US" sz="2400" dirty="0">
                  <a:ea typeface="Cambria Math" panose="02040503050406030204" pitchFamily="18" charset="0"/>
                </a:endParaRPr>
              </a:p>
              <a:p>
                <a:pPr lvl="1">
                  <a:spcAft>
                    <a:spcPts val="600"/>
                  </a:spcAft>
                </a:pPr>
                <a:endParaRPr lang="en-US" sz="2400" b="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7C77250-47AF-46C4-6AF5-FB287B92FD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0" y="2136513"/>
                <a:ext cx="8300890" cy="6341159"/>
              </a:xfrm>
              <a:prstGeom prst="rect">
                <a:avLst/>
              </a:prstGeom>
              <a:blipFill>
                <a:blip r:embed="rId4"/>
                <a:stretch>
                  <a:fillRect t="-7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59C66572-7D1B-9CBB-EF83-02BA83F214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7716" y="2561959"/>
            <a:ext cx="4671359" cy="394435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263BBE5-6BB9-DB91-4757-0625EF4A4279}"/>
              </a:ext>
            </a:extLst>
          </p:cNvPr>
          <p:cNvSpPr txBox="1"/>
          <p:nvPr/>
        </p:nvSpPr>
        <p:spPr>
          <a:xfrm rot="3344508">
            <a:off x="8706627" y="4234204"/>
            <a:ext cx="26300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ea typeface="Cambria Math" panose="02040503050406030204" pitchFamily="18" charset="0"/>
              </a:rPr>
              <a:t>Lines of Constant Utility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030099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AFF08-3CE7-4A6A-A801-97EBE0320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76D42DA-3042-10B2-E325-724DB0153349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F2E12CA-9096-4C87-D32B-ADBFCB4442BA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AF7FDD-FDE7-A766-52BF-D0A8E82FBC60}"/>
              </a:ext>
            </a:extLst>
          </p:cNvPr>
          <p:cNvSpPr txBox="1"/>
          <p:nvPr/>
        </p:nvSpPr>
        <p:spPr>
          <a:xfrm>
            <a:off x="3795252" y="351682"/>
            <a:ext cx="44245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Simplex Algorithm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256F26-29B5-7C2A-0C26-C4A80473623E}"/>
              </a:ext>
            </a:extLst>
          </p:cNvPr>
          <p:cNvSpPr txBox="1"/>
          <p:nvPr/>
        </p:nvSpPr>
        <p:spPr>
          <a:xfrm>
            <a:off x="-376090" y="1744431"/>
            <a:ext cx="1228049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b="1" dirty="0"/>
              <a:t>Example 2.0: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42CC8FB-EE8E-E1E0-B3E5-07A08E787D4C}"/>
                  </a:ext>
                </a:extLst>
              </p:cNvPr>
              <p:cNvSpPr txBox="1"/>
              <p:nvPr/>
            </p:nvSpPr>
            <p:spPr>
              <a:xfrm>
                <a:off x="-376090" y="2263049"/>
                <a:ext cx="7996091" cy="43731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Suppose that we want to maximize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+2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sz="2400" dirty="0"/>
                  <a:t> subject to</a:t>
                </a:r>
              </a:p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≤6</m:t>
                    </m:r>
                  </m:oMath>
                </a14:m>
                <a:r>
                  <a:rPr lang="en-US" sz="2400" b="0" dirty="0">
                    <a:ea typeface="Cambria Math" panose="02040503050406030204" pitchFamily="18" charset="0"/>
                  </a:rPr>
                  <a:t>, 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≤8, 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 ≤4.5</m:t>
                    </m:r>
                  </m:oMath>
                </a14:m>
                <a:r>
                  <a:rPr lang="en-US" sz="2400" b="0" dirty="0">
                    <a:ea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US" sz="2400" b="0" dirty="0">
                    <a:ea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≥0 </m:t>
                    </m:r>
                  </m:oMath>
                </a14:m>
                <a:endParaRPr lang="en-US" sz="2400" b="0" dirty="0">
                  <a:ea typeface="Cambria Math" panose="02040503050406030204" pitchFamily="18" charset="0"/>
                </a:endParaRPr>
              </a:p>
              <a:p>
                <a:pPr lvl="1"/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lvl="1"/>
                <a:r>
                  <a:rPr lang="en-US" sz="2400" dirty="0"/>
                  <a:t>Using slack variables: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+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r>
                  <a:rPr lang="en-US" sz="2400" b="0" dirty="0">
                    <a:ea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8</m:t>
                    </m:r>
                  </m:oMath>
                </a14:m>
                <a:r>
                  <a:rPr lang="en-US" sz="2400" dirty="0">
                    <a:ea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US" sz="2400" dirty="0">
                    <a:ea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</m:t>
                    </m:r>
                  </m:oMath>
                </a14:m>
                <a:endParaRPr lang="en-US" sz="2400" dirty="0">
                  <a:ea typeface="Cambria Math" panose="02040503050406030204" pitchFamily="18" charset="0"/>
                </a:endParaRPr>
              </a:p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 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4.5</m:t>
                      </m:r>
                    </m:oMath>
                  </m:oMathPara>
                </a14:m>
                <a:endParaRPr lang="en-US" sz="2400" dirty="0">
                  <a:ea typeface="Cambria Math" panose="02040503050406030204" pitchFamily="18" charset="0"/>
                </a:endParaRPr>
              </a:p>
              <a:p>
                <a:pPr lvl="1"/>
                <a:r>
                  <a:rPr lang="en-US" sz="2400" dirty="0">
                    <a:ea typeface="Cambria Math" panose="02040503050406030204" pitchFamily="18" charset="0"/>
                  </a:rPr>
                  <a:t>We then express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400" dirty="0">
                    <a:ea typeface="Cambria Math" panose="02040503050406030204" pitchFamily="18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sz="2400" dirty="0">
                    <a:ea typeface="Cambria Math" panose="02040503050406030204" pitchFamily="18" charset="0"/>
                  </a:rPr>
                  <a:t> in terms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400" dirty="0">
                    <a:ea typeface="Cambria Math" panose="02040503050406030204" pitchFamily="18" charset="0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>
                    <a:ea typeface="Cambria Math" panose="02040503050406030204" pitchFamily="18" charset="0"/>
                  </a:rPr>
                  <a:t>:</a:t>
                </a:r>
              </a:p>
              <a:p>
                <a:pPr lvl="1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>
                  <a:ea typeface="Cambria Math" panose="02040503050406030204" pitchFamily="18" charset="0"/>
                </a:endParaRPr>
              </a:p>
              <a:p>
                <a:pPr lvl="1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42CC8FB-EE8E-E1E0-B3E5-07A08E787D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0" y="2263049"/>
                <a:ext cx="7996091" cy="4373120"/>
              </a:xfrm>
              <a:prstGeom prst="rect">
                <a:avLst/>
              </a:prstGeom>
              <a:blipFill>
                <a:blip r:embed="rId3"/>
                <a:stretch>
                  <a:fillRect t="-11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82454706-103C-8A16-922F-2C08014E79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67716" y="2598444"/>
            <a:ext cx="4671359" cy="387138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6B9FEE1-546F-0D40-C728-1CF5938988E4}"/>
                  </a:ext>
                </a:extLst>
              </p:cNvPr>
              <p:cNvSpPr txBox="1"/>
              <p:nvPr/>
            </p:nvSpPr>
            <p:spPr>
              <a:xfrm>
                <a:off x="11739876" y="5736197"/>
                <a:ext cx="3290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6B9FEE1-546F-0D40-C728-1CF5938988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39876" y="5736197"/>
                <a:ext cx="329048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ACBF291-BDEC-AF3E-5710-7150B5A87FA9}"/>
                  </a:ext>
                </a:extLst>
              </p:cNvPr>
              <p:cNvSpPr txBox="1"/>
              <p:nvPr/>
            </p:nvSpPr>
            <p:spPr>
              <a:xfrm>
                <a:off x="7753154" y="2206096"/>
                <a:ext cx="3290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ACBF291-BDEC-AF3E-5710-7150B5A87F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3154" y="2206096"/>
                <a:ext cx="329048" cy="369332"/>
              </a:xfrm>
              <a:prstGeom prst="rect">
                <a:avLst/>
              </a:prstGeom>
              <a:blipFill>
                <a:blip r:embed="rId6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945972DB-4B1F-2BC6-A276-9F36083FBF67}"/>
              </a:ext>
            </a:extLst>
          </p:cNvPr>
          <p:cNvSpPr txBox="1"/>
          <p:nvPr/>
        </p:nvSpPr>
        <p:spPr>
          <a:xfrm rot="3344508">
            <a:off x="8637803" y="4194876"/>
            <a:ext cx="26300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ea typeface="Cambria Math" panose="02040503050406030204" pitchFamily="18" charset="0"/>
              </a:rPr>
              <a:t>Lines of Constant Utility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573858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AB850-63F9-4A51-F969-91616B109F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3C03D1C-B6B4-7FF9-5DF7-367AE2B6D6A7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2A8F128-36AF-0179-F148-7C2FB94FC7E5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B4CE96-0874-9789-019B-542B668A0B80}"/>
              </a:ext>
            </a:extLst>
          </p:cNvPr>
          <p:cNvSpPr txBox="1"/>
          <p:nvPr/>
        </p:nvSpPr>
        <p:spPr>
          <a:xfrm>
            <a:off x="3795252" y="351682"/>
            <a:ext cx="44245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Simplex Algorithm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8501422-C8C2-F3FE-A8D8-BD6D7687B3CC}"/>
              </a:ext>
            </a:extLst>
          </p:cNvPr>
          <p:cNvSpPr txBox="1"/>
          <p:nvPr/>
        </p:nvSpPr>
        <p:spPr>
          <a:xfrm>
            <a:off x="-376090" y="1744431"/>
            <a:ext cx="1228049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b="1" dirty="0"/>
              <a:t>Example: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2BAB23B-E410-AFDF-94D4-2E82CC3E1997}"/>
                  </a:ext>
                </a:extLst>
              </p:cNvPr>
              <p:cNvSpPr txBox="1"/>
              <p:nvPr/>
            </p:nvSpPr>
            <p:spPr>
              <a:xfrm>
                <a:off x="-376090" y="2136513"/>
                <a:ext cx="8300890" cy="11555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:r>
                  <a:rPr lang="en-US" sz="2400" dirty="0">
                    <a:latin typeface="Cambria Math" panose="02040503050406030204" pitchFamily="18" charset="0"/>
                  </a:rPr>
                  <a:t>Our objective function becomes:</a:t>
                </a:r>
              </a:p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32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2BAB23B-E410-AFDF-94D4-2E82CC3E19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0" y="2136513"/>
                <a:ext cx="8300890" cy="1155509"/>
              </a:xfrm>
              <a:prstGeom prst="rect">
                <a:avLst/>
              </a:prstGeom>
              <a:blipFill>
                <a:blip r:embed="rId3"/>
                <a:stretch>
                  <a:fillRect t="-4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2368C75-7FE5-A6E4-F60E-EEE01111FBC8}"/>
                  </a:ext>
                </a:extLst>
              </p:cNvPr>
              <p:cNvSpPr txBox="1"/>
              <p:nvPr/>
            </p:nvSpPr>
            <p:spPr>
              <a:xfrm>
                <a:off x="-275507" y="3340416"/>
                <a:ext cx="8713845" cy="12495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Now we want to maximize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den>
                    </m:f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subject to</a:t>
                </a:r>
              </a:p>
              <a:p>
                <a:pPr lvl="1"/>
                <a:r>
                  <a:rPr lang="en-US" sz="2400" dirty="0"/>
                  <a:t>	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</m:oMath>
                </a14:m>
                <a:r>
                  <a:rPr lang="en-US" sz="2400" b="0" dirty="0">
                    <a:ea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US" sz="2400" b="0" dirty="0">
                    <a:ea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endParaRPr lang="en-US" sz="2400" b="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2368C75-7FE5-A6E4-F60E-EEE01111FB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75507" y="3340416"/>
                <a:ext cx="8713845" cy="1249573"/>
              </a:xfrm>
              <a:prstGeom prst="rect">
                <a:avLst/>
              </a:prstGeom>
              <a:blipFill>
                <a:blip r:embed="rId4"/>
                <a:stretch>
                  <a:fillRect b="-1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C1CB72A-7BA5-5F05-1F24-7C420FF019B0}"/>
                  </a:ext>
                </a:extLst>
              </p:cNvPr>
              <p:cNvSpPr txBox="1"/>
              <p:nvPr/>
            </p:nvSpPr>
            <p:spPr>
              <a:xfrm>
                <a:off x="5616672" y="2637301"/>
                <a:ext cx="6287728" cy="6161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:r>
                  <a:rPr lang="en-US" sz="2400" dirty="0">
                    <a:ea typeface="Cambria Math" panose="02040503050406030204" pitchFamily="18" charset="0"/>
                  </a:rPr>
                  <a:t>Note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nor/>
                      </m:rPr>
                      <a:rPr lang="en-US" sz="2400" dirty="0"/>
                      <m:t> 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</m:oMath>
                </a14:m>
                <a:endParaRPr lang="en-US" sz="2400" dirty="0"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C1CB72A-7BA5-5F05-1F24-7C420FF019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6672" y="2637301"/>
                <a:ext cx="6287728" cy="616194"/>
              </a:xfrm>
              <a:prstGeom prst="rect">
                <a:avLst/>
              </a:prstGeom>
              <a:blipFill>
                <a:blip r:embed="rId5"/>
                <a:stretch>
                  <a:fillRect b="-108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F9ECBD0-6AFA-BFCA-1CDD-821BE0BE1D9A}"/>
                  </a:ext>
                </a:extLst>
              </p:cNvPr>
              <p:cNvSpPr txBox="1"/>
              <p:nvPr/>
            </p:nvSpPr>
            <p:spPr>
              <a:xfrm>
                <a:off x="-275507" y="4577921"/>
                <a:ext cx="8713845" cy="121610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This is equivalent to maximizing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den>
                    </m:f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subject to</a:t>
                </a:r>
              </a:p>
              <a:p>
                <a:pPr lvl="1"/>
                <a:r>
                  <a:rPr lang="en-US" sz="2400" dirty="0"/>
                  <a:t>	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400" b="0" dirty="0">
                    <a:ea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US" sz="2400" b="0" dirty="0">
                    <a:ea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</m:t>
                    </m:r>
                  </m:oMath>
                </a14:m>
                <a:endParaRPr lang="en-US" sz="2400" b="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F9ECBD0-6AFA-BFCA-1CDD-821BE0BE1D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75507" y="4577921"/>
                <a:ext cx="8713845" cy="1216102"/>
              </a:xfrm>
              <a:prstGeom prst="rect">
                <a:avLst/>
              </a:prstGeom>
              <a:blipFill>
                <a:blip r:embed="rId6"/>
                <a:stretch>
                  <a:fillRect b="-50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1E01A8A-04CE-7E05-41F7-AE0929F658B3}"/>
                  </a:ext>
                </a:extLst>
              </p:cNvPr>
              <p:cNvSpPr txBox="1"/>
              <p:nvPr/>
            </p:nvSpPr>
            <p:spPr>
              <a:xfrm>
                <a:off x="-184165" y="5701930"/>
                <a:ext cx="8713845" cy="613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This maximization occurs 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400" b="0" dirty="0">
                    <a:ea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2400" b="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1E01A8A-04CE-7E05-41F7-AE0929F658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84165" y="5701930"/>
                <a:ext cx="8713845" cy="613886"/>
              </a:xfrm>
              <a:prstGeom prst="rect">
                <a:avLst/>
              </a:prstGeom>
              <a:blipFill>
                <a:blip r:embed="rId7"/>
                <a:stretch>
                  <a:fillRect b="-108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992830C-E7BA-E7B7-8683-A1933D2F5F05}"/>
                  </a:ext>
                </a:extLst>
              </p:cNvPr>
              <p:cNvSpPr txBox="1"/>
              <p:nvPr/>
            </p:nvSpPr>
            <p:spPr>
              <a:xfrm>
                <a:off x="-184165" y="6243345"/>
                <a:ext cx="10196845" cy="6146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:r>
                  <a:rPr lang="en-US" sz="2400" dirty="0">
                    <a:ea typeface="Cambria Math" panose="02040503050406030204" pitchFamily="18" charset="0"/>
                  </a:rPr>
                  <a:t>Plugging those values into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400" dirty="0">
                    <a:ea typeface="Cambria Math" panose="02040503050406030204" pitchFamily="18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sz="2400" dirty="0">
                    <a:ea typeface="Cambria Math" panose="02040503050406030204" pitchFamily="18" charset="0"/>
                  </a:rPr>
                  <a:t>, we get that: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=3</m:t>
                    </m:r>
                    <m: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Utility</m:t>
                    </m:r>
                    <m: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21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992830C-E7BA-E7B7-8683-A1933D2F5F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84165" y="6243345"/>
                <a:ext cx="10196845" cy="614655"/>
              </a:xfrm>
              <a:prstGeom prst="rect">
                <a:avLst/>
              </a:prstGeom>
              <a:blipFill>
                <a:blip r:embed="rId8"/>
                <a:stretch>
                  <a:fillRect b="-108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475607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3273</TotalTime>
  <Words>3061</Words>
  <Application>Microsoft Office PowerPoint</Application>
  <PresentationFormat>Widescreen</PresentationFormat>
  <Paragraphs>472</Paragraphs>
  <Slides>30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6" baseType="lpstr">
      <vt:lpstr>Aptos</vt:lpstr>
      <vt:lpstr>Aptos Display</vt:lpstr>
      <vt:lpstr>Arial</vt:lpstr>
      <vt:lpstr>Cambria Math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Jacob Wyngaard</dc:creator>
  <cp:lastModifiedBy>Jacob Wyngaard</cp:lastModifiedBy>
  <cp:revision>30</cp:revision>
  <cp:lastPrinted>2025-08-21T02:00:35Z</cp:lastPrinted>
  <dcterms:created xsi:type="dcterms:W3CDTF">2025-08-20T23:47:39Z</dcterms:created>
  <dcterms:modified xsi:type="dcterms:W3CDTF">2026-02-25T00:31:18Z</dcterms:modified>
</cp:coreProperties>
</file>