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1" r:id="rId2"/>
    <p:sldId id="277" r:id="rId3"/>
    <p:sldId id="297" r:id="rId4"/>
    <p:sldId id="298" r:id="rId5"/>
    <p:sldId id="299" r:id="rId6"/>
    <p:sldId id="292" r:id="rId7"/>
    <p:sldId id="300" r:id="rId8"/>
    <p:sldId id="301" r:id="rId9"/>
    <p:sldId id="302" r:id="rId10"/>
    <p:sldId id="303" r:id="rId11"/>
    <p:sldId id="304" r:id="rId12"/>
    <p:sldId id="306" r:id="rId13"/>
    <p:sldId id="307" r:id="rId14"/>
    <p:sldId id="308" r:id="rId15"/>
    <p:sldId id="310" r:id="rId16"/>
    <p:sldId id="313" r:id="rId17"/>
    <p:sldId id="311" r:id="rId18"/>
    <p:sldId id="312" r:id="rId19"/>
    <p:sldId id="309" r:id="rId20"/>
    <p:sldId id="317" r:id="rId21"/>
    <p:sldId id="318" r:id="rId22"/>
    <p:sldId id="319" r:id="rId23"/>
    <p:sldId id="320" r:id="rId24"/>
    <p:sldId id="321" r:id="rId25"/>
    <p:sldId id="322" r:id="rId26"/>
    <p:sldId id="314" r:id="rId27"/>
    <p:sldId id="315" r:id="rId28"/>
    <p:sldId id="316" r:id="rId29"/>
    <p:sldId id="323" r:id="rId30"/>
    <p:sldId id="324" r:id="rId31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F21C0B"/>
    <a:srgbClr val="5E83A6"/>
    <a:srgbClr val="EBF1F8"/>
    <a:srgbClr val="B2BFB9"/>
    <a:srgbClr val="E9F5E7"/>
    <a:srgbClr val="FFFFFF"/>
    <a:srgbClr val="CDE6EF"/>
    <a:srgbClr val="14A7D8"/>
    <a:srgbClr val="CD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ABCAE-281F-488A-8CE8-04C8D97BC84B}" v="2963" dt="2026-02-24T06:15:02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2-24T06:15:02.859" v="9432"/>
      <pc:docMkLst>
        <pc:docMk/>
      </pc:docMkLst>
      <pc:sldChg chg="addSp delSp modSp mod">
        <pc:chgData name="Jacob Wyngaard" userId="6181fcd471e98458" providerId="LiveId" clId="{788BA123-62C9-4DDC-86E5-A6BCA4600216}" dt="2026-02-23T16:52:25.070" v="1073" actId="20577"/>
        <pc:sldMkLst>
          <pc:docMk/>
          <pc:sldMk cId="2457022423" sldId="277"/>
        </pc:sldMkLst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5" creationId="{7C54A052-DEB4-04B8-A37D-9C668B8C4231}"/>
          </ac:spMkLst>
        </pc:spChg>
        <pc:spChg chg="mod">
          <ac:chgData name="Jacob Wyngaard" userId="6181fcd471e98458" providerId="LiveId" clId="{788BA123-62C9-4DDC-86E5-A6BCA4600216}" dt="2026-02-23T16:38:56.894" v="703" actId="1076"/>
          <ac:spMkLst>
            <pc:docMk/>
            <pc:sldMk cId="2457022423" sldId="277"/>
            <ac:spMk id="9" creationId="{1CA26395-4C2F-CF61-0495-2CA4A3A53348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10" creationId="{C20296E1-7EB9-6B28-C6F9-90A9B5EF62A9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14" creationId="{870BA0E7-8F72-2368-93C1-6C0767785DC1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15" creationId="{82C186BD-F98A-7125-8842-69E6EAC18B4B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18" creationId="{ABE5930E-AA35-39C6-D9C2-0CCAF7264280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19" creationId="{09206B7E-8C1E-61FD-89B6-6DCA7499FE64}"/>
          </ac:spMkLst>
        </pc:spChg>
        <pc:spChg chg="add del mod">
          <ac:chgData name="Jacob Wyngaard" userId="6181fcd471e98458" providerId="LiveId" clId="{788BA123-62C9-4DDC-86E5-A6BCA4600216}" dt="2026-02-23T16:28:15.121" v="104" actId="478"/>
          <ac:spMkLst>
            <pc:docMk/>
            <pc:sldMk cId="2457022423" sldId="277"/>
            <ac:spMk id="24" creationId="{87BDFD8B-0CD7-9947-DCCF-64BEDE61EF1D}"/>
          </ac:spMkLst>
        </pc:spChg>
        <pc:spChg chg="add mod">
          <ac:chgData name="Jacob Wyngaard" userId="6181fcd471e98458" providerId="LiveId" clId="{788BA123-62C9-4DDC-86E5-A6BCA4600216}" dt="2026-02-23T16:46:20.310" v="880" actId="1076"/>
          <ac:spMkLst>
            <pc:docMk/>
            <pc:sldMk cId="2457022423" sldId="277"/>
            <ac:spMk id="25" creationId="{0D5585F5-32D4-61FD-4AFA-5630D46FCAA4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27" creationId="{EB468DDB-9C5E-68F6-3BF1-C4CBC6E02422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28" creationId="{08B33380-65EF-1BB8-A4B3-5974D2FC682F}"/>
          </ac:spMkLst>
        </pc:spChg>
        <pc:spChg chg="add mod">
          <ac:chgData name="Jacob Wyngaard" userId="6181fcd471e98458" providerId="LiveId" clId="{788BA123-62C9-4DDC-86E5-A6BCA4600216}" dt="2026-02-23T16:46:23.499" v="881" actId="1076"/>
          <ac:spMkLst>
            <pc:docMk/>
            <pc:sldMk cId="2457022423" sldId="277"/>
            <ac:spMk id="29" creationId="{EC23143A-C425-3166-5A0C-1A7CDCED563D}"/>
          </ac:spMkLst>
        </pc:spChg>
        <pc:spChg chg="add mod">
          <ac:chgData name="Jacob Wyngaard" userId="6181fcd471e98458" providerId="LiveId" clId="{788BA123-62C9-4DDC-86E5-A6BCA4600216}" dt="2026-02-23T16:50:10.753" v="1053" actId="1076"/>
          <ac:spMkLst>
            <pc:docMk/>
            <pc:sldMk cId="2457022423" sldId="277"/>
            <ac:spMk id="30" creationId="{931B4B9F-02A8-DB0B-98E1-A397DF52F62D}"/>
          </ac:spMkLst>
        </pc:spChg>
        <pc:spChg chg="add mod">
          <ac:chgData name="Jacob Wyngaard" userId="6181fcd471e98458" providerId="LiveId" clId="{788BA123-62C9-4DDC-86E5-A6BCA4600216}" dt="2026-02-23T16:50:34.999" v="1059" actId="1076"/>
          <ac:spMkLst>
            <pc:docMk/>
            <pc:sldMk cId="2457022423" sldId="277"/>
            <ac:spMk id="32" creationId="{27FAA035-B413-259B-A062-6685EA6B12FC}"/>
          </ac:spMkLst>
        </pc:spChg>
        <pc:spChg chg="del mod">
          <ac:chgData name="Jacob Wyngaard" userId="6181fcd471e98458" providerId="LiveId" clId="{788BA123-62C9-4DDC-86E5-A6BCA4600216}" dt="2026-02-23T16:27:06.017" v="51" actId="478"/>
          <ac:spMkLst>
            <pc:docMk/>
            <pc:sldMk cId="2457022423" sldId="277"/>
            <ac:spMk id="34" creationId="{DA33C9AD-E8E9-366E-BE0D-EC3FC9D9DD0F}"/>
          </ac:spMkLst>
        </pc:spChg>
        <pc:spChg chg="add mod">
          <ac:chgData name="Jacob Wyngaard" userId="6181fcd471e98458" providerId="LiveId" clId="{788BA123-62C9-4DDC-86E5-A6BCA4600216}" dt="2026-02-23T16:50:42.530" v="1061" actId="1076"/>
          <ac:spMkLst>
            <pc:docMk/>
            <pc:sldMk cId="2457022423" sldId="277"/>
            <ac:spMk id="35" creationId="{1C5A0267-311E-57B9-4BBF-DAC55FE46BE4}"/>
          </ac:spMkLst>
        </pc:spChg>
        <pc:spChg chg="add mod">
          <ac:chgData name="Jacob Wyngaard" userId="6181fcd471e98458" providerId="LiveId" clId="{788BA123-62C9-4DDC-86E5-A6BCA4600216}" dt="2026-02-23T16:52:25.070" v="1073" actId="20577"/>
          <ac:spMkLst>
            <pc:docMk/>
            <pc:sldMk cId="2457022423" sldId="277"/>
            <ac:spMk id="37" creationId="{56F2428F-B40D-17A0-7007-ECAE725475AD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39" creationId="{3C7F5323-C550-943A-9F94-6EFB7A164B67}"/>
          </ac:spMkLst>
        </pc:spChg>
        <pc:spChg chg="del">
          <ac:chgData name="Jacob Wyngaard" userId="6181fcd471e98458" providerId="LiveId" clId="{788BA123-62C9-4DDC-86E5-A6BCA4600216}" dt="2026-02-23T16:27:04.575" v="49" actId="478"/>
          <ac:spMkLst>
            <pc:docMk/>
            <pc:sldMk cId="2457022423" sldId="277"/>
            <ac:spMk id="40" creationId="{7FA75D68-6241-A6AB-7B3C-7D062E956447}"/>
          </ac:spMkLst>
        </pc:spChg>
        <pc:spChg chg="add del mod">
          <ac:chgData name="Jacob Wyngaard" userId="6181fcd471e98458" providerId="LiveId" clId="{788BA123-62C9-4DDC-86E5-A6BCA4600216}" dt="2026-02-23T16:44:02.946" v="843" actId="478"/>
          <ac:spMkLst>
            <pc:docMk/>
            <pc:sldMk cId="2457022423" sldId="277"/>
            <ac:spMk id="41" creationId="{D4499009-F9DC-30E5-861E-45098485E159}"/>
          </ac:spMkLst>
        </pc:spChg>
        <pc:spChg chg="add del mod">
          <ac:chgData name="Jacob Wyngaard" userId="6181fcd471e98458" providerId="LiveId" clId="{788BA123-62C9-4DDC-86E5-A6BCA4600216}" dt="2026-02-23T16:44:01.045" v="842" actId="478"/>
          <ac:spMkLst>
            <pc:docMk/>
            <pc:sldMk cId="2457022423" sldId="277"/>
            <ac:spMk id="42" creationId="{F7B30E4C-5680-AF26-5DFD-47BDE9FCB540}"/>
          </ac:spMkLst>
        </pc:spChg>
        <pc:spChg chg="add mod">
          <ac:chgData name="Jacob Wyngaard" userId="6181fcd471e98458" providerId="LiveId" clId="{788BA123-62C9-4DDC-86E5-A6BCA4600216}" dt="2026-02-23T16:51:37.722" v="1067" actId="20577"/>
          <ac:spMkLst>
            <pc:docMk/>
            <pc:sldMk cId="2457022423" sldId="277"/>
            <ac:spMk id="43" creationId="{51E00468-4633-8000-5321-17962D96F9E0}"/>
          </ac:spMkLst>
        </pc:spChg>
        <pc:spChg chg="add mod">
          <ac:chgData name="Jacob Wyngaard" userId="6181fcd471e98458" providerId="LiveId" clId="{788BA123-62C9-4DDC-86E5-A6BCA4600216}" dt="2026-02-23T16:50:15.458" v="1054" actId="1076"/>
          <ac:spMkLst>
            <pc:docMk/>
            <pc:sldMk cId="2457022423" sldId="277"/>
            <ac:spMk id="44" creationId="{6AF1858D-37BD-1E7D-B227-99F84FA2DFA7}"/>
          </ac:spMkLst>
        </pc:spChg>
        <pc:spChg chg="add mod">
          <ac:chgData name="Jacob Wyngaard" userId="6181fcd471e98458" providerId="LiveId" clId="{788BA123-62C9-4DDC-86E5-A6BCA4600216}" dt="2026-02-23T16:50:52.484" v="1063" actId="1076"/>
          <ac:spMkLst>
            <pc:docMk/>
            <pc:sldMk cId="2457022423" sldId="277"/>
            <ac:spMk id="45" creationId="{478B85B6-D5C0-B5E7-1661-5AE1886DE10E}"/>
          </ac:spMkLst>
        </pc:spChg>
        <pc:spChg chg="add mod">
          <ac:chgData name="Jacob Wyngaard" userId="6181fcd471e98458" providerId="LiveId" clId="{788BA123-62C9-4DDC-86E5-A6BCA4600216}" dt="2026-02-23T16:50:50.108" v="1062" actId="1076"/>
          <ac:spMkLst>
            <pc:docMk/>
            <pc:sldMk cId="2457022423" sldId="277"/>
            <ac:spMk id="46" creationId="{C40719BF-1DC5-7AC8-2CF6-5F29CB9B36AA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285127923" sldId="285"/>
        </pc:sldMkLst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3911962155" sldId="290"/>
        </pc:sldMkLst>
      </pc:sldChg>
      <pc:sldChg chg="addSp delSp modSp mod">
        <pc:chgData name="Jacob Wyngaard" userId="6181fcd471e98458" providerId="LiveId" clId="{788BA123-62C9-4DDC-86E5-A6BCA4600216}" dt="2026-02-23T16:25:56.439" v="11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2-23T16:24:17.561" v="2" actId="20577"/>
          <ac:spMkLst>
            <pc:docMk/>
            <pc:sldMk cId="606609933" sldId="291"/>
            <ac:spMk id="9" creationId="{146DFEDC-5C40-1E05-3C8E-45F902F03177}"/>
          </ac:spMkLst>
        </pc:spChg>
        <pc:picChg chg="del">
          <ac:chgData name="Jacob Wyngaard" userId="6181fcd471e98458" providerId="LiveId" clId="{788BA123-62C9-4DDC-86E5-A6BCA4600216}" dt="2026-02-23T16:25:13.180" v="3" actId="478"/>
          <ac:picMkLst>
            <pc:docMk/>
            <pc:sldMk cId="606609933" sldId="291"/>
            <ac:picMk id="2" creationId="{8CD9B65E-8F5A-5551-6AF0-DE082A8FF297}"/>
          </ac:picMkLst>
        </pc:picChg>
        <pc:picChg chg="add mod">
          <ac:chgData name="Jacob Wyngaard" userId="6181fcd471e98458" providerId="LiveId" clId="{788BA123-62C9-4DDC-86E5-A6BCA4600216}" dt="2026-02-23T16:25:47.449" v="7" actId="1076"/>
          <ac:picMkLst>
            <pc:docMk/>
            <pc:sldMk cId="606609933" sldId="291"/>
            <ac:picMk id="3" creationId="{CE09EE05-A5B9-1FBF-2DBB-C555BB643101}"/>
          </ac:picMkLst>
        </pc:picChg>
        <pc:picChg chg="add mod">
          <ac:chgData name="Jacob Wyngaard" userId="6181fcd471e98458" providerId="LiveId" clId="{788BA123-62C9-4DDC-86E5-A6BCA4600216}" dt="2026-02-23T16:25:56.439" v="11" actId="1076"/>
          <ac:picMkLst>
            <pc:docMk/>
            <pc:sldMk cId="606609933" sldId="291"/>
            <ac:picMk id="5" creationId="{4C457158-DF9F-C419-9A83-2FA4F37689F7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45603475" sldId="292"/>
        </pc:sldMkLst>
      </pc:sldChg>
      <pc:sldChg chg="addSp modSp add mod">
        <pc:chgData name="Jacob Wyngaard" userId="6181fcd471e98458" providerId="LiveId" clId="{788BA123-62C9-4DDC-86E5-A6BCA4600216}" dt="2026-02-23T17:03:28.443" v="1567" actId="1076"/>
        <pc:sldMkLst>
          <pc:docMk/>
          <pc:sldMk cId="3199105467" sldId="292"/>
        </pc:sldMkLst>
        <pc:spChg chg="add mod">
          <ac:chgData name="Jacob Wyngaard" userId="6181fcd471e98458" providerId="LiveId" clId="{788BA123-62C9-4DDC-86E5-A6BCA4600216}" dt="2026-02-23T16:56:30.952" v="1220" actId="1076"/>
          <ac:spMkLst>
            <pc:docMk/>
            <pc:sldMk cId="3199105467" sldId="292"/>
            <ac:spMk id="2" creationId="{988F1941-A8E0-7EBC-A5F9-0BC6146B56AC}"/>
          </ac:spMkLst>
        </pc:spChg>
        <pc:spChg chg="add mod">
          <ac:chgData name="Jacob Wyngaard" userId="6181fcd471e98458" providerId="LiveId" clId="{788BA123-62C9-4DDC-86E5-A6BCA4600216}" dt="2026-02-23T17:00:24.286" v="1321" actId="20577"/>
          <ac:spMkLst>
            <pc:docMk/>
            <pc:sldMk cId="3199105467" sldId="292"/>
            <ac:spMk id="3" creationId="{EE9B614D-AF8E-693A-DD60-A225666858BF}"/>
          </ac:spMkLst>
        </pc:spChg>
        <pc:spChg chg="add mod">
          <ac:chgData name="Jacob Wyngaard" userId="6181fcd471e98458" providerId="LiveId" clId="{788BA123-62C9-4DDC-86E5-A6BCA4600216}" dt="2026-02-23T17:01:13.638" v="1396" actId="113"/>
          <ac:spMkLst>
            <pc:docMk/>
            <pc:sldMk cId="3199105467" sldId="292"/>
            <ac:spMk id="4" creationId="{21094D36-D732-27AE-3FDA-861A5F08CA1E}"/>
          </ac:spMkLst>
        </pc:spChg>
        <pc:spChg chg="add mod">
          <ac:chgData name="Jacob Wyngaard" userId="6181fcd471e98458" providerId="LiveId" clId="{788BA123-62C9-4DDC-86E5-A6BCA4600216}" dt="2026-02-23T17:01:38.852" v="1398" actId="1076"/>
          <ac:spMkLst>
            <pc:docMk/>
            <pc:sldMk cId="3199105467" sldId="292"/>
            <ac:spMk id="10" creationId="{E5D5DDD3-FC1D-7B66-3D30-B5BDFEE470BF}"/>
          </ac:spMkLst>
        </pc:spChg>
        <pc:spChg chg="add mod">
          <ac:chgData name="Jacob Wyngaard" userId="6181fcd471e98458" providerId="LiveId" clId="{788BA123-62C9-4DDC-86E5-A6BCA4600216}" dt="2026-02-23T17:01:38.852" v="1398" actId="1076"/>
          <ac:spMkLst>
            <pc:docMk/>
            <pc:sldMk cId="3199105467" sldId="292"/>
            <ac:spMk id="11" creationId="{E3469CD2-88EC-6ECE-5CE0-27D2266CFC35}"/>
          </ac:spMkLst>
        </pc:spChg>
        <pc:spChg chg="add mod">
          <ac:chgData name="Jacob Wyngaard" userId="6181fcd471e98458" providerId="LiveId" clId="{788BA123-62C9-4DDC-86E5-A6BCA4600216}" dt="2026-02-23T17:01:38.852" v="1398" actId="1076"/>
          <ac:spMkLst>
            <pc:docMk/>
            <pc:sldMk cId="3199105467" sldId="292"/>
            <ac:spMk id="12" creationId="{7B8F252F-6C9F-E629-F8A8-7220C6DE1671}"/>
          </ac:spMkLst>
        </pc:spChg>
        <pc:spChg chg="add mod">
          <ac:chgData name="Jacob Wyngaard" userId="6181fcd471e98458" providerId="LiveId" clId="{788BA123-62C9-4DDC-86E5-A6BCA4600216}" dt="2026-02-23T17:01:38.852" v="1398" actId="1076"/>
          <ac:spMkLst>
            <pc:docMk/>
            <pc:sldMk cId="3199105467" sldId="292"/>
            <ac:spMk id="13" creationId="{675DE30F-EB14-4704-EA75-EBF2682D2AC4}"/>
          </ac:spMkLst>
        </pc:spChg>
        <pc:spChg chg="add mod">
          <ac:chgData name="Jacob Wyngaard" userId="6181fcd471e98458" providerId="LiveId" clId="{788BA123-62C9-4DDC-86E5-A6BCA4600216}" dt="2026-02-23T17:01:38.852" v="1398" actId="1076"/>
          <ac:spMkLst>
            <pc:docMk/>
            <pc:sldMk cId="3199105467" sldId="292"/>
            <ac:spMk id="14" creationId="{C1F9E94B-441A-08A4-4E2C-183EC25DE877}"/>
          </ac:spMkLst>
        </pc:spChg>
        <pc:spChg chg="add mod">
          <ac:chgData name="Jacob Wyngaard" userId="6181fcd471e98458" providerId="LiveId" clId="{788BA123-62C9-4DDC-86E5-A6BCA4600216}" dt="2026-02-23T17:02:04.260" v="1433" actId="20577"/>
          <ac:spMkLst>
            <pc:docMk/>
            <pc:sldMk cId="3199105467" sldId="292"/>
            <ac:spMk id="15" creationId="{33EF5E07-4069-C0BC-DC25-9044F71FC081}"/>
          </ac:spMkLst>
        </pc:spChg>
        <pc:spChg chg="add mod">
          <ac:chgData name="Jacob Wyngaard" userId="6181fcd471e98458" providerId="LiveId" clId="{788BA123-62C9-4DDC-86E5-A6BCA4600216}" dt="2026-02-23T17:02:08.227" v="1435" actId="20577"/>
          <ac:spMkLst>
            <pc:docMk/>
            <pc:sldMk cId="3199105467" sldId="292"/>
            <ac:spMk id="16" creationId="{E61B0EA7-8F7B-410B-A538-79D5C6364E2B}"/>
          </ac:spMkLst>
        </pc:spChg>
        <pc:spChg chg="add mod">
          <ac:chgData name="Jacob Wyngaard" userId="6181fcd471e98458" providerId="LiveId" clId="{788BA123-62C9-4DDC-86E5-A6BCA4600216}" dt="2026-02-23T17:02:11.590" v="1437" actId="20577"/>
          <ac:spMkLst>
            <pc:docMk/>
            <pc:sldMk cId="3199105467" sldId="292"/>
            <ac:spMk id="17" creationId="{21D5782A-730E-D087-46C9-313FCE154C14}"/>
          </ac:spMkLst>
        </pc:spChg>
        <pc:spChg chg="mod">
          <ac:chgData name="Jacob Wyngaard" userId="6181fcd471e98458" providerId="LiveId" clId="{788BA123-62C9-4DDC-86E5-A6BCA4600216}" dt="2026-02-23T17:02:06.140" v="1434" actId="20577"/>
          <ac:spMkLst>
            <pc:docMk/>
            <pc:sldMk cId="3199105467" sldId="292"/>
            <ac:spMk id="18" creationId="{4EA4E27F-2E3A-4393-6362-B3029AA8A5EA}"/>
          </ac:spMkLst>
        </pc:spChg>
        <pc:spChg chg="add mod">
          <ac:chgData name="Jacob Wyngaard" userId="6181fcd471e98458" providerId="LiveId" clId="{788BA123-62C9-4DDC-86E5-A6BCA4600216}" dt="2026-02-23T17:02:10.008" v="1436" actId="20577"/>
          <ac:spMkLst>
            <pc:docMk/>
            <pc:sldMk cId="3199105467" sldId="292"/>
            <ac:spMk id="19" creationId="{26273934-FBDD-F576-2DBE-869CA7D38C69}"/>
          </ac:spMkLst>
        </pc:spChg>
        <pc:spChg chg="add mod">
          <ac:chgData name="Jacob Wyngaard" userId="6181fcd471e98458" providerId="LiveId" clId="{788BA123-62C9-4DDC-86E5-A6BCA4600216}" dt="2026-02-23T17:02:12.419" v="1438" actId="20577"/>
          <ac:spMkLst>
            <pc:docMk/>
            <pc:sldMk cId="3199105467" sldId="292"/>
            <ac:spMk id="20" creationId="{0D7D2161-16C2-BEAA-0F53-DF2AE66C9B0D}"/>
          </ac:spMkLst>
        </pc:spChg>
        <pc:spChg chg="add mod">
          <ac:chgData name="Jacob Wyngaard" userId="6181fcd471e98458" providerId="LiveId" clId="{788BA123-62C9-4DDC-86E5-A6BCA4600216}" dt="2026-02-23T17:02:01.777" v="1432" actId="1076"/>
          <ac:spMkLst>
            <pc:docMk/>
            <pc:sldMk cId="3199105467" sldId="292"/>
            <ac:spMk id="22" creationId="{996AC98A-8D53-1A20-1976-FAA413F5BA58}"/>
          </ac:spMkLst>
        </pc:spChg>
        <pc:spChg chg="add mod">
          <ac:chgData name="Jacob Wyngaard" userId="6181fcd471e98458" providerId="LiveId" clId="{788BA123-62C9-4DDC-86E5-A6BCA4600216}" dt="2026-02-23T17:02:23.762" v="1442" actId="1076"/>
          <ac:spMkLst>
            <pc:docMk/>
            <pc:sldMk cId="3199105467" sldId="292"/>
            <ac:spMk id="23" creationId="{A2A79B8D-D852-0C8A-B280-1B47DA618B5C}"/>
          </ac:spMkLst>
        </pc:spChg>
        <pc:spChg chg="add mod">
          <ac:chgData name="Jacob Wyngaard" userId="6181fcd471e98458" providerId="LiveId" clId="{788BA123-62C9-4DDC-86E5-A6BCA4600216}" dt="2026-02-23T17:02:26.562" v="1444" actId="1076"/>
          <ac:spMkLst>
            <pc:docMk/>
            <pc:sldMk cId="3199105467" sldId="292"/>
            <ac:spMk id="24" creationId="{5114466E-8164-BDBA-BC9E-5766106D4667}"/>
          </ac:spMkLst>
        </pc:spChg>
        <pc:spChg chg="add mod">
          <ac:chgData name="Jacob Wyngaard" userId="6181fcd471e98458" providerId="LiveId" clId="{788BA123-62C9-4DDC-86E5-A6BCA4600216}" dt="2026-02-23T17:03:28.443" v="1567" actId="1076"/>
          <ac:spMkLst>
            <pc:docMk/>
            <pc:sldMk cId="3199105467" sldId="292"/>
            <ac:spMk id="25" creationId="{D2A616BD-F53B-A670-77AB-9EAC7A7C65B6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3137839623" sldId="293"/>
        </pc:sldMkLst>
      </pc:sldChg>
      <pc:sldChg chg="addSp delSp modSp add del mod">
        <pc:chgData name="Jacob Wyngaard" userId="6181fcd471e98458" providerId="LiveId" clId="{788BA123-62C9-4DDC-86E5-A6BCA4600216}" dt="2026-02-23T16:54:34.997" v="1146" actId="47"/>
        <pc:sldMkLst>
          <pc:docMk/>
          <pc:sldMk cId="3158667575" sldId="293"/>
        </pc:sldMkLst>
        <pc:spChg chg="add del mod">
          <ac:chgData name="Jacob Wyngaard" userId="6181fcd471e98458" providerId="LiveId" clId="{788BA123-62C9-4DDC-86E5-A6BCA4600216}" dt="2026-02-23T16:31:46.099" v="180" actId="478"/>
          <ac:spMkLst>
            <pc:docMk/>
            <pc:sldMk cId="3158667575" sldId="293"/>
            <ac:spMk id="2" creationId="{F45EC333-A7D2-9DC6-93D2-52FA19A2172B}"/>
          </ac:spMkLst>
        </pc:spChg>
        <pc:spChg chg="add mod">
          <ac:chgData name="Jacob Wyngaard" userId="6181fcd471e98458" providerId="LiveId" clId="{788BA123-62C9-4DDC-86E5-A6BCA4600216}" dt="2026-02-23T16:31:42.750" v="179" actId="1038"/>
          <ac:spMkLst>
            <pc:docMk/>
            <pc:sldMk cId="3158667575" sldId="293"/>
            <ac:spMk id="3" creationId="{C39586B1-25FD-FC18-A16E-506793D35863}"/>
          </ac:spMkLst>
        </pc:spChg>
        <pc:spChg chg="add mod">
          <ac:chgData name="Jacob Wyngaard" userId="6181fcd471e98458" providerId="LiveId" clId="{788BA123-62C9-4DDC-86E5-A6BCA4600216}" dt="2026-02-23T16:31:52.425" v="184" actId="1037"/>
          <ac:spMkLst>
            <pc:docMk/>
            <pc:sldMk cId="3158667575" sldId="293"/>
            <ac:spMk id="4" creationId="{BD6F8D27-CAE8-D57F-A0F3-F6DC5E7F4673}"/>
          </ac:spMkLst>
        </pc:spChg>
        <pc:spChg chg="add mod">
          <ac:chgData name="Jacob Wyngaard" userId="6181fcd471e98458" providerId="LiveId" clId="{788BA123-62C9-4DDC-86E5-A6BCA4600216}" dt="2026-02-23T16:32:07.429" v="214" actId="1036"/>
          <ac:spMkLst>
            <pc:docMk/>
            <pc:sldMk cId="3158667575" sldId="293"/>
            <ac:spMk id="5" creationId="{5C1E38B4-EA4A-4C3C-B33B-B2109CAE3D5B}"/>
          </ac:spMkLst>
        </pc:spChg>
        <pc:spChg chg="add mod">
          <ac:chgData name="Jacob Wyngaard" userId="6181fcd471e98458" providerId="LiveId" clId="{788BA123-62C9-4DDC-86E5-A6BCA4600216}" dt="2026-02-23T16:32:13.841" v="217" actId="1038"/>
          <ac:spMkLst>
            <pc:docMk/>
            <pc:sldMk cId="3158667575" sldId="293"/>
            <ac:spMk id="7" creationId="{89676410-6D64-7386-B33D-02EFF260ADD3}"/>
          </ac:spMkLst>
        </pc:spChg>
        <pc:spChg chg="del mod">
          <ac:chgData name="Jacob Wyngaard" userId="6181fcd471e98458" providerId="LiveId" clId="{788BA123-62C9-4DDC-86E5-A6BCA4600216}" dt="2026-02-23T16:38:50.461" v="701" actId="478"/>
          <ac:spMkLst>
            <pc:docMk/>
            <pc:sldMk cId="3158667575" sldId="293"/>
            <ac:spMk id="9" creationId="{BF28679C-172D-8C97-DE01-F636C7D0EB4B}"/>
          </ac:spMkLst>
        </pc:spChg>
        <pc:spChg chg="add mod">
          <ac:chgData name="Jacob Wyngaard" userId="6181fcd471e98458" providerId="LiveId" clId="{788BA123-62C9-4DDC-86E5-A6BCA4600216}" dt="2026-02-23T16:33:47.852" v="301" actId="1076"/>
          <ac:spMkLst>
            <pc:docMk/>
            <pc:sldMk cId="3158667575" sldId="293"/>
            <ac:spMk id="10" creationId="{F41D7D27-860A-484F-6BA8-3D6E4DFECD0C}"/>
          </ac:spMkLst>
        </pc:spChg>
        <pc:spChg chg="add mod">
          <ac:chgData name="Jacob Wyngaard" userId="6181fcd471e98458" providerId="LiveId" clId="{788BA123-62C9-4DDC-86E5-A6BCA4600216}" dt="2026-02-23T16:38:58.279" v="704"/>
          <ac:spMkLst>
            <pc:docMk/>
            <pc:sldMk cId="3158667575" sldId="293"/>
            <ac:spMk id="11" creationId="{5682F284-234B-7E9E-14C5-26AC4B73E2FD}"/>
          </ac:spMkLst>
        </pc:spChg>
      </pc:sldChg>
      <pc:sldChg chg="addSp delSp modSp add del mod ord">
        <pc:chgData name="Jacob Wyngaard" userId="6181fcd471e98458" providerId="LiveId" clId="{788BA123-62C9-4DDC-86E5-A6BCA4600216}" dt="2026-02-23T16:55:08.354" v="1153" actId="47"/>
        <pc:sldMkLst>
          <pc:docMk/>
          <pc:sldMk cId="1576936871" sldId="294"/>
        </pc:sldMkLst>
        <pc:spChg chg="add mod">
          <ac:chgData name="Jacob Wyngaard" userId="6181fcd471e98458" providerId="LiveId" clId="{788BA123-62C9-4DDC-86E5-A6BCA4600216}" dt="2026-02-23T16:34:33.718" v="312" actId="1035"/>
          <ac:spMkLst>
            <pc:docMk/>
            <pc:sldMk cId="1576936871" sldId="294"/>
            <ac:spMk id="2" creationId="{0E398B89-7D74-5F4B-9FA4-80AAB13C6891}"/>
          </ac:spMkLst>
        </pc:spChg>
        <pc:spChg chg="add mod">
          <ac:chgData name="Jacob Wyngaard" userId="6181fcd471e98458" providerId="LiveId" clId="{788BA123-62C9-4DDC-86E5-A6BCA4600216}" dt="2026-02-23T16:34:44.041" v="315" actId="1035"/>
          <ac:spMkLst>
            <pc:docMk/>
            <pc:sldMk cId="1576936871" sldId="294"/>
            <ac:spMk id="3" creationId="{63E87F6D-4816-AEA5-65E5-AB54F9C73E98}"/>
          </ac:spMkLst>
        </pc:spChg>
        <pc:spChg chg="add mod">
          <ac:chgData name="Jacob Wyngaard" userId="6181fcd471e98458" providerId="LiveId" clId="{788BA123-62C9-4DDC-86E5-A6BCA4600216}" dt="2026-02-23T16:37:15.820" v="683" actId="1076"/>
          <ac:spMkLst>
            <pc:docMk/>
            <pc:sldMk cId="1576936871" sldId="294"/>
            <ac:spMk id="4" creationId="{CF350601-92C5-D6B1-A2F7-3E14360EF21E}"/>
          </ac:spMkLst>
        </pc:spChg>
        <pc:spChg chg="add mod">
          <ac:chgData name="Jacob Wyngaard" userId="6181fcd471e98458" providerId="LiveId" clId="{788BA123-62C9-4DDC-86E5-A6BCA4600216}" dt="2026-02-23T16:39:01.949" v="706"/>
          <ac:spMkLst>
            <pc:docMk/>
            <pc:sldMk cId="1576936871" sldId="294"/>
            <ac:spMk id="5" creationId="{CF287605-4F71-C612-5575-1CFAA597F704}"/>
          </ac:spMkLst>
        </pc:spChg>
        <pc:spChg chg="del">
          <ac:chgData name="Jacob Wyngaard" userId="6181fcd471e98458" providerId="LiveId" clId="{788BA123-62C9-4DDC-86E5-A6BCA4600216}" dt="2026-02-23T16:39:01.361" v="705" actId="478"/>
          <ac:spMkLst>
            <pc:docMk/>
            <pc:sldMk cId="1576936871" sldId="294"/>
            <ac:spMk id="9" creationId="{600C28AA-49EA-3881-BAC0-1E581CE7F97E}"/>
          </ac:spMkLst>
        </pc:spChg>
        <pc:spChg chg="mod">
          <ac:chgData name="Jacob Wyngaard" userId="6181fcd471e98458" providerId="LiveId" clId="{788BA123-62C9-4DDC-86E5-A6BCA4600216}" dt="2026-02-23T16:37:16.325" v="684" actId="1076"/>
          <ac:spMkLst>
            <pc:docMk/>
            <pc:sldMk cId="1576936871" sldId="294"/>
            <ac:spMk id="41" creationId="{FF3E2473-D027-F267-8B9E-B7ED0CEE86DF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2357545194" sldId="294"/>
        </pc:sldMkLst>
      </pc:sldChg>
      <pc:sldChg chg="addSp delSp modSp add del mod ord">
        <pc:chgData name="Jacob Wyngaard" userId="6181fcd471e98458" providerId="LiveId" clId="{788BA123-62C9-4DDC-86E5-A6BCA4600216}" dt="2026-02-23T16:55:39.471" v="1161" actId="47"/>
        <pc:sldMkLst>
          <pc:docMk/>
          <pc:sldMk cId="1725391354" sldId="295"/>
        </pc:sldMkLst>
        <pc:spChg chg="add mod">
          <ac:chgData name="Jacob Wyngaard" userId="6181fcd471e98458" providerId="LiveId" clId="{788BA123-62C9-4DDC-86E5-A6BCA4600216}" dt="2026-02-23T16:39:27.303" v="713" actId="20577"/>
          <ac:spMkLst>
            <pc:docMk/>
            <pc:sldMk cId="1725391354" sldId="295"/>
            <ac:spMk id="2" creationId="{53432D3F-80B2-5E9B-603D-DE0613EF0B2F}"/>
          </ac:spMkLst>
        </pc:spChg>
        <pc:spChg chg="add mod">
          <ac:chgData name="Jacob Wyngaard" userId="6181fcd471e98458" providerId="LiveId" clId="{788BA123-62C9-4DDC-86E5-A6BCA4600216}" dt="2026-02-23T16:39:40.719" v="717" actId="14100"/>
          <ac:spMkLst>
            <pc:docMk/>
            <pc:sldMk cId="1725391354" sldId="295"/>
            <ac:spMk id="3" creationId="{357B0C97-A291-6ACA-6D52-CB96B3242FB2}"/>
          </ac:spMkLst>
        </pc:spChg>
        <pc:spChg chg="add mod">
          <ac:chgData name="Jacob Wyngaard" userId="6181fcd471e98458" providerId="LiveId" clId="{788BA123-62C9-4DDC-86E5-A6BCA4600216}" dt="2026-02-23T16:41:15.483" v="836" actId="20577"/>
          <ac:spMkLst>
            <pc:docMk/>
            <pc:sldMk cId="1725391354" sldId="295"/>
            <ac:spMk id="4" creationId="{98EF5C99-9022-529C-7F66-8B571D60E939}"/>
          </ac:spMkLst>
        </pc:spChg>
        <pc:spChg chg="del">
          <ac:chgData name="Jacob Wyngaard" userId="6181fcd471e98458" providerId="LiveId" clId="{788BA123-62C9-4DDC-86E5-A6BCA4600216}" dt="2026-02-23T16:39:20.796" v="710" actId="478"/>
          <ac:spMkLst>
            <pc:docMk/>
            <pc:sldMk cId="1725391354" sldId="295"/>
            <ac:spMk id="9" creationId="{B00FA20E-559B-0FC2-974D-A8D5FF35AEFD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2053631791" sldId="295"/>
        </pc:sldMkLst>
      </pc:sldChg>
      <pc:sldChg chg="add del">
        <pc:chgData name="Jacob Wyngaard" userId="6181fcd471e98458" providerId="LiveId" clId="{788BA123-62C9-4DDC-86E5-A6BCA4600216}" dt="2026-02-23T16:54:33.498" v="1145" actId="47"/>
        <pc:sldMkLst>
          <pc:docMk/>
          <pc:sldMk cId="64508162" sldId="296"/>
        </pc:sldMkLst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38024688" sldId="296"/>
        </pc:sldMkLst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785384248" sldId="297"/>
        </pc:sldMkLst>
      </pc:sldChg>
      <pc:sldChg chg="addSp modSp add mod">
        <pc:chgData name="Jacob Wyngaard" userId="6181fcd471e98458" providerId="LiveId" clId="{788BA123-62C9-4DDC-86E5-A6BCA4600216}" dt="2026-02-23T16:54:27.264" v="1141" actId="1076"/>
        <pc:sldMkLst>
          <pc:docMk/>
          <pc:sldMk cId="1828421699" sldId="297"/>
        </pc:sldMkLst>
        <pc:spChg chg="add mod">
          <ac:chgData name="Jacob Wyngaard" userId="6181fcd471e98458" providerId="LiveId" clId="{788BA123-62C9-4DDC-86E5-A6BCA4600216}" dt="2026-02-23T16:53:49.422" v="1091" actId="1038"/>
          <ac:spMkLst>
            <pc:docMk/>
            <pc:sldMk cId="1828421699" sldId="297"/>
            <ac:spMk id="2" creationId="{6F611EFF-B5E3-2A88-EA7D-67B1BC269EC0}"/>
          </ac:spMkLst>
        </pc:spChg>
        <pc:spChg chg="add mod">
          <ac:chgData name="Jacob Wyngaard" userId="6181fcd471e98458" providerId="LiveId" clId="{788BA123-62C9-4DDC-86E5-A6BCA4600216}" dt="2026-02-23T16:53:55.966" v="1097" actId="1037"/>
          <ac:spMkLst>
            <pc:docMk/>
            <pc:sldMk cId="1828421699" sldId="297"/>
            <ac:spMk id="3" creationId="{46F6FD1C-2AB6-589E-4B2C-BB9A33A498A6}"/>
          </ac:spMkLst>
        </pc:spChg>
        <pc:spChg chg="add mod">
          <ac:chgData name="Jacob Wyngaard" userId="6181fcd471e98458" providerId="LiveId" clId="{788BA123-62C9-4DDC-86E5-A6BCA4600216}" dt="2026-02-23T16:54:05.059" v="1116" actId="1037"/>
          <ac:spMkLst>
            <pc:docMk/>
            <pc:sldMk cId="1828421699" sldId="297"/>
            <ac:spMk id="4" creationId="{5C43F415-3E23-55D9-FD0B-D274A3CD2334}"/>
          </ac:spMkLst>
        </pc:spChg>
        <pc:spChg chg="add mod">
          <ac:chgData name="Jacob Wyngaard" userId="6181fcd471e98458" providerId="LiveId" clId="{788BA123-62C9-4DDC-86E5-A6BCA4600216}" dt="2026-02-23T16:54:12.904" v="1140" actId="1037"/>
          <ac:spMkLst>
            <pc:docMk/>
            <pc:sldMk cId="1828421699" sldId="297"/>
            <ac:spMk id="5" creationId="{A42DDF3F-B3D8-1923-C7AE-646F9AF35646}"/>
          </ac:spMkLst>
        </pc:spChg>
        <pc:spChg chg="add mod">
          <ac:chgData name="Jacob Wyngaard" userId="6181fcd471e98458" providerId="LiveId" clId="{788BA123-62C9-4DDC-86E5-A6BCA4600216}" dt="2026-02-23T16:54:27.264" v="1141" actId="1076"/>
          <ac:spMkLst>
            <pc:docMk/>
            <pc:sldMk cId="1828421699" sldId="297"/>
            <ac:spMk id="7" creationId="{0E2C7005-AACD-0DF0-87B3-D4DD99CC459D}"/>
          </ac:spMkLst>
        </pc:spChg>
      </pc:sldChg>
      <pc:sldChg chg="addSp modSp add mod ord">
        <pc:chgData name="Jacob Wyngaard" userId="6181fcd471e98458" providerId="LiveId" clId="{788BA123-62C9-4DDC-86E5-A6BCA4600216}" dt="2026-02-23T16:55:04.811" v="1152" actId="14100"/>
        <pc:sldMkLst>
          <pc:docMk/>
          <pc:sldMk cId="3026030696" sldId="298"/>
        </pc:sldMkLst>
        <pc:spChg chg="add mod">
          <ac:chgData name="Jacob Wyngaard" userId="6181fcd471e98458" providerId="LiveId" clId="{788BA123-62C9-4DDC-86E5-A6BCA4600216}" dt="2026-02-23T16:54:41.997" v="1148" actId="1076"/>
          <ac:spMkLst>
            <pc:docMk/>
            <pc:sldMk cId="3026030696" sldId="298"/>
            <ac:spMk id="2" creationId="{F9F322E9-8FD4-A10F-1190-878ECB66BDCB}"/>
          </ac:spMkLst>
        </pc:spChg>
        <pc:spChg chg="add mod">
          <ac:chgData name="Jacob Wyngaard" userId="6181fcd471e98458" providerId="LiveId" clId="{788BA123-62C9-4DDC-86E5-A6BCA4600216}" dt="2026-02-23T16:54:41.997" v="1148" actId="1076"/>
          <ac:spMkLst>
            <pc:docMk/>
            <pc:sldMk cId="3026030696" sldId="298"/>
            <ac:spMk id="3" creationId="{47B3D457-E06D-6096-933E-CDD599D075BF}"/>
          </ac:spMkLst>
        </pc:spChg>
        <pc:spChg chg="add mod">
          <ac:chgData name="Jacob Wyngaard" userId="6181fcd471e98458" providerId="LiveId" clId="{788BA123-62C9-4DDC-86E5-A6BCA4600216}" dt="2026-02-23T16:55:04.811" v="1152" actId="14100"/>
          <ac:spMkLst>
            <pc:docMk/>
            <pc:sldMk cId="3026030696" sldId="298"/>
            <ac:spMk id="4" creationId="{D015DC8D-5EFB-70F3-3E0F-1BAC91AD497B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3070394461" sldId="298"/>
        </pc:sldMkLst>
      </pc:sldChg>
      <pc:sldChg chg="addSp modSp add mod ord">
        <pc:chgData name="Jacob Wyngaard" userId="6181fcd471e98458" providerId="LiveId" clId="{788BA123-62C9-4DDC-86E5-A6BCA4600216}" dt="2026-02-23T23:55:17.591" v="4195" actId="1076"/>
        <pc:sldMkLst>
          <pc:docMk/>
          <pc:sldMk cId="105783776" sldId="299"/>
        </pc:sldMkLst>
        <pc:spChg chg="add mod">
          <ac:chgData name="Jacob Wyngaard" userId="6181fcd471e98458" providerId="LiveId" clId="{788BA123-62C9-4DDC-86E5-A6BCA4600216}" dt="2026-02-23T16:55:32.469" v="1160" actId="14100"/>
          <ac:spMkLst>
            <pc:docMk/>
            <pc:sldMk cId="105783776" sldId="299"/>
            <ac:spMk id="2" creationId="{462FBF87-C5F5-89B9-1C69-B84E1F20A5BA}"/>
          </ac:spMkLst>
        </pc:spChg>
        <pc:spChg chg="add mod">
          <ac:chgData name="Jacob Wyngaard" userId="6181fcd471e98458" providerId="LiveId" clId="{788BA123-62C9-4DDC-86E5-A6BCA4600216}" dt="2026-02-23T23:55:17.591" v="4195" actId="1076"/>
          <ac:spMkLst>
            <pc:docMk/>
            <pc:sldMk cId="105783776" sldId="299"/>
            <ac:spMk id="3" creationId="{7FB3CABB-202B-7EEE-3835-0FA51703526F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2050459241" sldId="299"/>
        </pc:sldMkLst>
      </pc:sldChg>
      <pc:sldChg chg="modSp add mod ord">
        <pc:chgData name="Jacob Wyngaard" userId="6181fcd471e98458" providerId="LiveId" clId="{788BA123-62C9-4DDC-86E5-A6BCA4600216}" dt="2026-02-23T17:04:15.920" v="1597" actId="20577"/>
        <pc:sldMkLst>
          <pc:docMk/>
          <pc:sldMk cId="1159773281" sldId="300"/>
        </pc:sldMkLst>
        <pc:spChg chg="mod">
          <ac:chgData name="Jacob Wyngaard" userId="6181fcd471e98458" providerId="LiveId" clId="{788BA123-62C9-4DDC-86E5-A6BCA4600216}" dt="2026-02-23T17:03:41.185" v="1583" actId="20577"/>
          <ac:spMkLst>
            <pc:docMk/>
            <pc:sldMk cId="1159773281" sldId="300"/>
            <ac:spMk id="9" creationId="{CAF36E8B-035D-C39E-2E80-BA81626D4B5D}"/>
          </ac:spMkLst>
        </pc:spChg>
        <pc:spChg chg="mod">
          <ac:chgData name="Jacob Wyngaard" userId="6181fcd471e98458" providerId="LiveId" clId="{788BA123-62C9-4DDC-86E5-A6BCA4600216}" dt="2026-02-23T17:04:04.201" v="1594" actId="14100"/>
          <ac:spMkLst>
            <pc:docMk/>
            <pc:sldMk cId="1159773281" sldId="300"/>
            <ac:spMk id="29" creationId="{9D213195-BDB4-0EC4-3E1B-C218811E61DF}"/>
          </ac:spMkLst>
        </pc:spChg>
        <pc:spChg chg="mod">
          <ac:chgData name="Jacob Wyngaard" userId="6181fcd471e98458" providerId="LiveId" clId="{788BA123-62C9-4DDC-86E5-A6BCA4600216}" dt="2026-02-23T17:04:15.920" v="1597" actId="20577"/>
          <ac:spMkLst>
            <pc:docMk/>
            <pc:sldMk cId="1159773281" sldId="300"/>
            <ac:spMk id="30" creationId="{82973583-521F-DAEF-40FA-002B43413B5D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762230063" sldId="301"/>
        </pc:sldMkLst>
      </pc:sldChg>
      <pc:sldChg chg="addSp delSp modSp add mod">
        <pc:chgData name="Jacob Wyngaard" userId="6181fcd471e98458" providerId="LiveId" clId="{788BA123-62C9-4DDC-86E5-A6BCA4600216}" dt="2026-02-23T22:06:55.318" v="2097" actId="1076"/>
        <pc:sldMkLst>
          <pc:docMk/>
          <pc:sldMk cId="2955935516" sldId="301"/>
        </pc:sldMkLst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3" creationId="{36C3C63A-7EDD-4F61-944C-359E45BDAECC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4" creationId="{67853C12-6248-1A7A-ECDC-9708BCF6025B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5" creationId="{64955C3B-26BF-D5DA-78FF-8B210A670642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7" creationId="{F2DF3C2D-9775-8F51-5314-594F8A87F75B}"/>
          </ac:spMkLst>
        </pc:spChg>
        <pc:spChg chg="mod">
          <ac:chgData name="Jacob Wyngaard" userId="6181fcd471e98458" providerId="LiveId" clId="{788BA123-62C9-4DDC-86E5-A6BCA4600216}" dt="2026-02-23T17:04:48.702" v="1607" actId="1076"/>
          <ac:spMkLst>
            <pc:docMk/>
            <pc:sldMk cId="2955935516" sldId="301"/>
            <ac:spMk id="9" creationId="{DCA632BB-06DF-1870-E054-95EFE47B74ED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10" creationId="{7C74C39A-A61A-5261-6D83-E35F5C4456A5}"/>
          </ac:spMkLst>
        </pc:spChg>
        <pc:spChg chg="add mod">
          <ac:chgData name="Jacob Wyngaard" userId="6181fcd471e98458" providerId="LiveId" clId="{788BA123-62C9-4DDC-86E5-A6BCA4600216}" dt="2026-02-23T22:06:55.318" v="2097" actId="1076"/>
          <ac:spMkLst>
            <pc:docMk/>
            <pc:sldMk cId="2955935516" sldId="301"/>
            <ac:spMk id="11" creationId="{BE54EDB5-06CB-819D-FF1D-FD6068A638F7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12" creationId="{DCEAE557-3B67-D0CC-B882-B41B4F5D752E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13" creationId="{B0F87055-EE82-697B-6867-3B78904A276F}"/>
          </ac:spMkLst>
        </pc:spChg>
        <pc:spChg chg="add mod">
          <ac:chgData name="Jacob Wyngaard" userId="6181fcd471e98458" providerId="LiveId" clId="{788BA123-62C9-4DDC-86E5-A6BCA4600216}" dt="2026-02-23T17:15:22.753" v="2056" actId="1036"/>
          <ac:spMkLst>
            <pc:docMk/>
            <pc:sldMk cId="2955935516" sldId="301"/>
            <ac:spMk id="14" creationId="{56FD0708-F54F-95D7-9378-3B0E0C298330}"/>
          </ac:spMkLst>
        </pc:spChg>
        <pc:spChg chg="add mod">
          <ac:chgData name="Jacob Wyngaard" userId="6181fcd471e98458" providerId="LiveId" clId="{788BA123-62C9-4DDC-86E5-A6BCA4600216}" dt="2026-02-23T17:10:21.210" v="1813" actId="1076"/>
          <ac:spMkLst>
            <pc:docMk/>
            <pc:sldMk cId="2955935516" sldId="301"/>
            <ac:spMk id="15" creationId="{2A38F455-D08A-B422-EDF4-D21A4605FF78}"/>
          </ac:spMkLst>
        </pc:spChg>
        <pc:spChg chg="add mod">
          <ac:chgData name="Jacob Wyngaard" userId="6181fcd471e98458" providerId="LiveId" clId="{788BA123-62C9-4DDC-86E5-A6BCA4600216}" dt="2026-02-23T17:15:32.058" v="2058" actId="1076"/>
          <ac:spMkLst>
            <pc:docMk/>
            <pc:sldMk cId="2955935516" sldId="301"/>
            <ac:spMk id="16" creationId="{03B89678-855A-C2E1-9860-338ECA10AAAE}"/>
          </ac:spMkLst>
        </pc:spChg>
        <pc:spChg chg="del">
          <ac:chgData name="Jacob Wyngaard" userId="6181fcd471e98458" providerId="LiveId" clId="{788BA123-62C9-4DDC-86E5-A6BCA4600216}" dt="2026-02-23T17:04:56.576" v="1609" actId="478"/>
          <ac:spMkLst>
            <pc:docMk/>
            <pc:sldMk cId="2955935516" sldId="301"/>
            <ac:spMk id="25" creationId="{F276BC6E-1992-20E2-4831-C37CA02C9470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29" creationId="{D6330076-F99F-2054-11DF-08D6B6AAE75F}"/>
          </ac:spMkLst>
        </pc:spChg>
        <pc:spChg chg="del">
          <ac:chgData name="Jacob Wyngaard" userId="6181fcd471e98458" providerId="LiveId" clId="{788BA123-62C9-4DDC-86E5-A6BCA4600216}" dt="2026-02-23T17:04:56.576" v="1609" actId="478"/>
          <ac:spMkLst>
            <pc:docMk/>
            <pc:sldMk cId="2955935516" sldId="301"/>
            <ac:spMk id="30" creationId="{32629DEC-E103-48F4-C4DD-36A03247E718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32" creationId="{2AB54C78-5234-9894-4485-444CBFFC9AE8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35" creationId="{A65005AA-0AC0-FC59-2F9D-980B08DE36DE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37" creationId="{4CB53AC5-0C00-0E63-3C98-DEEA8DEE3D25}"/>
          </ac:spMkLst>
        </pc:spChg>
        <pc:spChg chg="del">
          <ac:chgData name="Jacob Wyngaard" userId="6181fcd471e98458" providerId="LiveId" clId="{788BA123-62C9-4DDC-86E5-A6BCA4600216}" dt="2026-02-23T17:04:56.576" v="1609" actId="478"/>
          <ac:spMkLst>
            <pc:docMk/>
            <pc:sldMk cId="2955935516" sldId="301"/>
            <ac:spMk id="43" creationId="{8DCDB8CF-CBD2-3141-5C91-AF5DCF574AC5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44" creationId="{F43F32D5-8AF9-18BB-9C42-55F671D90E5F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45" creationId="{C277908D-8B25-0243-083C-E9B25E46330E}"/>
          </ac:spMkLst>
        </pc:spChg>
        <pc:spChg chg="del">
          <ac:chgData name="Jacob Wyngaard" userId="6181fcd471e98458" providerId="LiveId" clId="{788BA123-62C9-4DDC-86E5-A6BCA4600216}" dt="2026-02-23T17:04:53.092" v="1608" actId="478"/>
          <ac:spMkLst>
            <pc:docMk/>
            <pc:sldMk cId="2955935516" sldId="301"/>
            <ac:spMk id="46" creationId="{234F3A10-0605-645B-D2FC-24872E8782AB}"/>
          </ac:spMkLst>
        </pc:spChg>
        <pc:graphicFrameChg chg="add mod modGraphic">
          <ac:chgData name="Jacob Wyngaard" userId="6181fcd471e98458" providerId="LiveId" clId="{788BA123-62C9-4DDC-86E5-A6BCA4600216}" dt="2026-02-23T17:15:22.753" v="2056" actId="1036"/>
          <ac:graphicFrameMkLst>
            <pc:docMk/>
            <pc:sldMk cId="2955935516" sldId="301"/>
            <ac:graphicFrameMk id="2" creationId="{0C9996AD-48BF-2BE7-0296-B57A1E591556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2-23T23:22:57.216" v="3187" actId="20577"/>
        <pc:sldMkLst>
          <pc:docMk/>
          <pc:sldMk cId="969326362" sldId="302"/>
        </pc:sldMkLst>
        <pc:spChg chg="del">
          <ac:chgData name="Jacob Wyngaard" userId="6181fcd471e98458" providerId="LiveId" clId="{788BA123-62C9-4DDC-86E5-A6BCA4600216}" dt="2026-02-23T17:10:59.674" v="1828" actId="478"/>
          <ac:spMkLst>
            <pc:docMk/>
            <pc:sldMk cId="969326362" sldId="302"/>
            <ac:spMk id="3" creationId="{A8D48334-0DFD-D5CD-B1B5-08A354F75982}"/>
          </ac:spMkLst>
        </pc:spChg>
        <pc:spChg chg="del">
          <ac:chgData name="Jacob Wyngaard" userId="6181fcd471e98458" providerId="LiveId" clId="{788BA123-62C9-4DDC-86E5-A6BCA4600216}" dt="2026-02-23T22:03:50.936" v="2059" actId="478"/>
          <ac:spMkLst>
            <pc:docMk/>
            <pc:sldMk cId="969326362" sldId="302"/>
            <ac:spMk id="4" creationId="{37EF2127-480B-6751-C52A-69AA34D94FBD}"/>
          </ac:spMkLst>
        </pc:spChg>
        <pc:spChg chg="del mod">
          <ac:chgData name="Jacob Wyngaard" userId="6181fcd471e98458" providerId="LiveId" clId="{788BA123-62C9-4DDC-86E5-A6BCA4600216}" dt="2026-02-23T22:03:55.676" v="2062" actId="478"/>
          <ac:spMkLst>
            <pc:docMk/>
            <pc:sldMk cId="969326362" sldId="302"/>
            <ac:spMk id="5" creationId="{2A561B04-3309-C4DE-306F-C123CAC86B45}"/>
          </ac:spMkLst>
        </pc:spChg>
        <pc:spChg chg="del">
          <ac:chgData name="Jacob Wyngaard" userId="6181fcd471e98458" providerId="LiveId" clId="{788BA123-62C9-4DDC-86E5-A6BCA4600216}" dt="2026-02-23T22:03:53.718" v="2060" actId="478"/>
          <ac:spMkLst>
            <pc:docMk/>
            <pc:sldMk cId="969326362" sldId="302"/>
            <ac:spMk id="7" creationId="{5A30B709-BD06-6B51-2210-863D832A62E1}"/>
          </ac:spMkLst>
        </pc:spChg>
        <pc:spChg chg="del">
          <ac:chgData name="Jacob Wyngaard" userId="6181fcd471e98458" providerId="LiveId" clId="{788BA123-62C9-4DDC-86E5-A6BCA4600216}" dt="2026-02-23T22:03:57.114" v="2063" actId="478"/>
          <ac:spMkLst>
            <pc:docMk/>
            <pc:sldMk cId="969326362" sldId="302"/>
            <ac:spMk id="10" creationId="{CA98DD37-7517-22B9-5336-5C62D653E30A}"/>
          </ac:spMkLst>
        </pc:spChg>
        <pc:spChg chg="mod">
          <ac:chgData name="Jacob Wyngaard" userId="6181fcd471e98458" providerId="LiveId" clId="{788BA123-62C9-4DDC-86E5-A6BCA4600216}" dt="2026-02-23T22:04:59.260" v="2065" actId="1076"/>
          <ac:spMkLst>
            <pc:docMk/>
            <pc:sldMk cId="969326362" sldId="302"/>
            <ac:spMk id="11" creationId="{0F61629F-200E-5A34-9958-860F2E046A75}"/>
          </ac:spMkLst>
        </pc:spChg>
        <pc:spChg chg="del">
          <ac:chgData name="Jacob Wyngaard" userId="6181fcd471e98458" providerId="LiveId" clId="{788BA123-62C9-4DDC-86E5-A6BCA4600216}" dt="2026-02-23T17:10:54.888" v="1825" actId="478"/>
          <ac:spMkLst>
            <pc:docMk/>
            <pc:sldMk cId="969326362" sldId="302"/>
            <ac:spMk id="12" creationId="{DF7E241A-39AA-B041-2C41-20181F4C0F1E}"/>
          </ac:spMkLst>
        </pc:spChg>
        <pc:spChg chg="del">
          <ac:chgData name="Jacob Wyngaard" userId="6181fcd471e98458" providerId="LiveId" clId="{788BA123-62C9-4DDC-86E5-A6BCA4600216}" dt="2026-02-23T17:10:55.547" v="1826" actId="478"/>
          <ac:spMkLst>
            <pc:docMk/>
            <pc:sldMk cId="969326362" sldId="302"/>
            <ac:spMk id="13" creationId="{133D47A7-26F7-0A4D-F62E-00C0F20945CF}"/>
          </ac:spMkLst>
        </pc:spChg>
        <pc:spChg chg="del">
          <ac:chgData name="Jacob Wyngaard" userId="6181fcd471e98458" providerId="LiveId" clId="{788BA123-62C9-4DDC-86E5-A6BCA4600216}" dt="2026-02-23T17:10:56.742" v="1827" actId="478"/>
          <ac:spMkLst>
            <pc:docMk/>
            <pc:sldMk cId="969326362" sldId="302"/>
            <ac:spMk id="14" creationId="{8D54FBBB-2E29-14AE-8B1F-3D16CB5FC721}"/>
          </ac:spMkLst>
        </pc:spChg>
        <pc:spChg chg="mod">
          <ac:chgData name="Jacob Wyngaard" userId="6181fcd471e98458" providerId="LiveId" clId="{788BA123-62C9-4DDC-86E5-A6BCA4600216}" dt="2026-02-23T23:22:57.216" v="3187" actId="20577"/>
          <ac:spMkLst>
            <pc:docMk/>
            <pc:sldMk cId="969326362" sldId="302"/>
            <ac:spMk id="15" creationId="{85121463-A2EE-D3BD-1C1B-E947EDD46F5E}"/>
          </ac:spMkLst>
        </pc:spChg>
        <pc:spChg chg="add mod">
          <ac:chgData name="Jacob Wyngaard" userId="6181fcd471e98458" providerId="LiveId" clId="{788BA123-62C9-4DDC-86E5-A6BCA4600216}" dt="2026-02-23T22:05:04.230" v="2066" actId="1076"/>
          <ac:spMkLst>
            <pc:docMk/>
            <pc:sldMk cId="969326362" sldId="302"/>
            <ac:spMk id="16" creationId="{C454F02D-E988-66AE-5F0E-1BA4997F8B37}"/>
          </ac:spMkLst>
        </pc:spChg>
        <pc:spChg chg="add mod">
          <ac:chgData name="Jacob Wyngaard" userId="6181fcd471e98458" providerId="LiveId" clId="{788BA123-62C9-4DDC-86E5-A6BCA4600216}" dt="2026-02-23T22:05:28.786" v="2072" actId="1076"/>
          <ac:spMkLst>
            <pc:docMk/>
            <pc:sldMk cId="969326362" sldId="302"/>
            <ac:spMk id="17" creationId="{402357C0-9DB7-43E1-9F50-7EA62CF984E8}"/>
          </ac:spMkLst>
        </pc:spChg>
        <pc:spChg chg="add mod">
          <ac:chgData name="Jacob Wyngaard" userId="6181fcd471e98458" providerId="LiveId" clId="{788BA123-62C9-4DDC-86E5-A6BCA4600216}" dt="2026-02-23T22:05:38.673" v="2073" actId="1076"/>
          <ac:spMkLst>
            <pc:docMk/>
            <pc:sldMk cId="969326362" sldId="302"/>
            <ac:spMk id="18" creationId="{0F27DF81-B4B6-DCEA-EEC3-3B7D957AFCB6}"/>
          </ac:spMkLst>
        </pc:spChg>
        <pc:spChg chg="add mod">
          <ac:chgData name="Jacob Wyngaard" userId="6181fcd471e98458" providerId="LiveId" clId="{788BA123-62C9-4DDC-86E5-A6BCA4600216}" dt="2026-02-23T22:06:27.249" v="2093" actId="1076"/>
          <ac:spMkLst>
            <pc:docMk/>
            <pc:sldMk cId="969326362" sldId="302"/>
            <ac:spMk id="19" creationId="{27A3A171-FACC-A9E7-1E6E-F44FF35B04F4}"/>
          </ac:spMkLst>
        </pc:spChg>
        <pc:spChg chg="add mod">
          <ac:chgData name="Jacob Wyngaard" userId="6181fcd471e98458" providerId="LiveId" clId="{788BA123-62C9-4DDC-86E5-A6BCA4600216}" dt="2026-02-23T22:06:19.186" v="2092" actId="1076"/>
          <ac:spMkLst>
            <pc:docMk/>
            <pc:sldMk cId="969326362" sldId="302"/>
            <ac:spMk id="20" creationId="{6AFFC491-1E29-9A56-6D9A-B2D0AD82A6AE}"/>
          </ac:spMkLst>
        </pc:spChg>
        <pc:spChg chg="add mod">
          <ac:chgData name="Jacob Wyngaard" userId="6181fcd471e98458" providerId="LiveId" clId="{788BA123-62C9-4DDC-86E5-A6BCA4600216}" dt="2026-02-23T22:06:52.581" v="2095" actId="1076"/>
          <ac:spMkLst>
            <pc:docMk/>
            <pc:sldMk cId="969326362" sldId="302"/>
            <ac:spMk id="21" creationId="{1016E659-570C-771B-65C4-266937342B88}"/>
          </ac:spMkLst>
        </pc:spChg>
        <pc:spChg chg="add mod">
          <ac:chgData name="Jacob Wyngaard" userId="6181fcd471e98458" providerId="LiveId" clId="{788BA123-62C9-4DDC-86E5-A6BCA4600216}" dt="2026-02-23T22:07:02.084" v="2099" actId="1076"/>
          <ac:spMkLst>
            <pc:docMk/>
            <pc:sldMk cId="969326362" sldId="302"/>
            <ac:spMk id="22" creationId="{D4A18284-08CC-0087-83E3-2FD1F5F1DA48}"/>
          </ac:spMkLst>
        </pc:spChg>
        <pc:spChg chg="add mod">
          <ac:chgData name="Jacob Wyngaard" userId="6181fcd471e98458" providerId="LiveId" clId="{788BA123-62C9-4DDC-86E5-A6BCA4600216}" dt="2026-02-23T22:07:33.444" v="2114" actId="1076"/>
          <ac:spMkLst>
            <pc:docMk/>
            <pc:sldMk cId="969326362" sldId="302"/>
            <ac:spMk id="23" creationId="{AEE64714-3917-62C4-983E-F68A6B2807C4}"/>
          </ac:spMkLst>
        </pc:spChg>
        <pc:spChg chg="add mod">
          <ac:chgData name="Jacob Wyngaard" userId="6181fcd471e98458" providerId="LiveId" clId="{788BA123-62C9-4DDC-86E5-A6BCA4600216}" dt="2026-02-23T22:07:52.119" v="2137" actId="1037"/>
          <ac:spMkLst>
            <pc:docMk/>
            <pc:sldMk cId="969326362" sldId="302"/>
            <ac:spMk id="24" creationId="{6EF63F67-B0C7-4835-B1F9-6878A3369F9F}"/>
          </ac:spMkLst>
        </pc:spChg>
        <pc:spChg chg="add del mod">
          <ac:chgData name="Jacob Wyngaard" userId="6181fcd471e98458" providerId="LiveId" clId="{788BA123-62C9-4DDC-86E5-A6BCA4600216}" dt="2026-02-23T22:08:15.512" v="2139" actId="478"/>
          <ac:spMkLst>
            <pc:docMk/>
            <pc:sldMk cId="969326362" sldId="302"/>
            <ac:spMk id="25" creationId="{C35FEAAC-6496-DF40-124C-016D82FF7550}"/>
          </ac:spMkLst>
        </pc:spChg>
        <pc:spChg chg="add del mod">
          <ac:chgData name="Jacob Wyngaard" userId="6181fcd471e98458" providerId="LiveId" clId="{788BA123-62C9-4DDC-86E5-A6BCA4600216}" dt="2026-02-23T22:08:28.497" v="2158" actId="478"/>
          <ac:spMkLst>
            <pc:docMk/>
            <pc:sldMk cId="969326362" sldId="302"/>
            <ac:spMk id="26" creationId="{D337B653-9318-B4AE-24F8-5C0E5012C24F}"/>
          </ac:spMkLst>
        </pc:spChg>
        <pc:spChg chg="add mod">
          <ac:chgData name="Jacob Wyngaard" userId="6181fcd471e98458" providerId="LiveId" clId="{788BA123-62C9-4DDC-86E5-A6BCA4600216}" dt="2026-02-23T22:09:14.864" v="2205" actId="403"/>
          <ac:spMkLst>
            <pc:docMk/>
            <pc:sldMk cId="969326362" sldId="302"/>
            <ac:spMk id="27" creationId="{31E80102-4CC7-013C-6C71-E301453841DA}"/>
          </ac:spMkLst>
        </pc:spChg>
        <pc:spChg chg="add mod">
          <ac:chgData name="Jacob Wyngaard" userId="6181fcd471e98458" providerId="LiveId" clId="{788BA123-62C9-4DDC-86E5-A6BCA4600216}" dt="2026-02-23T22:10:57.305" v="2228" actId="1076"/>
          <ac:spMkLst>
            <pc:docMk/>
            <pc:sldMk cId="969326362" sldId="302"/>
            <ac:spMk id="30" creationId="{A180E809-D579-AB53-6D2D-7F358BFCD24E}"/>
          </ac:spMkLst>
        </pc:spChg>
        <pc:spChg chg="add mod">
          <ac:chgData name="Jacob Wyngaard" userId="6181fcd471e98458" providerId="LiveId" clId="{788BA123-62C9-4DDC-86E5-A6BCA4600216}" dt="2026-02-23T22:10:50.430" v="2227" actId="1035"/>
          <ac:spMkLst>
            <pc:docMk/>
            <pc:sldMk cId="969326362" sldId="302"/>
            <ac:spMk id="31" creationId="{F958AD7A-2D45-9B37-BDDF-7A6A3FFF3623}"/>
          </ac:spMkLst>
        </pc:spChg>
        <pc:spChg chg="add mod">
          <ac:chgData name="Jacob Wyngaard" userId="6181fcd471e98458" providerId="LiveId" clId="{788BA123-62C9-4DDC-86E5-A6BCA4600216}" dt="2026-02-23T22:11:20.729" v="2242" actId="20577"/>
          <ac:spMkLst>
            <pc:docMk/>
            <pc:sldMk cId="969326362" sldId="302"/>
            <ac:spMk id="32" creationId="{80FC0D1C-9FBC-6F35-5BAA-6B9BCD1E9137}"/>
          </ac:spMkLst>
        </pc:spChg>
        <pc:spChg chg="add mod">
          <ac:chgData name="Jacob Wyngaard" userId="6181fcd471e98458" providerId="LiveId" clId="{788BA123-62C9-4DDC-86E5-A6BCA4600216}" dt="2026-02-23T22:11:13.046" v="2236" actId="1035"/>
          <ac:spMkLst>
            <pc:docMk/>
            <pc:sldMk cId="969326362" sldId="302"/>
            <ac:spMk id="33" creationId="{50D96433-7217-557F-F1BC-DE2B5F59C088}"/>
          </ac:spMkLst>
        </pc:spChg>
        <pc:spChg chg="add mod">
          <ac:chgData name="Jacob Wyngaard" userId="6181fcd471e98458" providerId="LiveId" clId="{788BA123-62C9-4DDC-86E5-A6BCA4600216}" dt="2026-02-23T22:11:58.244" v="2247" actId="20577"/>
          <ac:spMkLst>
            <pc:docMk/>
            <pc:sldMk cId="969326362" sldId="302"/>
            <ac:spMk id="35" creationId="{44D227D1-3C8E-4476-1C27-1A24574FFFE9}"/>
          </ac:spMkLst>
        </pc:spChg>
        <pc:spChg chg="add mod">
          <ac:chgData name="Jacob Wyngaard" userId="6181fcd471e98458" providerId="LiveId" clId="{788BA123-62C9-4DDC-86E5-A6BCA4600216}" dt="2026-02-23T22:12:33.316" v="2265" actId="1035"/>
          <ac:spMkLst>
            <pc:docMk/>
            <pc:sldMk cId="969326362" sldId="302"/>
            <ac:spMk id="37" creationId="{B905197C-AF06-1FB6-14BA-82C7D3F41375}"/>
          </ac:spMkLst>
        </pc:spChg>
        <pc:spChg chg="add mod">
          <ac:chgData name="Jacob Wyngaard" userId="6181fcd471e98458" providerId="LiveId" clId="{788BA123-62C9-4DDC-86E5-A6BCA4600216}" dt="2026-02-23T22:12:40.012" v="2267" actId="1076"/>
          <ac:spMkLst>
            <pc:docMk/>
            <pc:sldMk cId="969326362" sldId="302"/>
            <ac:spMk id="38" creationId="{7FFEFA90-84D4-FF3A-9460-37DF5AC49BF0}"/>
          </ac:spMkLst>
        </pc:spChg>
        <pc:spChg chg="add mod">
          <ac:chgData name="Jacob Wyngaard" userId="6181fcd471e98458" providerId="LiveId" clId="{788BA123-62C9-4DDC-86E5-A6BCA4600216}" dt="2026-02-23T22:12:50.542" v="2269" actId="1076"/>
          <ac:spMkLst>
            <pc:docMk/>
            <pc:sldMk cId="969326362" sldId="302"/>
            <ac:spMk id="39" creationId="{061B7111-06F2-14CA-D12B-7A8ECA9005F5}"/>
          </ac:spMkLst>
        </pc:spChg>
        <pc:spChg chg="add mod">
          <ac:chgData name="Jacob Wyngaard" userId="6181fcd471e98458" providerId="LiveId" clId="{788BA123-62C9-4DDC-86E5-A6BCA4600216}" dt="2026-02-23T22:12:56.205" v="2272" actId="1036"/>
          <ac:spMkLst>
            <pc:docMk/>
            <pc:sldMk cId="969326362" sldId="302"/>
            <ac:spMk id="40" creationId="{4093A334-DE4F-8EFA-9F52-6CFE3B825C44}"/>
          </ac:spMkLst>
        </pc:spChg>
        <pc:spChg chg="add mod">
          <ac:chgData name="Jacob Wyngaard" userId="6181fcd471e98458" providerId="LiveId" clId="{788BA123-62C9-4DDC-86E5-A6BCA4600216}" dt="2026-02-23T22:13:10.201" v="2275" actId="1035"/>
          <ac:spMkLst>
            <pc:docMk/>
            <pc:sldMk cId="969326362" sldId="302"/>
            <ac:spMk id="41" creationId="{E786619C-FB3A-16F4-50A4-6C253CB0B841}"/>
          </ac:spMkLst>
        </pc:spChg>
        <pc:spChg chg="add mod">
          <ac:chgData name="Jacob Wyngaard" userId="6181fcd471e98458" providerId="LiveId" clId="{788BA123-62C9-4DDC-86E5-A6BCA4600216}" dt="2026-02-23T22:13:15.173" v="2277" actId="1035"/>
          <ac:spMkLst>
            <pc:docMk/>
            <pc:sldMk cId="969326362" sldId="302"/>
            <ac:spMk id="42" creationId="{DBC6CC9C-67B4-B683-694A-622F78992FC3}"/>
          </ac:spMkLst>
        </pc:spChg>
        <pc:spChg chg="add mod">
          <ac:chgData name="Jacob Wyngaard" userId="6181fcd471e98458" providerId="LiveId" clId="{788BA123-62C9-4DDC-86E5-A6BCA4600216}" dt="2026-02-23T22:14:13.109" v="2281" actId="1036"/>
          <ac:spMkLst>
            <pc:docMk/>
            <pc:sldMk cId="969326362" sldId="302"/>
            <ac:spMk id="43" creationId="{AC79F144-B180-C236-321D-4D66BA0ABBAD}"/>
          </ac:spMkLst>
        </pc:spChg>
        <pc:spChg chg="add mod">
          <ac:chgData name="Jacob Wyngaard" userId="6181fcd471e98458" providerId="LiveId" clId="{788BA123-62C9-4DDC-86E5-A6BCA4600216}" dt="2026-02-23T22:14:13.109" v="2281" actId="1036"/>
          <ac:spMkLst>
            <pc:docMk/>
            <pc:sldMk cId="969326362" sldId="302"/>
            <ac:spMk id="44" creationId="{04A5E222-314F-4FCA-C0AB-C64D51DA4362}"/>
          </ac:spMkLst>
        </pc:spChg>
        <pc:spChg chg="add mod">
          <ac:chgData name="Jacob Wyngaard" userId="6181fcd471e98458" providerId="LiveId" clId="{788BA123-62C9-4DDC-86E5-A6BCA4600216}" dt="2026-02-23T22:14:13.109" v="2281" actId="1036"/>
          <ac:spMkLst>
            <pc:docMk/>
            <pc:sldMk cId="969326362" sldId="302"/>
            <ac:spMk id="45" creationId="{2D925BB4-33B4-493A-9BAD-CDD007D9C9FE}"/>
          </ac:spMkLst>
        </pc:spChg>
        <pc:spChg chg="add mod">
          <ac:chgData name="Jacob Wyngaard" userId="6181fcd471e98458" providerId="LiveId" clId="{788BA123-62C9-4DDC-86E5-A6BCA4600216}" dt="2026-02-23T22:14:13.109" v="2281" actId="1036"/>
          <ac:spMkLst>
            <pc:docMk/>
            <pc:sldMk cId="969326362" sldId="302"/>
            <ac:spMk id="46" creationId="{1F2B5CAF-9679-1C38-6E58-548D576886EF}"/>
          </ac:spMkLst>
        </pc:spChg>
        <pc:spChg chg="add mod">
          <ac:chgData name="Jacob Wyngaard" userId="6181fcd471e98458" providerId="LiveId" clId="{788BA123-62C9-4DDC-86E5-A6BCA4600216}" dt="2026-02-23T22:14:13.109" v="2281" actId="1036"/>
          <ac:spMkLst>
            <pc:docMk/>
            <pc:sldMk cId="969326362" sldId="302"/>
            <ac:spMk id="47" creationId="{561FBE00-4452-AB95-D2ED-C735985F2241}"/>
          </ac:spMkLst>
        </pc:spChg>
        <pc:spChg chg="add mod">
          <ac:chgData name="Jacob Wyngaard" userId="6181fcd471e98458" providerId="LiveId" clId="{788BA123-62C9-4DDC-86E5-A6BCA4600216}" dt="2026-02-23T22:14:13.109" v="2281" actId="1036"/>
          <ac:spMkLst>
            <pc:docMk/>
            <pc:sldMk cId="969326362" sldId="302"/>
            <ac:spMk id="48" creationId="{19385BBC-1449-11E0-5F9F-F1E7C16C9FB5}"/>
          </ac:spMkLst>
        </pc:spChg>
        <pc:spChg chg="add mod">
          <ac:chgData name="Jacob Wyngaard" userId="6181fcd471e98458" providerId="LiveId" clId="{788BA123-62C9-4DDC-86E5-A6BCA4600216}" dt="2026-02-23T22:14:36.612" v="2287" actId="1076"/>
          <ac:spMkLst>
            <pc:docMk/>
            <pc:sldMk cId="969326362" sldId="302"/>
            <ac:spMk id="49" creationId="{6DF5E04B-8778-6CEF-5B41-36F1226BF14C}"/>
          </ac:spMkLst>
        </pc:spChg>
        <pc:spChg chg="add mod">
          <ac:chgData name="Jacob Wyngaard" userId="6181fcd471e98458" providerId="LiveId" clId="{788BA123-62C9-4DDC-86E5-A6BCA4600216}" dt="2026-02-23T22:14:50.333" v="2291" actId="1076"/>
          <ac:spMkLst>
            <pc:docMk/>
            <pc:sldMk cId="969326362" sldId="302"/>
            <ac:spMk id="50" creationId="{E9D338A8-6115-E955-CEBB-7A654A683380}"/>
          </ac:spMkLst>
        </pc:spChg>
        <pc:spChg chg="add mod">
          <ac:chgData name="Jacob Wyngaard" userId="6181fcd471e98458" providerId="LiveId" clId="{788BA123-62C9-4DDC-86E5-A6BCA4600216}" dt="2026-02-23T22:16:33.951" v="2312" actId="1076"/>
          <ac:spMkLst>
            <pc:docMk/>
            <pc:sldMk cId="969326362" sldId="302"/>
            <ac:spMk id="51" creationId="{31DA717E-D7BE-812C-4F06-9E37CE33722E}"/>
          </ac:spMkLst>
        </pc:spChg>
        <pc:spChg chg="add mod">
          <ac:chgData name="Jacob Wyngaard" userId="6181fcd471e98458" providerId="LiveId" clId="{788BA123-62C9-4DDC-86E5-A6BCA4600216}" dt="2026-02-23T22:17:02.217" v="2317" actId="1076"/>
          <ac:spMkLst>
            <pc:docMk/>
            <pc:sldMk cId="969326362" sldId="302"/>
            <ac:spMk id="52" creationId="{A9995409-3D2F-EA59-208A-1750646CEC40}"/>
          </ac:spMkLst>
        </pc:spChg>
        <pc:spChg chg="add mod">
          <ac:chgData name="Jacob Wyngaard" userId="6181fcd471e98458" providerId="LiveId" clId="{788BA123-62C9-4DDC-86E5-A6BCA4600216}" dt="2026-02-23T22:19:50.677" v="2321" actId="1076"/>
          <ac:spMkLst>
            <pc:docMk/>
            <pc:sldMk cId="969326362" sldId="302"/>
            <ac:spMk id="54" creationId="{ACE5A000-19BA-A067-86F3-60E12353B5FE}"/>
          </ac:spMkLst>
        </pc:spChg>
        <pc:spChg chg="add mod">
          <ac:chgData name="Jacob Wyngaard" userId="6181fcd471e98458" providerId="LiveId" clId="{788BA123-62C9-4DDC-86E5-A6BCA4600216}" dt="2026-02-23T22:20:29.805" v="2324" actId="20577"/>
          <ac:spMkLst>
            <pc:docMk/>
            <pc:sldMk cId="969326362" sldId="302"/>
            <ac:spMk id="56" creationId="{6A1EE04C-40B8-9ED9-1766-D829B2F8777B}"/>
          </ac:spMkLst>
        </pc:spChg>
        <pc:spChg chg="add mod">
          <ac:chgData name="Jacob Wyngaard" userId="6181fcd471e98458" providerId="LiveId" clId="{788BA123-62C9-4DDC-86E5-A6BCA4600216}" dt="2026-02-23T22:20:15.415" v="2323" actId="1076"/>
          <ac:spMkLst>
            <pc:docMk/>
            <pc:sldMk cId="969326362" sldId="302"/>
            <ac:spMk id="57" creationId="{94235E63-0126-7EF5-D9B1-FCD6C6683F80}"/>
          </ac:spMkLst>
        </pc:spChg>
        <pc:spChg chg="add mod">
          <ac:chgData name="Jacob Wyngaard" userId="6181fcd471e98458" providerId="LiveId" clId="{788BA123-62C9-4DDC-86E5-A6BCA4600216}" dt="2026-02-23T22:22:58.018" v="2369" actId="1036"/>
          <ac:spMkLst>
            <pc:docMk/>
            <pc:sldMk cId="969326362" sldId="302"/>
            <ac:spMk id="58" creationId="{0D71B35A-5B6F-28FE-F18A-7000A714FD93}"/>
          </ac:spMkLst>
        </pc:spChg>
        <pc:spChg chg="add mod">
          <ac:chgData name="Jacob Wyngaard" userId="6181fcd471e98458" providerId="LiveId" clId="{788BA123-62C9-4DDC-86E5-A6BCA4600216}" dt="2026-02-23T22:22:46.981" v="2367" actId="1038"/>
          <ac:spMkLst>
            <pc:docMk/>
            <pc:sldMk cId="969326362" sldId="302"/>
            <ac:spMk id="59" creationId="{CAAED2A1-5393-EBF4-CAF9-870C83E4BFCD}"/>
          </ac:spMkLst>
        </pc:spChg>
        <pc:spChg chg="add mod">
          <ac:chgData name="Jacob Wyngaard" userId="6181fcd471e98458" providerId="LiveId" clId="{788BA123-62C9-4DDC-86E5-A6BCA4600216}" dt="2026-02-23T22:23:42.279" v="2378" actId="20577"/>
          <ac:spMkLst>
            <pc:docMk/>
            <pc:sldMk cId="969326362" sldId="302"/>
            <ac:spMk id="61" creationId="{B04DF8A0-F4D3-584A-81F5-13AA15A0ECF0}"/>
          </ac:spMkLst>
        </pc:spChg>
        <pc:spChg chg="add mod">
          <ac:chgData name="Jacob Wyngaard" userId="6181fcd471e98458" providerId="LiveId" clId="{788BA123-62C9-4DDC-86E5-A6BCA4600216}" dt="2026-02-23T22:23:58.322" v="2384" actId="1036"/>
          <ac:spMkLst>
            <pc:docMk/>
            <pc:sldMk cId="969326362" sldId="302"/>
            <ac:spMk id="62" creationId="{5996F47C-4AE2-6803-7F5A-0115A09A9C12}"/>
          </ac:spMkLst>
        </pc:spChg>
        <pc:spChg chg="add mod">
          <ac:chgData name="Jacob Wyngaard" userId="6181fcd471e98458" providerId="LiveId" clId="{788BA123-62C9-4DDC-86E5-A6BCA4600216}" dt="2026-02-23T22:24:35.294" v="2403" actId="1076"/>
          <ac:spMkLst>
            <pc:docMk/>
            <pc:sldMk cId="969326362" sldId="302"/>
            <ac:spMk id="63" creationId="{9869939D-2035-C737-2625-006225D71CF5}"/>
          </ac:spMkLst>
        </pc:spChg>
        <pc:spChg chg="add mod">
          <ac:chgData name="Jacob Wyngaard" userId="6181fcd471e98458" providerId="LiveId" clId="{788BA123-62C9-4DDC-86E5-A6BCA4600216}" dt="2026-02-23T22:25:04.243" v="2422" actId="20577"/>
          <ac:spMkLst>
            <pc:docMk/>
            <pc:sldMk cId="969326362" sldId="302"/>
            <ac:spMk id="64" creationId="{7D5D689B-D966-16D3-B188-7467C029E59E}"/>
          </ac:spMkLst>
        </pc:spChg>
        <pc:graphicFrameChg chg="mod modGraphic">
          <ac:chgData name="Jacob Wyngaard" userId="6181fcd471e98458" providerId="LiveId" clId="{788BA123-62C9-4DDC-86E5-A6BCA4600216}" dt="2026-02-23T22:05:17.037" v="2071" actId="2161"/>
          <ac:graphicFrameMkLst>
            <pc:docMk/>
            <pc:sldMk cId="969326362" sldId="302"/>
            <ac:graphicFrameMk id="2" creationId="{86A03013-DF27-88B2-15FB-16F8D64F229C}"/>
          </ac:graphicFrameMkLst>
        </pc:graphicFrameChg>
        <pc:picChg chg="add mod">
          <ac:chgData name="Jacob Wyngaard" userId="6181fcd471e98458" providerId="LiveId" clId="{788BA123-62C9-4DDC-86E5-A6BCA4600216}" dt="2026-02-23T22:09:33.231" v="2208" actId="1076"/>
          <ac:picMkLst>
            <pc:docMk/>
            <pc:sldMk cId="969326362" sldId="302"/>
            <ac:picMk id="28" creationId="{8FC27C06-2064-4213-36C9-1F45CB01A6C8}"/>
          </ac:picMkLst>
        </pc:picChg>
        <pc:picChg chg="add mod">
          <ac:chgData name="Jacob Wyngaard" userId="6181fcd471e98458" providerId="LiveId" clId="{788BA123-62C9-4DDC-86E5-A6BCA4600216}" dt="2026-02-23T22:10:00.159" v="2213" actId="1076"/>
          <ac:picMkLst>
            <pc:docMk/>
            <pc:sldMk cId="969326362" sldId="302"/>
            <ac:picMk id="29" creationId="{2A2FB1FF-3FD2-E85B-5452-CFB59528D2CE}"/>
          </ac:picMkLst>
        </pc:picChg>
        <pc:picChg chg="add mod">
          <ac:chgData name="Jacob Wyngaard" userId="6181fcd471e98458" providerId="LiveId" clId="{788BA123-62C9-4DDC-86E5-A6BCA4600216}" dt="2026-02-23T22:11:40.418" v="2244" actId="1076"/>
          <ac:picMkLst>
            <pc:docMk/>
            <pc:sldMk cId="969326362" sldId="302"/>
            <ac:picMk id="34" creationId="{23D00250-CA42-3C01-78CE-CD42B8B70793}"/>
          </ac:picMkLst>
        </pc:picChg>
        <pc:picChg chg="add mod">
          <ac:chgData name="Jacob Wyngaard" userId="6181fcd471e98458" providerId="LiveId" clId="{788BA123-62C9-4DDC-86E5-A6BCA4600216}" dt="2026-02-23T22:11:55.752" v="2246" actId="1076"/>
          <ac:picMkLst>
            <pc:docMk/>
            <pc:sldMk cId="969326362" sldId="302"/>
            <ac:picMk id="36" creationId="{FDB17D83-9CC5-4966-0C16-DCECF6787679}"/>
          </ac:picMkLst>
        </pc:picChg>
        <pc:picChg chg="add mod">
          <ac:chgData name="Jacob Wyngaard" userId="6181fcd471e98458" providerId="LiveId" clId="{788BA123-62C9-4DDC-86E5-A6BCA4600216}" dt="2026-02-23T22:19:34.120" v="2319" actId="1076"/>
          <ac:picMkLst>
            <pc:docMk/>
            <pc:sldMk cId="969326362" sldId="302"/>
            <ac:picMk id="53" creationId="{DFC16EA4-3E33-8E73-CC03-E0027967CFFB}"/>
          </ac:picMkLst>
        </pc:picChg>
        <pc:picChg chg="add mod">
          <ac:chgData name="Jacob Wyngaard" userId="6181fcd471e98458" providerId="LiveId" clId="{788BA123-62C9-4DDC-86E5-A6BCA4600216}" dt="2026-02-23T22:19:50.677" v="2321" actId="1076"/>
          <ac:picMkLst>
            <pc:docMk/>
            <pc:sldMk cId="969326362" sldId="302"/>
            <ac:picMk id="55" creationId="{5BD36081-6FCC-584A-9F90-18D4F42FA015}"/>
          </ac:picMkLst>
        </pc:picChg>
        <pc:picChg chg="add mod">
          <ac:chgData name="Jacob Wyngaard" userId="6181fcd471e98458" providerId="LiveId" clId="{788BA123-62C9-4DDC-86E5-A6BCA4600216}" dt="2026-02-23T22:23:17.715" v="2375" actId="1076"/>
          <ac:picMkLst>
            <pc:docMk/>
            <pc:sldMk cId="969326362" sldId="302"/>
            <ac:picMk id="60" creationId="{90732BD1-88D7-B3DD-D022-E345FCB6BDBC}"/>
          </ac:picMkLst>
        </pc:picChg>
        <pc:picChg chg="add mod">
          <ac:chgData name="Jacob Wyngaard" userId="6181fcd471e98458" providerId="LiveId" clId="{788BA123-62C9-4DDC-86E5-A6BCA4600216}" dt="2026-02-23T22:25:11.809" v="2424" actId="1076"/>
          <ac:picMkLst>
            <pc:docMk/>
            <pc:sldMk cId="969326362" sldId="302"/>
            <ac:picMk id="65" creationId="{5AA3EA10-3009-5969-CB99-54A026E21903}"/>
          </ac:picMkLst>
        </pc:picChg>
        <pc:picChg chg="add mod">
          <ac:chgData name="Jacob Wyngaard" userId="6181fcd471e98458" providerId="LiveId" clId="{788BA123-62C9-4DDC-86E5-A6BCA4600216}" dt="2026-02-23T22:25:17.922" v="2426" actId="1076"/>
          <ac:picMkLst>
            <pc:docMk/>
            <pc:sldMk cId="969326362" sldId="302"/>
            <ac:picMk id="66" creationId="{AB103FFE-C09E-7948-264D-7992536334A7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2329195272" sldId="302"/>
        </pc:sldMkLst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448432070" sldId="303"/>
        </pc:sldMkLst>
      </pc:sldChg>
      <pc:sldChg chg="addSp delSp modSp add mod">
        <pc:chgData name="Jacob Wyngaard" userId="6181fcd471e98458" providerId="LiveId" clId="{788BA123-62C9-4DDC-86E5-A6BCA4600216}" dt="2026-02-23T22:42:57.432" v="3137" actId="20577"/>
        <pc:sldMkLst>
          <pc:docMk/>
          <pc:sldMk cId="1276044030" sldId="303"/>
        </pc:sldMkLst>
        <pc:spChg chg="mod">
          <ac:chgData name="Jacob Wyngaard" userId="6181fcd471e98458" providerId="LiveId" clId="{788BA123-62C9-4DDC-86E5-A6BCA4600216}" dt="2026-02-23T22:27:53.310" v="2752" actId="1076"/>
          <ac:spMkLst>
            <pc:docMk/>
            <pc:sldMk cId="1276044030" sldId="303"/>
            <ac:spMk id="9" creationId="{B5B6276E-4601-A78B-1C87-83C27FC0F954}"/>
          </ac:spMkLst>
        </pc:spChg>
        <pc:spChg chg="mod">
          <ac:chgData name="Jacob Wyngaard" userId="6181fcd471e98458" providerId="LiveId" clId="{788BA123-62C9-4DDC-86E5-A6BCA4600216}" dt="2026-02-23T22:42:57.432" v="3137" actId="20577"/>
          <ac:spMkLst>
            <pc:docMk/>
            <pc:sldMk cId="1276044030" sldId="303"/>
            <ac:spMk id="15" creationId="{BF589156-1C1E-5A3B-B2CA-64ABAFA875A4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16" creationId="{21FA5446-E4B7-1390-1A24-823D4C573EEF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21" creationId="{AF9A8CF3-7A23-C8A2-A699-B9A3AD503E29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22" creationId="{86BF9D61-C066-EBF6-577C-976D614B479D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31" creationId="{5E6993B1-1875-AEE6-E05F-D5944D3DE30E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33" creationId="{F4817644-2282-4C0C-733E-50412CD6BE05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46" creationId="{12A5CE22-082C-683F-45ED-CDC8A302E076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49" creationId="{B642B8B2-7F8B-FF45-0DFA-D0C35AF39B4E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51" creationId="{A95AB84E-EF1F-F5DA-4DF1-CF76220F8992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54" creationId="{4B6C377C-75B3-71D4-B87E-1512BCED4082}"/>
          </ac:spMkLst>
        </pc:spChg>
        <pc:spChg chg="del">
          <ac:chgData name="Jacob Wyngaard" userId="6181fcd471e98458" providerId="LiveId" clId="{788BA123-62C9-4DDC-86E5-A6BCA4600216}" dt="2026-02-23T22:27:59.685" v="2753" actId="478"/>
          <ac:spMkLst>
            <pc:docMk/>
            <pc:sldMk cId="1276044030" sldId="303"/>
            <ac:spMk id="64" creationId="{DDD7FD78-3432-FAE2-761D-29BEEDB18A65}"/>
          </ac:spMkLst>
        </pc:spChg>
        <pc:picChg chg="add mod">
          <ac:chgData name="Jacob Wyngaard" userId="6181fcd471e98458" providerId="LiveId" clId="{788BA123-62C9-4DDC-86E5-A6BCA4600216}" dt="2026-02-23T22:42:00.924" v="2949" actId="1076"/>
          <ac:picMkLst>
            <pc:docMk/>
            <pc:sldMk cId="1276044030" sldId="303"/>
            <ac:picMk id="4" creationId="{A3213F0F-4191-E379-5CD2-5B46452977B9}"/>
          </ac:picMkLst>
        </pc:picChg>
        <pc:picChg chg="add del">
          <ac:chgData name="Jacob Wyngaard" userId="6181fcd471e98458" providerId="LiveId" clId="{788BA123-62C9-4DDC-86E5-A6BCA4600216}" dt="2026-02-23T22:28:38.701" v="2758" actId="22"/>
          <ac:picMkLst>
            <pc:docMk/>
            <pc:sldMk cId="1276044030" sldId="303"/>
            <ac:picMk id="7" creationId="{D8EC392E-443D-3AB2-E8C0-5991EA37677F}"/>
          </ac:picMkLst>
        </pc:picChg>
      </pc:sldChg>
      <pc:sldChg chg="addSp delSp modSp add del mod">
        <pc:chgData name="Jacob Wyngaard" userId="6181fcd471e98458" providerId="LiveId" clId="{788BA123-62C9-4DDC-86E5-A6BCA4600216}" dt="2026-02-23T23:54:39.747" v="4188" actId="1076"/>
        <pc:sldMkLst>
          <pc:docMk/>
          <pc:sldMk cId="1632653986" sldId="304"/>
        </pc:sldMkLst>
        <pc:spChg chg="mod">
          <ac:chgData name="Jacob Wyngaard" userId="6181fcd471e98458" providerId="LiveId" clId="{788BA123-62C9-4DDC-86E5-A6BCA4600216}" dt="2026-02-23T23:49:44.654" v="4070" actId="1076"/>
          <ac:spMkLst>
            <pc:docMk/>
            <pc:sldMk cId="1632653986" sldId="304"/>
            <ac:spMk id="2" creationId="{5684B5EE-CE50-EF8C-8682-B56C8012F803}"/>
          </ac:spMkLst>
        </pc:spChg>
        <pc:spChg chg="add mod">
          <ac:chgData name="Jacob Wyngaard" userId="6181fcd471e98458" providerId="LiveId" clId="{788BA123-62C9-4DDC-86E5-A6BCA4600216}" dt="2026-02-23T23:54:39.747" v="4188" actId="1076"/>
          <ac:spMkLst>
            <pc:docMk/>
            <pc:sldMk cId="1632653986" sldId="304"/>
            <ac:spMk id="3" creationId="{602E9BE4-2794-28A8-6D95-B34DC8DA3AC7}"/>
          </ac:spMkLst>
        </pc:spChg>
        <pc:spChg chg="del mod">
          <ac:chgData name="Jacob Wyngaard" userId="6181fcd471e98458" providerId="LiveId" clId="{788BA123-62C9-4DDC-86E5-A6BCA4600216}" dt="2026-02-23T22:46:21.812" v="3182" actId="478"/>
          <ac:spMkLst>
            <pc:docMk/>
            <pc:sldMk cId="1632653986" sldId="304"/>
            <ac:spMk id="4" creationId="{C8BDA235-0AAB-22EA-641C-9D4BB90ED20A}"/>
          </ac:spMkLst>
        </pc:spChg>
        <pc:spChg chg="add mod">
          <ac:chgData name="Jacob Wyngaard" userId="6181fcd471e98458" providerId="LiveId" clId="{788BA123-62C9-4DDC-86E5-A6BCA4600216}" dt="2026-02-23T23:54:36.195" v="4187" actId="1076"/>
          <ac:spMkLst>
            <pc:docMk/>
            <pc:sldMk cId="1632653986" sldId="304"/>
            <ac:spMk id="5" creationId="{D376B72D-08F1-DD6F-AA72-3A5FF4BC2735}"/>
          </ac:spMkLst>
        </pc:spChg>
        <pc:spChg chg="add del mod">
          <ac:chgData name="Jacob Wyngaard" userId="6181fcd471e98458" providerId="LiveId" clId="{788BA123-62C9-4DDC-86E5-A6BCA4600216}" dt="2026-02-23T23:29:42.609" v="3569" actId="478"/>
          <ac:spMkLst>
            <pc:docMk/>
            <pc:sldMk cId="1632653986" sldId="304"/>
            <ac:spMk id="7" creationId="{124D3974-96A5-FF2B-2F4D-85E1659B3F74}"/>
          </ac:spMkLst>
        </pc:spChg>
        <pc:spChg chg="mod">
          <ac:chgData name="Jacob Wyngaard" userId="6181fcd471e98458" providerId="LiveId" clId="{788BA123-62C9-4DDC-86E5-A6BCA4600216}" dt="2026-02-23T22:44:12.245" v="3168" actId="14100"/>
          <ac:spMkLst>
            <pc:docMk/>
            <pc:sldMk cId="1632653986" sldId="304"/>
            <ac:spMk id="9" creationId="{0E0F292D-D46B-AA98-1308-8B63161B4A0B}"/>
          </ac:spMkLst>
        </pc:spChg>
        <pc:spChg chg="add mod">
          <ac:chgData name="Jacob Wyngaard" userId="6181fcd471e98458" providerId="LiveId" clId="{788BA123-62C9-4DDC-86E5-A6BCA4600216}" dt="2026-02-23T23:44:41.821" v="3996" actId="20577"/>
          <ac:spMkLst>
            <pc:docMk/>
            <pc:sldMk cId="1632653986" sldId="304"/>
            <ac:spMk id="10" creationId="{A4BC73C2-1CD9-4F16-5248-A06E983E68F6}"/>
          </ac:spMkLst>
        </pc:spChg>
        <pc:spChg chg="del">
          <ac:chgData name="Jacob Wyngaard" userId="6181fcd471e98458" providerId="LiveId" clId="{788BA123-62C9-4DDC-86E5-A6BCA4600216}" dt="2026-02-23T22:46:24.028" v="3184" actId="478"/>
          <ac:spMkLst>
            <pc:docMk/>
            <pc:sldMk cId="1632653986" sldId="304"/>
            <ac:spMk id="11" creationId="{E61C9481-89AA-47C8-2B7C-4F3E0E08ADF4}"/>
          </ac:spMkLst>
        </pc:spChg>
        <pc:spChg chg="add mod">
          <ac:chgData name="Jacob Wyngaard" userId="6181fcd471e98458" providerId="LiveId" clId="{788BA123-62C9-4DDC-86E5-A6BCA4600216}" dt="2026-02-23T23:51:41.076" v="4105" actId="14100"/>
          <ac:spMkLst>
            <pc:docMk/>
            <pc:sldMk cId="1632653986" sldId="304"/>
            <ac:spMk id="12" creationId="{F4452D3C-4D53-E66A-F2E8-112821E92CCF}"/>
          </ac:spMkLst>
        </pc:spChg>
        <pc:spChg chg="del">
          <ac:chgData name="Jacob Wyngaard" userId="6181fcd471e98458" providerId="LiveId" clId="{788BA123-62C9-4DDC-86E5-A6BCA4600216}" dt="2026-02-23T22:46:25.389" v="3185" actId="478"/>
          <ac:spMkLst>
            <pc:docMk/>
            <pc:sldMk cId="1632653986" sldId="304"/>
            <ac:spMk id="13" creationId="{A2AF3451-F187-17FD-AF8D-55C63C036B4A}"/>
          </ac:spMkLst>
        </pc:spChg>
        <pc:spChg chg="del">
          <ac:chgData name="Jacob Wyngaard" userId="6181fcd471e98458" providerId="LiveId" clId="{788BA123-62C9-4DDC-86E5-A6BCA4600216}" dt="2026-02-23T22:46:22.716" v="3183" actId="478"/>
          <ac:spMkLst>
            <pc:docMk/>
            <pc:sldMk cId="1632653986" sldId="304"/>
            <ac:spMk id="15" creationId="{A9F381DE-3F7F-2D2E-C43D-250C3359956E}"/>
          </ac:spMkLst>
        </pc:spChg>
        <pc:spChg chg="add mod">
          <ac:chgData name="Jacob Wyngaard" userId="6181fcd471e98458" providerId="LiveId" clId="{788BA123-62C9-4DDC-86E5-A6BCA4600216}" dt="2026-02-23T23:52:01.752" v="4134" actId="14100"/>
          <ac:spMkLst>
            <pc:docMk/>
            <pc:sldMk cId="1632653986" sldId="304"/>
            <ac:spMk id="17" creationId="{1DDE05FE-F8FD-E58E-6187-E59895EBEFA8}"/>
          </ac:spMkLst>
        </pc:spChg>
        <pc:spChg chg="add mod">
          <ac:chgData name="Jacob Wyngaard" userId="6181fcd471e98458" providerId="LiveId" clId="{788BA123-62C9-4DDC-86E5-A6BCA4600216}" dt="2026-02-23T23:44:49.545" v="3998" actId="20577"/>
          <ac:spMkLst>
            <pc:docMk/>
            <pc:sldMk cId="1632653986" sldId="304"/>
            <ac:spMk id="18" creationId="{B579DED5-B0DC-5A43-9098-61EE81CA7CB2}"/>
          </ac:spMkLst>
        </pc:spChg>
        <pc:spChg chg="add del mod">
          <ac:chgData name="Jacob Wyngaard" userId="6181fcd471e98458" providerId="LiveId" clId="{788BA123-62C9-4DDC-86E5-A6BCA4600216}" dt="2026-02-23T23:49:50.942" v="4073" actId="478"/>
          <ac:spMkLst>
            <pc:docMk/>
            <pc:sldMk cId="1632653986" sldId="304"/>
            <ac:spMk id="19" creationId="{D86984F4-8EC3-194E-4F69-07693E21AFCA}"/>
          </ac:spMkLst>
        </pc:spChg>
        <pc:spChg chg="add mod">
          <ac:chgData name="Jacob Wyngaard" userId="6181fcd471e98458" providerId="LiveId" clId="{788BA123-62C9-4DDC-86E5-A6BCA4600216}" dt="2026-02-23T23:51:34.811" v="4104" actId="20577"/>
          <ac:spMkLst>
            <pc:docMk/>
            <pc:sldMk cId="1632653986" sldId="304"/>
            <ac:spMk id="21" creationId="{6EF15C59-E291-CC94-13AC-BBFC14A5984C}"/>
          </ac:spMkLst>
        </pc:spChg>
        <pc:spChg chg="add mod">
          <ac:chgData name="Jacob Wyngaard" userId="6181fcd471e98458" providerId="LiveId" clId="{788BA123-62C9-4DDC-86E5-A6BCA4600216}" dt="2026-02-23T23:54:34.085" v="4186" actId="1076"/>
          <ac:spMkLst>
            <pc:docMk/>
            <pc:sldMk cId="1632653986" sldId="304"/>
            <ac:spMk id="22" creationId="{FB00E845-52DF-B902-93C2-85C10D3CA399}"/>
          </ac:spMkLst>
        </pc:spChg>
        <pc:spChg chg="del mod">
          <ac:chgData name="Jacob Wyngaard" userId="6181fcd471e98458" providerId="LiveId" clId="{788BA123-62C9-4DDC-86E5-A6BCA4600216}" dt="2026-02-23T22:44:29.228" v="3176" actId="478"/>
          <ac:spMkLst>
            <pc:docMk/>
            <pc:sldMk cId="1632653986" sldId="304"/>
            <ac:spMk id="24" creationId="{6F24C3D0-EC8E-AA57-0CFB-A7FA533D7410}"/>
          </ac:spMkLst>
        </pc:spChg>
        <pc:spChg chg="add mod">
          <ac:chgData name="Jacob Wyngaard" userId="6181fcd471e98458" providerId="LiveId" clId="{788BA123-62C9-4DDC-86E5-A6BCA4600216}" dt="2026-02-23T23:52:07.872" v="4135" actId="1076"/>
          <ac:spMkLst>
            <pc:docMk/>
            <pc:sldMk cId="1632653986" sldId="304"/>
            <ac:spMk id="25" creationId="{FF999183-97E0-2DD6-F76B-D2B16C40EBE9}"/>
          </ac:spMkLst>
        </pc:spChg>
        <pc:picChg chg="del mod">
          <ac:chgData name="Jacob Wyngaard" userId="6181fcd471e98458" providerId="LiveId" clId="{788BA123-62C9-4DDC-86E5-A6BCA4600216}" dt="2026-02-23T22:46:20.762" v="3181" actId="478"/>
          <ac:picMkLst>
            <pc:docMk/>
            <pc:sldMk cId="1632653986" sldId="304"/>
            <ac:picMk id="16" creationId="{A5A5DEF1-93E0-249E-86DF-F972F963642B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293785239" sldId="305"/>
        </pc:sldMkLst>
      </pc:sldChg>
      <pc:sldChg chg="add del">
        <pc:chgData name="Jacob Wyngaard" userId="6181fcd471e98458" providerId="LiveId" clId="{788BA123-62C9-4DDC-86E5-A6BCA4600216}" dt="2026-02-24T03:52:08.217" v="7602" actId="47"/>
        <pc:sldMkLst>
          <pc:docMk/>
          <pc:sldMk cId="2937071657" sldId="305"/>
        </pc:sldMkLst>
      </pc:sldChg>
      <pc:sldChg chg="addSp modSp add mod">
        <pc:chgData name="Jacob Wyngaard" userId="6181fcd471e98458" providerId="LiveId" clId="{788BA123-62C9-4DDC-86E5-A6BCA4600216}" dt="2026-02-23T23:55:55.882" v="4280" actId="1076"/>
        <pc:sldMkLst>
          <pc:docMk/>
          <pc:sldMk cId="3396362434" sldId="306"/>
        </pc:sldMkLst>
        <pc:spChg chg="add mod">
          <ac:chgData name="Jacob Wyngaard" userId="6181fcd471e98458" providerId="LiveId" clId="{788BA123-62C9-4DDC-86E5-A6BCA4600216}" dt="2026-02-23T23:55:14.453" v="4193" actId="14100"/>
          <ac:spMkLst>
            <pc:docMk/>
            <pc:sldMk cId="3396362434" sldId="306"/>
            <ac:spMk id="4" creationId="{A82C5042-CF9B-21B3-F35D-B1592B2C8FFE}"/>
          </ac:spMkLst>
        </pc:spChg>
        <pc:spChg chg="add mod">
          <ac:chgData name="Jacob Wyngaard" userId="6181fcd471e98458" providerId="LiveId" clId="{788BA123-62C9-4DDC-86E5-A6BCA4600216}" dt="2026-02-23T23:55:55.882" v="4280" actId="1076"/>
          <ac:spMkLst>
            <pc:docMk/>
            <pc:sldMk cId="3396362434" sldId="306"/>
            <ac:spMk id="7" creationId="{B173093C-EB80-84F6-A325-83C86B07FFD5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4156708384" sldId="306"/>
        </pc:sldMkLst>
      </pc:sldChg>
      <pc:sldChg chg="addSp delSp modSp add mod ord">
        <pc:chgData name="Jacob Wyngaard" userId="6181fcd471e98458" providerId="LiveId" clId="{788BA123-62C9-4DDC-86E5-A6BCA4600216}" dt="2026-02-24T00:14:43.930" v="5031" actId="14100"/>
        <pc:sldMkLst>
          <pc:docMk/>
          <pc:sldMk cId="2869556279" sldId="307"/>
        </pc:sldMkLst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2" creationId="{60DA199A-DB8D-1CB9-AD8B-265D027677B3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3" creationId="{69521361-B5A6-D6A2-DFF1-9FF8921E08D0}"/>
          </ac:spMkLst>
        </pc:spChg>
        <pc:spChg chg="add mod">
          <ac:chgData name="Jacob Wyngaard" userId="6181fcd471e98458" providerId="LiveId" clId="{788BA123-62C9-4DDC-86E5-A6BCA4600216}" dt="2026-02-24T00:06:33.875" v="4543" actId="404"/>
          <ac:spMkLst>
            <pc:docMk/>
            <pc:sldMk cId="2869556279" sldId="307"/>
            <ac:spMk id="4" creationId="{9F9C14EB-DF79-DDC7-46F1-7017DAE8F94E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5" creationId="{CED2E773-F22A-9B20-A5C6-B2AD9A9CEBC3}"/>
          </ac:spMkLst>
        </pc:spChg>
        <pc:spChg chg="add del mod">
          <ac:chgData name="Jacob Wyngaard" userId="6181fcd471e98458" providerId="LiveId" clId="{788BA123-62C9-4DDC-86E5-A6BCA4600216}" dt="2026-02-24T00:09:14.794" v="4605" actId="478"/>
          <ac:spMkLst>
            <pc:docMk/>
            <pc:sldMk cId="2869556279" sldId="307"/>
            <ac:spMk id="7" creationId="{539F39E4-09B3-E209-A891-CE8692119359}"/>
          </ac:spMkLst>
        </pc:spChg>
        <pc:spChg chg="mod">
          <ac:chgData name="Jacob Wyngaard" userId="6181fcd471e98458" providerId="LiveId" clId="{788BA123-62C9-4DDC-86E5-A6BCA4600216}" dt="2026-02-23T23:56:54.357" v="4306" actId="20577"/>
          <ac:spMkLst>
            <pc:docMk/>
            <pc:sldMk cId="2869556279" sldId="307"/>
            <ac:spMk id="9" creationId="{BB9B2C8F-B4AD-451A-77B6-8FFD02A030B0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10" creationId="{C1888747-7C73-8664-6E57-63499DC12752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12" creationId="{FE4212B9-DEE0-65E8-D85B-0379C1ACDE87}"/>
          </ac:spMkLst>
        </pc:spChg>
        <pc:spChg chg="add mod">
          <ac:chgData name="Jacob Wyngaard" userId="6181fcd471e98458" providerId="LiveId" clId="{788BA123-62C9-4DDC-86E5-A6BCA4600216}" dt="2026-02-24T00:08:54.858" v="4599" actId="20577"/>
          <ac:spMkLst>
            <pc:docMk/>
            <pc:sldMk cId="2869556279" sldId="307"/>
            <ac:spMk id="13" creationId="{2BD7361A-DB26-C42D-4F99-10796E33691E}"/>
          </ac:spMkLst>
        </pc:spChg>
        <pc:spChg chg="add mod">
          <ac:chgData name="Jacob Wyngaard" userId="6181fcd471e98458" providerId="LiveId" clId="{788BA123-62C9-4DDC-86E5-A6BCA4600216}" dt="2026-02-24T00:09:04.871" v="4604" actId="113"/>
          <ac:spMkLst>
            <pc:docMk/>
            <pc:sldMk cId="2869556279" sldId="307"/>
            <ac:spMk id="14" creationId="{6BEA7E5E-E520-04AD-B759-F437E7F180C1}"/>
          </ac:spMkLst>
        </pc:spChg>
        <pc:spChg chg="add del mod">
          <ac:chgData name="Jacob Wyngaard" userId="6181fcd471e98458" providerId="LiveId" clId="{788BA123-62C9-4DDC-86E5-A6BCA4600216}" dt="2026-02-24T00:09:23.200" v="4607" actId="478"/>
          <ac:spMkLst>
            <pc:docMk/>
            <pc:sldMk cId="2869556279" sldId="307"/>
            <ac:spMk id="15" creationId="{6946A35E-FFC9-E306-ED4D-0AAA2E076851}"/>
          </ac:spMkLst>
        </pc:spChg>
        <pc:spChg chg="add mod">
          <ac:chgData name="Jacob Wyngaard" userId="6181fcd471e98458" providerId="LiveId" clId="{788BA123-62C9-4DDC-86E5-A6BCA4600216}" dt="2026-02-24T00:13:22.045" v="4974" actId="21"/>
          <ac:spMkLst>
            <pc:docMk/>
            <pc:sldMk cId="2869556279" sldId="307"/>
            <ac:spMk id="16" creationId="{39866290-4B54-3B7E-1251-11822166E6D4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17" creationId="{4E8F3871-F49D-F7F2-D956-527861C6223F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18" creationId="{3E1161FE-75CA-5419-85D0-5A7F08CA0474}"/>
          </ac:spMkLst>
        </pc:spChg>
        <pc:spChg chg="add mod">
          <ac:chgData name="Jacob Wyngaard" userId="6181fcd471e98458" providerId="LiveId" clId="{788BA123-62C9-4DDC-86E5-A6BCA4600216}" dt="2026-02-24T00:13:57.418" v="4993" actId="21"/>
          <ac:spMkLst>
            <pc:docMk/>
            <pc:sldMk cId="2869556279" sldId="307"/>
            <ac:spMk id="20" creationId="{257F59D6-B062-5674-552B-BD14A8C22E3D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21" creationId="{CFAFDE09-B80C-AE24-E9A6-84DBFC73D112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22" creationId="{9D43C42D-311C-1DF8-758E-0F77965435B9}"/>
          </ac:spMkLst>
        </pc:spChg>
        <pc:spChg chg="add mod">
          <ac:chgData name="Jacob Wyngaard" userId="6181fcd471e98458" providerId="LiveId" clId="{788BA123-62C9-4DDC-86E5-A6BCA4600216}" dt="2026-02-24T00:14:13.419" v="5002" actId="1076"/>
          <ac:spMkLst>
            <pc:docMk/>
            <pc:sldMk cId="2869556279" sldId="307"/>
            <ac:spMk id="24" creationId="{CF6275DD-B81E-5E1A-63EF-836B60458346}"/>
          </ac:spMkLst>
        </pc:spChg>
        <pc:spChg chg="del">
          <ac:chgData name="Jacob Wyngaard" userId="6181fcd471e98458" providerId="LiveId" clId="{788BA123-62C9-4DDC-86E5-A6BCA4600216}" dt="2026-02-23T23:57:31.089" v="4307" actId="478"/>
          <ac:spMkLst>
            <pc:docMk/>
            <pc:sldMk cId="2869556279" sldId="307"/>
            <ac:spMk id="25" creationId="{81636D04-F4A7-56C0-5488-011432FF2A64}"/>
          </ac:spMkLst>
        </pc:spChg>
        <pc:spChg chg="add mod">
          <ac:chgData name="Jacob Wyngaard" userId="6181fcd471e98458" providerId="LiveId" clId="{788BA123-62C9-4DDC-86E5-A6BCA4600216}" dt="2026-02-24T00:14:43.930" v="5031" actId="14100"/>
          <ac:spMkLst>
            <pc:docMk/>
            <pc:sldMk cId="2869556279" sldId="307"/>
            <ac:spMk id="27" creationId="{45A9A997-4D54-9DAC-6778-45CAA7200899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4241303160" sldId="307"/>
        </pc:sldMkLst>
      </pc:sldChg>
      <pc:sldChg chg="addSp delSp modSp add mod">
        <pc:chgData name="Jacob Wyngaard" userId="6181fcd471e98458" providerId="LiveId" clId="{788BA123-62C9-4DDC-86E5-A6BCA4600216}" dt="2026-02-24T00:19:21.342" v="5121" actId="1076"/>
        <pc:sldMkLst>
          <pc:docMk/>
          <pc:sldMk cId="74585992" sldId="308"/>
        </pc:sldMkLst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3" creationId="{3D7F1D53-D2E6-DDBF-028C-2D9B4909E35B}"/>
          </ac:spMkLst>
        </pc:spChg>
        <pc:spChg chg="mod">
          <ac:chgData name="Jacob Wyngaard" userId="6181fcd471e98458" providerId="LiveId" clId="{788BA123-62C9-4DDC-86E5-A6BCA4600216}" dt="2026-02-24T00:15:02.829" v="5051" actId="20577"/>
          <ac:spMkLst>
            <pc:docMk/>
            <pc:sldMk cId="74585992" sldId="308"/>
            <ac:spMk id="4" creationId="{9A8DC66A-E2C2-4F9D-7636-E6DC9DC2B559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5" creationId="{7FFB4C62-F7CA-40AC-3A6D-3ADE2A0D5C5B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7" creationId="{94E69DBE-B660-FBB7-8414-27B59E4D4528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10" creationId="{397B2F56-83EF-4755-428B-9F09AD446F76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11" creationId="{053B51B0-B292-72BA-734D-2D2EED1E80C5}"/>
          </ac:spMkLst>
        </pc:spChg>
        <pc:spChg chg="mod">
          <ac:chgData name="Jacob Wyngaard" userId="6181fcd471e98458" providerId="LiveId" clId="{788BA123-62C9-4DDC-86E5-A6BCA4600216}" dt="2026-02-24T00:16:01.607" v="5083" actId="20577"/>
          <ac:spMkLst>
            <pc:docMk/>
            <pc:sldMk cId="74585992" sldId="308"/>
            <ac:spMk id="13" creationId="{9DA6C2BA-51FF-2901-9C8C-F6CF83B87BF5}"/>
          </ac:spMkLst>
        </pc:spChg>
        <pc:spChg chg="mod">
          <ac:chgData name="Jacob Wyngaard" userId="6181fcd471e98458" providerId="LiveId" clId="{788BA123-62C9-4DDC-86E5-A6BCA4600216}" dt="2026-02-24T00:19:21.342" v="5121" actId="1076"/>
          <ac:spMkLst>
            <pc:docMk/>
            <pc:sldMk cId="74585992" sldId="308"/>
            <ac:spMk id="14" creationId="{6C01BD3A-84FE-9ECA-678C-28AB8ADF781F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15" creationId="{A8EE3266-B212-A0FA-BE6E-48F232D85DB9}"/>
          </ac:spMkLst>
        </pc:spChg>
        <pc:spChg chg="del">
          <ac:chgData name="Jacob Wyngaard" userId="6181fcd471e98458" providerId="LiveId" clId="{788BA123-62C9-4DDC-86E5-A6BCA4600216}" dt="2026-02-24T00:15:08.069" v="5053" actId="478"/>
          <ac:spMkLst>
            <pc:docMk/>
            <pc:sldMk cId="74585992" sldId="308"/>
            <ac:spMk id="16" creationId="{48C74979-6081-FEB4-F12B-78D98A13CCC8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17" creationId="{46EB8B7A-36FE-E22C-9148-8741AE14012E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19" creationId="{9E8AF70A-8AE7-BEC9-E73F-EA1721F6537F}"/>
          </ac:spMkLst>
        </pc:spChg>
        <pc:spChg chg="del">
          <ac:chgData name="Jacob Wyngaard" userId="6181fcd471e98458" providerId="LiveId" clId="{788BA123-62C9-4DDC-86E5-A6BCA4600216}" dt="2026-02-24T00:15:05.997" v="5052" actId="478"/>
          <ac:spMkLst>
            <pc:docMk/>
            <pc:sldMk cId="74585992" sldId="308"/>
            <ac:spMk id="20" creationId="{F5E904BF-DF9E-653D-4F73-B4C095D44C6D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21" creationId="{B4ECCC82-736B-81D6-4801-FCA868933F93}"/>
          </ac:spMkLst>
        </pc:spChg>
        <pc:spChg chg="add del mod">
          <ac:chgData name="Jacob Wyngaard" userId="6181fcd471e98458" providerId="LiveId" clId="{788BA123-62C9-4DDC-86E5-A6BCA4600216}" dt="2026-02-24T00:19:15.544" v="5119" actId="478"/>
          <ac:spMkLst>
            <pc:docMk/>
            <pc:sldMk cId="74585992" sldId="308"/>
            <ac:spMk id="22" creationId="{30A058A6-95B7-0218-CAA7-6B0C26D489BA}"/>
          </ac:spMkLst>
        </pc:spChg>
        <pc:spChg chg="del">
          <ac:chgData name="Jacob Wyngaard" userId="6181fcd471e98458" providerId="LiveId" clId="{788BA123-62C9-4DDC-86E5-A6BCA4600216}" dt="2026-02-24T00:15:09.357" v="5054" actId="478"/>
          <ac:spMkLst>
            <pc:docMk/>
            <pc:sldMk cId="74585992" sldId="308"/>
            <ac:spMk id="24" creationId="{DACCCCA0-2952-69BC-3EF4-C193E73AF85E}"/>
          </ac:spMkLst>
        </pc:spChg>
        <pc:spChg chg="del">
          <ac:chgData name="Jacob Wyngaard" userId="6181fcd471e98458" providerId="LiveId" clId="{788BA123-62C9-4DDC-86E5-A6BCA4600216}" dt="2026-02-24T00:15:10.076" v="5055" actId="478"/>
          <ac:spMkLst>
            <pc:docMk/>
            <pc:sldMk cId="74585992" sldId="308"/>
            <ac:spMk id="27" creationId="{6286611F-3916-4EC3-11A5-FBBDB51E7E37}"/>
          </ac:spMkLst>
        </pc:spChg>
        <pc:picChg chg="del">
          <ac:chgData name="Jacob Wyngaard" userId="6181fcd471e98458" providerId="LiveId" clId="{788BA123-62C9-4DDC-86E5-A6BCA4600216}" dt="2026-02-24T00:19:16.909" v="5120" actId="478"/>
          <ac:picMkLst>
            <pc:docMk/>
            <pc:sldMk cId="74585992" sldId="308"/>
            <ac:picMk id="2" creationId="{68E44B46-0FF2-5426-64D6-518021ECA379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797539763" sldId="308"/>
        </pc:sldMkLst>
      </pc:sldChg>
      <pc:sldChg chg="addSp delSp modSp add mod">
        <pc:chgData name="Jacob Wyngaard" userId="6181fcd471e98458" providerId="LiveId" clId="{788BA123-62C9-4DDC-86E5-A6BCA4600216}" dt="2026-02-24T03:45:43.810" v="7220" actId="20577"/>
        <pc:sldMkLst>
          <pc:docMk/>
          <pc:sldMk cId="2843278506" sldId="309"/>
        </pc:sldMkLst>
        <pc:spChg chg="add mod">
          <ac:chgData name="Jacob Wyngaard" userId="6181fcd471e98458" providerId="LiveId" clId="{788BA123-62C9-4DDC-86E5-A6BCA4600216}" dt="2026-02-24T03:40:40.333" v="6833" actId="1076"/>
          <ac:spMkLst>
            <pc:docMk/>
            <pc:sldMk cId="2843278506" sldId="309"/>
            <ac:spMk id="2" creationId="{DB9E0421-0254-3B41-45B3-50E44C67EBE8}"/>
          </ac:spMkLst>
        </pc:spChg>
        <pc:spChg chg="add mod">
          <ac:chgData name="Jacob Wyngaard" userId="6181fcd471e98458" providerId="LiveId" clId="{788BA123-62C9-4DDC-86E5-A6BCA4600216}" dt="2026-02-24T03:43:56.294" v="7024" actId="20577"/>
          <ac:spMkLst>
            <pc:docMk/>
            <pc:sldMk cId="2843278506" sldId="309"/>
            <ac:spMk id="3" creationId="{9CC0D328-7AA6-1A47-5380-B3EE441646F1}"/>
          </ac:spMkLst>
        </pc:spChg>
        <pc:spChg chg="add mod">
          <ac:chgData name="Jacob Wyngaard" userId="6181fcd471e98458" providerId="LiveId" clId="{788BA123-62C9-4DDC-86E5-A6BCA4600216}" dt="2026-02-24T03:44:07.047" v="7037" actId="20577"/>
          <ac:spMkLst>
            <pc:docMk/>
            <pc:sldMk cId="2843278506" sldId="309"/>
            <ac:spMk id="4" creationId="{33DC81B0-AA88-4778-A0C5-93028DF5B62A}"/>
          </ac:spMkLst>
        </pc:spChg>
        <pc:spChg chg="add mod">
          <ac:chgData name="Jacob Wyngaard" userId="6181fcd471e98458" providerId="LiveId" clId="{788BA123-62C9-4DDC-86E5-A6BCA4600216}" dt="2026-02-24T03:40:55.341" v="6837" actId="14100"/>
          <ac:spMkLst>
            <pc:docMk/>
            <pc:sldMk cId="2843278506" sldId="309"/>
            <ac:spMk id="5" creationId="{9CEFD498-28E3-B85C-31B2-25A0F4E4F4FE}"/>
          </ac:spMkLst>
        </pc:spChg>
        <pc:spChg chg="add mod">
          <ac:chgData name="Jacob Wyngaard" userId="6181fcd471e98458" providerId="LiveId" clId="{788BA123-62C9-4DDC-86E5-A6BCA4600216}" dt="2026-02-24T03:45:10.919" v="7163" actId="20577"/>
          <ac:spMkLst>
            <pc:docMk/>
            <pc:sldMk cId="2843278506" sldId="309"/>
            <ac:spMk id="7" creationId="{BDDA974D-B1F3-BCA0-EEE5-A911336A96F4}"/>
          </ac:spMkLst>
        </pc:spChg>
        <pc:spChg chg="mod">
          <ac:chgData name="Jacob Wyngaard" userId="6181fcd471e98458" providerId="LiveId" clId="{788BA123-62C9-4DDC-86E5-A6BCA4600216}" dt="2026-02-24T00:41:37.466" v="5431" actId="1076"/>
          <ac:spMkLst>
            <pc:docMk/>
            <pc:sldMk cId="2843278506" sldId="309"/>
            <ac:spMk id="9" creationId="{1CA26395-4C2F-CF61-0495-2CA4A3A53348}"/>
          </ac:spMkLst>
        </pc:spChg>
        <pc:spChg chg="add mod">
          <ac:chgData name="Jacob Wyngaard" userId="6181fcd471e98458" providerId="LiveId" clId="{788BA123-62C9-4DDC-86E5-A6BCA4600216}" dt="2026-02-24T03:44:24.605" v="7094" actId="20577"/>
          <ac:spMkLst>
            <pc:docMk/>
            <pc:sldMk cId="2843278506" sldId="309"/>
            <ac:spMk id="10" creationId="{C3108D6C-74D5-9139-81D7-E2F514D0B861}"/>
          </ac:spMkLst>
        </pc:spChg>
        <pc:spChg chg="add mod">
          <ac:chgData name="Jacob Wyngaard" userId="6181fcd471e98458" providerId="LiveId" clId="{788BA123-62C9-4DDC-86E5-A6BCA4600216}" dt="2026-02-24T03:44:47.436" v="7152" actId="20577"/>
          <ac:spMkLst>
            <pc:docMk/>
            <pc:sldMk cId="2843278506" sldId="309"/>
            <ac:spMk id="11" creationId="{E97FF0A9-82E0-2906-4809-7FB8A091EAD0}"/>
          </ac:spMkLst>
        </pc:spChg>
        <pc:spChg chg="add mod">
          <ac:chgData name="Jacob Wyngaard" userId="6181fcd471e98458" providerId="LiveId" clId="{788BA123-62C9-4DDC-86E5-A6BCA4600216}" dt="2026-02-24T03:45:13.481" v="7169" actId="20577"/>
          <ac:spMkLst>
            <pc:docMk/>
            <pc:sldMk cId="2843278506" sldId="309"/>
            <ac:spMk id="12" creationId="{8E39931A-B02E-E1FE-4341-1C6257E44D6F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12" creationId="{E9C1F8EF-D377-64E2-9B70-B07B86A07DB5}"/>
          </ac:spMkLst>
        </pc:spChg>
        <pc:spChg chg="add mod">
          <ac:chgData name="Jacob Wyngaard" userId="6181fcd471e98458" providerId="LiveId" clId="{788BA123-62C9-4DDC-86E5-A6BCA4600216}" dt="2026-02-24T03:45:43.810" v="7220" actId="20577"/>
          <ac:spMkLst>
            <pc:docMk/>
            <pc:sldMk cId="2843278506" sldId="309"/>
            <ac:spMk id="13" creationId="{7E2CFA20-797C-4C21-6B5F-CEB89111E25D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14" creationId="{870BA0E7-8F72-2368-93C1-6C0767785DC1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16" creationId="{363F13BB-63FB-8220-25B5-ACF67A5659A8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17" creationId="{685B0AC8-5AB7-F7EB-5391-EAE4CB024BDA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19" creationId="{09206B7E-8C1E-61FD-89B6-6DCA7499FE64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27" creationId="{EB468DDB-9C5E-68F6-3BF1-C4CBC6E02422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28" creationId="{08B33380-65EF-1BB8-A4B3-5974D2FC682F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33" creationId="{8830ED5B-9CC8-8F83-7304-9BE4573557CA}"/>
          </ac:spMkLst>
        </pc:spChg>
        <pc:spChg chg="del">
          <ac:chgData name="Jacob Wyngaard" userId="6181fcd471e98458" providerId="LiveId" clId="{788BA123-62C9-4DDC-86E5-A6BCA4600216}" dt="2026-02-24T00:41:41.114" v="5433" actId="478"/>
          <ac:spMkLst>
            <pc:docMk/>
            <pc:sldMk cId="2843278506" sldId="309"/>
            <ac:spMk id="34" creationId="{DA33C9AD-E8E9-366E-BE0D-EC3FC9D9DD0F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39" creationId="{3C7F5323-C550-943A-9F94-6EFB7A164B67}"/>
          </ac:spMkLst>
        </pc:spChg>
        <pc:spChg chg="del">
          <ac:chgData name="Jacob Wyngaard" userId="6181fcd471e98458" providerId="LiveId" clId="{788BA123-62C9-4DDC-86E5-A6BCA4600216}" dt="2026-02-24T00:41:39.953" v="5432" actId="478"/>
          <ac:spMkLst>
            <pc:docMk/>
            <pc:sldMk cId="2843278506" sldId="309"/>
            <ac:spMk id="40" creationId="{7FA75D68-6241-A6AB-7B3C-7D062E956447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2585050941" sldId="310"/>
        </pc:sldMkLst>
      </pc:sldChg>
      <pc:sldChg chg="addSp delSp modSp add mod">
        <pc:chgData name="Jacob Wyngaard" userId="6181fcd471e98458" providerId="LiveId" clId="{788BA123-62C9-4DDC-86E5-A6BCA4600216}" dt="2026-02-24T00:38:13.667" v="5312" actId="20577"/>
        <pc:sldMkLst>
          <pc:docMk/>
          <pc:sldMk cId="3006645019" sldId="310"/>
        </pc:sldMkLst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3" creationId="{5CF4A97C-4103-51D4-C959-2EAFA74994A8}"/>
          </ac:spMkLst>
        </pc:spChg>
        <pc:spChg chg="mod">
          <ac:chgData name="Jacob Wyngaard" userId="6181fcd471e98458" providerId="LiveId" clId="{788BA123-62C9-4DDC-86E5-A6BCA4600216}" dt="2026-02-24T00:19:05.984" v="5117" actId="20577"/>
          <ac:spMkLst>
            <pc:docMk/>
            <pc:sldMk cId="3006645019" sldId="310"/>
            <ac:spMk id="4" creationId="{F6468F42-7C24-A97F-E5F1-A7C10B7CADEB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5" creationId="{509FAFD5-814B-DE74-713A-F0A5E04B104E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7" creationId="{FCB71EC2-757F-946D-E05E-6FA8EFD71CFB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10" creationId="{E16D1546-42DF-270B-B0FE-6E2625D9C708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12" creationId="{EEF9D42F-C858-F9FD-2C51-73B9E5F20ED7}"/>
          </ac:spMkLst>
        </pc:spChg>
        <pc:spChg chg="del">
          <ac:chgData name="Jacob Wyngaard" userId="6181fcd471e98458" providerId="LiveId" clId="{788BA123-62C9-4DDC-86E5-A6BCA4600216}" dt="2026-02-24T00:19:11.513" v="5118" actId="478"/>
          <ac:spMkLst>
            <pc:docMk/>
            <pc:sldMk cId="3006645019" sldId="310"/>
            <ac:spMk id="13" creationId="{62B2387F-762C-3E97-746A-2179FDAC4228}"/>
          </ac:spMkLst>
        </pc:spChg>
        <pc:spChg chg="del">
          <ac:chgData name="Jacob Wyngaard" userId="6181fcd471e98458" providerId="LiveId" clId="{788BA123-62C9-4DDC-86E5-A6BCA4600216}" dt="2026-02-24T00:19:11.513" v="5118" actId="478"/>
          <ac:spMkLst>
            <pc:docMk/>
            <pc:sldMk cId="3006645019" sldId="310"/>
            <ac:spMk id="14" creationId="{8A3C31E0-4C15-7A13-3201-FF3DDC67583C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15" creationId="{DE6B6689-4F0C-9793-B9EF-C157198F5C3A}"/>
          </ac:spMkLst>
        </pc:spChg>
        <pc:spChg chg="add mod">
          <ac:chgData name="Jacob Wyngaard" userId="6181fcd471e98458" providerId="LiveId" clId="{788BA123-62C9-4DDC-86E5-A6BCA4600216}" dt="2026-02-24T00:19:44.639" v="5126" actId="1076"/>
          <ac:spMkLst>
            <pc:docMk/>
            <pc:sldMk cId="3006645019" sldId="310"/>
            <ac:spMk id="16" creationId="{397A639F-D22E-084C-F40B-337889FA5668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17" creationId="{81592692-D028-C86A-0070-21C543C131B7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18" creationId="{8BBB5134-EA76-BA4D-4D0E-DBC2FA6C6D19}"/>
          </ac:spMkLst>
        </pc:spChg>
        <pc:spChg chg="add mod">
          <ac:chgData name="Jacob Wyngaard" userId="6181fcd471e98458" providerId="LiveId" clId="{788BA123-62C9-4DDC-86E5-A6BCA4600216}" dt="2026-02-24T00:37:27.375" v="5281" actId="20577"/>
          <ac:spMkLst>
            <pc:docMk/>
            <pc:sldMk cId="3006645019" sldId="310"/>
            <ac:spMk id="20" creationId="{6B78ADE7-3D7F-702F-4BB5-47410ED75DE5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21" creationId="{BBEE6892-82BE-F7A5-4906-EBE0C9667175}"/>
          </ac:spMkLst>
        </pc:spChg>
        <pc:spChg chg="mod">
          <ac:chgData name="Jacob Wyngaard" userId="6181fcd471e98458" providerId="LiveId" clId="{788BA123-62C9-4DDC-86E5-A6BCA4600216}" dt="2026-02-24T00:19:31.170" v="5122" actId="1076"/>
          <ac:spMkLst>
            <pc:docMk/>
            <pc:sldMk cId="3006645019" sldId="310"/>
            <ac:spMk id="22" creationId="{8C9CB58B-F7F7-A3D0-1B8B-42B4A4EA9986}"/>
          </ac:spMkLst>
        </pc:spChg>
        <pc:spChg chg="add mod">
          <ac:chgData name="Jacob Wyngaard" userId="6181fcd471e98458" providerId="LiveId" clId="{788BA123-62C9-4DDC-86E5-A6BCA4600216}" dt="2026-02-24T00:37:29.687" v="5283" actId="20577"/>
          <ac:spMkLst>
            <pc:docMk/>
            <pc:sldMk cId="3006645019" sldId="310"/>
            <ac:spMk id="23" creationId="{ECFDC85A-48E0-FE02-7B4A-23426F882BD1}"/>
          </ac:spMkLst>
        </pc:spChg>
        <pc:spChg chg="add mod">
          <ac:chgData name="Jacob Wyngaard" userId="6181fcd471e98458" providerId="LiveId" clId="{788BA123-62C9-4DDC-86E5-A6BCA4600216}" dt="2026-02-24T00:37:48.257" v="5289" actId="20577"/>
          <ac:spMkLst>
            <pc:docMk/>
            <pc:sldMk cId="3006645019" sldId="310"/>
            <ac:spMk id="24" creationId="{AD1F350A-71AC-6201-2D8D-5BE261E6C1AC}"/>
          </ac:spMkLst>
        </pc:spChg>
        <pc:spChg chg="add mod">
          <ac:chgData name="Jacob Wyngaard" userId="6181fcd471e98458" providerId="LiveId" clId="{788BA123-62C9-4DDC-86E5-A6BCA4600216}" dt="2026-02-24T00:37:55.990" v="5295" actId="20577"/>
          <ac:spMkLst>
            <pc:docMk/>
            <pc:sldMk cId="3006645019" sldId="310"/>
            <ac:spMk id="25" creationId="{08C95E68-9A8B-6436-ECE3-CC61AB4AD7B1}"/>
          </ac:spMkLst>
        </pc:spChg>
        <pc:spChg chg="add mod">
          <ac:chgData name="Jacob Wyngaard" userId="6181fcd471e98458" providerId="LiveId" clId="{788BA123-62C9-4DDC-86E5-A6BCA4600216}" dt="2026-02-24T00:38:13.667" v="5312" actId="20577"/>
          <ac:spMkLst>
            <pc:docMk/>
            <pc:sldMk cId="3006645019" sldId="310"/>
            <ac:spMk id="26" creationId="{F2F5A013-FEEF-2DB8-DFE6-D673750B4252}"/>
          </ac:spMkLst>
        </pc:spChg>
        <pc:spChg chg="add mod">
          <ac:chgData name="Jacob Wyngaard" userId="6181fcd471e98458" providerId="LiveId" clId="{788BA123-62C9-4DDC-86E5-A6BCA4600216}" dt="2026-02-24T00:37:38.897" v="5284" actId="20577"/>
          <ac:spMkLst>
            <pc:docMk/>
            <pc:sldMk cId="3006645019" sldId="310"/>
            <ac:spMk id="27" creationId="{50816578-F798-E205-1CB8-CA5BD5E0E796}"/>
          </ac:spMkLst>
        </pc:spChg>
        <pc:spChg chg="add mod">
          <ac:chgData name="Jacob Wyngaard" userId="6181fcd471e98458" providerId="LiveId" clId="{788BA123-62C9-4DDC-86E5-A6BCA4600216}" dt="2026-02-24T00:37:40.364" v="5285" actId="20577"/>
          <ac:spMkLst>
            <pc:docMk/>
            <pc:sldMk cId="3006645019" sldId="310"/>
            <ac:spMk id="28" creationId="{05952964-3719-F8B4-E3B2-CC26BCB0B95B}"/>
          </ac:spMkLst>
        </pc:spChg>
      </pc:sldChg>
      <pc:sldChg chg="addSp delSp modSp add mod">
        <pc:chgData name="Jacob Wyngaard" userId="6181fcd471e98458" providerId="LiveId" clId="{788BA123-62C9-4DDC-86E5-A6BCA4600216}" dt="2026-02-24T00:23:18.799" v="5261" actId="20577"/>
        <pc:sldMkLst>
          <pc:docMk/>
          <pc:sldMk cId="1247703661" sldId="311"/>
        </pc:sldMkLst>
        <pc:spChg chg="add mod">
          <ac:chgData name="Jacob Wyngaard" userId="6181fcd471e98458" providerId="LiveId" clId="{788BA123-62C9-4DDC-86E5-A6BCA4600216}" dt="2026-02-24T00:20:16.004" v="5132" actId="1076"/>
          <ac:spMkLst>
            <pc:docMk/>
            <pc:sldMk cId="1247703661" sldId="311"/>
            <ac:spMk id="13" creationId="{6A604AFF-DE76-FBEA-9B0E-2C4573B855EE}"/>
          </ac:spMkLst>
        </pc:spChg>
        <pc:spChg chg="add mod">
          <ac:chgData name="Jacob Wyngaard" userId="6181fcd471e98458" providerId="LiveId" clId="{788BA123-62C9-4DDC-86E5-A6BCA4600216}" dt="2026-02-24T00:21:30.979" v="5166" actId="14100"/>
          <ac:spMkLst>
            <pc:docMk/>
            <pc:sldMk cId="1247703661" sldId="311"/>
            <ac:spMk id="14" creationId="{FEC5541E-CBD1-DD40-3E59-3342D1F19C63}"/>
          </ac:spMkLst>
        </pc:spChg>
        <pc:spChg chg="del">
          <ac:chgData name="Jacob Wyngaard" userId="6181fcd471e98458" providerId="LiveId" clId="{788BA123-62C9-4DDC-86E5-A6BCA4600216}" dt="2026-02-24T00:19:58.825" v="5128" actId="478"/>
          <ac:spMkLst>
            <pc:docMk/>
            <pc:sldMk cId="1247703661" sldId="311"/>
            <ac:spMk id="16" creationId="{53B4E3A2-BCBD-1F88-E159-FCE53F8309EC}"/>
          </ac:spMkLst>
        </pc:spChg>
        <pc:spChg chg="add mod">
          <ac:chgData name="Jacob Wyngaard" userId="6181fcd471e98458" providerId="LiveId" clId="{788BA123-62C9-4DDC-86E5-A6BCA4600216}" dt="2026-02-24T00:21:50.891" v="5206" actId="14100"/>
          <ac:spMkLst>
            <pc:docMk/>
            <pc:sldMk cId="1247703661" sldId="311"/>
            <ac:spMk id="20" creationId="{0AF85D87-B478-ED42-A879-DD8404D527A4}"/>
          </ac:spMkLst>
        </pc:spChg>
        <pc:spChg chg="add mod">
          <ac:chgData name="Jacob Wyngaard" userId="6181fcd471e98458" providerId="LiveId" clId="{788BA123-62C9-4DDC-86E5-A6BCA4600216}" dt="2026-02-24T00:22:55.849" v="5240" actId="20577"/>
          <ac:spMkLst>
            <pc:docMk/>
            <pc:sldMk cId="1247703661" sldId="311"/>
            <ac:spMk id="23" creationId="{7D913583-0CCB-6A5E-7976-934797F2E365}"/>
          </ac:spMkLst>
        </pc:spChg>
        <pc:spChg chg="add mod">
          <ac:chgData name="Jacob Wyngaard" userId="6181fcd471e98458" providerId="LiveId" clId="{788BA123-62C9-4DDC-86E5-A6BCA4600216}" dt="2026-02-24T00:23:18.799" v="5261" actId="20577"/>
          <ac:spMkLst>
            <pc:docMk/>
            <pc:sldMk cId="1247703661" sldId="311"/>
            <ac:spMk id="24" creationId="{7FA4D94A-3470-492F-FD1D-1DD34423893D}"/>
          </ac:spMkLst>
        </pc:spChg>
        <pc:spChg chg="add mod">
          <ac:chgData name="Jacob Wyngaard" userId="6181fcd471e98458" providerId="LiveId" clId="{788BA123-62C9-4DDC-86E5-A6BCA4600216}" dt="2026-02-24T00:22:27.482" v="5223" actId="1076"/>
          <ac:spMkLst>
            <pc:docMk/>
            <pc:sldMk cId="1247703661" sldId="311"/>
            <ac:spMk id="25" creationId="{9CFEC038-C7D0-C344-D9B2-A9B94333FA2E}"/>
          </ac:spMkLst>
        </pc:spChg>
        <pc:spChg chg="add mod">
          <ac:chgData name="Jacob Wyngaard" userId="6181fcd471e98458" providerId="LiveId" clId="{788BA123-62C9-4DDC-86E5-A6BCA4600216}" dt="2026-02-24T00:22:36.173" v="5226" actId="20577"/>
          <ac:spMkLst>
            <pc:docMk/>
            <pc:sldMk cId="1247703661" sldId="311"/>
            <ac:spMk id="26" creationId="{4F748F6F-E7BA-B95B-5DE0-42CFFAB400D7}"/>
          </ac:spMkLst>
        </pc:spChg>
        <pc:spChg chg="add mod">
          <ac:chgData name="Jacob Wyngaard" userId="6181fcd471e98458" providerId="LiveId" clId="{788BA123-62C9-4DDC-86E5-A6BCA4600216}" dt="2026-02-24T00:22:37.868" v="5227" actId="20577"/>
          <ac:spMkLst>
            <pc:docMk/>
            <pc:sldMk cId="1247703661" sldId="311"/>
            <ac:spMk id="27" creationId="{3EC51D04-BE39-FA9D-1FE4-8DC365CA9641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526910787" sldId="311"/>
        </pc:sldMkLst>
      </pc:sldChg>
      <pc:sldChg chg="addSp delSp modSp add mod">
        <pc:chgData name="Jacob Wyngaard" userId="6181fcd471e98458" providerId="LiveId" clId="{788BA123-62C9-4DDC-86E5-A6BCA4600216}" dt="2026-02-24T00:36:48.682" v="5276" actId="1076"/>
        <pc:sldMkLst>
          <pc:docMk/>
          <pc:sldMk cId="464485421" sldId="312"/>
        </pc:sldMkLst>
        <pc:spChg chg="del">
          <ac:chgData name="Jacob Wyngaard" userId="6181fcd471e98458" providerId="LiveId" clId="{788BA123-62C9-4DDC-86E5-A6BCA4600216}" dt="2026-02-24T00:23:46.195" v="5263" actId="478"/>
          <ac:spMkLst>
            <pc:docMk/>
            <pc:sldMk cId="464485421" sldId="312"/>
            <ac:spMk id="14" creationId="{00B7BEAE-019A-BFC6-AD78-6592AC2571D2}"/>
          </ac:spMkLst>
        </pc:spChg>
        <pc:spChg chg="add mod">
          <ac:chgData name="Jacob Wyngaard" userId="6181fcd471e98458" providerId="LiveId" clId="{788BA123-62C9-4DDC-86E5-A6BCA4600216}" dt="2026-02-24T00:36:48.682" v="5276" actId="1076"/>
          <ac:spMkLst>
            <pc:docMk/>
            <pc:sldMk cId="464485421" sldId="312"/>
            <ac:spMk id="16" creationId="{6F3654DF-CA09-4E04-F2D0-1B46F7D75EC7}"/>
          </ac:spMkLst>
        </pc:spChg>
        <pc:spChg chg="del">
          <ac:chgData name="Jacob Wyngaard" userId="6181fcd471e98458" providerId="LiveId" clId="{788BA123-62C9-4DDC-86E5-A6BCA4600216}" dt="2026-02-24T00:23:47.391" v="5264" actId="478"/>
          <ac:spMkLst>
            <pc:docMk/>
            <pc:sldMk cId="464485421" sldId="312"/>
            <ac:spMk id="20" creationId="{57232EEB-E2F2-38A8-8E03-C74D9CAD04F9}"/>
          </ac:spMkLst>
        </pc:spChg>
        <pc:spChg chg="del">
          <ac:chgData name="Jacob Wyngaard" userId="6181fcd471e98458" providerId="LiveId" clId="{788BA123-62C9-4DDC-86E5-A6BCA4600216}" dt="2026-02-24T00:23:50.018" v="5265" actId="478"/>
          <ac:spMkLst>
            <pc:docMk/>
            <pc:sldMk cId="464485421" sldId="312"/>
            <ac:spMk id="23" creationId="{08460C9D-70AC-26DB-E6EA-879BB6E0DAD6}"/>
          </ac:spMkLst>
        </pc:spChg>
        <pc:spChg chg="del">
          <ac:chgData name="Jacob Wyngaard" userId="6181fcd471e98458" providerId="LiveId" clId="{788BA123-62C9-4DDC-86E5-A6BCA4600216}" dt="2026-02-24T00:23:50.018" v="5265" actId="478"/>
          <ac:spMkLst>
            <pc:docMk/>
            <pc:sldMk cId="464485421" sldId="312"/>
            <ac:spMk id="24" creationId="{2D3D0681-1E51-2E82-C0C5-FC0747B3B7E9}"/>
          </ac:spMkLst>
        </pc:spChg>
        <pc:spChg chg="del">
          <ac:chgData name="Jacob Wyngaard" userId="6181fcd471e98458" providerId="LiveId" clId="{788BA123-62C9-4DDC-86E5-A6BCA4600216}" dt="2026-02-24T00:23:50.018" v="5265" actId="478"/>
          <ac:spMkLst>
            <pc:docMk/>
            <pc:sldMk cId="464485421" sldId="312"/>
            <ac:spMk id="25" creationId="{BC1D4446-E642-02B6-DEC4-DCE915747A7F}"/>
          </ac:spMkLst>
        </pc:spChg>
        <pc:spChg chg="del">
          <ac:chgData name="Jacob Wyngaard" userId="6181fcd471e98458" providerId="LiveId" clId="{788BA123-62C9-4DDC-86E5-A6BCA4600216}" dt="2026-02-24T00:23:50.018" v="5265" actId="478"/>
          <ac:spMkLst>
            <pc:docMk/>
            <pc:sldMk cId="464485421" sldId="312"/>
            <ac:spMk id="26" creationId="{72DDDC2D-DB8A-3DC2-5619-D9B0089BD327}"/>
          </ac:spMkLst>
        </pc:spChg>
        <pc:spChg chg="del">
          <ac:chgData name="Jacob Wyngaard" userId="6181fcd471e98458" providerId="LiveId" clId="{788BA123-62C9-4DDC-86E5-A6BCA4600216}" dt="2026-02-24T00:23:50.018" v="5265" actId="478"/>
          <ac:spMkLst>
            <pc:docMk/>
            <pc:sldMk cId="464485421" sldId="312"/>
            <ac:spMk id="27" creationId="{71015F0F-92EC-0A64-8524-3FA00E17DE88}"/>
          </ac:spMkLst>
        </pc:spChg>
      </pc:sldChg>
      <pc:sldChg chg="addSp delSp modSp add mod">
        <pc:chgData name="Jacob Wyngaard" userId="6181fcd471e98458" providerId="LiveId" clId="{788BA123-62C9-4DDC-86E5-A6BCA4600216}" dt="2026-02-24T00:40:43.450" v="5375" actId="1076"/>
        <pc:sldMkLst>
          <pc:docMk/>
          <pc:sldMk cId="3454015702" sldId="313"/>
        </pc:sldMkLst>
        <pc:spChg chg="mod">
          <ac:chgData name="Jacob Wyngaard" userId="6181fcd471e98458" providerId="LiveId" clId="{788BA123-62C9-4DDC-86E5-A6BCA4600216}" dt="2026-02-24T00:40:43.450" v="5375" actId="1076"/>
          <ac:spMkLst>
            <pc:docMk/>
            <pc:sldMk cId="3454015702" sldId="313"/>
            <ac:spMk id="20" creationId="{314C3B83-B51E-6B8B-958C-E47683C1916B}"/>
          </ac:spMkLst>
        </pc:spChg>
        <pc:spChg chg="del">
          <ac:chgData name="Jacob Wyngaard" userId="6181fcd471e98458" providerId="LiveId" clId="{788BA123-62C9-4DDC-86E5-A6BCA4600216}" dt="2026-02-24T00:39:38.195" v="5314" actId="478"/>
          <ac:spMkLst>
            <pc:docMk/>
            <pc:sldMk cId="3454015702" sldId="313"/>
            <ac:spMk id="23" creationId="{3DBAB4EE-9371-6C5D-6B36-98624DF30048}"/>
          </ac:spMkLst>
        </pc:spChg>
        <pc:spChg chg="del">
          <ac:chgData name="Jacob Wyngaard" userId="6181fcd471e98458" providerId="LiveId" clId="{788BA123-62C9-4DDC-86E5-A6BCA4600216}" dt="2026-02-24T00:39:39.646" v="5315" actId="478"/>
          <ac:spMkLst>
            <pc:docMk/>
            <pc:sldMk cId="3454015702" sldId="313"/>
            <ac:spMk id="24" creationId="{6D5EAB9A-CC4A-E86D-0016-4D22C03DF391}"/>
          </ac:spMkLst>
        </pc:spChg>
        <pc:spChg chg="del">
          <ac:chgData name="Jacob Wyngaard" userId="6181fcd471e98458" providerId="LiveId" clId="{788BA123-62C9-4DDC-86E5-A6BCA4600216}" dt="2026-02-24T00:39:40.502" v="5316" actId="478"/>
          <ac:spMkLst>
            <pc:docMk/>
            <pc:sldMk cId="3454015702" sldId="313"/>
            <ac:spMk id="25" creationId="{2AC8001D-A36E-DFBF-2296-BCEDE62C06A2}"/>
          </ac:spMkLst>
        </pc:spChg>
        <pc:spChg chg="del mod">
          <ac:chgData name="Jacob Wyngaard" userId="6181fcd471e98458" providerId="LiveId" clId="{788BA123-62C9-4DDC-86E5-A6BCA4600216}" dt="2026-02-24T00:39:42.179" v="5318" actId="478"/>
          <ac:spMkLst>
            <pc:docMk/>
            <pc:sldMk cId="3454015702" sldId="313"/>
            <ac:spMk id="26" creationId="{697BFEDC-3BDA-5E0A-E133-57E8692F7A33}"/>
          </ac:spMkLst>
        </pc:spChg>
        <pc:spChg chg="del">
          <ac:chgData name="Jacob Wyngaard" userId="6181fcd471e98458" providerId="LiveId" clId="{788BA123-62C9-4DDC-86E5-A6BCA4600216}" dt="2026-02-24T00:39:43.506" v="5319" actId="478"/>
          <ac:spMkLst>
            <pc:docMk/>
            <pc:sldMk cId="3454015702" sldId="313"/>
            <ac:spMk id="27" creationId="{81D0CD4D-5C4E-656E-465F-50A9F226B7CC}"/>
          </ac:spMkLst>
        </pc:spChg>
        <pc:spChg chg="del mod">
          <ac:chgData name="Jacob Wyngaard" userId="6181fcd471e98458" providerId="LiveId" clId="{788BA123-62C9-4DDC-86E5-A6BCA4600216}" dt="2026-02-24T00:39:45.665" v="5321" actId="478"/>
          <ac:spMkLst>
            <pc:docMk/>
            <pc:sldMk cId="3454015702" sldId="313"/>
            <ac:spMk id="28" creationId="{9862C91E-4D60-9246-4BDF-3FBEEAC70367}"/>
          </ac:spMkLst>
        </pc:spChg>
        <pc:spChg chg="add mod">
          <ac:chgData name="Jacob Wyngaard" userId="6181fcd471e98458" providerId="LiveId" clId="{788BA123-62C9-4DDC-86E5-A6BCA4600216}" dt="2026-02-24T00:40:27.042" v="5361" actId="1036"/>
          <ac:spMkLst>
            <pc:docMk/>
            <pc:sldMk cId="3454015702" sldId="313"/>
            <ac:spMk id="30" creationId="{A5CFB314-3D6F-2639-E62B-3512A462DEBA}"/>
          </ac:spMkLst>
        </pc:spChg>
        <pc:spChg chg="add mod">
          <ac:chgData name="Jacob Wyngaard" userId="6181fcd471e98458" providerId="LiveId" clId="{788BA123-62C9-4DDC-86E5-A6BCA4600216}" dt="2026-02-24T00:40:39.306" v="5374" actId="1037"/>
          <ac:spMkLst>
            <pc:docMk/>
            <pc:sldMk cId="3454015702" sldId="313"/>
            <ac:spMk id="31" creationId="{87DBDEB5-4C5A-33C3-9757-FE6DC149E495}"/>
          </ac:spMkLst>
        </pc:spChg>
        <pc:picChg chg="add mod">
          <ac:chgData name="Jacob Wyngaard" userId="6181fcd471e98458" providerId="LiveId" clId="{788BA123-62C9-4DDC-86E5-A6BCA4600216}" dt="2026-02-24T00:40:11.890" v="5328" actId="1076"/>
          <ac:picMkLst>
            <pc:docMk/>
            <pc:sldMk cId="3454015702" sldId="313"/>
            <ac:picMk id="14" creationId="{2954CEB2-F620-FA96-6307-949E8A31358C}"/>
          </ac:picMkLst>
        </pc:picChg>
      </pc:sldChg>
      <pc:sldChg chg="addSp modSp add mod ord">
        <pc:chgData name="Jacob Wyngaard" userId="6181fcd471e98458" providerId="LiveId" clId="{788BA123-62C9-4DDC-86E5-A6BCA4600216}" dt="2026-02-24T05:29:06.639" v="9109" actId="1076"/>
        <pc:sldMkLst>
          <pc:docMk/>
          <pc:sldMk cId="3304399246" sldId="314"/>
        </pc:sldMkLst>
        <pc:spChg chg="add mod">
          <ac:chgData name="Jacob Wyngaard" userId="6181fcd471e98458" providerId="LiveId" clId="{788BA123-62C9-4DDC-86E5-A6BCA4600216}" dt="2026-02-24T05:23:47.175" v="8949" actId="20577"/>
          <ac:spMkLst>
            <pc:docMk/>
            <pc:sldMk cId="3304399246" sldId="314"/>
            <ac:spMk id="2" creationId="{22515903-A087-DEBC-C21E-8B500114B627}"/>
          </ac:spMkLst>
        </pc:spChg>
        <pc:spChg chg="add mod">
          <ac:chgData name="Jacob Wyngaard" userId="6181fcd471e98458" providerId="LiveId" clId="{788BA123-62C9-4DDC-86E5-A6BCA4600216}" dt="2026-02-24T03:21:48.153" v="6154" actId="20577"/>
          <ac:spMkLst>
            <pc:docMk/>
            <pc:sldMk cId="3304399246" sldId="314"/>
            <ac:spMk id="4" creationId="{0C634FBE-CCD3-9CC8-E142-FD94D39D244C}"/>
          </ac:spMkLst>
        </pc:spChg>
        <pc:spChg chg="add mod">
          <ac:chgData name="Jacob Wyngaard" userId="6181fcd471e98458" providerId="LiveId" clId="{788BA123-62C9-4DDC-86E5-A6BCA4600216}" dt="2026-02-24T05:29:06.639" v="9109" actId="1076"/>
          <ac:spMkLst>
            <pc:docMk/>
            <pc:sldMk cId="3304399246" sldId="314"/>
            <ac:spMk id="7" creationId="{02D5ACB9-C016-246E-CC38-D91006ABAD3B}"/>
          </ac:spMkLst>
        </pc:spChg>
        <pc:spChg chg="mod">
          <ac:chgData name="Jacob Wyngaard" userId="6181fcd471e98458" providerId="LiveId" clId="{788BA123-62C9-4DDC-86E5-A6BCA4600216}" dt="2026-02-24T03:04:42.843" v="5455" actId="14100"/>
          <ac:spMkLst>
            <pc:docMk/>
            <pc:sldMk cId="3304399246" sldId="314"/>
            <ac:spMk id="9" creationId="{52832B6C-D96C-E488-6727-AD866EB09368}"/>
          </ac:spMkLst>
        </pc:spChg>
        <pc:spChg chg="add mod">
          <ac:chgData name="Jacob Wyngaard" userId="6181fcd471e98458" providerId="LiveId" clId="{788BA123-62C9-4DDC-86E5-A6BCA4600216}" dt="2026-02-24T05:24:51.726" v="8950" actId="14100"/>
          <ac:spMkLst>
            <pc:docMk/>
            <pc:sldMk cId="3304399246" sldId="314"/>
            <ac:spMk id="10" creationId="{73BEAA36-3A11-F216-0E7E-2211FA079787}"/>
          </ac:spMkLst>
        </pc:spChg>
        <pc:spChg chg="add mod">
          <ac:chgData name="Jacob Wyngaard" userId="6181fcd471e98458" providerId="LiveId" clId="{788BA123-62C9-4DDC-86E5-A6BCA4600216}" dt="2026-02-24T05:13:05.141" v="8796" actId="14100"/>
          <ac:spMkLst>
            <pc:docMk/>
            <pc:sldMk cId="3304399246" sldId="314"/>
            <ac:spMk id="11" creationId="{206EFF7F-AA57-1E9C-DBD3-F9978BDCECF5}"/>
          </ac:spMkLst>
        </pc:spChg>
        <pc:spChg chg="add mod">
          <ac:chgData name="Jacob Wyngaard" userId="6181fcd471e98458" providerId="LiveId" clId="{788BA123-62C9-4DDC-86E5-A6BCA4600216}" dt="2026-02-24T05:28:54.751" v="9108" actId="20577"/>
          <ac:spMkLst>
            <pc:docMk/>
            <pc:sldMk cId="3304399246" sldId="314"/>
            <ac:spMk id="12" creationId="{0F539D6B-FD96-AA9C-9B75-0DAB3FB54B4D}"/>
          </ac:spMkLst>
        </pc:spChg>
        <pc:picChg chg="add mod">
          <ac:chgData name="Jacob Wyngaard" userId="6181fcd471e98458" providerId="LiveId" clId="{788BA123-62C9-4DDC-86E5-A6BCA4600216}" dt="2026-02-24T03:09:58.317" v="5683" actId="1076"/>
          <ac:picMkLst>
            <pc:docMk/>
            <pc:sldMk cId="3304399246" sldId="314"/>
            <ac:picMk id="3" creationId="{4CD56690-53C1-D2C4-A955-06CF711B6A65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4289787205" sldId="314"/>
        </pc:sldMkLst>
      </pc:sldChg>
      <pc:sldChg chg="addSp delSp modSp add mod ord">
        <pc:chgData name="Jacob Wyngaard" userId="6181fcd471e98458" providerId="LiveId" clId="{788BA123-62C9-4DDC-86E5-A6BCA4600216}" dt="2026-02-24T05:32:45.469" v="9162" actId="1076"/>
        <pc:sldMkLst>
          <pc:docMk/>
          <pc:sldMk cId="63278093" sldId="315"/>
        </pc:sldMkLst>
        <pc:spChg chg="mod">
          <ac:chgData name="Jacob Wyngaard" userId="6181fcd471e98458" providerId="LiveId" clId="{788BA123-62C9-4DDC-86E5-A6BCA4600216}" dt="2026-02-24T03:27:05.685" v="6352" actId="113"/>
          <ac:spMkLst>
            <pc:docMk/>
            <pc:sldMk cId="63278093" sldId="315"/>
            <ac:spMk id="2" creationId="{0AEACA27-6768-9E14-C1E6-F52AD2D6E2D8}"/>
          </ac:spMkLst>
        </pc:spChg>
        <pc:spChg chg="mod">
          <ac:chgData name="Jacob Wyngaard" userId="6181fcd471e98458" providerId="LiveId" clId="{788BA123-62C9-4DDC-86E5-A6BCA4600216}" dt="2026-02-24T05:31:46.503" v="9113" actId="1076"/>
          <ac:spMkLst>
            <pc:docMk/>
            <pc:sldMk cId="63278093" sldId="315"/>
            <ac:spMk id="4" creationId="{671C011A-11EC-2070-720C-41B54CB55ED8}"/>
          </ac:spMkLst>
        </pc:spChg>
        <pc:spChg chg="add mod">
          <ac:chgData name="Jacob Wyngaard" userId="6181fcd471e98458" providerId="LiveId" clId="{788BA123-62C9-4DDC-86E5-A6BCA4600216}" dt="2026-02-24T05:32:06.495" v="9119" actId="1076"/>
          <ac:spMkLst>
            <pc:docMk/>
            <pc:sldMk cId="63278093" sldId="315"/>
            <ac:spMk id="10" creationId="{BCF6D6F8-AC64-50AB-CF94-6338FEC3E88B}"/>
          </ac:spMkLst>
        </pc:spChg>
        <pc:spChg chg="add mod">
          <ac:chgData name="Jacob Wyngaard" userId="6181fcd471e98458" providerId="LiveId" clId="{788BA123-62C9-4DDC-86E5-A6BCA4600216}" dt="2026-02-24T05:32:02.959" v="9118" actId="1076"/>
          <ac:spMkLst>
            <pc:docMk/>
            <pc:sldMk cId="63278093" sldId="315"/>
            <ac:spMk id="11" creationId="{110D4D33-2C6A-8D37-EFBB-3BAB72D26FA9}"/>
          </ac:spMkLst>
        </pc:spChg>
        <pc:spChg chg="add mod">
          <ac:chgData name="Jacob Wyngaard" userId="6181fcd471e98458" providerId="LiveId" clId="{788BA123-62C9-4DDC-86E5-A6BCA4600216}" dt="2026-02-24T05:32:43.636" v="9160" actId="1037"/>
          <ac:spMkLst>
            <pc:docMk/>
            <pc:sldMk cId="63278093" sldId="315"/>
            <ac:spMk id="13" creationId="{8E5CA3C8-C2E7-1127-7D2C-BDC0AAA47386}"/>
          </ac:spMkLst>
        </pc:spChg>
        <pc:picChg chg="del">
          <ac:chgData name="Jacob Wyngaard" userId="6181fcd471e98458" providerId="LiveId" clId="{788BA123-62C9-4DDC-86E5-A6BCA4600216}" dt="2026-02-24T05:31:41.480" v="9111" actId="478"/>
          <ac:picMkLst>
            <pc:docMk/>
            <pc:sldMk cId="63278093" sldId="315"/>
            <ac:picMk id="3" creationId="{89E29F06-C8BA-8175-906D-F9C9419D9568}"/>
          </ac:picMkLst>
        </pc:picChg>
        <pc:picChg chg="add mod">
          <ac:chgData name="Jacob Wyngaard" userId="6181fcd471e98458" providerId="LiveId" clId="{788BA123-62C9-4DDC-86E5-A6BCA4600216}" dt="2026-02-24T05:32:45.469" v="9162" actId="1076"/>
          <ac:picMkLst>
            <pc:docMk/>
            <pc:sldMk cId="63278093" sldId="315"/>
            <ac:picMk id="7" creationId="{775F94ED-082C-D88E-3933-C67ADD6280EE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630495839" sldId="315"/>
        </pc:sldMkLst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916820622" sldId="316"/>
        </pc:sldMkLst>
      </pc:sldChg>
      <pc:sldChg chg="addSp modSp add mod">
        <pc:chgData name="Jacob Wyngaard" userId="6181fcd471e98458" providerId="LiveId" clId="{788BA123-62C9-4DDC-86E5-A6BCA4600216}" dt="2026-02-24T05:32:53.753" v="9163"/>
        <pc:sldMkLst>
          <pc:docMk/>
          <pc:sldMk cId="2270300997" sldId="316"/>
        </pc:sldMkLst>
        <pc:spChg chg="mod">
          <ac:chgData name="Jacob Wyngaard" userId="6181fcd471e98458" providerId="LiveId" clId="{788BA123-62C9-4DDC-86E5-A6BCA4600216}" dt="2026-02-24T03:32:45.904" v="6596"/>
          <ac:spMkLst>
            <pc:docMk/>
            <pc:sldMk cId="2270300997" sldId="316"/>
            <ac:spMk id="4" creationId="{37C77250-47AF-46C4-6AF5-FB287B92FDB2}"/>
          </ac:spMkLst>
        </pc:spChg>
        <pc:spChg chg="add mod">
          <ac:chgData name="Jacob Wyngaard" userId="6181fcd471e98458" providerId="LiveId" clId="{788BA123-62C9-4DDC-86E5-A6BCA4600216}" dt="2026-02-24T05:32:53.753" v="9163"/>
          <ac:spMkLst>
            <pc:docMk/>
            <pc:sldMk cId="2270300997" sldId="316"/>
            <ac:spMk id="7" creationId="{6263BBE5-6BB9-DB91-4757-0625EF4A4279}"/>
          </ac:spMkLst>
        </pc:spChg>
        <pc:picChg chg="add mod">
          <ac:chgData name="Jacob Wyngaard" userId="6181fcd471e98458" providerId="LiveId" clId="{788BA123-62C9-4DDC-86E5-A6BCA4600216}" dt="2026-02-24T05:32:53.753" v="9163"/>
          <ac:picMkLst>
            <pc:docMk/>
            <pc:sldMk cId="2270300997" sldId="316"/>
            <ac:picMk id="5" creationId="{59C66572-7D1B-9CBB-EF83-02BA83F21429}"/>
          </ac:picMkLst>
        </pc:pic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602887601" sldId="317"/>
        </pc:sldMkLst>
      </pc:sldChg>
      <pc:sldChg chg="addSp delSp modSp add mod">
        <pc:chgData name="Jacob Wyngaard" userId="6181fcd471e98458" providerId="LiveId" clId="{788BA123-62C9-4DDC-86E5-A6BCA4600216}" dt="2026-02-24T03:51:41.108" v="7601" actId="1076"/>
        <pc:sldMkLst>
          <pc:docMk/>
          <pc:sldMk cId="2445621450" sldId="317"/>
        </pc:sldMkLst>
        <pc:spChg chg="del">
          <ac:chgData name="Jacob Wyngaard" userId="6181fcd471e98458" providerId="LiveId" clId="{788BA123-62C9-4DDC-86E5-A6BCA4600216}" dt="2026-02-24T03:46:11.685" v="7271" actId="478"/>
          <ac:spMkLst>
            <pc:docMk/>
            <pc:sldMk cId="2445621450" sldId="317"/>
            <ac:spMk id="2" creationId="{81ADD3DE-79B4-DEF7-22C1-22F6749D80F9}"/>
          </ac:spMkLst>
        </pc:spChg>
        <pc:spChg chg="del">
          <ac:chgData name="Jacob Wyngaard" userId="6181fcd471e98458" providerId="LiveId" clId="{788BA123-62C9-4DDC-86E5-A6BCA4600216}" dt="2026-02-24T03:46:13.389" v="7272" actId="478"/>
          <ac:spMkLst>
            <pc:docMk/>
            <pc:sldMk cId="2445621450" sldId="317"/>
            <ac:spMk id="3" creationId="{5E2C0857-71EE-F847-E7DB-0929C603AE87}"/>
          </ac:spMkLst>
        </pc:spChg>
        <pc:spChg chg="del">
          <ac:chgData name="Jacob Wyngaard" userId="6181fcd471e98458" providerId="LiveId" clId="{788BA123-62C9-4DDC-86E5-A6BCA4600216}" dt="2026-02-24T03:46:11.685" v="7271" actId="478"/>
          <ac:spMkLst>
            <pc:docMk/>
            <pc:sldMk cId="2445621450" sldId="317"/>
            <ac:spMk id="4" creationId="{313DF4DA-E40D-0182-92DB-4A869ED0377C}"/>
          </ac:spMkLst>
        </pc:spChg>
        <pc:spChg chg="del">
          <ac:chgData name="Jacob Wyngaard" userId="6181fcd471e98458" providerId="LiveId" clId="{788BA123-62C9-4DDC-86E5-A6BCA4600216}" dt="2026-02-24T03:46:11.685" v="7271" actId="478"/>
          <ac:spMkLst>
            <pc:docMk/>
            <pc:sldMk cId="2445621450" sldId="317"/>
            <ac:spMk id="5" creationId="{08C22944-4A8F-7620-4C2B-5EEE37E4A6A2}"/>
          </ac:spMkLst>
        </pc:spChg>
        <pc:spChg chg="mod">
          <ac:chgData name="Jacob Wyngaard" userId="6181fcd471e98458" providerId="LiveId" clId="{788BA123-62C9-4DDC-86E5-A6BCA4600216}" dt="2026-02-24T03:50:34.302" v="7556" actId="20577"/>
          <ac:spMkLst>
            <pc:docMk/>
            <pc:sldMk cId="2445621450" sldId="317"/>
            <ac:spMk id="7" creationId="{DAC92DCD-6734-3C9C-AB02-5F4BE53A3A31}"/>
          </ac:spMkLst>
        </pc:spChg>
        <pc:spChg chg="mod">
          <ac:chgData name="Jacob Wyngaard" userId="6181fcd471e98458" providerId="LiveId" clId="{788BA123-62C9-4DDC-86E5-A6BCA4600216}" dt="2026-02-24T03:47:34.029" v="7375" actId="1076"/>
          <ac:spMkLst>
            <pc:docMk/>
            <pc:sldMk cId="2445621450" sldId="317"/>
            <ac:spMk id="9" creationId="{127A06C3-1FA5-941C-1B6D-5CE517C8FD30}"/>
          </ac:spMkLst>
        </pc:spChg>
        <pc:spChg chg="del">
          <ac:chgData name="Jacob Wyngaard" userId="6181fcd471e98458" providerId="LiveId" clId="{788BA123-62C9-4DDC-86E5-A6BCA4600216}" dt="2026-02-24T03:50:38.576" v="7558" actId="478"/>
          <ac:spMkLst>
            <pc:docMk/>
            <pc:sldMk cId="2445621450" sldId="317"/>
            <ac:spMk id="10" creationId="{2FE3075D-45BB-E119-B2C8-9A7136A931D1}"/>
          </ac:spMkLst>
        </pc:spChg>
        <pc:spChg chg="del">
          <ac:chgData name="Jacob Wyngaard" userId="6181fcd471e98458" providerId="LiveId" clId="{788BA123-62C9-4DDC-86E5-A6BCA4600216}" dt="2026-02-24T03:50:39.575" v="7559" actId="478"/>
          <ac:spMkLst>
            <pc:docMk/>
            <pc:sldMk cId="2445621450" sldId="317"/>
            <ac:spMk id="11" creationId="{A468FC5B-56A4-E088-4027-DF91BEDF7D8B}"/>
          </ac:spMkLst>
        </pc:spChg>
        <pc:spChg chg="del">
          <ac:chgData name="Jacob Wyngaard" userId="6181fcd471e98458" providerId="LiveId" clId="{788BA123-62C9-4DDC-86E5-A6BCA4600216}" dt="2026-02-24T03:50:40.778" v="7560" actId="478"/>
          <ac:spMkLst>
            <pc:docMk/>
            <pc:sldMk cId="2445621450" sldId="317"/>
            <ac:spMk id="12" creationId="{6F1B79BF-7535-7828-19C0-8E4B9C8BC50F}"/>
          </ac:spMkLst>
        </pc:spChg>
        <pc:spChg chg="del">
          <ac:chgData name="Jacob Wyngaard" userId="6181fcd471e98458" providerId="LiveId" clId="{788BA123-62C9-4DDC-86E5-A6BCA4600216}" dt="2026-02-24T03:50:42.456" v="7561" actId="478"/>
          <ac:spMkLst>
            <pc:docMk/>
            <pc:sldMk cId="2445621450" sldId="317"/>
            <ac:spMk id="13" creationId="{5CB4575F-18E8-6E8E-3AB0-E273F97C32AD}"/>
          </ac:spMkLst>
        </pc:spChg>
        <pc:spChg chg="add mod">
          <ac:chgData name="Jacob Wyngaard" userId="6181fcd471e98458" providerId="LiveId" clId="{788BA123-62C9-4DDC-86E5-A6BCA4600216}" dt="2026-02-24T03:50:37.203" v="7557" actId="1076"/>
          <ac:spMkLst>
            <pc:docMk/>
            <pc:sldMk cId="2445621450" sldId="317"/>
            <ac:spMk id="14" creationId="{53A0AA39-36AE-F762-8CF2-C27E7E5676CB}"/>
          </ac:spMkLst>
        </pc:spChg>
        <pc:spChg chg="add del mod">
          <ac:chgData name="Jacob Wyngaard" userId="6181fcd471e98458" providerId="LiveId" clId="{788BA123-62C9-4DDC-86E5-A6BCA4600216}" dt="2026-02-24T03:50:15.285" v="7549" actId="478"/>
          <ac:spMkLst>
            <pc:docMk/>
            <pc:sldMk cId="2445621450" sldId="317"/>
            <ac:spMk id="15" creationId="{70620F1B-F979-4DCA-4819-5DECF8A02A82}"/>
          </ac:spMkLst>
        </pc:spChg>
        <pc:spChg chg="add mod">
          <ac:chgData name="Jacob Wyngaard" userId="6181fcd471e98458" providerId="LiveId" clId="{788BA123-62C9-4DDC-86E5-A6BCA4600216}" dt="2026-02-24T03:51:41.108" v="7601" actId="1076"/>
          <ac:spMkLst>
            <pc:docMk/>
            <pc:sldMk cId="2445621450" sldId="317"/>
            <ac:spMk id="16" creationId="{5E006A44-A8C7-F7C6-78B0-FAD29EA4FF77}"/>
          </ac:spMkLst>
        </pc:spChg>
      </pc:sldChg>
      <pc:sldChg chg="addSp delSp modSp add mod ord">
        <pc:chgData name="Jacob Wyngaard" userId="6181fcd471e98458" providerId="LiveId" clId="{788BA123-62C9-4DDC-86E5-A6BCA4600216}" dt="2026-02-24T04:54:26.829" v="8206" actId="1076"/>
        <pc:sldMkLst>
          <pc:docMk/>
          <pc:sldMk cId="625058028" sldId="318"/>
        </pc:sldMkLst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2" creationId="{E0889C21-83DC-B210-1170-29ECEC54611F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3" creationId="{78C3BBE8-CED6-4B1D-D7F1-FAA7608A7BBA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4" creationId="{5BBFF200-757A-F035-B650-01400E709743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5" creationId="{0B876F67-68C7-C8C1-3B6E-238617828087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7" creationId="{8C8238BA-5EE4-72E9-BF90-22846E595EF6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10" creationId="{0037D317-85BC-266F-8BC3-7702BA4E5B4D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11" creationId="{B5B6E9BB-B7DD-A85D-70A0-53F447E7AF3C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12" creationId="{7CD4BD90-66E3-61F6-ED47-3C55A1E6DB27}"/>
          </ac:spMkLst>
        </pc:spChg>
        <pc:spChg chg="del">
          <ac:chgData name="Jacob Wyngaard" userId="6181fcd471e98458" providerId="LiveId" clId="{788BA123-62C9-4DDC-86E5-A6BCA4600216}" dt="2026-02-24T03:53:25.232" v="7606" actId="478"/>
          <ac:spMkLst>
            <pc:docMk/>
            <pc:sldMk cId="625058028" sldId="318"/>
            <ac:spMk id="13" creationId="{BD882C90-8EB8-E49D-7B69-A071AE25C9E7}"/>
          </ac:spMkLst>
        </pc:spChg>
        <pc:spChg chg="add mod">
          <ac:chgData name="Jacob Wyngaard" userId="6181fcd471e98458" providerId="LiveId" clId="{788BA123-62C9-4DDC-86E5-A6BCA4600216}" dt="2026-02-24T04:54:26.829" v="8206" actId="1076"/>
          <ac:spMkLst>
            <pc:docMk/>
            <pc:sldMk cId="625058028" sldId="318"/>
            <ac:spMk id="14" creationId="{AD2BDB18-046E-528C-DE34-38EDDFD604D2}"/>
          </ac:spMkLst>
        </pc:spChg>
        <pc:spChg chg="add del mod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16" creationId="{CC8D7CBF-1089-FCD1-4704-197E2BC23576}"/>
          </ac:spMkLst>
        </pc:spChg>
        <pc:spChg chg="del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17" creationId="{B06BD4A9-FADC-304E-6BF6-45CAD788F04C}"/>
          </ac:spMkLst>
        </pc:spChg>
        <pc:spChg chg="add del mod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19" creationId="{531CE7F2-C070-390D-9422-D7FD9D7077BE}"/>
          </ac:spMkLst>
        </pc:spChg>
        <pc:spChg chg="del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0" creationId="{3B36B07B-BB60-7088-A5E6-D833CBFCD448}"/>
          </ac:spMkLst>
        </pc:spChg>
        <pc:spChg chg="del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1" creationId="{35F4D406-0315-FEA1-D808-147BF7A8B7E2}"/>
          </ac:spMkLst>
        </pc:spChg>
        <pc:spChg chg="add del mod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2" creationId="{6372832B-6491-1C09-191E-12AE55D12221}"/>
          </ac:spMkLst>
        </pc:spChg>
        <pc:spChg chg="del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4" creationId="{13DC4E38-3008-0C06-8C47-3934ED67C60C}"/>
          </ac:spMkLst>
        </pc:spChg>
        <pc:spChg chg="add del mod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5" creationId="{FBEB0BC5-0A17-7EC5-2F34-E091FE4E960D}"/>
          </ac:spMkLst>
        </pc:spChg>
        <pc:spChg chg="del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6" creationId="{7135B4A1-882A-0B56-AE01-B40E22969902}"/>
          </ac:spMkLst>
        </pc:spChg>
        <pc:spChg chg="add del mod">
          <ac:chgData name="Jacob Wyngaard" userId="6181fcd471e98458" providerId="LiveId" clId="{788BA123-62C9-4DDC-86E5-A6BCA4600216}" dt="2026-02-24T03:54:43.796" v="7622" actId="478"/>
          <ac:spMkLst>
            <pc:docMk/>
            <pc:sldMk cId="625058028" sldId="318"/>
            <ac:spMk id="27" creationId="{68D9FE8A-58AB-248C-A651-33FFC53AE94B}"/>
          </ac:spMkLst>
        </pc:spChg>
        <pc:spChg chg="add del mod">
          <ac:chgData name="Jacob Wyngaard" userId="6181fcd471e98458" providerId="LiveId" clId="{788BA123-62C9-4DDC-86E5-A6BCA4600216}" dt="2026-02-24T03:54:48.481" v="7624" actId="478"/>
          <ac:spMkLst>
            <pc:docMk/>
            <pc:sldMk cId="625058028" sldId="318"/>
            <ac:spMk id="28" creationId="{EF87A1AB-E269-8950-689E-6806B0CA2C1B}"/>
          </ac:spMkLst>
        </pc:spChg>
        <pc:spChg chg="del">
          <ac:chgData name="Jacob Wyngaard" userId="6181fcd471e98458" providerId="LiveId" clId="{788BA123-62C9-4DDC-86E5-A6BCA4600216}" dt="2026-02-24T03:54:46.919" v="7623" actId="478"/>
          <ac:spMkLst>
            <pc:docMk/>
            <pc:sldMk cId="625058028" sldId="318"/>
            <ac:spMk id="29" creationId="{58447190-C873-F6FD-484B-6241DE65B298}"/>
          </ac:spMkLst>
        </pc:spChg>
        <pc:spChg chg="mod">
          <ac:chgData name="Jacob Wyngaard" userId="6181fcd471e98458" providerId="LiveId" clId="{788BA123-62C9-4DDC-86E5-A6BCA4600216}" dt="2026-02-24T03:54:51.686" v="7625" actId="1076"/>
          <ac:spMkLst>
            <pc:docMk/>
            <pc:sldMk cId="625058028" sldId="318"/>
            <ac:spMk id="30" creationId="{7F31E1DF-DB36-713A-707D-FE2A2166AC21}"/>
          </ac:spMkLst>
        </pc:spChg>
        <pc:spChg chg="add mod">
          <ac:chgData name="Jacob Wyngaard" userId="6181fcd471e98458" providerId="LiveId" clId="{788BA123-62C9-4DDC-86E5-A6BCA4600216}" dt="2026-02-24T03:54:59.409" v="7628" actId="20577"/>
          <ac:spMkLst>
            <pc:docMk/>
            <pc:sldMk cId="625058028" sldId="318"/>
            <ac:spMk id="31" creationId="{04526797-DDA5-9CD3-1C7D-46A56BF989F6}"/>
          </ac:spMkLst>
        </pc:spChg>
        <pc:spChg chg="mod">
          <ac:chgData name="Jacob Wyngaard" userId="6181fcd471e98458" providerId="LiveId" clId="{788BA123-62C9-4DDC-86E5-A6BCA4600216}" dt="2026-02-24T03:55:06.544" v="7631" actId="20577"/>
          <ac:spMkLst>
            <pc:docMk/>
            <pc:sldMk cId="625058028" sldId="318"/>
            <ac:spMk id="32" creationId="{6E77A106-E286-D0CD-0036-4DF0A2BFDDA2}"/>
          </ac:spMkLst>
        </pc:spChg>
        <pc:spChg chg="add mod">
          <ac:chgData name="Jacob Wyngaard" userId="6181fcd471e98458" providerId="LiveId" clId="{788BA123-62C9-4DDC-86E5-A6BCA4600216}" dt="2026-02-24T03:55:16.076" v="7635" actId="1076"/>
          <ac:spMkLst>
            <pc:docMk/>
            <pc:sldMk cId="625058028" sldId="318"/>
            <ac:spMk id="33" creationId="{95E30C9C-688A-C98B-091B-FB33A5149869}"/>
          </ac:spMkLst>
        </pc:spChg>
        <pc:spChg chg="add mod">
          <ac:chgData name="Jacob Wyngaard" userId="6181fcd471e98458" providerId="LiveId" clId="{788BA123-62C9-4DDC-86E5-A6BCA4600216}" dt="2026-02-24T03:55:22.019" v="7638" actId="20577"/>
          <ac:spMkLst>
            <pc:docMk/>
            <pc:sldMk cId="625058028" sldId="318"/>
            <ac:spMk id="34" creationId="{496CE6CF-6CC0-DD3C-83A7-8AD11BCA8C5E}"/>
          </ac:spMkLst>
        </pc:spChg>
        <pc:spChg chg="add mod">
          <ac:chgData name="Jacob Wyngaard" userId="6181fcd471e98458" providerId="LiveId" clId="{788BA123-62C9-4DDC-86E5-A6BCA4600216}" dt="2026-02-24T03:55:26.277" v="7639" actId="1076"/>
          <ac:spMkLst>
            <pc:docMk/>
            <pc:sldMk cId="625058028" sldId="318"/>
            <ac:spMk id="35" creationId="{E787AE0F-FB8D-C0B4-99A9-3B7F97E38A6E}"/>
          </ac:spMkLst>
        </pc:spChg>
        <pc:spChg chg="add mod">
          <ac:chgData name="Jacob Wyngaard" userId="6181fcd471e98458" providerId="LiveId" clId="{788BA123-62C9-4DDC-86E5-A6BCA4600216}" dt="2026-02-24T03:59:53.846" v="7794" actId="20577"/>
          <ac:spMkLst>
            <pc:docMk/>
            <pc:sldMk cId="625058028" sldId="318"/>
            <ac:spMk id="36" creationId="{008D72D9-69AE-8A32-2069-37DC44C5EB00}"/>
          </ac:spMkLst>
        </pc:spChg>
        <pc:spChg chg="add mod">
          <ac:chgData name="Jacob Wyngaard" userId="6181fcd471e98458" providerId="LiveId" clId="{788BA123-62C9-4DDC-86E5-A6BCA4600216}" dt="2026-02-24T03:59:00.506" v="7765" actId="20577"/>
          <ac:spMkLst>
            <pc:docMk/>
            <pc:sldMk cId="625058028" sldId="318"/>
            <ac:spMk id="37" creationId="{C2A0897A-0D02-0FC7-70C3-1E163797B743}"/>
          </ac:spMkLst>
        </pc:spChg>
        <pc:spChg chg="add mod">
          <ac:chgData name="Jacob Wyngaard" userId="6181fcd471e98458" providerId="LiveId" clId="{788BA123-62C9-4DDC-86E5-A6BCA4600216}" dt="2026-02-24T04:02:02.342" v="7851" actId="1038"/>
          <ac:spMkLst>
            <pc:docMk/>
            <pc:sldMk cId="625058028" sldId="318"/>
            <ac:spMk id="38" creationId="{496CA07C-CFFF-830E-71ED-6A6B7C82D1D1}"/>
          </ac:spMkLst>
        </pc:spChg>
        <pc:spChg chg="add del mod">
          <ac:chgData name="Jacob Wyngaard" userId="6181fcd471e98458" providerId="LiveId" clId="{788BA123-62C9-4DDC-86E5-A6BCA4600216}" dt="2026-02-24T03:58:29.765" v="7755" actId="478"/>
          <ac:spMkLst>
            <pc:docMk/>
            <pc:sldMk cId="625058028" sldId="318"/>
            <ac:spMk id="39" creationId="{48D7B649-00F3-6120-F947-53EFD9AE0F77}"/>
          </ac:spMkLst>
        </pc:spChg>
        <pc:spChg chg="add del mod">
          <ac:chgData name="Jacob Wyngaard" userId="6181fcd471e98458" providerId="LiveId" clId="{788BA123-62C9-4DDC-86E5-A6BCA4600216}" dt="2026-02-24T03:58:31.322" v="7756" actId="478"/>
          <ac:spMkLst>
            <pc:docMk/>
            <pc:sldMk cId="625058028" sldId="318"/>
            <ac:spMk id="40" creationId="{69070701-B64C-D232-567A-A9FB41F4C732}"/>
          </ac:spMkLst>
        </pc:spChg>
        <pc:spChg chg="add del mod">
          <ac:chgData name="Jacob Wyngaard" userId="6181fcd471e98458" providerId="LiveId" clId="{788BA123-62C9-4DDC-86E5-A6BCA4600216}" dt="2026-02-24T03:58:32.169" v="7757" actId="478"/>
          <ac:spMkLst>
            <pc:docMk/>
            <pc:sldMk cId="625058028" sldId="318"/>
            <ac:spMk id="41" creationId="{347FC720-1E39-4C0C-B414-7EC414008102}"/>
          </ac:spMkLst>
        </pc:spChg>
        <pc:spChg chg="add del mod">
          <ac:chgData name="Jacob Wyngaard" userId="6181fcd471e98458" providerId="LiveId" clId="{788BA123-62C9-4DDC-86E5-A6BCA4600216}" dt="2026-02-24T03:58:32.755" v="7758" actId="478"/>
          <ac:spMkLst>
            <pc:docMk/>
            <pc:sldMk cId="625058028" sldId="318"/>
            <ac:spMk id="42" creationId="{E4389E69-CE57-0F75-A605-AC4A8C981DF0}"/>
          </ac:spMkLst>
        </pc:spChg>
        <pc:spChg chg="add mod">
          <ac:chgData name="Jacob Wyngaard" userId="6181fcd471e98458" providerId="LiveId" clId="{788BA123-62C9-4DDC-86E5-A6BCA4600216}" dt="2026-02-24T04:04:10.620" v="7932" actId="20577"/>
          <ac:spMkLst>
            <pc:docMk/>
            <pc:sldMk cId="625058028" sldId="318"/>
            <ac:spMk id="43" creationId="{6E55D76B-C6EC-DF57-07CC-F75A237A6448}"/>
          </ac:spMkLst>
        </pc:spChg>
        <pc:spChg chg="add mod">
          <ac:chgData name="Jacob Wyngaard" userId="6181fcd471e98458" providerId="LiveId" clId="{788BA123-62C9-4DDC-86E5-A6BCA4600216}" dt="2026-02-24T04:02:02.342" v="7851" actId="1038"/>
          <ac:spMkLst>
            <pc:docMk/>
            <pc:sldMk cId="625058028" sldId="318"/>
            <ac:spMk id="44" creationId="{C135042E-6B0C-CE97-E739-232FBE07C7E8}"/>
          </ac:spMkLst>
        </pc:spChg>
        <pc:spChg chg="add mod">
          <ac:chgData name="Jacob Wyngaard" userId="6181fcd471e98458" providerId="LiveId" clId="{788BA123-62C9-4DDC-86E5-A6BCA4600216}" dt="2026-02-24T04:02:02.342" v="7851" actId="1038"/>
          <ac:spMkLst>
            <pc:docMk/>
            <pc:sldMk cId="625058028" sldId="318"/>
            <ac:spMk id="45" creationId="{74C1D430-BF8E-09D3-6042-431D4FC93E77}"/>
          </ac:spMkLst>
        </pc:spChg>
        <pc:spChg chg="add mod">
          <ac:chgData name="Jacob Wyngaard" userId="6181fcd471e98458" providerId="LiveId" clId="{788BA123-62C9-4DDC-86E5-A6BCA4600216}" dt="2026-02-24T04:02:02.342" v="7851" actId="1038"/>
          <ac:spMkLst>
            <pc:docMk/>
            <pc:sldMk cId="625058028" sldId="318"/>
            <ac:spMk id="46" creationId="{3B0D4ECE-5B83-CD74-DF8C-1B2AB52647DC}"/>
          </ac:spMkLst>
        </pc:spChg>
        <pc:spChg chg="add mod">
          <ac:chgData name="Jacob Wyngaard" userId="6181fcd471e98458" providerId="LiveId" clId="{788BA123-62C9-4DDC-86E5-A6BCA4600216}" dt="2026-02-24T04:01:57.126" v="7828" actId="1076"/>
          <ac:spMkLst>
            <pc:docMk/>
            <pc:sldMk cId="625058028" sldId="318"/>
            <ac:spMk id="47" creationId="{FC35A0B9-EA80-3889-981C-A448BAD1F667}"/>
          </ac:spMkLst>
        </pc:spChg>
        <pc:spChg chg="add mod">
          <ac:chgData name="Jacob Wyngaard" userId="6181fcd471e98458" providerId="LiveId" clId="{788BA123-62C9-4DDC-86E5-A6BCA4600216}" dt="2026-02-24T04:05:33.685" v="7980" actId="1076"/>
          <ac:spMkLst>
            <pc:docMk/>
            <pc:sldMk cId="625058028" sldId="318"/>
            <ac:spMk id="48" creationId="{5FE74040-364B-098E-52ED-1C50F100FAFB}"/>
          </ac:spMkLst>
        </pc:spChg>
      </pc:sldChg>
      <pc:sldChg chg="del">
        <pc:chgData name="Jacob Wyngaard" userId="6181fcd471e98458" providerId="LiveId" clId="{788BA123-62C9-4DDC-86E5-A6BCA4600216}" dt="2026-02-23T16:26:11.981" v="12" actId="47"/>
        <pc:sldMkLst>
          <pc:docMk/>
          <pc:sldMk cId="1156055420" sldId="318"/>
        </pc:sldMkLst>
      </pc:sldChg>
      <pc:sldChg chg="addSp delSp modSp add mod">
        <pc:chgData name="Jacob Wyngaard" userId="6181fcd471e98458" providerId="LiveId" clId="{788BA123-62C9-4DDC-86E5-A6BCA4600216}" dt="2026-02-24T04:58:09.077" v="8278" actId="20577"/>
        <pc:sldMkLst>
          <pc:docMk/>
          <pc:sldMk cId="1294231129" sldId="319"/>
        </pc:sldMkLst>
        <pc:spChg chg="add mod">
          <ac:chgData name="Jacob Wyngaard" userId="6181fcd471e98458" providerId="LiveId" clId="{788BA123-62C9-4DDC-86E5-A6BCA4600216}" dt="2026-02-24T04:50:03.217" v="8106" actId="1076"/>
          <ac:spMkLst>
            <pc:docMk/>
            <pc:sldMk cId="1294231129" sldId="319"/>
            <ac:spMk id="2" creationId="{F59364FF-A8F9-77C2-77C2-285B1E8A5A29}"/>
          </ac:spMkLst>
        </pc:spChg>
        <pc:spChg chg="add mod">
          <ac:chgData name="Jacob Wyngaard" userId="6181fcd471e98458" providerId="LiveId" clId="{788BA123-62C9-4DDC-86E5-A6BCA4600216}" dt="2026-02-24T04:49:48.453" v="8104" actId="1035"/>
          <ac:spMkLst>
            <pc:docMk/>
            <pc:sldMk cId="1294231129" sldId="319"/>
            <ac:spMk id="3" creationId="{7AB7B156-5213-6993-F46F-4073392BCB45}"/>
          </ac:spMkLst>
        </pc:spChg>
        <pc:spChg chg="add mod">
          <ac:chgData name="Jacob Wyngaard" userId="6181fcd471e98458" providerId="LiveId" clId="{788BA123-62C9-4DDC-86E5-A6BCA4600216}" dt="2026-02-24T04:49:48.453" v="8104" actId="1035"/>
          <ac:spMkLst>
            <pc:docMk/>
            <pc:sldMk cId="1294231129" sldId="319"/>
            <ac:spMk id="4" creationId="{273C3FAA-D0C2-D74B-3668-D21D57428B29}"/>
          </ac:spMkLst>
        </pc:spChg>
        <pc:spChg chg="add mod">
          <ac:chgData name="Jacob Wyngaard" userId="6181fcd471e98458" providerId="LiveId" clId="{788BA123-62C9-4DDC-86E5-A6BCA4600216}" dt="2026-02-24T04:49:48.453" v="8104" actId="1035"/>
          <ac:spMkLst>
            <pc:docMk/>
            <pc:sldMk cId="1294231129" sldId="319"/>
            <ac:spMk id="5" creationId="{A77618FC-59AE-6712-367C-87F84D5F0090}"/>
          </ac:spMkLst>
        </pc:spChg>
        <pc:spChg chg="add del mod">
          <ac:chgData name="Jacob Wyngaard" userId="6181fcd471e98458" providerId="LiveId" clId="{788BA123-62C9-4DDC-86E5-A6BCA4600216}" dt="2026-02-24T04:46:38.107" v="8019" actId="478"/>
          <ac:spMkLst>
            <pc:docMk/>
            <pc:sldMk cId="1294231129" sldId="319"/>
            <ac:spMk id="7" creationId="{6026749C-EE0C-0006-63CE-6A206605AB1F}"/>
          </ac:spMkLst>
        </pc:spChg>
        <pc:spChg chg="add del mod">
          <ac:chgData name="Jacob Wyngaard" userId="6181fcd471e98458" providerId="LiveId" clId="{788BA123-62C9-4DDC-86E5-A6BCA4600216}" dt="2026-02-24T04:46:39.675" v="8020" actId="478"/>
          <ac:spMkLst>
            <pc:docMk/>
            <pc:sldMk cId="1294231129" sldId="319"/>
            <ac:spMk id="10" creationId="{234D6ED4-45CD-7033-14FE-4C19083031C4}"/>
          </ac:spMkLst>
        </pc:spChg>
        <pc:spChg chg="add mod">
          <ac:chgData name="Jacob Wyngaard" userId="6181fcd471e98458" providerId="LiveId" clId="{788BA123-62C9-4DDC-86E5-A6BCA4600216}" dt="2026-02-24T04:49:48.453" v="8104" actId="1035"/>
          <ac:spMkLst>
            <pc:docMk/>
            <pc:sldMk cId="1294231129" sldId="319"/>
            <ac:spMk id="11" creationId="{EF9CFC53-3EC8-17C7-1D8C-F82360AF4767}"/>
          </ac:spMkLst>
        </pc:spChg>
        <pc:spChg chg="add mod">
          <ac:chgData name="Jacob Wyngaard" userId="6181fcd471e98458" providerId="LiveId" clId="{788BA123-62C9-4DDC-86E5-A6BCA4600216}" dt="2026-02-24T04:49:48.453" v="8104" actId="1035"/>
          <ac:spMkLst>
            <pc:docMk/>
            <pc:sldMk cId="1294231129" sldId="319"/>
            <ac:spMk id="12" creationId="{E18139D7-2FEB-DED8-F3A9-3DBECDFC40C4}"/>
          </ac:spMkLst>
        </pc:spChg>
        <pc:spChg chg="add mod">
          <ac:chgData name="Jacob Wyngaard" userId="6181fcd471e98458" providerId="LiveId" clId="{788BA123-62C9-4DDC-86E5-A6BCA4600216}" dt="2026-02-24T04:49:48.453" v="8104" actId="1035"/>
          <ac:spMkLst>
            <pc:docMk/>
            <pc:sldMk cId="1294231129" sldId="319"/>
            <ac:spMk id="13" creationId="{7D74C85C-BB3E-811E-7144-1347AF1A7BBB}"/>
          </ac:spMkLst>
        </pc:spChg>
        <pc:spChg chg="del">
          <ac:chgData name="Jacob Wyngaard" userId="6181fcd471e98458" providerId="LiveId" clId="{788BA123-62C9-4DDC-86E5-A6BCA4600216}" dt="2026-02-24T04:54:30.268" v="8207" actId="478"/>
          <ac:spMkLst>
            <pc:docMk/>
            <pc:sldMk cId="1294231129" sldId="319"/>
            <ac:spMk id="14" creationId="{B6A0D813-0860-EBAD-8009-586409D4C8CF}"/>
          </ac:spMkLst>
        </pc:spChg>
        <pc:spChg chg="add mod">
          <ac:chgData name="Jacob Wyngaard" userId="6181fcd471e98458" providerId="LiveId" clId="{788BA123-62C9-4DDC-86E5-A6BCA4600216}" dt="2026-02-24T04:50:22.506" v="8120" actId="1035"/>
          <ac:spMkLst>
            <pc:docMk/>
            <pc:sldMk cId="1294231129" sldId="319"/>
            <ac:spMk id="15" creationId="{C80304B5-DABD-921B-F02C-1B2ECB44E680}"/>
          </ac:spMkLst>
        </pc:spChg>
        <pc:spChg chg="add mod">
          <ac:chgData name="Jacob Wyngaard" userId="6181fcd471e98458" providerId="LiveId" clId="{788BA123-62C9-4DDC-86E5-A6BCA4600216}" dt="2026-02-24T04:58:09.077" v="8278" actId="20577"/>
          <ac:spMkLst>
            <pc:docMk/>
            <pc:sldMk cId="1294231129" sldId="319"/>
            <ac:spMk id="16" creationId="{DC01E11A-3F17-AB3B-FE4B-7572CCED1E2D}"/>
          </ac:spMkLst>
        </pc:spChg>
        <pc:spChg chg="add mod">
          <ac:chgData name="Jacob Wyngaard" userId="6181fcd471e98458" providerId="LiveId" clId="{788BA123-62C9-4DDC-86E5-A6BCA4600216}" dt="2026-02-24T04:54:30.498" v="8208"/>
          <ac:spMkLst>
            <pc:docMk/>
            <pc:sldMk cId="1294231129" sldId="319"/>
            <ac:spMk id="17" creationId="{43CA0670-18E9-37E1-F0D9-8CEBE0FEB5C9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1" creationId="{7F2FCA5E-83EF-6031-3A82-B1078CD8B010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3" creationId="{7ABD1DBF-7879-9E0B-C083-90CFA6F660CB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4" creationId="{E0CF4393-6DD7-9252-931F-5DB19F312F4E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5" creationId="{B3CDA5C0-EC7B-422F-D6D3-4EFAD225A9CA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6" creationId="{197E786C-E519-8ABF-93A1-F0003D49CB21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7" creationId="{3683C03D-D2C5-C527-7D5C-0D83D212E3AA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38" creationId="{E7C0DC6A-AEBD-C8EF-D1AB-B9D592AD48D1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44" creationId="{A26002CC-7409-555E-2226-5E52A2612B22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46" creationId="{E9DE8537-1403-5C23-436A-9D67D5E9993C}"/>
          </ac:spMkLst>
        </pc:spChg>
        <pc:spChg chg="del">
          <ac:chgData name="Jacob Wyngaard" userId="6181fcd471e98458" providerId="LiveId" clId="{788BA123-62C9-4DDC-86E5-A6BCA4600216}" dt="2026-02-24T04:44:39.460" v="7982" actId="478"/>
          <ac:spMkLst>
            <pc:docMk/>
            <pc:sldMk cId="1294231129" sldId="319"/>
            <ac:spMk id="48" creationId="{7F4A4052-3C6D-450C-ED01-4CEAFEE16EAB}"/>
          </ac:spMkLst>
        </pc:spChg>
      </pc:sldChg>
      <pc:sldChg chg="addSp delSp modSp add mod">
        <pc:chgData name="Jacob Wyngaard" userId="6181fcd471e98458" providerId="LiveId" clId="{788BA123-62C9-4DDC-86E5-A6BCA4600216}" dt="2026-02-24T05:02:53.779" v="8332" actId="478"/>
        <pc:sldMkLst>
          <pc:docMk/>
          <pc:sldMk cId="3861588753" sldId="320"/>
        </pc:sldMkLst>
        <pc:spChg chg="del mod">
          <ac:chgData name="Jacob Wyngaard" userId="6181fcd471e98458" providerId="LiveId" clId="{788BA123-62C9-4DDC-86E5-A6BCA4600216}" dt="2026-02-24T04:54:45.255" v="8214" actId="478"/>
          <ac:spMkLst>
            <pc:docMk/>
            <pc:sldMk cId="3861588753" sldId="320"/>
            <ac:spMk id="2" creationId="{6B9A8CED-27CF-9EFC-B684-C7D2A93B1578}"/>
          </ac:spMkLst>
        </pc:spChg>
        <pc:spChg chg="del">
          <ac:chgData name="Jacob Wyngaard" userId="6181fcd471e98458" providerId="LiveId" clId="{788BA123-62C9-4DDC-86E5-A6BCA4600216}" dt="2026-02-24T04:54:47.757" v="8215" actId="478"/>
          <ac:spMkLst>
            <pc:docMk/>
            <pc:sldMk cId="3861588753" sldId="320"/>
            <ac:spMk id="3" creationId="{201F5503-CFEE-DC9F-A336-004C6851DE5F}"/>
          </ac:spMkLst>
        </pc:spChg>
        <pc:spChg chg="del">
          <ac:chgData name="Jacob Wyngaard" userId="6181fcd471e98458" providerId="LiveId" clId="{788BA123-62C9-4DDC-86E5-A6BCA4600216}" dt="2026-02-24T04:54:47.757" v="8215" actId="478"/>
          <ac:spMkLst>
            <pc:docMk/>
            <pc:sldMk cId="3861588753" sldId="320"/>
            <ac:spMk id="4" creationId="{BAA11938-2426-6AE9-E70E-B04CDC171B49}"/>
          </ac:spMkLst>
        </pc:spChg>
        <pc:spChg chg="del">
          <ac:chgData name="Jacob Wyngaard" userId="6181fcd471e98458" providerId="LiveId" clId="{788BA123-62C9-4DDC-86E5-A6BCA4600216}" dt="2026-02-24T04:54:47.757" v="8215" actId="478"/>
          <ac:spMkLst>
            <pc:docMk/>
            <pc:sldMk cId="3861588753" sldId="320"/>
            <ac:spMk id="5" creationId="{51A7B1CF-9A28-7627-1DC1-57C4C12FEDC6}"/>
          </ac:spMkLst>
        </pc:spChg>
        <pc:spChg chg="add mod">
          <ac:chgData name="Jacob Wyngaard" userId="6181fcd471e98458" providerId="LiveId" clId="{788BA123-62C9-4DDC-86E5-A6BCA4600216}" dt="2026-02-24T04:54:33.442" v="8210"/>
          <ac:spMkLst>
            <pc:docMk/>
            <pc:sldMk cId="3861588753" sldId="320"/>
            <ac:spMk id="7" creationId="{05F677D8-F25C-4AA8-4A17-29D36AE0B69C}"/>
          </ac:spMkLst>
        </pc:spChg>
        <pc:spChg chg="add mod">
          <ac:chgData name="Jacob Wyngaard" userId="6181fcd471e98458" providerId="LiveId" clId="{788BA123-62C9-4DDC-86E5-A6BCA4600216}" dt="2026-02-24T04:54:58.319" v="8218" actId="1076"/>
          <ac:spMkLst>
            <pc:docMk/>
            <pc:sldMk cId="3861588753" sldId="320"/>
            <ac:spMk id="10" creationId="{5CBEE13B-8AD1-55F4-3C38-CD75A16672EE}"/>
          </ac:spMkLst>
        </pc:spChg>
        <pc:spChg chg="del">
          <ac:chgData name="Jacob Wyngaard" userId="6181fcd471e98458" providerId="LiveId" clId="{788BA123-62C9-4DDC-86E5-A6BCA4600216}" dt="2026-02-24T04:54:47.757" v="8215" actId="478"/>
          <ac:spMkLst>
            <pc:docMk/>
            <pc:sldMk cId="3861588753" sldId="320"/>
            <ac:spMk id="11" creationId="{163CBEB3-C755-D89F-7487-78AE99ECC2F7}"/>
          </ac:spMkLst>
        </pc:spChg>
        <pc:spChg chg="del">
          <ac:chgData name="Jacob Wyngaard" userId="6181fcd471e98458" providerId="LiveId" clId="{788BA123-62C9-4DDC-86E5-A6BCA4600216}" dt="2026-02-24T04:54:47.757" v="8215" actId="478"/>
          <ac:spMkLst>
            <pc:docMk/>
            <pc:sldMk cId="3861588753" sldId="320"/>
            <ac:spMk id="12" creationId="{A90C1D7E-E9F8-E6C6-1855-898A8CFFCC96}"/>
          </ac:spMkLst>
        </pc:spChg>
        <pc:spChg chg="del">
          <ac:chgData name="Jacob Wyngaard" userId="6181fcd471e98458" providerId="LiveId" clId="{788BA123-62C9-4DDC-86E5-A6BCA4600216}" dt="2026-02-24T04:54:47.757" v="8215" actId="478"/>
          <ac:spMkLst>
            <pc:docMk/>
            <pc:sldMk cId="3861588753" sldId="320"/>
            <ac:spMk id="13" creationId="{C67E136D-EACB-7327-D4DB-968B61385605}"/>
          </ac:spMkLst>
        </pc:spChg>
        <pc:spChg chg="del">
          <ac:chgData name="Jacob Wyngaard" userId="6181fcd471e98458" providerId="LiveId" clId="{788BA123-62C9-4DDC-86E5-A6BCA4600216}" dt="2026-02-24T04:54:33.121" v="8209" actId="478"/>
          <ac:spMkLst>
            <pc:docMk/>
            <pc:sldMk cId="3861588753" sldId="320"/>
            <ac:spMk id="14" creationId="{0E560D87-5FCE-B519-C17E-626794AD3421}"/>
          </ac:spMkLst>
        </pc:spChg>
        <pc:spChg chg="del">
          <ac:chgData name="Jacob Wyngaard" userId="6181fcd471e98458" providerId="LiveId" clId="{788BA123-62C9-4DDC-86E5-A6BCA4600216}" dt="2026-02-24T04:54:41.106" v="8212" actId="478"/>
          <ac:spMkLst>
            <pc:docMk/>
            <pc:sldMk cId="3861588753" sldId="320"/>
            <ac:spMk id="15" creationId="{7079DF4E-0D66-348F-EA96-CAC91754AE94}"/>
          </ac:spMkLst>
        </pc:spChg>
        <pc:spChg chg="mod">
          <ac:chgData name="Jacob Wyngaard" userId="6181fcd471e98458" providerId="LiveId" clId="{788BA123-62C9-4DDC-86E5-A6BCA4600216}" dt="2026-02-24T04:58:20.154" v="8279"/>
          <ac:spMkLst>
            <pc:docMk/>
            <pc:sldMk cId="3861588753" sldId="320"/>
            <ac:spMk id="16" creationId="{33529411-ADF7-11BE-3682-5419CEE051EC}"/>
          </ac:spMkLst>
        </pc:spChg>
        <pc:spChg chg="add mod">
          <ac:chgData name="Jacob Wyngaard" userId="6181fcd471e98458" providerId="LiveId" clId="{788BA123-62C9-4DDC-86E5-A6BCA4600216}" dt="2026-02-24T04:56:31.111" v="8249" actId="1076"/>
          <ac:spMkLst>
            <pc:docMk/>
            <pc:sldMk cId="3861588753" sldId="320"/>
            <ac:spMk id="17" creationId="{F4550D65-B81E-8E08-7B5F-3A767EC67958}"/>
          </ac:spMkLst>
        </pc:spChg>
        <pc:spChg chg="add mod">
          <ac:chgData name="Jacob Wyngaard" userId="6181fcd471e98458" providerId="LiveId" clId="{788BA123-62C9-4DDC-86E5-A6BCA4600216}" dt="2026-02-24T05:00:38.501" v="8329" actId="20577"/>
          <ac:spMkLst>
            <pc:docMk/>
            <pc:sldMk cId="3861588753" sldId="320"/>
            <ac:spMk id="18" creationId="{F4C6746C-C231-CA44-1C56-6C641E754821}"/>
          </ac:spMkLst>
        </pc:spChg>
        <pc:spChg chg="add mod">
          <ac:chgData name="Jacob Wyngaard" userId="6181fcd471e98458" providerId="LiveId" clId="{788BA123-62C9-4DDC-86E5-A6BCA4600216}" dt="2026-02-24T04:56:34.422" v="8250" actId="1076"/>
          <ac:spMkLst>
            <pc:docMk/>
            <pc:sldMk cId="3861588753" sldId="320"/>
            <ac:spMk id="19" creationId="{9EB18F3C-51AA-BA86-0065-D7DAD690F096}"/>
          </ac:spMkLst>
        </pc:spChg>
        <pc:spChg chg="add del mod">
          <ac:chgData name="Jacob Wyngaard" userId="6181fcd471e98458" providerId="LiveId" clId="{788BA123-62C9-4DDC-86E5-A6BCA4600216}" dt="2026-02-24T05:02:53.779" v="8332" actId="478"/>
          <ac:spMkLst>
            <pc:docMk/>
            <pc:sldMk cId="3861588753" sldId="320"/>
            <ac:spMk id="20" creationId="{C5374227-B35B-E0A0-75A1-1D2F3EB552E1}"/>
          </ac:spMkLst>
        </pc:spChg>
      </pc:sldChg>
      <pc:sldChg chg="addSp delSp modSp add mod">
        <pc:chgData name="Jacob Wyngaard" userId="6181fcd471e98458" providerId="LiveId" clId="{788BA123-62C9-4DDC-86E5-A6BCA4600216}" dt="2026-02-24T05:10:31.936" v="8622" actId="20577"/>
        <pc:sldMkLst>
          <pc:docMk/>
          <pc:sldMk cId="838202772" sldId="321"/>
        </pc:sldMkLst>
        <pc:spChg chg="add mod">
          <ac:chgData name="Jacob Wyngaard" userId="6181fcd471e98458" providerId="LiveId" clId="{788BA123-62C9-4DDC-86E5-A6BCA4600216}" dt="2026-02-24T05:05:13.325" v="8453" actId="403"/>
          <ac:spMkLst>
            <pc:docMk/>
            <pc:sldMk cId="838202772" sldId="321"/>
            <ac:spMk id="2" creationId="{96E156D7-A44D-5F63-4C6A-1265923D753E}"/>
          </ac:spMkLst>
        </pc:spChg>
        <pc:spChg chg="add mod">
          <ac:chgData name="Jacob Wyngaard" userId="6181fcd471e98458" providerId="LiveId" clId="{788BA123-62C9-4DDC-86E5-A6BCA4600216}" dt="2026-02-24T05:05:48.912" v="8464" actId="1076"/>
          <ac:spMkLst>
            <pc:docMk/>
            <pc:sldMk cId="838202772" sldId="321"/>
            <ac:spMk id="3" creationId="{708C145C-DB0E-9ED3-3C7B-34B1D77DFC51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5" creationId="{06171BDF-10C2-10E3-3CA2-E3318393B21B}"/>
          </ac:spMkLst>
        </pc:spChg>
        <pc:spChg chg="mod">
          <ac:chgData name="Jacob Wyngaard" userId="6181fcd471e98458" providerId="LiveId" clId="{788BA123-62C9-4DDC-86E5-A6BCA4600216}" dt="2026-02-24T05:03:24.764" v="8362" actId="14100"/>
          <ac:spMkLst>
            <pc:docMk/>
            <pc:sldMk cId="838202772" sldId="321"/>
            <ac:spMk id="9" creationId="{3AED859B-6A2F-23D5-044D-DA4857C59089}"/>
          </ac:spMkLst>
        </pc:spChg>
        <pc:spChg chg="mod">
          <ac:chgData name="Jacob Wyngaard" userId="6181fcd471e98458" providerId="LiveId" clId="{788BA123-62C9-4DDC-86E5-A6BCA4600216}" dt="2026-02-24T05:08:06.175" v="8498" actId="14100"/>
          <ac:spMkLst>
            <pc:docMk/>
            <pc:sldMk cId="838202772" sldId="321"/>
            <ac:spMk id="10" creationId="{551F9DDA-C866-F9D1-BDCD-3DE64982CA04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11" creationId="{63056E57-3E3B-986F-0175-E0800FB811E0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12" creationId="{1D3E3209-1310-6878-CEBB-34D3C2A48255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13" creationId="{FFEDBE4D-FF89-AE96-9F81-A0E5B690A01E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14" creationId="{FC468EBA-056C-5721-134E-C0A1681B73B6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15" creationId="{17F36411-8B92-4B3F-DC3E-97E765FB359A}"/>
          </ac:spMkLst>
        </pc:spChg>
        <pc:spChg chg="del">
          <ac:chgData name="Jacob Wyngaard" userId="6181fcd471e98458" providerId="LiveId" clId="{788BA123-62C9-4DDC-86E5-A6BCA4600216}" dt="2026-02-24T05:03:43.072" v="8411" actId="478"/>
          <ac:spMkLst>
            <pc:docMk/>
            <pc:sldMk cId="838202772" sldId="321"/>
            <ac:spMk id="16" creationId="{A7BBBF91-596D-EAC6-F085-6F62CABAB368}"/>
          </ac:spMkLst>
        </pc:spChg>
        <pc:spChg chg="add del mod">
          <ac:chgData name="Jacob Wyngaard" userId="6181fcd471e98458" providerId="LiveId" clId="{788BA123-62C9-4DDC-86E5-A6BCA4600216}" dt="2026-02-24T05:04:01.794" v="8419" actId="478"/>
          <ac:spMkLst>
            <pc:docMk/>
            <pc:sldMk cId="838202772" sldId="321"/>
            <ac:spMk id="17" creationId="{EEA4F0ED-07B4-B807-E927-C33F38A52969}"/>
          </ac:spMkLst>
        </pc:spChg>
        <pc:spChg chg="mod">
          <ac:chgData name="Jacob Wyngaard" userId="6181fcd471e98458" providerId="LiveId" clId="{788BA123-62C9-4DDC-86E5-A6BCA4600216}" dt="2026-02-24T05:05:43.638" v="8461" actId="1076"/>
          <ac:spMkLst>
            <pc:docMk/>
            <pc:sldMk cId="838202772" sldId="321"/>
            <ac:spMk id="18" creationId="{D2390FCD-B5D6-C793-36A5-B81CDBAAA14B}"/>
          </ac:spMkLst>
        </pc:spChg>
        <pc:spChg chg="del">
          <ac:chgData name="Jacob Wyngaard" userId="6181fcd471e98458" providerId="LiveId" clId="{788BA123-62C9-4DDC-86E5-A6BCA4600216}" dt="2026-02-24T05:03:45.060" v="8412" actId="478"/>
          <ac:spMkLst>
            <pc:docMk/>
            <pc:sldMk cId="838202772" sldId="321"/>
            <ac:spMk id="19" creationId="{00AE56A5-25F3-D9A4-D9FF-247536AAC7C0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20" creationId="{7775763B-BCD2-0E45-B87E-38A84F67CB23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21" creationId="{AFA40197-EEDC-2FCB-3605-D27C9AC8DFEF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23" creationId="{FF616F70-7454-F1B6-A6E0-AB6F6AC443E7}"/>
          </ac:spMkLst>
        </pc:spChg>
        <pc:spChg chg="add mod">
          <ac:chgData name="Jacob Wyngaard" userId="6181fcd471e98458" providerId="LiveId" clId="{788BA123-62C9-4DDC-86E5-A6BCA4600216}" dt="2026-02-24T05:06:24.288" v="8466" actId="1076"/>
          <ac:spMkLst>
            <pc:docMk/>
            <pc:sldMk cId="838202772" sldId="321"/>
            <ac:spMk id="24" creationId="{B7891AB4-A70E-F172-2854-12B0FE58616C}"/>
          </ac:spMkLst>
        </pc:spChg>
        <pc:spChg chg="add mod">
          <ac:chgData name="Jacob Wyngaard" userId="6181fcd471e98458" providerId="LiveId" clId="{788BA123-62C9-4DDC-86E5-A6BCA4600216}" dt="2026-02-24T05:10:05.766" v="8599" actId="1076"/>
          <ac:spMkLst>
            <pc:docMk/>
            <pc:sldMk cId="838202772" sldId="321"/>
            <ac:spMk id="26" creationId="{C70B5071-EBE7-8635-B8DD-7E72899A460A}"/>
          </ac:spMkLst>
        </pc:spChg>
        <pc:spChg chg="add mod">
          <ac:chgData name="Jacob Wyngaard" userId="6181fcd471e98458" providerId="LiveId" clId="{788BA123-62C9-4DDC-86E5-A6BCA4600216}" dt="2026-02-24T05:10:09.635" v="8614" actId="1037"/>
          <ac:spMkLst>
            <pc:docMk/>
            <pc:sldMk cId="838202772" sldId="321"/>
            <ac:spMk id="27" creationId="{CE708CB0-FA74-3E67-A5DF-A3E168FBD2D5}"/>
          </ac:spMkLst>
        </pc:spChg>
        <pc:spChg chg="add mod">
          <ac:chgData name="Jacob Wyngaard" userId="6181fcd471e98458" providerId="LiveId" clId="{788BA123-62C9-4DDC-86E5-A6BCA4600216}" dt="2026-02-24T05:10:09.635" v="8614" actId="1037"/>
          <ac:spMkLst>
            <pc:docMk/>
            <pc:sldMk cId="838202772" sldId="321"/>
            <ac:spMk id="28" creationId="{C00CE1B1-8FA9-47AC-2A15-1E127192D6D8}"/>
          </ac:spMkLst>
        </pc:spChg>
        <pc:spChg chg="add mod">
          <ac:chgData name="Jacob Wyngaard" userId="6181fcd471e98458" providerId="LiveId" clId="{788BA123-62C9-4DDC-86E5-A6BCA4600216}" dt="2026-02-24T05:10:09.635" v="8614" actId="1037"/>
          <ac:spMkLst>
            <pc:docMk/>
            <pc:sldMk cId="838202772" sldId="321"/>
            <ac:spMk id="29" creationId="{A34E8766-CD93-54E8-B6CC-83A7382984FE}"/>
          </ac:spMkLst>
        </pc:spChg>
        <pc:spChg chg="add mod">
          <ac:chgData name="Jacob Wyngaard" userId="6181fcd471e98458" providerId="LiveId" clId="{788BA123-62C9-4DDC-86E5-A6BCA4600216}" dt="2026-02-24T05:10:24.360" v="8619" actId="14100"/>
          <ac:spMkLst>
            <pc:docMk/>
            <pc:sldMk cId="838202772" sldId="321"/>
            <ac:spMk id="30" creationId="{0D303B50-BBD1-EDB1-933F-960C55C710E7}"/>
          </ac:spMkLst>
        </pc:spChg>
        <pc:spChg chg="add mod">
          <ac:chgData name="Jacob Wyngaard" userId="6181fcd471e98458" providerId="LiveId" clId="{788BA123-62C9-4DDC-86E5-A6BCA4600216}" dt="2026-02-24T05:10:31.936" v="8622" actId="20577"/>
          <ac:spMkLst>
            <pc:docMk/>
            <pc:sldMk cId="838202772" sldId="321"/>
            <ac:spMk id="31" creationId="{4784CC2A-F3D4-0CD2-BAED-B093661E9C9C}"/>
          </ac:spMkLst>
        </pc:spChg>
        <pc:picChg chg="mod">
          <ac:chgData name="Jacob Wyngaard" userId="6181fcd471e98458" providerId="LiveId" clId="{788BA123-62C9-4DDC-86E5-A6BCA4600216}" dt="2026-02-24T05:07:38.271" v="8493" actId="1076"/>
          <ac:picMkLst>
            <pc:docMk/>
            <pc:sldMk cId="838202772" sldId="321"/>
            <ac:picMk id="4" creationId="{23D8616F-62C8-3D6F-AEB0-D4860F51272D}"/>
          </ac:picMkLst>
        </pc:picChg>
      </pc:sldChg>
      <pc:sldChg chg="addSp modSp add mod">
        <pc:chgData name="Jacob Wyngaard" userId="6181fcd471e98458" providerId="LiveId" clId="{788BA123-62C9-4DDC-86E5-A6BCA4600216}" dt="2026-02-24T05:18:30.749" v="8941" actId="1076"/>
        <pc:sldMkLst>
          <pc:docMk/>
          <pc:sldMk cId="3397499750" sldId="322"/>
        </pc:sldMkLst>
        <pc:spChg chg="add mod">
          <ac:chgData name="Jacob Wyngaard" userId="6181fcd471e98458" providerId="LiveId" clId="{788BA123-62C9-4DDC-86E5-A6BCA4600216}" dt="2026-02-24T05:18:14.198" v="8901" actId="14100"/>
          <ac:spMkLst>
            <pc:docMk/>
            <pc:sldMk cId="3397499750" sldId="322"/>
            <ac:spMk id="16" creationId="{F4A64DC7-AFA2-54C2-EA2D-D7A9371C6DBB}"/>
          </ac:spMkLst>
        </pc:spChg>
        <pc:spChg chg="add mod">
          <ac:chgData name="Jacob Wyngaard" userId="6181fcd471e98458" providerId="LiveId" clId="{788BA123-62C9-4DDC-86E5-A6BCA4600216}" dt="2026-02-24T05:18:30.749" v="8941" actId="1076"/>
          <ac:spMkLst>
            <pc:docMk/>
            <pc:sldMk cId="3397499750" sldId="322"/>
            <ac:spMk id="17" creationId="{3339F2E7-2AA6-6563-AC16-68D1E56E8F25}"/>
          </ac:spMkLst>
        </pc:spChg>
      </pc:sldChg>
      <pc:sldChg chg="addSp delSp modSp add del mod">
        <pc:chgData name="Jacob Wyngaard" userId="6181fcd471e98458" providerId="LiveId" clId="{788BA123-62C9-4DDC-86E5-A6BCA4600216}" dt="2026-02-24T05:17:37.482" v="8896" actId="47"/>
        <pc:sldMkLst>
          <pc:docMk/>
          <pc:sldMk cId="3781901309" sldId="322"/>
        </pc:sldMkLst>
        <pc:spChg chg="add del">
          <ac:chgData name="Jacob Wyngaard" userId="6181fcd471e98458" providerId="LiveId" clId="{788BA123-62C9-4DDC-86E5-A6BCA4600216}" dt="2026-02-24T05:15:30.544" v="8823" actId="478"/>
          <ac:spMkLst>
            <pc:docMk/>
            <pc:sldMk cId="3781901309" sldId="322"/>
            <ac:spMk id="2" creationId="{2147B56B-C131-BEF3-100C-D5810DC6A6F8}"/>
          </ac:spMkLst>
        </pc:spChg>
        <pc:spChg chg="add del mod">
          <ac:chgData name="Jacob Wyngaard" userId="6181fcd471e98458" providerId="LiveId" clId="{788BA123-62C9-4DDC-86E5-A6BCA4600216}" dt="2026-02-24T05:15:25.367" v="8820" actId="1076"/>
          <ac:spMkLst>
            <pc:docMk/>
            <pc:sldMk cId="3781901309" sldId="322"/>
            <ac:spMk id="27" creationId="{EB468DDB-9C5E-68F6-3BF1-C4CBC6E02422}"/>
          </ac:spMkLst>
        </pc:spChg>
        <pc:spChg chg="mod">
          <ac:chgData name="Jacob Wyngaard" userId="6181fcd471e98458" providerId="LiveId" clId="{788BA123-62C9-4DDC-86E5-A6BCA4600216}" dt="2026-02-24T05:17:11.991" v="8895" actId="1076"/>
          <ac:spMkLst>
            <pc:docMk/>
            <pc:sldMk cId="3781901309" sldId="322"/>
            <ac:spMk id="28" creationId="{08B33380-65EF-1BB8-A4B3-5974D2FC682F}"/>
          </ac:spMkLst>
        </pc:spChg>
        <pc:spChg chg="add mod">
          <ac:chgData name="Jacob Wyngaard" userId="6181fcd471e98458" providerId="LiveId" clId="{788BA123-62C9-4DDC-86E5-A6BCA4600216}" dt="2026-02-24T05:15:17.227" v="8814"/>
          <ac:spMkLst>
            <pc:docMk/>
            <pc:sldMk cId="3781901309" sldId="322"/>
            <ac:spMk id="37" creationId="{3B92560F-5B13-EDAC-FB10-226AEA66861E}"/>
          </ac:spMkLst>
        </pc:spChg>
        <pc:spChg chg="add mod">
          <ac:chgData name="Jacob Wyngaard" userId="6181fcd471e98458" providerId="LiveId" clId="{788BA123-62C9-4DDC-86E5-A6BCA4600216}" dt="2026-02-24T05:15:17.227" v="8814"/>
          <ac:spMkLst>
            <pc:docMk/>
            <pc:sldMk cId="3781901309" sldId="322"/>
            <ac:spMk id="41" creationId="{7E673459-0EAE-2C8C-D61B-5FB7651AC3C7}"/>
          </ac:spMkLst>
        </pc:spChg>
        <pc:spChg chg="add mod">
          <ac:chgData name="Jacob Wyngaard" userId="6181fcd471e98458" providerId="LiveId" clId="{788BA123-62C9-4DDC-86E5-A6BCA4600216}" dt="2026-02-24T05:15:19.811" v="8816" actId="571"/>
          <ac:spMkLst>
            <pc:docMk/>
            <pc:sldMk cId="3781901309" sldId="322"/>
            <ac:spMk id="42" creationId="{11FA7DF0-AC05-1E2E-5FDA-C95BB84E1AD6}"/>
          </ac:spMkLst>
        </pc:spChg>
        <pc:spChg chg="add mod">
          <ac:chgData name="Jacob Wyngaard" userId="6181fcd471e98458" providerId="LiveId" clId="{788BA123-62C9-4DDC-86E5-A6BCA4600216}" dt="2026-02-24T05:15:19.811" v="8816" actId="571"/>
          <ac:spMkLst>
            <pc:docMk/>
            <pc:sldMk cId="3781901309" sldId="322"/>
            <ac:spMk id="43" creationId="{BD749A4F-D950-A20F-86F0-24302CBA2B81}"/>
          </ac:spMkLst>
        </pc:spChg>
        <pc:spChg chg="add mod">
          <ac:chgData name="Jacob Wyngaard" userId="6181fcd471e98458" providerId="LiveId" clId="{788BA123-62C9-4DDC-86E5-A6BCA4600216}" dt="2026-02-24T05:15:29.062" v="8822" actId="1076"/>
          <ac:spMkLst>
            <pc:docMk/>
            <pc:sldMk cId="3781901309" sldId="322"/>
            <ac:spMk id="44" creationId="{70583FA8-D631-FC2D-4839-A556C514C82F}"/>
          </ac:spMkLst>
        </pc:spChg>
        <pc:cxnChg chg="add del">
          <ac:chgData name="Jacob Wyngaard" userId="6181fcd471e98458" providerId="LiveId" clId="{788BA123-62C9-4DDC-86E5-A6BCA4600216}" dt="2026-02-24T05:15:32.357" v="8824" actId="478"/>
          <ac:cxnSpMkLst>
            <pc:docMk/>
            <pc:sldMk cId="3781901309" sldId="322"/>
            <ac:cxnSpMk id="3" creationId="{CB5CDD0C-EBB4-53DF-5C33-6DCE9D02DB16}"/>
          </ac:cxnSpMkLst>
        </pc:cxnChg>
        <pc:cxnChg chg="mod">
          <ac:chgData name="Jacob Wyngaard" userId="6181fcd471e98458" providerId="LiveId" clId="{788BA123-62C9-4DDC-86E5-A6BCA4600216}" dt="2026-02-24T05:13:56.029" v="8801" actId="14100"/>
          <ac:cxnSpMkLst>
            <pc:docMk/>
            <pc:sldMk cId="3781901309" sldId="322"/>
            <ac:cxnSpMk id="20" creationId="{E2A21A3E-9316-BBCD-0303-7D18171A9DD5}"/>
          </ac:cxnSpMkLst>
        </pc:cxnChg>
        <pc:cxnChg chg="mod">
          <ac:chgData name="Jacob Wyngaard" userId="6181fcd471e98458" providerId="LiveId" clId="{788BA123-62C9-4DDC-86E5-A6BCA4600216}" dt="2026-02-24T05:14:03.374" v="8804" actId="14100"/>
          <ac:cxnSpMkLst>
            <pc:docMk/>
            <pc:sldMk cId="3781901309" sldId="322"/>
            <ac:cxnSpMk id="23" creationId="{F0BEAF2B-D110-25B4-7398-BC7E18ED91BE}"/>
          </ac:cxnSpMkLst>
        </pc:cxnChg>
        <pc:cxnChg chg="add mod">
          <ac:chgData name="Jacob Wyngaard" userId="6181fcd471e98458" providerId="LiveId" clId="{788BA123-62C9-4DDC-86E5-A6BCA4600216}" dt="2026-02-24T05:14:15.565" v="8809" actId="14100"/>
          <ac:cxnSpMkLst>
            <pc:docMk/>
            <pc:sldMk cId="3781901309" sldId="322"/>
            <ac:cxnSpMk id="30" creationId="{AB417FE2-8045-FAFA-0F7F-49C8AEF7770B}"/>
          </ac:cxnSpMkLst>
        </pc:cxnChg>
        <pc:cxnChg chg="mod">
          <ac:chgData name="Jacob Wyngaard" userId="6181fcd471e98458" providerId="LiveId" clId="{788BA123-62C9-4DDC-86E5-A6BCA4600216}" dt="2026-02-24T05:14:09.750" v="8808" actId="1076"/>
          <ac:cxnSpMkLst>
            <pc:docMk/>
            <pc:sldMk cId="3781901309" sldId="322"/>
            <ac:cxnSpMk id="36" creationId="{DA937C8D-2FDD-F748-8702-2996C0D14B2D}"/>
          </ac:cxnSpMkLst>
        </pc:cxnChg>
      </pc:sldChg>
      <pc:sldChg chg="addSp modSp add mod ord">
        <pc:chgData name="Jacob Wyngaard" userId="6181fcd471e98458" providerId="LiveId" clId="{788BA123-62C9-4DDC-86E5-A6BCA4600216}" dt="2026-02-24T06:14:59.779" v="9431" actId="207"/>
        <pc:sldMkLst>
          <pc:docMk/>
          <pc:sldMk cId="3555738580" sldId="323"/>
        </pc:sldMkLst>
        <pc:spChg chg="mod">
          <ac:chgData name="Jacob Wyngaard" userId="6181fcd471e98458" providerId="LiveId" clId="{788BA123-62C9-4DDC-86E5-A6BCA4600216}" dt="2026-02-24T05:33:08.877" v="9170" actId="20577"/>
          <ac:spMkLst>
            <pc:docMk/>
            <pc:sldMk cId="3555738580" sldId="323"/>
            <ac:spMk id="2" creationId="{85256F26-29B5-7C2A-0C26-C4A80473623E}"/>
          </ac:spMkLst>
        </pc:spChg>
        <pc:spChg chg="mod">
          <ac:chgData name="Jacob Wyngaard" userId="6181fcd471e98458" providerId="LiveId" clId="{788BA123-62C9-4DDC-86E5-A6BCA4600216}" dt="2026-02-24T06:09:03.154" v="9392" actId="21"/>
          <ac:spMkLst>
            <pc:docMk/>
            <pc:sldMk cId="3555738580" sldId="323"/>
            <ac:spMk id="4" creationId="{142CC8FB-EE8E-E1E0-B3E5-07A08E787D4C}"/>
          </ac:spMkLst>
        </pc:spChg>
        <pc:spChg chg="add mod">
          <ac:chgData name="Jacob Wyngaard" userId="6181fcd471e98458" providerId="LiveId" clId="{788BA123-62C9-4DDC-86E5-A6BCA4600216}" dt="2026-02-24T06:09:13.670" v="9399" actId="1076"/>
          <ac:spMkLst>
            <pc:docMk/>
            <pc:sldMk cId="3555738580" sldId="323"/>
            <ac:spMk id="5" creationId="{9ED51A61-9C39-BB2C-26D7-88D596BC94D6}"/>
          </ac:spMkLst>
        </pc:spChg>
        <pc:spChg chg="add mod">
          <ac:chgData name="Jacob Wyngaard" userId="6181fcd471e98458" providerId="LiveId" clId="{788BA123-62C9-4DDC-86E5-A6BCA4600216}" dt="2026-02-24T06:14:59.779" v="9431" actId="207"/>
          <ac:spMkLst>
            <pc:docMk/>
            <pc:sldMk cId="3555738580" sldId="323"/>
            <ac:spMk id="12" creationId="{D87B21B7-FFCD-13CD-CFD6-2AC60EB1D0D3}"/>
          </ac:spMkLst>
        </pc:spChg>
        <pc:spChg chg="mod">
          <ac:chgData name="Jacob Wyngaard" userId="6181fcd471e98458" providerId="LiveId" clId="{788BA123-62C9-4DDC-86E5-A6BCA4600216}" dt="2026-02-24T05:36:03.330" v="9205" actId="1037"/>
          <ac:spMkLst>
            <pc:docMk/>
            <pc:sldMk cId="3555738580" sldId="323"/>
            <ac:spMk id="13" creationId="{945972DB-4B1F-2BC6-A276-9F36083FBF67}"/>
          </ac:spMkLst>
        </pc:spChg>
        <pc:picChg chg="mod">
          <ac:chgData name="Jacob Wyngaard" userId="6181fcd471e98458" providerId="LiveId" clId="{788BA123-62C9-4DDC-86E5-A6BCA4600216}" dt="2026-02-24T05:37:15.268" v="9208" actId="14826"/>
          <ac:picMkLst>
            <pc:docMk/>
            <pc:sldMk cId="3555738580" sldId="323"/>
            <ac:picMk id="7" creationId="{82454706-103C-8A16-922F-2C08014E79AF}"/>
          </ac:picMkLst>
        </pc:picChg>
      </pc:sldChg>
      <pc:sldChg chg="addSp delSp modSp add mod">
        <pc:chgData name="Jacob Wyngaard" userId="6181fcd471e98458" providerId="LiveId" clId="{788BA123-62C9-4DDC-86E5-A6BCA4600216}" dt="2026-02-24T06:15:02.859" v="9432"/>
        <pc:sldMkLst>
          <pc:docMk/>
          <pc:sldMk cId="1447560798" sldId="324"/>
        </pc:sldMkLst>
        <pc:spChg chg="mod">
          <ac:chgData name="Jacob Wyngaard" userId="6181fcd471e98458" providerId="LiveId" clId="{788BA123-62C9-4DDC-86E5-A6BCA4600216}" dt="2026-02-24T06:09:24.591" v="9401" actId="20577"/>
          <ac:spMkLst>
            <pc:docMk/>
            <pc:sldMk cId="1447560798" sldId="324"/>
            <ac:spMk id="4" creationId="{02BAB23B-E410-AFDF-94D4-2E82CC3E1997}"/>
          </ac:spMkLst>
        </pc:spChg>
        <pc:spChg chg="del mod">
          <ac:chgData name="Jacob Wyngaard" userId="6181fcd471e98458" providerId="LiveId" clId="{788BA123-62C9-4DDC-86E5-A6BCA4600216}" dt="2026-02-24T05:49:28.938" v="9310" actId="478"/>
          <ac:spMkLst>
            <pc:docMk/>
            <pc:sldMk cId="1447560798" sldId="324"/>
            <ac:spMk id="7" creationId="{79824023-7AB2-5B2D-E20F-BE90192F5073}"/>
          </ac:spMkLst>
        </pc:spChg>
        <pc:spChg chg="add mod">
          <ac:chgData name="Jacob Wyngaard" userId="6181fcd471e98458" providerId="LiveId" clId="{788BA123-62C9-4DDC-86E5-A6BCA4600216}" dt="2026-02-24T06:11:19.673" v="9412" actId="20577"/>
          <ac:spMkLst>
            <pc:docMk/>
            <pc:sldMk cId="1447560798" sldId="324"/>
            <ac:spMk id="11" creationId="{D2368C75-7FE5-A6E4-F60E-EEE01111FBC8}"/>
          </ac:spMkLst>
        </pc:spChg>
        <pc:spChg chg="add mod">
          <ac:chgData name="Jacob Wyngaard" userId="6181fcd471e98458" providerId="LiveId" clId="{788BA123-62C9-4DDC-86E5-A6BCA4600216}" dt="2026-02-24T06:11:08.662" v="9406" actId="20577"/>
          <ac:spMkLst>
            <pc:docMk/>
            <pc:sldMk cId="1447560798" sldId="324"/>
            <ac:spMk id="13" creationId="{BC1CB72A-7BA5-5F05-1F24-7C420FF019B0}"/>
          </ac:spMkLst>
        </pc:spChg>
        <pc:spChg chg="add mod">
          <ac:chgData name="Jacob Wyngaard" userId="6181fcd471e98458" providerId="LiveId" clId="{788BA123-62C9-4DDC-86E5-A6BCA4600216}" dt="2026-02-24T06:13:12.815" v="9416"/>
          <ac:spMkLst>
            <pc:docMk/>
            <pc:sldMk cId="1447560798" sldId="324"/>
            <ac:spMk id="14" creationId="{975DF8C0-EFDD-365B-4697-9289A28A2C5C}"/>
          </ac:spMkLst>
        </pc:spChg>
        <pc:spChg chg="add mod">
          <ac:chgData name="Jacob Wyngaard" userId="6181fcd471e98458" providerId="LiveId" clId="{788BA123-62C9-4DDC-86E5-A6BCA4600216}" dt="2026-02-24T06:15:02.859" v="9432"/>
          <ac:spMkLst>
            <pc:docMk/>
            <pc:sldMk cId="1447560798" sldId="324"/>
            <ac:spMk id="15" creationId="{A7601155-7F9A-4843-10E9-5A6B731A91BA}"/>
          </ac:spMkLst>
        </pc:spChg>
        <pc:picChg chg="del">
          <ac:chgData name="Jacob Wyngaard" userId="6181fcd471e98458" providerId="LiveId" clId="{788BA123-62C9-4DDC-86E5-A6BCA4600216}" dt="2026-02-24T05:49:30.613" v="9312" actId="478"/>
          <ac:picMkLst>
            <pc:docMk/>
            <pc:sldMk cId="1447560798" sldId="324"/>
            <ac:picMk id="3" creationId="{78551D1E-FD63-CD21-14D3-9083A8A6901E}"/>
          </ac:picMkLst>
        </pc:picChg>
        <pc:picChg chg="del mod">
          <ac:chgData name="Jacob Wyngaard" userId="6181fcd471e98458" providerId="LiveId" clId="{788BA123-62C9-4DDC-86E5-A6BCA4600216}" dt="2026-02-24T05:49:29.407" v="9311" actId="478"/>
          <ac:picMkLst>
            <pc:docMk/>
            <pc:sldMk cId="1447560798" sldId="324"/>
            <ac:picMk id="5" creationId="{34126707-051C-9007-B5A6-8B5483762A6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7E91-9664-BDA5-AE6A-7E9F1545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CFE4F-2CAC-BD89-E921-D73551D47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D460-C988-88CF-2071-95F254F2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CDBAC-336F-85E1-422A-689018CA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90CB-AC59-2C6C-D825-ACBA1B64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DB71C-E368-0113-843C-F6BDCEB1F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5459D-0374-C2AB-62AE-5F53769BB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C49F-8114-69EB-C588-4ADCC9826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89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B9DA-59DC-8296-F3B5-5D632683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4E624-937F-EEA3-D714-F13ABE291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783A9-B850-AD98-A436-BC2701AD3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92829-7429-C4B0-D291-F9B094886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13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37CE-57A9-9FA9-ABCB-F0E21702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D92C4-4E71-859E-68B8-ADA37D33C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E9E52-282D-715B-1961-071323296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1F67-FA3D-D172-CC70-866FF50E6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08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8982-D8B4-BB8F-FA45-3A02ED39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0E283-5D94-FC83-CD40-7911B1173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B0DF6-AF82-A05F-62CF-D98AB3674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79B22-D37F-9D53-32B9-4EB6CD786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EC7C-4251-FD55-3567-0BE8D63F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E9F83-677C-51F5-AAB5-EEA3C45B6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B8964-BF1F-1E09-6E4F-31B46A6D1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C6802-E207-15A9-9A5A-6EF5045B9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7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7740-6960-F9A0-2086-6CB570CD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2D575-26B3-76DD-2F4E-45AFB545B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59FA6-A28D-B567-79B6-F1A124D04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3EB36-12F5-DE32-4D5C-A8C3FB158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58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FCC6-31CE-DCF6-073A-231C4512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EEC67-8918-A12A-0FC2-8F1E0870A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ED8D8-3FAF-DDA5-7892-2B25A9123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FBAA-FC74-ED4A-3CC8-B6FD2B169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43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7F08C-3AD1-CDA5-1509-49F535EF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47FF5-D216-37D3-AD7D-B806D3710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69502-AAB9-D6EF-6B36-4EB2E82E7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4743D-C0AB-AF92-DAC0-C9040C1E3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64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2D3C-9D57-507F-2E04-311C920E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B2007-6571-D1DF-85CA-CAD644B42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2B93-8060-54FB-5534-4388C7090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A3F1F-2A0E-8B78-2EE3-27610536F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34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F95D-3CEF-CB51-4818-3A29873B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95FEA-479F-8593-5B45-3603F7EB9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BB830-A854-F562-644B-DD3591CE6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E18B7-3334-234C-7A37-81D10F283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7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8C13-EFC8-459D-0937-6F6F43B8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749FA-8A04-895C-1CB4-E1CCE7530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9493A-1DEF-B157-CF74-E3962BCA5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5F6C4-6B7A-36CB-A7AE-CB0ABA2F5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0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B014-D9DA-8756-08CA-BFC14D69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657B2-42EF-27DF-7244-06AB57507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09AB4-29B3-1E7D-EE61-4BE43BA02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03B91-4CA7-8036-6D2D-C05240AFE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71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9203-9631-45AD-632D-E124CBA8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AD6E1-EDF3-E3D0-FD3D-6FD8E9ABD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BEFD6-CEE6-3031-5A66-FAA131FBE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3E1C9-A231-2EB5-E0BA-04720626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84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4261-AD9B-E9BB-4CF1-CA140E9D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B23E4-2B96-A3B0-B184-AA4C03BE7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4D3CD-1B56-7276-B789-917A78FD2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DF36F-0B4A-700D-6587-E57BAA6E2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45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1D72-6CCA-343D-8DB0-AC85BF74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E2832-B7D2-FC37-DAA9-C9093D111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09FC8-6594-D482-A160-3C634C3E5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6456E-E093-DC09-5025-E47F5114D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63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D022-AF34-9CAB-5A13-B18E6276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3FD9A-8BBF-8716-9A3B-7D291A59B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6E6DD-2F17-75FF-276A-3C53249AC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B9827-05B3-BF97-CD0B-E6FFA9DAE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41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7E91-9664-BDA5-AE6A-7E9F1545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CFE4F-2CAC-BD89-E921-D73551D47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D460-C988-88CF-2071-95F254F2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CDBAC-336F-85E1-422A-689018CA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04CA8-1F92-8909-1F8F-53849311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B12CB-B451-5449-9362-6561B85C6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DEECC-6E8A-7DF2-1A9F-77120A003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6D9BA-AEAF-DC0B-9B33-83967A258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0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4321-B768-92B2-954D-E33E0FEE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96BA8-23BA-7EBC-B75F-FB419EB5F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5834C-6E19-F71A-7173-C875B1887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E92EE-5D5E-0509-BB40-26D198CF3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91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0A0D-F610-34E8-3276-2BE0ED4D2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A26F3-2821-694A-17CC-95682E3B3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1FCCE-597B-3D73-1A62-112B72AB9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D0FB-C0E1-2F96-9BF0-5DC08894C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555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B601-AAEC-48A2-AC7F-FE2A9132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094B4-A264-AAA5-5FEF-5E3321B00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23BBA-C0BE-D430-4353-4E55D0676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90853-1F76-C5A1-5E62-0C42AB92B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935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E478-63E2-9005-5C1A-D92E5EA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E57F7-63D9-16DB-2846-6E4FD2FC2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F7A7B-659F-7C9D-176B-65BBB70C2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06641-B0A5-9DFE-9264-13A2098B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974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45DB-51F7-3227-E0FB-AFA5BEFC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709E1-CA17-25DE-DA4E-10E436ED7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CF840-15DE-EB96-F668-D03138D95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753CA-4AB7-FB46-6AAE-40BC8A200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253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7ED7-4DA6-485E-1DBE-7FF15566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9FF2F-ABC4-9061-D8D8-DF3172417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493A8-D34D-BF0C-36D9-A0F6A7981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2F36A-D385-964E-DB23-9E58A269D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942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B2AE2-AE4D-8CCE-1D0A-43D83EF9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66C13-974A-AA7D-358D-605296309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B63D5-8432-2CC8-F8A7-4374E549B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8B5D4-EE77-9BED-EE4A-658BF46E4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610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0CB8-759F-118B-8748-60067E99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82544-DD9D-E426-8603-93F5401B1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D43B6-FAB7-A6A9-7CE8-77FE239D4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CA5AD-8305-F058-774E-99FEEFE59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56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04FB6-4160-5A51-F8F4-00C64E977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D5195-BE8E-25DE-95D7-443D5E924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B998A-781C-1038-83B5-40334BDAF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1C386-832B-0915-6EF8-CBBF001EC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118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9B7D-13B2-6B31-C769-63C1D70E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8F3D7-783A-991D-4EE4-153ED753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88B1A-8FE5-FAF9-1209-50BBD29CC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EC6EC-E9AE-9D36-71E8-AA76D5A9A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8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18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6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6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desmos.com/3d/u9umwx8h1x" TargetMode="External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6.png"/><Relationship Id="rId4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6.png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1809494"/>
            <a:ext cx="550606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[Continued]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[Continued]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09EE05-A5B9-1FBF-2DBB-C555BB64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022" y="169094"/>
            <a:ext cx="5178345" cy="2732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457158-DF9F-C419-9A83-2FA4F3768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323" y="2901667"/>
            <a:ext cx="3806005" cy="380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A1A3-7088-1D76-977C-6B40A6B8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17655A-BBD6-32BD-BEF9-328E8BD07E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4DB23-C81C-2E90-63DA-2A1F8BC572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26395-4C2F-CF61-0495-2CA4A3A53348}"/>
              </a:ext>
            </a:extLst>
          </p:cNvPr>
          <p:cNvSpPr txBox="1"/>
          <p:nvPr/>
        </p:nvSpPr>
        <p:spPr>
          <a:xfrm>
            <a:off x="2617519" y="368263"/>
            <a:ext cx="695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5585F5-32D4-61FD-4AFA-5630D46FCAA4}"/>
              </a:ext>
            </a:extLst>
          </p:cNvPr>
          <p:cNvSpPr txBox="1"/>
          <p:nvPr/>
        </p:nvSpPr>
        <p:spPr>
          <a:xfrm>
            <a:off x="-608271" y="1820546"/>
            <a:ext cx="9615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Nashpy </a:t>
            </a:r>
            <a:r>
              <a:rPr lang="en-US" sz="2400" dirty="0"/>
              <a:t>has a Support Enumeration method for finding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23143A-C425-3166-5A0C-1A7CDCED563D}"/>
                  </a:ext>
                </a:extLst>
              </p:cNvPr>
              <p:cNvSpPr txBox="1"/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 ..,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,,ℓ∈{1, ..,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23143A-C425-3166-5A0C-1A7CDCED5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1B4B9F-02A8-DB0B-98E1-A397DF52F62D}"/>
                  </a:ext>
                </a:extLst>
              </p:cNvPr>
              <p:cNvSpPr txBox="1"/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1B4B9F-02A8-DB0B-98E1-A397DF52F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667" r="-101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7FAA035-B413-259B-A062-6685EA6B12FC}"/>
              </a:ext>
            </a:extLst>
          </p:cNvPr>
          <p:cNvSpPr txBox="1"/>
          <p:nvPr/>
        </p:nvSpPr>
        <p:spPr>
          <a:xfrm>
            <a:off x="222554" y="3282188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5A0267-311E-57B9-4BBF-DAC55FE46BE4}"/>
                  </a:ext>
                </a:extLst>
              </p:cNvPr>
              <p:cNvSpPr txBox="1"/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5A0267-311E-57B9-4BBF-DAC55FE46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6F2428F-B40D-17A0-7007-ECAE725475AD}"/>
                  </a:ext>
                </a:extLst>
              </p:cNvPr>
              <p:cNvSpPr txBox="1"/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6F2428F-B40D-17A0-7007-ECAE72547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1E00468-4633-8000-5321-17962D96F9E0}"/>
                  </a:ext>
                </a:extLst>
              </p:cNvPr>
              <p:cNvSpPr txBox="1"/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are projections of the probability vectors and payoff matrices onto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1E00468-4633-8000-5321-17962D96F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AF1858D-37BD-1E7D-B227-99F84FA2DFA7}"/>
                  </a:ext>
                </a:extLst>
              </p:cNvPr>
              <p:cNvSpPr txBox="1"/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[these correspond to the supports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AF1858D-37BD-1E7D-B227-99F84FA2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blipFill>
                <a:blip r:embed="rId8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78B85B6-D5C0-B5E7-1661-5AE1886DE10E}"/>
                  </a:ext>
                </a:extLst>
              </p:cNvPr>
              <p:cNvSpPr txBox="1"/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78B85B6-D5C0-B5E7-1661-5AE1886DE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blipFill>
                <a:blip r:embed="rId9"/>
                <a:stretch>
                  <a:fillRect t="-3004" b="-5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0719BF-1DC5-7AC8-2CF6-5F29CB9B36AA}"/>
                  </a:ext>
                </a:extLst>
              </p:cNvPr>
              <p:cNvSpPr txBox="1"/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0719BF-1DC5-7AC8-2CF6-5F29CB9B3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blipFill>
                <a:blip r:embed="rId10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0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1867-761A-13C2-D338-8B565591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7DB46D-E287-34CE-A003-E30A6DDD95E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4F8FDF-1B05-EE36-9729-DF8A1DCFB66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50F5DE-F774-5D80-B560-F1D306E5575D}"/>
              </a:ext>
            </a:extLst>
          </p:cNvPr>
          <p:cNvSpPr txBox="1"/>
          <p:nvPr/>
        </p:nvSpPr>
        <p:spPr>
          <a:xfrm>
            <a:off x="2617519" y="368263"/>
            <a:ext cx="695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91E79C-55B6-0987-3EBE-563FE6C65761}"/>
              </a:ext>
            </a:extLst>
          </p:cNvPr>
          <p:cNvSpPr txBox="1"/>
          <p:nvPr/>
        </p:nvSpPr>
        <p:spPr>
          <a:xfrm>
            <a:off x="-608271" y="1820546"/>
            <a:ext cx="9615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Nashpy </a:t>
            </a:r>
            <a:r>
              <a:rPr lang="en-US" sz="2400" dirty="0"/>
              <a:t>has a Support Enumeration method for finding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6DFF22A-1F9E-C17D-1C54-836F5BFE3FAC}"/>
                  </a:ext>
                </a:extLst>
              </p:cNvPr>
              <p:cNvSpPr txBox="1"/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 ..,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,,ℓ∈{1, ..,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6DFF22A-1F9E-C17D-1C54-836F5BFE3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AF51394-A298-C1DC-DEEB-052236FEF9C5}"/>
                  </a:ext>
                </a:extLst>
              </p:cNvPr>
              <p:cNvSpPr txBox="1"/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AF51394-A298-C1DC-DEEB-052236FEF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667" r="-101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BBA6FB7-FA85-918A-D396-51F1DD876AF8}"/>
              </a:ext>
            </a:extLst>
          </p:cNvPr>
          <p:cNvSpPr txBox="1"/>
          <p:nvPr/>
        </p:nvSpPr>
        <p:spPr>
          <a:xfrm>
            <a:off x="222554" y="3282188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4F3943-0C65-C6B7-59D9-85C25D7D8458}"/>
                  </a:ext>
                </a:extLst>
              </p:cNvPr>
              <p:cNvSpPr txBox="1"/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4F3943-0C65-C6B7-59D9-85C25D7D8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C95CC-4535-53F4-EA44-FA0310436855}"/>
                  </a:ext>
                </a:extLst>
              </p:cNvPr>
              <p:cNvSpPr txBox="1"/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C95CC-4535-53F4-EA44-FA0310436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8BDDF04-7C94-7E8C-C136-778612559847}"/>
                  </a:ext>
                </a:extLst>
              </p:cNvPr>
              <p:cNvSpPr txBox="1"/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are projections of the probability vectors and payoff matrices onto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8BDDF04-7C94-7E8C-C136-778612559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A4681E-BD82-1161-3DBC-3908E6ACFE85}"/>
                  </a:ext>
                </a:extLst>
              </p:cNvPr>
              <p:cNvSpPr txBox="1"/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[these correspond to the supports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A4681E-BD82-1161-3DBC-3908E6ACF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blipFill>
                <a:blip r:embed="rId8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AD59BAD-57B0-9E1B-354A-641C19D9CFCB}"/>
                  </a:ext>
                </a:extLst>
              </p:cNvPr>
              <p:cNvSpPr txBox="1"/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AD59BAD-57B0-9E1B-354A-641C19D9C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blipFill>
                <a:blip r:embed="rId9"/>
                <a:stretch>
                  <a:fillRect t="-3004" b="-5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55EBB9C-DEF9-C596-F64F-49B73F28FB96}"/>
                  </a:ext>
                </a:extLst>
              </p:cNvPr>
              <p:cNvSpPr txBox="1"/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55EBB9C-DEF9-C596-F64F-49B73F28F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blipFill>
                <a:blip r:embed="rId10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F611EFF-B5E3-2A88-EA7D-67B1BC269EC0}"/>
              </a:ext>
            </a:extLst>
          </p:cNvPr>
          <p:cNvSpPr/>
          <p:nvPr/>
        </p:nvSpPr>
        <p:spPr>
          <a:xfrm>
            <a:off x="1565162" y="4151259"/>
            <a:ext cx="365551" cy="40627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F6FD1C-2AB6-589E-4B2C-BB9A33A498A6}"/>
              </a:ext>
            </a:extLst>
          </p:cNvPr>
          <p:cNvSpPr/>
          <p:nvPr/>
        </p:nvSpPr>
        <p:spPr>
          <a:xfrm>
            <a:off x="1270195" y="3713009"/>
            <a:ext cx="365551" cy="40627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3F415-3E23-55D9-FD0B-D274A3CD2334}"/>
              </a:ext>
            </a:extLst>
          </p:cNvPr>
          <p:cNvSpPr/>
          <p:nvPr/>
        </p:nvSpPr>
        <p:spPr>
          <a:xfrm>
            <a:off x="1951248" y="6367869"/>
            <a:ext cx="365551" cy="40627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2DDF3F-B3D8-1923-C7AE-646F9AF35646}"/>
              </a:ext>
            </a:extLst>
          </p:cNvPr>
          <p:cNvSpPr/>
          <p:nvPr/>
        </p:nvSpPr>
        <p:spPr>
          <a:xfrm>
            <a:off x="1626785" y="5919787"/>
            <a:ext cx="365551" cy="40627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2C7005-AACD-0DF0-87B3-D4DD99CC459D}"/>
                  </a:ext>
                </a:extLst>
              </p:cNvPr>
              <p:cNvSpPr txBox="1"/>
              <p:nvPr/>
            </p:nvSpPr>
            <p:spPr>
              <a:xfrm>
                <a:off x="2244213" y="4473624"/>
                <a:ext cx="4819134" cy="1384995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Player 1 and Player 2 may have separate payoff matrices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2C7005-AACD-0DF0-87B3-D4DD99CC4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213" y="4473624"/>
                <a:ext cx="4819134" cy="1384995"/>
              </a:xfrm>
              <a:prstGeom prst="rect">
                <a:avLst/>
              </a:prstGeom>
              <a:blipFill>
                <a:blip r:embed="rId11"/>
                <a:stretch>
                  <a:fillRect l="-1631" t="-3433" r="-3513" b="-103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42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7BF1-B410-1CB0-EC5E-530372B2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205093-6AC2-083B-5939-88330C57F0F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106616-9837-95B9-226A-AE4BA5F0CD6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5FF63-8778-8457-AA53-0B3FE3905BDD}"/>
              </a:ext>
            </a:extLst>
          </p:cNvPr>
          <p:cNvSpPr txBox="1"/>
          <p:nvPr/>
        </p:nvSpPr>
        <p:spPr>
          <a:xfrm>
            <a:off x="2617519" y="368263"/>
            <a:ext cx="695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67A180-5971-1E63-3FB4-D55173BB9AF2}"/>
              </a:ext>
            </a:extLst>
          </p:cNvPr>
          <p:cNvSpPr txBox="1"/>
          <p:nvPr/>
        </p:nvSpPr>
        <p:spPr>
          <a:xfrm>
            <a:off x="-608271" y="1820546"/>
            <a:ext cx="9615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Nashpy </a:t>
            </a:r>
            <a:r>
              <a:rPr lang="en-US" sz="2400" dirty="0"/>
              <a:t>has a Support Enumeration method for finding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16162C-8277-F628-C50A-0F14D5C382D8}"/>
                  </a:ext>
                </a:extLst>
              </p:cNvPr>
              <p:cNvSpPr txBox="1"/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 ..,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,,ℓ∈{1, ..,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B16162C-8277-F628-C50A-0F14D5C38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E2E50B-A156-273F-970F-32A7FCD9D2D8}"/>
                  </a:ext>
                </a:extLst>
              </p:cNvPr>
              <p:cNvSpPr txBox="1"/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7E2E50B-A156-273F-970F-32A7FCD9D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667" r="-101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ECFEF22-5BBD-AB4F-CBE4-654DB3AB1CF8}"/>
              </a:ext>
            </a:extLst>
          </p:cNvPr>
          <p:cNvSpPr txBox="1"/>
          <p:nvPr/>
        </p:nvSpPr>
        <p:spPr>
          <a:xfrm>
            <a:off x="222554" y="3282188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47E1F9-6E84-DB7D-7E60-19D228F5EC84}"/>
                  </a:ext>
                </a:extLst>
              </p:cNvPr>
              <p:cNvSpPr txBox="1"/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47E1F9-6E84-DB7D-7E60-19D228F5E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24F26F-8319-FE3E-3978-AADE6DE27FD0}"/>
                  </a:ext>
                </a:extLst>
              </p:cNvPr>
              <p:cNvSpPr txBox="1"/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24F26F-8319-FE3E-3978-AADE6DE27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EB9DD2A-2A49-B1CD-E940-CDECBE706DAA}"/>
                  </a:ext>
                </a:extLst>
              </p:cNvPr>
              <p:cNvSpPr txBox="1"/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are projections of the probability vectors and payoff matrices onto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EB9DD2A-2A49-B1CD-E940-CDECBE706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611D2B0-DFA9-5D99-3893-C0414A997AC9}"/>
                  </a:ext>
                </a:extLst>
              </p:cNvPr>
              <p:cNvSpPr txBox="1"/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[these correspond to the supports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611D2B0-DFA9-5D99-3893-C0414A997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blipFill>
                <a:blip r:embed="rId8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55CEAA1-6A68-96DD-2B8D-BFB0637385CA}"/>
                  </a:ext>
                </a:extLst>
              </p:cNvPr>
              <p:cNvSpPr txBox="1"/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55CEAA1-6A68-96DD-2B8D-BFB063738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blipFill>
                <a:blip r:embed="rId9"/>
                <a:stretch>
                  <a:fillRect t="-3004" b="-5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AE33272-EA87-04EE-0A8F-5DDC10F12D3F}"/>
                  </a:ext>
                </a:extLst>
              </p:cNvPr>
              <p:cNvSpPr txBox="1"/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AE33272-EA87-04EE-0A8F-5DDC10F12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blipFill>
                <a:blip r:embed="rId10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9F322E9-8FD4-A10F-1190-878ECB66BDCB}"/>
              </a:ext>
            </a:extLst>
          </p:cNvPr>
          <p:cNvSpPr/>
          <p:nvPr/>
        </p:nvSpPr>
        <p:spPr>
          <a:xfrm>
            <a:off x="1449380" y="6332753"/>
            <a:ext cx="7183343" cy="40627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B3D457-E06D-6096-933E-CDD599D075BF}"/>
              </a:ext>
            </a:extLst>
          </p:cNvPr>
          <p:cNvSpPr/>
          <p:nvPr/>
        </p:nvSpPr>
        <p:spPr>
          <a:xfrm>
            <a:off x="1449380" y="5874125"/>
            <a:ext cx="7458646" cy="40627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5DC8D-5EFB-70F3-3E0F-1BAC91AD497B}"/>
              </a:ext>
            </a:extLst>
          </p:cNvPr>
          <p:cNvSpPr txBox="1"/>
          <p:nvPr/>
        </p:nvSpPr>
        <p:spPr>
          <a:xfrm>
            <a:off x="1304844" y="3491309"/>
            <a:ext cx="8172573" cy="1815882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Strong Minimax Theorem: If the expectation value of a strategy (assuming the other player selects their equilibrium strategy) is below the value of their game, that strategy is chosen with probability 0</a:t>
            </a:r>
          </a:p>
        </p:txBody>
      </p:sp>
    </p:spTree>
    <p:extLst>
      <p:ext uri="{BB962C8B-B14F-4D97-AF65-F5344CB8AC3E}">
        <p14:creationId xmlns:p14="http://schemas.microsoft.com/office/powerpoint/2010/main" val="302603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FF96-263B-B26E-6988-0AACB0367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EAA008-574D-2355-6FA1-7BED7B763E6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2E2547-3B8E-8CC1-FA90-9EB9EEBFBAC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7F46E-DEC5-6183-64CC-32BE801C8E1B}"/>
              </a:ext>
            </a:extLst>
          </p:cNvPr>
          <p:cNvSpPr txBox="1"/>
          <p:nvPr/>
        </p:nvSpPr>
        <p:spPr>
          <a:xfrm>
            <a:off x="2617519" y="368263"/>
            <a:ext cx="695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39F7E2-55DB-0D17-0011-3C77AA4B41B0}"/>
              </a:ext>
            </a:extLst>
          </p:cNvPr>
          <p:cNvSpPr txBox="1"/>
          <p:nvPr/>
        </p:nvSpPr>
        <p:spPr>
          <a:xfrm>
            <a:off x="-608271" y="1820546"/>
            <a:ext cx="9615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Nashpy </a:t>
            </a:r>
            <a:r>
              <a:rPr lang="en-US" sz="2400" dirty="0"/>
              <a:t>has a Support Enumeration method for finding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0273EB-AB37-B309-2C7F-021B35779577}"/>
                  </a:ext>
                </a:extLst>
              </p:cNvPr>
              <p:cNvSpPr txBox="1"/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 ..,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,,ℓ∈{1, ..,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0273EB-AB37-B309-2C7F-021B35779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2242888"/>
                <a:ext cx="502885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4E8AA6-F954-1AD9-5E70-F6FC2643E54D}"/>
                  </a:ext>
                </a:extLst>
              </p:cNvPr>
              <p:cNvSpPr txBox="1"/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34E8AA6-F954-1AD9-5E70-F6FC2643E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667" r="-1010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7BE1CE7F-67A1-3549-6687-BFF31A902B48}"/>
              </a:ext>
            </a:extLst>
          </p:cNvPr>
          <p:cNvSpPr txBox="1"/>
          <p:nvPr/>
        </p:nvSpPr>
        <p:spPr>
          <a:xfrm>
            <a:off x="222554" y="3282188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CAA2FA-A898-3C1C-45C8-71FB42A87FF9}"/>
                  </a:ext>
                </a:extLst>
              </p:cNvPr>
              <p:cNvSpPr txBox="1"/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CAA2FA-A898-3C1C-45C8-71FB42A87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1CB1A0-DEE4-D1CB-7E4C-BDD368B8D7EB}"/>
                  </a:ext>
                </a:extLst>
              </p:cNvPr>
              <p:cNvSpPr txBox="1"/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1CB1A0-DEE4-D1CB-7E4C-BDD368B8D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FA7A13-6F67-FDA9-F6D7-E80BAD73E4CC}"/>
                  </a:ext>
                </a:extLst>
              </p:cNvPr>
              <p:cNvSpPr txBox="1"/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are projections of the probability vectors and payoff matrices onto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FA7A13-6F67-FDA9-F6D7-E80BAD73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6E8416-7517-34F3-F63A-3766AE1B3A5F}"/>
                  </a:ext>
                </a:extLst>
              </p:cNvPr>
              <p:cNvSpPr txBox="1"/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[these correspond to the supports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6E8416-7517-34F3-F63A-3766AE1B3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blipFill>
                <a:blip r:embed="rId8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20EAE26-7373-3876-1A98-AC1A0FF5C2DA}"/>
                  </a:ext>
                </a:extLst>
              </p:cNvPr>
              <p:cNvSpPr txBox="1"/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20EAE26-7373-3876-1A98-AC1A0FF5C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blipFill>
                <a:blip r:embed="rId9"/>
                <a:stretch>
                  <a:fillRect t="-3004" b="-5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91FD6F8-9F13-524A-2D5B-F02D1DAA8B11}"/>
                  </a:ext>
                </a:extLst>
              </p:cNvPr>
              <p:cNvSpPr txBox="1"/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91FD6F8-9F13-524A-2D5B-F02D1DAA8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blipFill>
                <a:blip r:embed="rId10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62FBF87-C5F5-89B9-1C69-B84E1F20A5BA}"/>
              </a:ext>
            </a:extLst>
          </p:cNvPr>
          <p:cNvSpPr/>
          <p:nvPr/>
        </p:nvSpPr>
        <p:spPr>
          <a:xfrm>
            <a:off x="1134747" y="3716943"/>
            <a:ext cx="7566801" cy="836869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B3CABB-202B-7EEE-3835-0FA51703526F}"/>
                  </a:ext>
                </a:extLst>
              </p:cNvPr>
              <p:cNvSpPr txBox="1"/>
              <p:nvPr/>
            </p:nvSpPr>
            <p:spPr>
              <a:xfrm>
                <a:off x="959241" y="4915939"/>
                <a:ext cx="8410900" cy="954107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ℓ</m:t>
                    </m:r>
                  </m:oMath>
                </a14:m>
                <a:r>
                  <a:rPr lang="en-US" sz="2800" dirty="0"/>
                  <a:t>, then solving the indifference equations correspond to solving a square system of equations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B3CABB-202B-7EEE-3835-0FA517035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41" y="4915939"/>
                <a:ext cx="8410900" cy="954107"/>
              </a:xfrm>
              <a:prstGeom prst="rect">
                <a:avLst/>
              </a:prstGeom>
              <a:blipFill>
                <a:blip r:embed="rId11"/>
                <a:stretch>
                  <a:fillRect t="-4294" b="-1411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83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891C-9CB0-2B30-0D39-DEAB397F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1C0E87-F287-A5FA-6291-5240F1E4E78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8399F9-B13B-ADE7-23E6-764020FCE53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334CF7-0320-CF1D-5FAC-2CA55231FAD1}"/>
                  </a:ext>
                </a:extLst>
              </p:cNvPr>
              <p:cNvSpPr txBox="1"/>
              <p:nvPr/>
            </p:nvSpPr>
            <p:spPr>
              <a:xfrm>
                <a:off x="1897627" y="364069"/>
                <a:ext cx="93308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</a:rPr>
                  <a:t>Support Enumeration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≠ ℓ</m:t>
                    </m:r>
                  </m:oMath>
                </a14:m>
                <a:endParaRPr lang="en-US" sz="4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334CF7-0320-CF1D-5FAC-2CA55231F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627" y="364069"/>
                <a:ext cx="9330812" cy="707886"/>
              </a:xfrm>
              <a:prstGeom prst="rect">
                <a:avLst/>
              </a:prstGeom>
              <a:blipFill>
                <a:blip r:embed="rId3"/>
                <a:stretch>
                  <a:fillRect l="-2286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8F1941-A8E0-7EBC-A5F9-0BC6146B56AC}"/>
                  </a:ext>
                </a:extLst>
              </p:cNvPr>
              <p:cNvSpPr txBox="1"/>
              <p:nvPr/>
            </p:nvSpPr>
            <p:spPr>
              <a:xfrm>
                <a:off x="-393290" y="1829075"/>
                <a:ext cx="41885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What about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≠ℓ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8F1941-A8E0-7EBC-A5F9-0BC6146B5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3290" y="1829075"/>
                <a:ext cx="4188542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9B614D-AF8E-693A-DD60-A225666858BF}"/>
                  </a:ext>
                </a:extLst>
              </p:cNvPr>
              <p:cNvSpPr txBox="1"/>
              <p:nvPr/>
            </p:nvSpPr>
            <p:spPr>
              <a:xfrm>
                <a:off x="-299885" y="2423976"/>
                <a:ext cx="10633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The Support Enumeration algorithm only lets us select supports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9B614D-AF8E-693A-DD60-A22566685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9885" y="2423976"/>
                <a:ext cx="10633587" cy="461665"/>
              </a:xfrm>
              <a:prstGeom prst="rect">
                <a:avLst/>
              </a:prstGeom>
              <a:blipFill>
                <a:blip r:embed="rId5"/>
                <a:stretch>
                  <a:fillRect t="-10667" r="-28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1094D36-D732-27AE-3FDA-861A5F08CA1E}"/>
              </a:ext>
            </a:extLst>
          </p:cNvPr>
          <p:cNvSpPr txBox="1"/>
          <p:nvPr/>
        </p:nvSpPr>
        <p:spPr>
          <a:xfrm>
            <a:off x="-299886" y="3018877"/>
            <a:ext cx="9394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This works so long as we have a </a:t>
            </a:r>
            <a:r>
              <a:rPr lang="en-US" sz="2400" b="1" dirty="0"/>
              <a:t>non-degenerate</a:t>
            </a:r>
            <a:r>
              <a:rPr lang="en-US" sz="2400" dirty="0"/>
              <a:t> two player games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2C455-E6F7-0946-FFE8-D27598634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2529" y="4054254"/>
            <a:ext cx="5675609" cy="2677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822CE8-088C-D4AB-B230-265B8098459F}"/>
              </a:ext>
            </a:extLst>
          </p:cNvPr>
          <p:cNvSpPr txBox="1"/>
          <p:nvPr/>
        </p:nvSpPr>
        <p:spPr>
          <a:xfrm>
            <a:off x="4449900" y="50127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5DDD3-FC1D-7B66-3D30-B5BDFEE470BF}"/>
              </a:ext>
            </a:extLst>
          </p:cNvPr>
          <p:cNvSpPr txBox="1"/>
          <p:nvPr/>
        </p:nvSpPr>
        <p:spPr>
          <a:xfrm>
            <a:off x="5745300" y="50127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69CD2-88EC-6ECE-5CE0-27D2266CFC35}"/>
              </a:ext>
            </a:extLst>
          </p:cNvPr>
          <p:cNvSpPr txBox="1"/>
          <p:nvPr/>
        </p:nvSpPr>
        <p:spPr>
          <a:xfrm>
            <a:off x="7040700" y="499253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F252F-6C9F-E629-F8A8-7220C6DE1671}"/>
              </a:ext>
            </a:extLst>
          </p:cNvPr>
          <p:cNvSpPr txBox="1"/>
          <p:nvPr/>
        </p:nvSpPr>
        <p:spPr>
          <a:xfrm>
            <a:off x="4449900" y="564525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DE30F-EB14-4704-EA75-EBF2682D2AC4}"/>
              </a:ext>
            </a:extLst>
          </p:cNvPr>
          <p:cNvSpPr txBox="1"/>
          <p:nvPr/>
        </p:nvSpPr>
        <p:spPr>
          <a:xfrm>
            <a:off x="5745300" y="564525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F9E94B-441A-08A4-4E2C-183EC25DE877}"/>
              </a:ext>
            </a:extLst>
          </p:cNvPr>
          <p:cNvSpPr txBox="1"/>
          <p:nvPr/>
        </p:nvSpPr>
        <p:spPr>
          <a:xfrm>
            <a:off x="7040700" y="562500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F5E07-4069-C0BC-DC25-9044F71FC081}"/>
              </a:ext>
            </a:extLst>
          </p:cNvPr>
          <p:cNvSpPr txBox="1"/>
          <p:nvPr/>
        </p:nvSpPr>
        <p:spPr>
          <a:xfrm>
            <a:off x="4449900" y="50127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1B0EA7-8F7B-410B-A538-79D5C6364E2B}"/>
              </a:ext>
            </a:extLst>
          </p:cNvPr>
          <p:cNvSpPr txBox="1"/>
          <p:nvPr/>
        </p:nvSpPr>
        <p:spPr>
          <a:xfrm>
            <a:off x="5745300" y="50127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5782A-730E-D087-46C9-313FCE154C14}"/>
              </a:ext>
            </a:extLst>
          </p:cNvPr>
          <p:cNvSpPr txBox="1"/>
          <p:nvPr/>
        </p:nvSpPr>
        <p:spPr>
          <a:xfrm>
            <a:off x="7040700" y="500741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A4E27F-2E3A-4393-6362-B3029AA8A5EA}"/>
              </a:ext>
            </a:extLst>
          </p:cNvPr>
          <p:cNvSpPr txBox="1"/>
          <p:nvPr/>
        </p:nvSpPr>
        <p:spPr>
          <a:xfrm>
            <a:off x="4449900" y="564525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273934-FBDD-F576-2DBE-869CA7D38C69}"/>
              </a:ext>
            </a:extLst>
          </p:cNvPr>
          <p:cNvSpPr txBox="1"/>
          <p:nvPr/>
        </p:nvSpPr>
        <p:spPr>
          <a:xfrm>
            <a:off x="5745300" y="564525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D2161-16C2-BEAA-0F53-DF2AE66C9B0D}"/>
              </a:ext>
            </a:extLst>
          </p:cNvPr>
          <p:cNvSpPr txBox="1"/>
          <p:nvPr/>
        </p:nvSpPr>
        <p:spPr>
          <a:xfrm>
            <a:off x="7040700" y="565002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6AC98A-8D53-1A20-1976-FAA413F5BA58}"/>
              </a:ext>
            </a:extLst>
          </p:cNvPr>
          <p:cNvSpPr txBox="1"/>
          <p:nvPr/>
        </p:nvSpPr>
        <p:spPr>
          <a:xfrm>
            <a:off x="4132008" y="3844182"/>
            <a:ext cx="365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De</a:t>
            </a:r>
            <a:r>
              <a:rPr lang="en-US" sz="1800" b="1" dirty="0"/>
              <a:t>generate Two Player Game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A79B8D-D852-0C8A-B280-1B47DA618B5C}"/>
              </a:ext>
            </a:extLst>
          </p:cNvPr>
          <p:cNvSpPr/>
          <p:nvPr/>
        </p:nvSpPr>
        <p:spPr>
          <a:xfrm>
            <a:off x="4680854" y="5068447"/>
            <a:ext cx="726888" cy="111311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14466E-8164-BDBA-BC9E-5766106D4667}"/>
              </a:ext>
            </a:extLst>
          </p:cNvPr>
          <p:cNvSpPr/>
          <p:nvPr/>
        </p:nvSpPr>
        <p:spPr>
          <a:xfrm>
            <a:off x="7273126" y="5096505"/>
            <a:ext cx="726888" cy="111311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A616BD-F53B-A670-77AB-9EAC7A7C65B6}"/>
              </a:ext>
            </a:extLst>
          </p:cNvPr>
          <p:cNvSpPr txBox="1"/>
          <p:nvPr/>
        </p:nvSpPr>
        <p:spPr>
          <a:xfrm>
            <a:off x="8173447" y="4901726"/>
            <a:ext cx="36551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 degenerate game has different strategies with the same payoffs</a:t>
            </a:r>
          </a:p>
        </p:txBody>
      </p:sp>
    </p:spTree>
    <p:extLst>
      <p:ext uri="{BB962C8B-B14F-4D97-AF65-F5344CB8AC3E}">
        <p14:creationId xmlns:p14="http://schemas.microsoft.com/office/powerpoint/2010/main" val="319910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B100-1ADD-2D1C-5EB3-45B34A35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86ED8F-A44B-6C42-FB5B-3DC0D808323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1ABAA4-0160-3F23-DDB6-D2271BE6D2E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36E8B-035D-C39E-2E80-BA81626D4B5D}"/>
              </a:ext>
            </a:extLst>
          </p:cNvPr>
          <p:cNvSpPr txBox="1"/>
          <p:nvPr/>
        </p:nvSpPr>
        <p:spPr>
          <a:xfrm>
            <a:off x="2617519" y="368263"/>
            <a:ext cx="695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(Fixed)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B410E4-73D3-C661-0610-2B2C8F591FCC}"/>
              </a:ext>
            </a:extLst>
          </p:cNvPr>
          <p:cNvSpPr txBox="1"/>
          <p:nvPr/>
        </p:nvSpPr>
        <p:spPr>
          <a:xfrm>
            <a:off x="-608271" y="1820546"/>
            <a:ext cx="9615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Nashpy </a:t>
            </a:r>
            <a:r>
              <a:rPr lang="en-US" sz="2400" dirty="0"/>
              <a:t>has a Support Enumeration method for finding equilibria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213195-BDB4-0EC4-3E1B-C218811E61DF}"/>
                  </a:ext>
                </a:extLst>
              </p:cNvPr>
              <p:cNvSpPr txBox="1"/>
              <p:nvPr/>
            </p:nvSpPr>
            <p:spPr>
              <a:xfrm>
                <a:off x="-506017" y="2242888"/>
                <a:ext cx="408496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 ..,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D213195-BDB4-0EC4-3E1B-C218811E6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2242888"/>
                <a:ext cx="4084960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973583-521F-DAEF-40FA-002B43413B5D}"/>
                  </a:ext>
                </a:extLst>
              </p:cNvPr>
              <p:cNvSpPr txBox="1"/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2973583-521F-DAEF-40FA-002B43413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8526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667" r="-1116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E7B44BBA-A030-7F77-22B9-C66B18DDB3F8}"/>
              </a:ext>
            </a:extLst>
          </p:cNvPr>
          <p:cNvSpPr txBox="1"/>
          <p:nvPr/>
        </p:nvSpPr>
        <p:spPr>
          <a:xfrm>
            <a:off x="222554" y="3282188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EB9680-BC96-3E96-B0E3-96194B67F8AF}"/>
                  </a:ext>
                </a:extLst>
              </p:cNvPr>
              <p:cNvSpPr txBox="1"/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EB9680-BC96-3E96-B0E3-96194B67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3685046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070D156-294B-27AC-78FF-B8E304DD7C7B}"/>
                  </a:ext>
                </a:extLst>
              </p:cNvPr>
              <p:cNvSpPr txBox="1"/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070D156-294B-27AC-78FF-B8E304DD7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54" y="4085158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7D9603-C215-92F1-F994-C544932FD6BE}"/>
                  </a:ext>
                </a:extLst>
              </p:cNvPr>
              <p:cNvSpPr txBox="1"/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l-G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are projections of the probability vectors and payoff matrices onto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7D9603-C215-92F1-F994-C544932FD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6017" y="4521735"/>
                <a:ext cx="1219200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06CBD1-7D76-5587-45F5-4D412A174C66}"/>
                  </a:ext>
                </a:extLst>
              </p:cNvPr>
              <p:cNvSpPr txBox="1"/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[these correspond to the supports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]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106CBD1-7D76-5587-45F5-4D412A17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50" y="2959869"/>
                <a:ext cx="7191953" cy="400110"/>
              </a:xfrm>
              <a:prstGeom prst="rect">
                <a:avLst/>
              </a:prstGeom>
              <a:blipFill>
                <a:blip r:embed="rId8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E3B208-B201-799A-F846-95348310C0A0}"/>
                  </a:ext>
                </a:extLst>
              </p:cNvPr>
              <p:cNvSpPr txBox="1"/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E3B208-B201-799A-F846-95348310C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" y="5432392"/>
                <a:ext cx="9871587" cy="1422249"/>
              </a:xfrm>
              <a:prstGeom prst="rect">
                <a:avLst/>
              </a:prstGeom>
              <a:blipFill>
                <a:blip r:embed="rId9"/>
                <a:stretch>
                  <a:fillRect t="-3004" b="-5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8F67CA-B92D-3251-A60A-BD609EDE5DE5}"/>
                  </a:ext>
                </a:extLst>
              </p:cNvPr>
              <p:cNvSpPr txBox="1"/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8F67CA-B92D-3251-A60A-BD609EDE5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14" y="4975713"/>
                <a:ext cx="6341806" cy="461665"/>
              </a:xfrm>
              <a:prstGeom prst="rect">
                <a:avLst/>
              </a:prstGeom>
              <a:blipFill>
                <a:blip r:embed="rId10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77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EE28-9C8D-4684-DC21-7C183313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D35FE2-9246-F707-A171-42E6B506CF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890F5-C6DF-88FC-FEB4-819B0F8115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32BB-06DF-1870-E054-95EFE47B74ED}"/>
              </a:ext>
            </a:extLst>
          </p:cNvPr>
          <p:cNvSpPr txBox="1"/>
          <p:nvPr/>
        </p:nvSpPr>
        <p:spPr>
          <a:xfrm>
            <a:off x="2247740" y="334779"/>
            <a:ext cx="76965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(Example)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9996AD-48BF-2BE7-0296-B57A1E591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800832"/>
              </p:ext>
            </p:extLst>
          </p:nvPr>
        </p:nvGraphicFramePr>
        <p:xfrm>
          <a:off x="1650180" y="3331632"/>
          <a:ext cx="8891640" cy="206627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22910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222910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2222910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  <a:gridCol w="2222910">
                  <a:extLst>
                    <a:ext uri="{9D8B030D-6E8A-4147-A177-3AD203B41FA5}">
                      <a16:colId xmlns:a16="http://schemas.microsoft.com/office/drawing/2014/main" val="3902971482"/>
                    </a:ext>
                  </a:extLst>
                </a:gridCol>
              </a:tblGrid>
              <a:tr h="68875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8875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8875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C3C63A-7EDD-4F61-944C-359E45BDAECC}"/>
              </a:ext>
            </a:extLst>
          </p:cNvPr>
          <p:cNvSpPr txBox="1"/>
          <p:nvPr/>
        </p:nvSpPr>
        <p:spPr>
          <a:xfrm>
            <a:off x="5171766" y="234055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53C12-6248-1A7A-ECDC-9708BCF6025B}"/>
              </a:ext>
            </a:extLst>
          </p:cNvPr>
          <p:cNvSpPr txBox="1"/>
          <p:nvPr/>
        </p:nvSpPr>
        <p:spPr>
          <a:xfrm rot="16200000">
            <a:off x="-172066" y="3893818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55C3B-26BF-D5DA-78FF-8B210A670642}"/>
              </a:ext>
            </a:extLst>
          </p:cNvPr>
          <p:cNvSpPr txBox="1"/>
          <p:nvPr/>
        </p:nvSpPr>
        <p:spPr>
          <a:xfrm>
            <a:off x="1229033" y="338499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F3C2D-9775-8F51-5314-594F8A87F75B}"/>
              </a:ext>
            </a:extLst>
          </p:cNvPr>
          <p:cNvSpPr txBox="1"/>
          <p:nvPr/>
        </p:nvSpPr>
        <p:spPr>
          <a:xfrm>
            <a:off x="1229033" y="408368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4C39A-A61A-5261-6D83-E35F5C4456A5}"/>
              </a:ext>
            </a:extLst>
          </p:cNvPr>
          <p:cNvSpPr txBox="1"/>
          <p:nvPr/>
        </p:nvSpPr>
        <p:spPr>
          <a:xfrm>
            <a:off x="1229033" y="4757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4EDB5-06CB-819D-FF1D-FD6068A638F7}"/>
              </a:ext>
            </a:extLst>
          </p:cNvPr>
          <p:cNvSpPr txBox="1"/>
          <p:nvPr/>
        </p:nvSpPr>
        <p:spPr>
          <a:xfrm>
            <a:off x="2541639" y="27593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EAE557-3B67-D0CC-B882-B41B4F5D752E}"/>
              </a:ext>
            </a:extLst>
          </p:cNvPr>
          <p:cNvSpPr txBox="1"/>
          <p:nvPr/>
        </p:nvSpPr>
        <p:spPr>
          <a:xfrm>
            <a:off x="4728967" y="27593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F87055-EE82-697B-6867-3B78904A276F}"/>
              </a:ext>
            </a:extLst>
          </p:cNvPr>
          <p:cNvSpPr txBox="1"/>
          <p:nvPr/>
        </p:nvSpPr>
        <p:spPr>
          <a:xfrm>
            <a:off x="6998578" y="276772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D0708-F54F-95D7-9378-3B0E0C298330}"/>
              </a:ext>
            </a:extLst>
          </p:cNvPr>
          <p:cNvSpPr txBox="1"/>
          <p:nvPr/>
        </p:nvSpPr>
        <p:spPr>
          <a:xfrm>
            <a:off x="9185906" y="276772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8F455-D08A-B422-EDF4-D21A4605FF78}"/>
              </a:ext>
            </a:extLst>
          </p:cNvPr>
          <p:cNvSpPr txBox="1"/>
          <p:nvPr/>
        </p:nvSpPr>
        <p:spPr>
          <a:xfrm>
            <a:off x="1693485" y="6292388"/>
            <a:ext cx="903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*No strategies can be eliminated by strict dominance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89678-855A-C2E1-9860-338ECA10AAAE}"/>
              </a:ext>
            </a:extLst>
          </p:cNvPr>
          <p:cNvSpPr txBox="1"/>
          <p:nvPr/>
        </p:nvSpPr>
        <p:spPr>
          <a:xfrm>
            <a:off x="459778" y="1806413"/>
            <a:ext cx="903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the following zero-sum game:</a:t>
            </a:r>
          </a:p>
        </p:txBody>
      </p:sp>
    </p:spTree>
    <p:extLst>
      <p:ext uri="{BB962C8B-B14F-4D97-AF65-F5344CB8AC3E}">
        <p14:creationId xmlns:p14="http://schemas.microsoft.com/office/powerpoint/2010/main" val="295593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4009-C9A1-6601-29BB-4E9C1341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AA2076-6B21-95D0-1D19-F3DA3A2FA50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3C37E-E8FF-2066-430D-97843465479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DBB48-AE46-697E-FFE0-B8B91E26AF55}"/>
              </a:ext>
            </a:extLst>
          </p:cNvPr>
          <p:cNvSpPr txBox="1"/>
          <p:nvPr/>
        </p:nvSpPr>
        <p:spPr>
          <a:xfrm>
            <a:off x="2247740" y="334779"/>
            <a:ext cx="76965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Support Enumeration (Example)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A03013-DF27-88B2-15FB-16F8D64F2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0851"/>
              </p:ext>
            </p:extLst>
          </p:nvPr>
        </p:nvGraphicFramePr>
        <p:xfrm>
          <a:off x="120792" y="2443280"/>
          <a:ext cx="11940144" cy="3436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90024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990024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990024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  <a:gridCol w="1990024">
                  <a:extLst>
                    <a:ext uri="{9D8B030D-6E8A-4147-A177-3AD203B41FA5}">
                      <a16:colId xmlns:a16="http://schemas.microsoft.com/office/drawing/2014/main" val="3745531058"/>
                    </a:ext>
                  </a:extLst>
                </a:gridCol>
                <a:gridCol w="1990024">
                  <a:extLst>
                    <a:ext uri="{9D8B030D-6E8A-4147-A177-3AD203B41FA5}">
                      <a16:colId xmlns:a16="http://schemas.microsoft.com/office/drawing/2014/main" val="3106881027"/>
                    </a:ext>
                  </a:extLst>
                </a:gridCol>
                <a:gridCol w="1990024">
                  <a:extLst>
                    <a:ext uri="{9D8B030D-6E8A-4147-A177-3AD203B41FA5}">
                      <a16:colId xmlns:a16="http://schemas.microsoft.com/office/drawing/2014/main" val="3902971482"/>
                    </a:ext>
                  </a:extLst>
                </a:gridCol>
              </a:tblGrid>
              <a:tr h="687368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87368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87368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  <a:tr h="687368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994975"/>
                  </a:ext>
                </a:extLst>
              </a:tr>
              <a:tr h="687368"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8416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61629F-200E-5A34-9958-860F2E046A75}"/>
                  </a:ext>
                </a:extLst>
              </p:cNvPr>
              <p:cNvSpPr txBox="1"/>
              <p:nvPr/>
            </p:nvSpPr>
            <p:spPr>
              <a:xfrm>
                <a:off x="1042023" y="1708330"/>
                <a:ext cx="46445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61629F-200E-5A34-9958-860F2E046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23" y="1708330"/>
                <a:ext cx="464452" cy="595932"/>
              </a:xfrm>
              <a:prstGeom prst="rect">
                <a:avLst/>
              </a:prstGeom>
              <a:blipFill>
                <a:blip r:embed="rId3"/>
                <a:stretch>
                  <a:fillRect r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5121463-A2EE-D3BD-1C1B-E947EDD46F5E}"/>
              </a:ext>
            </a:extLst>
          </p:cNvPr>
          <p:cNvSpPr txBox="1"/>
          <p:nvPr/>
        </p:nvSpPr>
        <p:spPr>
          <a:xfrm>
            <a:off x="571428" y="6043693"/>
            <a:ext cx="92838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*This solution was validated with </a:t>
            </a:r>
            <a:r>
              <a:rPr lang="en-US" sz="2000" dirty="0" err="1"/>
              <a:t>NashPy</a:t>
            </a:r>
            <a:r>
              <a:rPr lang="en-US" sz="2000" dirty="0"/>
              <a:t> Vertex Enumeration</a:t>
            </a:r>
          </a:p>
          <a:p>
            <a:r>
              <a:rPr lang="en-US" sz="2000" dirty="0"/>
              <a:t>* Interestingly, </a:t>
            </a:r>
            <a:r>
              <a:rPr lang="en-US" sz="2000" dirty="0" err="1"/>
              <a:t>NashPy</a:t>
            </a:r>
            <a:r>
              <a:rPr lang="en-US" sz="2000" dirty="0"/>
              <a:t> Support Enumeration did not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54F02D-E988-66AE-5F0E-1BA4997F8B37}"/>
                  </a:ext>
                </a:extLst>
              </p:cNvPr>
              <p:cNvSpPr txBox="1"/>
              <p:nvPr/>
            </p:nvSpPr>
            <p:spPr>
              <a:xfrm>
                <a:off x="3179568" y="1750964"/>
                <a:ext cx="46445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54F02D-E988-66AE-5F0E-1BA4997F8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568" y="1750964"/>
                <a:ext cx="464452" cy="595932"/>
              </a:xfrm>
              <a:prstGeom prst="rect">
                <a:avLst/>
              </a:prstGeom>
              <a:blipFill>
                <a:blip r:embed="rId4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2357C0-9DB7-43E1-9F50-7EA62CF984E8}"/>
                  </a:ext>
                </a:extLst>
              </p:cNvPr>
              <p:cNvSpPr txBox="1"/>
              <p:nvPr/>
            </p:nvSpPr>
            <p:spPr>
              <a:xfrm>
                <a:off x="4941497" y="1756757"/>
                <a:ext cx="46445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2357C0-9DB7-43E1-9F50-7EA62CF98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497" y="1756757"/>
                <a:ext cx="464452" cy="595932"/>
              </a:xfrm>
              <a:prstGeom prst="rect">
                <a:avLst/>
              </a:prstGeom>
              <a:blipFill>
                <a:blip r:embed="rId5"/>
                <a:stretch>
                  <a:fillRect r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27DF81-B4B6-DCEA-EEC3-3B7D957AFCB6}"/>
                  </a:ext>
                </a:extLst>
              </p:cNvPr>
              <p:cNvSpPr txBox="1"/>
              <p:nvPr/>
            </p:nvSpPr>
            <p:spPr>
              <a:xfrm>
                <a:off x="6914831" y="1750964"/>
                <a:ext cx="46445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32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27DF81-B4B6-DCEA-EEC3-3B7D957AF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831" y="1750964"/>
                <a:ext cx="464452" cy="595932"/>
              </a:xfrm>
              <a:prstGeom prst="rect">
                <a:avLst/>
              </a:prstGeom>
              <a:blipFill>
                <a:blip r:embed="rId6"/>
                <a:stretch>
                  <a:fillRect r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A3A171-FACC-A9E7-1E6E-F44FF35B04F4}"/>
                  </a:ext>
                </a:extLst>
              </p:cNvPr>
              <p:cNvSpPr txBox="1"/>
              <p:nvPr/>
            </p:nvSpPr>
            <p:spPr>
              <a:xfrm>
                <a:off x="8476883" y="1968834"/>
                <a:ext cx="18832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Positivity?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A3A171-FACC-A9E7-1E6E-F44FF35B0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883" y="1968834"/>
                <a:ext cx="1883270" cy="400110"/>
              </a:xfrm>
              <a:prstGeom prst="rect">
                <a:avLst/>
              </a:prstGeom>
              <a:blipFill>
                <a:blip r:embed="rId7"/>
                <a:stretch>
                  <a:fillRect l="-3560" t="-1212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FFC491-1E29-9A56-6D9A-B2D0AD82A6AE}"/>
                  </a:ext>
                </a:extLst>
              </p:cNvPr>
              <p:cNvSpPr txBox="1"/>
              <p:nvPr/>
            </p:nvSpPr>
            <p:spPr>
              <a:xfrm>
                <a:off x="10078547" y="1885571"/>
                <a:ext cx="20970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Better than strategies outside support?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FFC491-1E29-9A56-6D9A-B2D0AD82A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547" y="1885571"/>
                <a:ext cx="2097023" cy="523220"/>
              </a:xfrm>
              <a:prstGeom prst="rect">
                <a:avLst/>
              </a:prstGeom>
              <a:blipFill>
                <a:blip r:embed="rId8"/>
                <a:stretch>
                  <a:fillRect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016E659-570C-771B-65C4-266937342B88}"/>
              </a:ext>
            </a:extLst>
          </p:cNvPr>
          <p:cNvSpPr txBox="1"/>
          <p:nvPr/>
        </p:nvSpPr>
        <p:spPr>
          <a:xfrm>
            <a:off x="994018" y="245195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18284-08CC-0087-83E3-2FD1F5F1DA48}"/>
              </a:ext>
            </a:extLst>
          </p:cNvPr>
          <p:cNvSpPr txBox="1"/>
          <p:nvPr/>
        </p:nvSpPr>
        <p:spPr>
          <a:xfrm>
            <a:off x="2947342" y="248591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E64714-3917-62C4-983E-F68A6B2807C4}"/>
                  </a:ext>
                </a:extLst>
              </p:cNvPr>
              <p:cNvSpPr txBox="1"/>
              <p:nvPr/>
            </p:nvSpPr>
            <p:spPr>
              <a:xfrm>
                <a:off x="4639923" y="2562857"/>
                <a:ext cx="10676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[1,0,0]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E64714-3917-62C4-983E-F68A6B28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923" y="2562857"/>
                <a:ext cx="106760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F63F67-B0C7-4835-B1F9-6878A3369F9F}"/>
                  </a:ext>
                </a:extLst>
              </p:cNvPr>
              <p:cNvSpPr txBox="1"/>
              <p:nvPr/>
            </p:nvSpPr>
            <p:spPr>
              <a:xfrm>
                <a:off x="6448665" y="2562857"/>
                <a:ext cx="13401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[1,0,0,0]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F63F67-B0C7-4835-B1F9-6878A3369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665" y="2562857"/>
                <a:ext cx="134011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1E80102-4CC7-013C-6C71-E301453841DA}"/>
              </a:ext>
            </a:extLst>
          </p:cNvPr>
          <p:cNvSpPr txBox="1"/>
          <p:nvPr/>
        </p:nvSpPr>
        <p:spPr>
          <a:xfrm>
            <a:off x="10127927" y="2443280"/>
            <a:ext cx="1943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21C0B"/>
                </a:solidFill>
              </a:rPr>
              <a:t>2 </a:t>
            </a:r>
            <a:r>
              <a:rPr lang="en-US" dirty="0"/>
              <a:t>performs better for Player 1</a:t>
            </a:r>
            <a:endParaRPr lang="en-US" dirty="0">
              <a:solidFill>
                <a:srgbClr val="F21C0B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FC27C06-2064-4213-36C9-1F45CB01A6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3772" y="2459535"/>
            <a:ext cx="634746" cy="6347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2FB1FF-3FD2-E85B-5452-CFB59528D2C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5605" y="2766445"/>
            <a:ext cx="287274" cy="2872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180E809-D579-AB53-6D2D-7F358BFCD24E}"/>
              </a:ext>
            </a:extLst>
          </p:cNvPr>
          <p:cNvSpPr txBox="1"/>
          <p:nvPr/>
        </p:nvSpPr>
        <p:spPr>
          <a:xfrm>
            <a:off x="994018" y="317574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58AD7A-2D45-9B37-BDDF-7A6A3FFF3623}"/>
              </a:ext>
            </a:extLst>
          </p:cNvPr>
          <p:cNvSpPr txBox="1"/>
          <p:nvPr/>
        </p:nvSpPr>
        <p:spPr>
          <a:xfrm>
            <a:off x="2939280" y="317965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0FC0D1C-9FBC-6F35-5BAA-6B9BCD1E9137}"/>
                  </a:ext>
                </a:extLst>
              </p:cNvPr>
              <p:cNvSpPr txBox="1"/>
              <p:nvPr/>
            </p:nvSpPr>
            <p:spPr>
              <a:xfrm>
                <a:off x="4639923" y="3251678"/>
                <a:ext cx="10676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[0,1,0]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0FC0D1C-9FBC-6F35-5BAA-6B9BCD1E9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923" y="3251678"/>
                <a:ext cx="1067600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D96433-7217-557F-F1BC-DE2B5F59C088}"/>
                  </a:ext>
                </a:extLst>
              </p:cNvPr>
              <p:cNvSpPr txBox="1"/>
              <p:nvPr/>
            </p:nvSpPr>
            <p:spPr>
              <a:xfrm>
                <a:off x="6448665" y="3251678"/>
                <a:ext cx="13401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[1,0,0,0]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D96433-7217-557F-F1BC-DE2B5F59C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665" y="3251678"/>
                <a:ext cx="1340110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23D00250-CA42-3C01-78CE-CD42B8B707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3772" y="3149748"/>
            <a:ext cx="634746" cy="63474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4D227D1-3C8E-4476-1C27-1A24574FFFE9}"/>
              </a:ext>
            </a:extLst>
          </p:cNvPr>
          <p:cNvSpPr txBox="1"/>
          <p:nvPr/>
        </p:nvSpPr>
        <p:spPr>
          <a:xfrm>
            <a:off x="10122791" y="3117867"/>
            <a:ext cx="1943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21C0B"/>
                </a:solidFill>
              </a:rPr>
              <a:t>3 </a:t>
            </a:r>
            <a:r>
              <a:rPr lang="en-US" dirty="0"/>
              <a:t>performs better for Player 1</a:t>
            </a:r>
            <a:endParaRPr lang="en-US" dirty="0">
              <a:solidFill>
                <a:srgbClr val="F21C0B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DB17D83-9CC5-4966-0C16-DCECF67876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0469" y="3441032"/>
            <a:ext cx="287274" cy="28727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905197C-AF06-1FB6-14BA-82C7D3F41375}"/>
              </a:ext>
            </a:extLst>
          </p:cNvPr>
          <p:cNvSpPr txBox="1"/>
          <p:nvPr/>
        </p:nvSpPr>
        <p:spPr>
          <a:xfrm>
            <a:off x="861895" y="3308798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FEFA90-84D4-FF3A-9460-37DF5AC49BF0}"/>
              </a:ext>
            </a:extLst>
          </p:cNvPr>
          <p:cNvSpPr txBox="1"/>
          <p:nvPr/>
        </p:nvSpPr>
        <p:spPr>
          <a:xfrm>
            <a:off x="2820529" y="3297844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1B7111-06F2-14CA-D12B-7A8ECA9005F5}"/>
              </a:ext>
            </a:extLst>
          </p:cNvPr>
          <p:cNvSpPr txBox="1"/>
          <p:nvPr/>
        </p:nvSpPr>
        <p:spPr>
          <a:xfrm>
            <a:off x="4822833" y="3297844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93A334-DE4F-8EFA-9F52-6CFE3B825C44}"/>
              </a:ext>
            </a:extLst>
          </p:cNvPr>
          <p:cNvSpPr txBox="1"/>
          <p:nvPr/>
        </p:nvSpPr>
        <p:spPr>
          <a:xfrm>
            <a:off x="6781467" y="3314322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86619C-FB3A-16F4-50A4-6C253CB0B841}"/>
              </a:ext>
            </a:extLst>
          </p:cNvPr>
          <p:cNvSpPr txBox="1"/>
          <p:nvPr/>
        </p:nvSpPr>
        <p:spPr>
          <a:xfrm>
            <a:off x="8740101" y="3313321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C6CC9C-67B4-B683-694A-622F78992FC3}"/>
              </a:ext>
            </a:extLst>
          </p:cNvPr>
          <p:cNvSpPr txBox="1"/>
          <p:nvPr/>
        </p:nvSpPr>
        <p:spPr>
          <a:xfrm>
            <a:off x="10698735" y="3311511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79F144-B180-C236-321D-4D66BA0ABBAD}"/>
              </a:ext>
            </a:extLst>
          </p:cNvPr>
          <p:cNvSpPr txBox="1"/>
          <p:nvPr/>
        </p:nvSpPr>
        <p:spPr>
          <a:xfrm>
            <a:off x="887575" y="4679254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A5E222-314F-4FCA-C0AB-C64D51DA4362}"/>
              </a:ext>
            </a:extLst>
          </p:cNvPr>
          <p:cNvSpPr txBox="1"/>
          <p:nvPr/>
        </p:nvSpPr>
        <p:spPr>
          <a:xfrm>
            <a:off x="2846209" y="4668300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925BB4-33B4-493A-9BAD-CDD007D9C9FE}"/>
              </a:ext>
            </a:extLst>
          </p:cNvPr>
          <p:cNvSpPr txBox="1"/>
          <p:nvPr/>
        </p:nvSpPr>
        <p:spPr>
          <a:xfrm>
            <a:off x="4848513" y="4668300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2B5CAF-9679-1C38-6E58-548D576886EF}"/>
              </a:ext>
            </a:extLst>
          </p:cNvPr>
          <p:cNvSpPr txBox="1"/>
          <p:nvPr/>
        </p:nvSpPr>
        <p:spPr>
          <a:xfrm>
            <a:off x="6807147" y="4684778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1FBE00-4452-AB95-D2ED-C735985F2241}"/>
              </a:ext>
            </a:extLst>
          </p:cNvPr>
          <p:cNvSpPr txBox="1"/>
          <p:nvPr/>
        </p:nvSpPr>
        <p:spPr>
          <a:xfrm>
            <a:off x="8765781" y="4683777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385BBC-1449-11E0-5F9F-F1E7C16C9FB5}"/>
              </a:ext>
            </a:extLst>
          </p:cNvPr>
          <p:cNvSpPr txBox="1"/>
          <p:nvPr/>
        </p:nvSpPr>
        <p:spPr>
          <a:xfrm>
            <a:off x="10724415" y="4681967"/>
            <a:ext cx="3905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F5E04B-8778-6CEF-5B41-36F1226BF14C}"/>
              </a:ext>
            </a:extLst>
          </p:cNvPr>
          <p:cNvSpPr txBox="1"/>
          <p:nvPr/>
        </p:nvSpPr>
        <p:spPr>
          <a:xfrm>
            <a:off x="808944" y="3868793"/>
            <a:ext cx="854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1,2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D338A8-6115-E955-CEBB-7A654A683380}"/>
              </a:ext>
            </a:extLst>
          </p:cNvPr>
          <p:cNvSpPr txBox="1"/>
          <p:nvPr/>
        </p:nvSpPr>
        <p:spPr>
          <a:xfrm>
            <a:off x="2728058" y="3877391"/>
            <a:ext cx="1030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DA717E-D7BE-812C-4F06-9E37CE33722E}"/>
                  </a:ext>
                </a:extLst>
              </p:cNvPr>
              <p:cNvSpPr txBox="1"/>
              <p:nvPr/>
            </p:nvSpPr>
            <p:spPr>
              <a:xfrm>
                <a:off x="4556659" y="3868758"/>
                <a:ext cx="1222642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0]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DA717E-D7BE-812C-4F06-9E37CE337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659" y="3868758"/>
                <a:ext cx="1222642" cy="5782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995409-3D2F-EA59-208A-1750646CEC40}"/>
                  </a:ext>
                </a:extLst>
              </p:cNvPr>
              <p:cNvSpPr txBox="1"/>
              <p:nvPr/>
            </p:nvSpPr>
            <p:spPr>
              <a:xfrm>
                <a:off x="6448665" y="3880660"/>
                <a:ext cx="141820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29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,0,0]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9995409-3D2F-EA59-208A-1750646CE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665" y="3880660"/>
                <a:ext cx="1418209" cy="578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DFC16EA4-3E33-8E73-CC03-E0027967CF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3772" y="3830308"/>
            <a:ext cx="634746" cy="63474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CE5A000-19BA-A067-86F3-60E12353B5FE}"/>
              </a:ext>
            </a:extLst>
          </p:cNvPr>
          <p:cNvSpPr txBox="1"/>
          <p:nvPr/>
        </p:nvSpPr>
        <p:spPr>
          <a:xfrm>
            <a:off x="10131935" y="3830308"/>
            <a:ext cx="1943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21C0B"/>
                </a:solidFill>
              </a:rPr>
              <a:t>2 </a:t>
            </a:r>
            <a:r>
              <a:rPr lang="en-US" dirty="0"/>
              <a:t>performs better for Player 1</a:t>
            </a:r>
            <a:endParaRPr lang="en-US" dirty="0">
              <a:solidFill>
                <a:srgbClr val="F21C0B"/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BD36081-6FCC-584A-9F90-18D4F42FA0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9613" y="4153473"/>
            <a:ext cx="287274" cy="28727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A1EE04C-40B8-9ED9-1766-D829B2F8777B}"/>
              </a:ext>
            </a:extLst>
          </p:cNvPr>
          <p:cNvSpPr txBox="1"/>
          <p:nvPr/>
        </p:nvSpPr>
        <p:spPr>
          <a:xfrm>
            <a:off x="808944" y="4544159"/>
            <a:ext cx="854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1,3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235E63-0126-7EF5-D9B1-FCD6C6683F80}"/>
              </a:ext>
            </a:extLst>
          </p:cNvPr>
          <p:cNvSpPr txBox="1"/>
          <p:nvPr/>
        </p:nvSpPr>
        <p:spPr>
          <a:xfrm>
            <a:off x="2728058" y="4552757"/>
            <a:ext cx="1030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A,B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D71B35A-5B6F-28FE-F18A-7000A714FD93}"/>
                  </a:ext>
                </a:extLst>
              </p:cNvPr>
              <p:cNvSpPr txBox="1"/>
              <p:nvPr/>
            </p:nvSpPr>
            <p:spPr>
              <a:xfrm>
                <a:off x="4556659" y="4528922"/>
                <a:ext cx="122956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,0,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D71B35A-5B6F-28FE-F18A-7000A714F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659" y="4528922"/>
                <a:ext cx="1229567" cy="5782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AED2A1-5393-EBF4-CAF9-870C83E4BFCD}"/>
                  </a:ext>
                </a:extLst>
              </p:cNvPr>
              <p:cNvSpPr txBox="1"/>
              <p:nvPr/>
            </p:nvSpPr>
            <p:spPr>
              <a:xfrm>
                <a:off x="6331723" y="4527112"/>
                <a:ext cx="1610569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,0,0]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AED2A1-5393-EBF4-CAF9-870C83E4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723" y="4527112"/>
                <a:ext cx="1610569" cy="57823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" name="Picture 59">
            <a:extLst>
              <a:ext uri="{FF2B5EF4-FFF2-40B4-BE49-F238E27FC236}">
                <a16:creationId xmlns:a16="http://schemas.microsoft.com/office/drawing/2014/main" id="{90732BD1-88D7-B3DD-D022-E345FCB6BD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8594" y="4527112"/>
            <a:ext cx="576066" cy="57606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04DF8A0-F4D3-584A-81F5-13AA15A0ECF0}"/>
              </a:ext>
            </a:extLst>
          </p:cNvPr>
          <p:cNvSpPr txBox="1"/>
          <p:nvPr/>
        </p:nvSpPr>
        <p:spPr>
          <a:xfrm>
            <a:off x="808944" y="5264029"/>
            <a:ext cx="854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2,3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96F47C-4AE2-6803-7F5A-0115A09A9C12}"/>
              </a:ext>
            </a:extLst>
          </p:cNvPr>
          <p:cNvSpPr txBox="1"/>
          <p:nvPr/>
        </p:nvSpPr>
        <p:spPr>
          <a:xfrm>
            <a:off x="2709030" y="5245733"/>
            <a:ext cx="1030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C,D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869939D-2035-C737-2625-006225D71CF5}"/>
                  </a:ext>
                </a:extLst>
              </p:cNvPr>
              <p:cNvSpPr txBox="1"/>
              <p:nvPr/>
            </p:nvSpPr>
            <p:spPr>
              <a:xfrm>
                <a:off x="4556659" y="5252273"/>
                <a:ext cx="11798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[0,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869939D-2035-C737-2625-006225D71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659" y="5252273"/>
                <a:ext cx="1179874" cy="57823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D5D689B-D966-16D3-B188-7467C029E59E}"/>
                  </a:ext>
                </a:extLst>
              </p:cNvPr>
              <p:cNvSpPr txBox="1"/>
              <p:nvPr/>
            </p:nvSpPr>
            <p:spPr>
              <a:xfrm>
                <a:off x="6313435" y="5239437"/>
                <a:ext cx="1375441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[0,0,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D5D689B-D966-16D3-B188-7467C029E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435" y="5239437"/>
                <a:ext cx="1375441" cy="58451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5AA3EA10-3009-5969-CB99-54A026E219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3772" y="5233415"/>
            <a:ext cx="634746" cy="63474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B103FFE-C09E-7948-264D-7992536334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1876" y="5220747"/>
            <a:ext cx="634746" cy="63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2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929A-0A30-5CE0-937C-30198D42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88D514-8B16-8E6C-69C7-D67F8EC2F73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6DEBF9-844A-CD99-3453-73C65F0EB6A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6276E-4601-A78B-1C87-83C27FC0F954}"/>
              </a:ext>
            </a:extLst>
          </p:cNvPr>
          <p:cNvSpPr txBox="1"/>
          <p:nvPr/>
        </p:nvSpPr>
        <p:spPr>
          <a:xfrm>
            <a:off x="1506475" y="388722"/>
            <a:ext cx="9823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Manual Support Enumeration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589156-1C1E-5A3B-B2CA-64ABAFA875A4}"/>
              </a:ext>
            </a:extLst>
          </p:cNvPr>
          <p:cNvSpPr txBox="1"/>
          <p:nvPr/>
        </p:nvSpPr>
        <p:spPr>
          <a:xfrm>
            <a:off x="5099901" y="2953449"/>
            <a:ext cx="70920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a proof of concept, I coded up a manual support enumeration program in Python</a:t>
            </a:r>
          </a:p>
          <a:p>
            <a:endParaRPr lang="en-US" sz="2000" dirty="0"/>
          </a:p>
          <a:p>
            <a:r>
              <a:rPr lang="en-US" sz="2000" dirty="0"/>
              <a:t>I’ve successfully tested it on a 4 x 5 zero sum game and a 2 x 3 non-zero sum game, in addition to our example</a:t>
            </a:r>
          </a:p>
          <a:p>
            <a:endParaRPr lang="en-US" sz="2000" dirty="0"/>
          </a:p>
          <a:p>
            <a:r>
              <a:rPr lang="en-US" sz="2000" dirty="0"/>
              <a:t>The code is included in Appendix A of this week’s latex write 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13F0F-4191-E379-5CD2-5B4645297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9" y="1853728"/>
            <a:ext cx="4898361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04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D9FD-7FFF-8309-B290-CC150EB6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2DEEEE-712D-FBAB-24E2-0E9159BE098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FD918-5EFE-AAF8-FC8D-2A40AC42E19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F292D-D46B-AA98-1308-8B63161B4A0B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4B5EE-CE50-EF8C-8682-B56C8012F803}"/>
              </a:ext>
            </a:extLst>
          </p:cNvPr>
          <p:cNvSpPr txBox="1"/>
          <p:nvPr/>
        </p:nvSpPr>
        <p:spPr>
          <a:xfrm>
            <a:off x="-376090" y="1744431"/>
            <a:ext cx="12280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For non-degenerate, finite two player games, vertex enumeration obtains </a:t>
            </a:r>
            <a:r>
              <a:rPr lang="en-US" sz="2400" b="1" dirty="0"/>
              <a:t>best response polytopes for both players </a:t>
            </a:r>
            <a:r>
              <a:rPr lang="en-US" sz="2400" dirty="0"/>
              <a:t>and iterates through all possible pairs of vertices to obtain the Nash equilibrium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E9BE4-2794-28A8-6D95-B34DC8DA3AC7}"/>
                  </a:ext>
                </a:extLst>
              </p:cNvPr>
              <p:cNvSpPr txBox="1"/>
              <p:nvPr/>
            </p:nvSpPr>
            <p:spPr>
              <a:xfrm>
                <a:off x="3202850" y="5444355"/>
                <a:ext cx="5122610" cy="531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2E9BE4-2794-28A8-6D95-B34DC8DA3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0" y="5444355"/>
                <a:ext cx="5122610" cy="531556"/>
              </a:xfrm>
              <a:prstGeom prst="rect">
                <a:avLst/>
              </a:prstGeom>
              <a:blipFill>
                <a:blip r:embed="rId3"/>
                <a:stretch>
                  <a:fillRect t="-3448" b="-18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6B72D-08F1-DD6F-AA72-3A5FF4BC2735}"/>
                  </a:ext>
                </a:extLst>
              </p:cNvPr>
              <p:cNvSpPr txBox="1"/>
              <p:nvPr/>
            </p:nvSpPr>
            <p:spPr>
              <a:xfrm>
                <a:off x="3202850" y="4889645"/>
                <a:ext cx="5122610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2∗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6B72D-08F1-DD6F-AA72-3A5FF4BC2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0" y="4889645"/>
                <a:ext cx="5122610" cy="524503"/>
              </a:xfrm>
              <a:prstGeom prst="rect">
                <a:avLst/>
              </a:prstGeom>
              <a:blipFill>
                <a:blip r:embed="rId4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BC73C2-1CD9-4F16-5248-A06E983E68F6}"/>
                  </a:ext>
                </a:extLst>
              </p:cNvPr>
              <p:cNvSpPr txBox="1"/>
              <p:nvPr/>
            </p:nvSpPr>
            <p:spPr>
              <a:xfrm>
                <a:off x="-376090" y="6071245"/>
                <a:ext cx="134038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correspond respectively to the equilibrium expected payoffs for Players 1 and 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BC73C2-1CD9-4F16-5248-A06E983E6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6071245"/>
                <a:ext cx="13403831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4452D3C-4D53-E66A-F2E8-112821E92CCF}"/>
              </a:ext>
            </a:extLst>
          </p:cNvPr>
          <p:cNvSpPr/>
          <p:nvPr/>
        </p:nvSpPr>
        <p:spPr>
          <a:xfrm>
            <a:off x="222450" y="3429000"/>
            <a:ext cx="11287434" cy="26422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E05FE-F8FD-E58E-6187-E59895EBEFA8}"/>
              </a:ext>
            </a:extLst>
          </p:cNvPr>
          <p:cNvSpPr txBox="1"/>
          <p:nvPr/>
        </p:nvSpPr>
        <p:spPr>
          <a:xfrm>
            <a:off x="2042645" y="3460856"/>
            <a:ext cx="7656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Complementary Conditions for Fully Labeled Vertices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79DED5-B0DC-5A43-9098-61EE81CA7CB2}"/>
                  </a:ext>
                </a:extLst>
              </p:cNvPr>
              <p:cNvSpPr txBox="1"/>
              <p:nvPr/>
            </p:nvSpPr>
            <p:spPr>
              <a:xfrm>
                <a:off x="0" y="6428163"/>
                <a:ext cx="112874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correspond respectively to payoff matrices for Players 1 and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79DED5-B0DC-5A43-9098-61EE81CA7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28163"/>
                <a:ext cx="11287434" cy="461665"/>
              </a:xfrm>
              <a:prstGeom prst="rect">
                <a:avLst/>
              </a:prstGeom>
              <a:blipFill>
                <a:blip r:embed="rId6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EF15C59-E291-CC94-13AC-BBFC14A5984C}"/>
              </a:ext>
            </a:extLst>
          </p:cNvPr>
          <p:cNvSpPr txBox="1"/>
          <p:nvPr/>
        </p:nvSpPr>
        <p:spPr>
          <a:xfrm>
            <a:off x="-376089" y="2937128"/>
            <a:ext cx="11791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pair of vertices correspond to a Nash equilibrium if they are </a:t>
            </a:r>
            <a:r>
              <a:rPr lang="en-US" sz="2400" b="1" dirty="0"/>
              <a:t>fully labeled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00E845-52DF-B902-93C2-85C10D3CA399}"/>
                  </a:ext>
                </a:extLst>
              </p:cNvPr>
              <p:cNvSpPr txBox="1"/>
              <p:nvPr/>
            </p:nvSpPr>
            <p:spPr>
              <a:xfrm>
                <a:off x="1374050" y="4346512"/>
                <a:ext cx="9618413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2∗</m:t>
                            </m:r>
                          </m:sup>
                        </m:sSub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probability vectors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00E845-52DF-B902-93C2-85C10D3CA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050" y="4346512"/>
                <a:ext cx="9618413" cy="524503"/>
              </a:xfrm>
              <a:prstGeom prst="rect">
                <a:avLst/>
              </a:prstGeom>
              <a:blipFill>
                <a:blip r:embed="rId7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999183-97E0-2DD6-F76B-D2B16C40EBE9}"/>
                  </a:ext>
                </a:extLst>
              </p:cNvPr>
              <p:cNvSpPr txBox="1"/>
              <p:nvPr/>
            </p:nvSpPr>
            <p:spPr>
              <a:xfrm>
                <a:off x="875676" y="3891393"/>
                <a:ext cx="78694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all Player 1 strategies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and Player 2 strategies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999183-97E0-2DD6-F76B-D2B16C40E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76" y="3891393"/>
                <a:ext cx="7869498" cy="461665"/>
              </a:xfrm>
              <a:prstGeom prst="rect">
                <a:avLst/>
              </a:prstGeom>
              <a:blipFill>
                <a:blip r:embed="rId8"/>
                <a:stretch>
                  <a:fillRect l="-123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653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88FF-1FF1-A1C2-9061-579C8AD7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A053F9-C332-34D8-C745-BF1782DEAB2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24DA-0566-77A4-8125-EB11B373D98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753D2-70C2-1BF8-0548-BC6F44EB9B92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8D88BD-865B-4517-F5CB-AADED8F91233}"/>
              </a:ext>
            </a:extLst>
          </p:cNvPr>
          <p:cNvSpPr txBox="1"/>
          <p:nvPr/>
        </p:nvSpPr>
        <p:spPr>
          <a:xfrm>
            <a:off x="-376090" y="1744431"/>
            <a:ext cx="12280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For non-degenerate, finite two player games, vertex enumeration obtains </a:t>
            </a:r>
            <a:r>
              <a:rPr lang="en-US" sz="2400" b="1" dirty="0"/>
              <a:t>best response polytopes for both players </a:t>
            </a:r>
            <a:r>
              <a:rPr lang="en-US" sz="2400" dirty="0"/>
              <a:t>and iterates through all possible pairs of vertices to obtain the Nash equilibrium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49EAF5-3380-B795-824F-7542E3544271}"/>
                  </a:ext>
                </a:extLst>
              </p:cNvPr>
              <p:cNvSpPr txBox="1"/>
              <p:nvPr/>
            </p:nvSpPr>
            <p:spPr>
              <a:xfrm>
                <a:off x="3202850" y="5444355"/>
                <a:ext cx="5122610" cy="531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49EAF5-3380-B795-824F-7542E3544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0" y="5444355"/>
                <a:ext cx="5122610" cy="531556"/>
              </a:xfrm>
              <a:prstGeom prst="rect">
                <a:avLst/>
              </a:prstGeom>
              <a:blipFill>
                <a:blip r:embed="rId3"/>
                <a:stretch>
                  <a:fillRect t="-3448" b="-18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E4B929-1EA4-56F9-D0BD-B940552EA70E}"/>
                  </a:ext>
                </a:extLst>
              </p:cNvPr>
              <p:cNvSpPr txBox="1"/>
              <p:nvPr/>
            </p:nvSpPr>
            <p:spPr>
              <a:xfrm>
                <a:off x="3202850" y="4889645"/>
                <a:ext cx="5122610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2∗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E4B929-1EA4-56F9-D0BD-B940552EA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50" y="4889645"/>
                <a:ext cx="5122610" cy="524503"/>
              </a:xfrm>
              <a:prstGeom prst="rect">
                <a:avLst/>
              </a:prstGeom>
              <a:blipFill>
                <a:blip r:embed="rId4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354FB1-D0C8-A2FD-6A70-BF65A028AC8E}"/>
                  </a:ext>
                </a:extLst>
              </p:cNvPr>
              <p:cNvSpPr txBox="1"/>
              <p:nvPr/>
            </p:nvSpPr>
            <p:spPr>
              <a:xfrm>
                <a:off x="-376090" y="6071245"/>
                <a:ext cx="134038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correspond respectively to the equilibrium expected payoffs for Players 1 and 2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354FB1-D0C8-A2FD-6A70-BF65A028A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6071245"/>
                <a:ext cx="13403831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28BCD5CE-A545-D66E-8564-4F06322FEE55}"/>
              </a:ext>
            </a:extLst>
          </p:cNvPr>
          <p:cNvSpPr/>
          <p:nvPr/>
        </p:nvSpPr>
        <p:spPr>
          <a:xfrm>
            <a:off x="222450" y="3429000"/>
            <a:ext cx="11287434" cy="26422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0651FE-5995-6993-1E38-FD1DB948542C}"/>
              </a:ext>
            </a:extLst>
          </p:cNvPr>
          <p:cNvSpPr txBox="1"/>
          <p:nvPr/>
        </p:nvSpPr>
        <p:spPr>
          <a:xfrm>
            <a:off x="2042645" y="3460856"/>
            <a:ext cx="7656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Complementary Conditions for Fully Labeled Vertices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64934-0B13-EF0C-D719-EA7300F32FBD}"/>
                  </a:ext>
                </a:extLst>
              </p:cNvPr>
              <p:cNvSpPr txBox="1"/>
              <p:nvPr/>
            </p:nvSpPr>
            <p:spPr>
              <a:xfrm>
                <a:off x="0" y="6428163"/>
                <a:ext cx="112874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correspond respectively to payoff matrices for Players 1 and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64934-0B13-EF0C-D719-EA7300F32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428163"/>
                <a:ext cx="11287434" cy="461665"/>
              </a:xfrm>
              <a:prstGeom prst="rect">
                <a:avLst/>
              </a:prstGeom>
              <a:blipFill>
                <a:blip r:embed="rId6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4FD3B33-6E13-D6FF-FE37-812CA60722EA}"/>
              </a:ext>
            </a:extLst>
          </p:cNvPr>
          <p:cNvSpPr txBox="1"/>
          <p:nvPr/>
        </p:nvSpPr>
        <p:spPr>
          <a:xfrm>
            <a:off x="-376089" y="2937128"/>
            <a:ext cx="11791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pair of vertices correspond to a Nash equilibrium if they are </a:t>
            </a:r>
            <a:r>
              <a:rPr lang="en-US" sz="2400" b="1" dirty="0"/>
              <a:t>fully labeled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A24501-56A7-B85D-7094-D83552FE57C2}"/>
                  </a:ext>
                </a:extLst>
              </p:cNvPr>
              <p:cNvSpPr txBox="1"/>
              <p:nvPr/>
            </p:nvSpPr>
            <p:spPr>
              <a:xfrm>
                <a:off x="1374050" y="4346512"/>
                <a:ext cx="9618413" cy="524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2∗</m:t>
                            </m:r>
                          </m:sup>
                        </m:sSub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probability vectors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A24501-56A7-B85D-7094-D83552FE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050" y="4346512"/>
                <a:ext cx="9618413" cy="524503"/>
              </a:xfrm>
              <a:prstGeom prst="rect">
                <a:avLst/>
              </a:prstGeom>
              <a:blipFill>
                <a:blip r:embed="rId7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C28535-8559-BBE0-0FB4-70BA567398F4}"/>
                  </a:ext>
                </a:extLst>
              </p:cNvPr>
              <p:cNvSpPr txBox="1"/>
              <p:nvPr/>
            </p:nvSpPr>
            <p:spPr>
              <a:xfrm>
                <a:off x="875676" y="3891393"/>
                <a:ext cx="78694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For all Player 1 strategies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and Player 2 strategies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C28535-8559-BBE0-0FB4-70BA56739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76" y="3891393"/>
                <a:ext cx="7869498" cy="461665"/>
              </a:xfrm>
              <a:prstGeom prst="rect">
                <a:avLst/>
              </a:prstGeom>
              <a:blipFill>
                <a:blip r:embed="rId8"/>
                <a:stretch>
                  <a:fillRect l="-123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82C5042-CF9B-21B3-F35D-B1592B2C8FFE}"/>
              </a:ext>
            </a:extLst>
          </p:cNvPr>
          <p:cNvSpPr/>
          <p:nvPr/>
        </p:nvSpPr>
        <p:spPr>
          <a:xfrm>
            <a:off x="3592811" y="4852135"/>
            <a:ext cx="4732649" cy="1123776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3093C-EB80-84F6-A325-83C86B07FFD5}"/>
              </a:ext>
            </a:extLst>
          </p:cNvPr>
          <p:cNvSpPr txBox="1"/>
          <p:nvPr/>
        </p:nvSpPr>
        <p:spPr>
          <a:xfrm>
            <a:off x="1829405" y="3601857"/>
            <a:ext cx="7869499" cy="954107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This is analogous to the Strong Minimax Theorem in zero sum games!</a:t>
            </a:r>
          </a:p>
        </p:txBody>
      </p:sp>
    </p:spTree>
    <p:extLst>
      <p:ext uri="{BB962C8B-B14F-4D97-AF65-F5344CB8AC3E}">
        <p14:creationId xmlns:p14="http://schemas.microsoft.com/office/powerpoint/2010/main" val="3396362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FFF1-F387-E5C8-4238-8D5FC170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F9D220-50EF-DE02-3689-1046284991E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A34C21-84AB-C5DC-92AD-53934908ABD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B2C8F-B4AD-451A-77B6-8FFD02A030B0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 Response Polytopes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9C14EB-DF79-DDC7-46F1-7017DAE8F94E}"/>
                  </a:ext>
                </a:extLst>
              </p:cNvPr>
              <p:cNvSpPr txBox="1"/>
              <p:nvPr/>
            </p:nvSpPr>
            <p:spPr>
              <a:xfrm>
                <a:off x="-376090" y="1744431"/>
                <a:ext cx="1228049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We use the first complementary conditions to generate the best response polytopes for Players 1 and 2, which we denote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9C14EB-DF79-DDC7-46F1-7017DAE8F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1744431"/>
                <a:ext cx="12280490" cy="830997"/>
              </a:xfrm>
              <a:prstGeom prst="rect">
                <a:avLst/>
              </a:prstGeom>
              <a:blipFill>
                <a:blip r:embed="rId3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D7361A-DB26-C42D-4F99-10796E33691E}"/>
                  </a:ext>
                </a:extLst>
              </p:cNvPr>
              <p:cNvSpPr txBox="1"/>
              <p:nvPr/>
            </p:nvSpPr>
            <p:spPr>
              <a:xfrm>
                <a:off x="1560869" y="2712870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is a probability vector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D7361A-DB26-C42D-4F99-10796E33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69" y="2712870"/>
                <a:ext cx="9431594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EA7E5E-E520-04AD-B759-F437E7F180C1}"/>
                  </a:ext>
                </a:extLst>
              </p:cNvPr>
              <p:cNvSpPr txBox="1"/>
              <p:nvPr/>
            </p:nvSpPr>
            <p:spPr>
              <a:xfrm>
                <a:off x="1560869" y="3268081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is a probability vector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EA7E5E-E520-04AD-B759-F437E7F18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69" y="3268081"/>
                <a:ext cx="9431594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866290-4B54-3B7E-1251-11822166E6D4}"/>
                  </a:ext>
                </a:extLst>
              </p:cNvPr>
              <p:cNvSpPr txBox="1"/>
              <p:nvPr/>
            </p:nvSpPr>
            <p:spPr>
              <a:xfrm>
                <a:off x="-376090" y="4051740"/>
                <a:ext cx="12280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But what if we don’t know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beforehand??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866290-4B54-3B7E-1251-11822166E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4051740"/>
                <a:ext cx="12280490" cy="461665"/>
              </a:xfrm>
              <a:prstGeom prst="rect">
                <a:avLst/>
              </a:prstGeom>
              <a:blipFill>
                <a:blip r:embed="rId6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57F59D6-B062-5674-552B-BD14A8C22E3D}"/>
              </a:ext>
            </a:extLst>
          </p:cNvPr>
          <p:cNvSpPr txBox="1"/>
          <p:nvPr/>
        </p:nvSpPr>
        <p:spPr>
          <a:xfrm>
            <a:off x="-376090" y="4160665"/>
            <a:ext cx="11073581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endParaRPr lang="en-US" sz="2400" dirty="0"/>
          </a:p>
          <a:p>
            <a:pPr lvl="1">
              <a:spcAft>
                <a:spcPts val="600"/>
              </a:spcAft>
            </a:pPr>
            <a:r>
              <a:rPr lang="en-US" sz="2400" dirty="0"/>
              <a:t>The good news is that we actually don’t need to know them!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6275DD-B81E-5E1A-63EF-836B60458346}"/>
                  </a:ext>
                </a:extLst>
              </p:cNvPr>
              <p:cNvSpPr txBox="1"/>
              <p:nvPr/>
            </p:nvSpPr>
            <p:spPr>
              <a:xfrm>
                <a:off x="-376090" y="5207104"/>
                <a:ext cx="62877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We can scale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down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6275DD-B81E-5E1A-63EF-836B60458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5207104"/>
                <a:ext cx="628772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A9A997-4D54-9DAC-6778-45CAA7200899}"/>
                  </a:ext>
                </a:extLst>
              </p:cNvPr>
              <p:cNvSpPr txBox="1"/>
              <p:nvPr/>
            </p:nvSpPr>
            <p:spPr>
              <a:xfrm>
                <a:off x="-376091" y="5807267"/>
                <a:ext cx="11997819" cy="915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The effects of this scaling are passed onto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 However, we can always renormalize our solution vector using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l-G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=</m:t>
                            </m:r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5A9A997-4D54-9DAC-6778-45CAA7200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1" y="5807267"/>
                <a:ext cx="11997819" cy="915700"/>
              </a:xfrm>
              <a:prstGeom prst="rect">
                <a:avLst/>
              </a:prstGeom>
              <a:blipFill>
                <a:blip r:embed="rId8"/>
                <a:stretch>
                  <a:fillRect t="-17333" b="-9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556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13DDF-021F-E629-C06F-9FB2D9F8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257F1-2360-FE97-9BB5-5A9DC23D9C6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2A4498-4739-8A96-86CF-4530FFD3B58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9A583-ED60-BEBA-8A42-0381313747D6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 Response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DC66A-E2C2-4F9D-7636-E6DC9DC2B559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Our best response polytopes now become: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A6C2BA-51FF-2901-9C8C-F6CF83B87BF5}"/>
                  </a:ext>
                </a:extLst>
              </p:cNvPr>
              <p:cNvSpPr txBox="1"/>
              <p:nvPr/>
            </p:nvSpPr>
            <p:spPr>
              <a:xfrm>
                <a:off x="1560869" y="2378573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A6C2BA-51FF-2901-9C8C-F6CF83B8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869" y="2378573"/>
                <a:ext cx="94315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1BD3A-84FE-9ECA-678C-28AB8ADF781F}"/>
                  </a:ext>
                </a:extLst>
              </p:cNvPr>
              <p:cNvSpPr txBox="1"/>
              <p:nvPr/>
            </p:nvSpPr>
            <p:spPr>
              <a:xfrm>
                <a:off x="1380203" y="3032483"/>
                <a:ext cx="9431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01BD3A-84FE-9ECA-678C-28AB8ADF7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203" y="3032483"/>
                <a:ext cx="943159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85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5A74-9A00-F6BD-5D90-63CDAEBE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CF93DD-E551-ACEC-0410-9B8D82ACD0C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98675-B3B2-0CEB-89CF-AD68E218B3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25398-9BBB-9310-3B21-805FAAD880D8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 Response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68F42-7C24-A97F-E5F1-A7C10B7CADEB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Consider the following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DC26D0-2718-8A96-376D-9335952D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F4A97C-4103-51D4-C959-2EAFA74994A8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FAFD5-814B-DE74-713A-F0A5E04B104E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71EC2-757F-946D-E05E-6FA8EFD71CFB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D1546-42DF-270B-B0FE-6E2625D9C708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43E5D-CE9C-4A48-5567-F7EA9044D049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9D42F-C858-F9FD-2C51-73B9E5F20ED7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B6689-4F0C-9793-B9EF-C157198F5C3A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592692-D028-C86A-0070-21C543C131B7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BB5134-EA76-BA4D-4D0E-DBC2FA6C6D19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77039-DBAE-FEEC-F7AD-C920C3DBB9C6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EE6892-82BE-F7A5-4906-EBE0C9667175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9CB58B-F7F7-A3D0-1B8B-42B4A4EA9986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A639F-D22E-084C-F40B-337889FA5668}"/>
                  </a:ext>
                </a:extLst>
              </p:cNvPr>
              <p:cNvSpPr txBox="1"/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A639F-D22E-084C-F40B-337889FA5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78ADE7-3D7F-702F-4BB5-47410ED75DE5}"/>
                  </a:ext>
                </a:extLst>
              </p:cNvPr>
              <p:cNvSpPr txBox="1"/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78ADE7-3D7F-702F-4BB5-47410ED75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FDC85A-48E0-FE02-7B4A-23426F882BD1}"/>
                  </a:ext>
                </a:extLst>
              </p:cNvPr>
              <p:cNvSpPr txBox="1"/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FDC85A-48E0-FE02-7B4A-23426F882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F350A-71AC-6201-2D8D-5BE261E6C1AC}"/>
                  </a:ext>
                </a:extLst>
              </p:cNvPr>
              <p:cNvSpPr txBox="1"/>
              <p:nvPr/>
            </p:nvSpPr>
            <p:spPr>
              <a:xfrm>
                <a:off x="6516393" y="4220769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F350A-71AC-6201-2D8D-5BE261E6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220769"/>
                <a:ext cx="1757019" cy="369332"/>
              </a:xfrm>
              <a:prstGeom prst="rect">
                <a:avLst/>
              </a:prstGeom>
              <a:blipFill>
                <a:blip r:embed="rId7"/>
                <a:stretch>
                  <a:fillRect l="-4167" r="-3819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C95E68-9A8B-6436-ECE3-CC61AB4AD7B1}"/>
                  </a:ext>
                </a:extLst>
              </p:cNvPr>
              <p:cNvSpPr txBox="1"/>
              <p:nvPr/>
            </p:nvSpPr>
            <p:spPr>
              <a:xfrm>
                <a:off x="6516393" y="4666630"/>
                <a:ext cx="1918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C95E68-9A8B-6436-ECE3-CC61AB4AD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666630"/>
                <a:ext cx="1918922" cy="369332"/>
              </a:xfrm>
              <a:prstGeom prst="rect">
                <a:avLst/>
              </a:prstGeom>
              <a:blipFill>
                <a:blip r:embed="rId8"/>
                <a:stretch>
                  <a:fillRect l="-635" t="-5000" r="-317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F5A013-FEEF-2DB8-DFE6-D673750B4252}"/>
                  </a:ext>
                </a:extLst>
              </p:cNvPr>
              <p:cNvSpPr txBox="1"/>
              <p:nvPr/>
            </p:nvSpPr>
            <p:spPr>
              <a:xfrm>
                <a:off x="6516393" y="5112491"/>
                <a:ext cx="17570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F5A013-FEEF-2DB8-DFE6-D673750B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112491"/>
                <a:ext cx="1757019" cy="369332"/>
              </a:xfrm>
              <a:prstGeom prst="rect">
                <a:avLst/>
              </a:prstGeom>
              <a:blipFill>
                <a:blip r:embed="rId9"/>
                <a:stretch>
                  <a:fillRect l="-4167" r="-381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816578-F798-E205-1CB8-CA5BD5E0E796}"/>
                  </a:ext>
                </a:extLst>
              </p:cNvPr>
              <p:cNvSpPr txBox="1"/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816578-F798-E205-1CB8-CA5BD5E0E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blipFill>
                <a:blip r:embed="rId10"/>
                <a:stretch>
                  <a:fillRect l="-4895" r="-8392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952964-3719-F8B4-E3B2-CC26BCB0B95B}"/>
                  </a:ext>
                </a:extLst>
              </p:cNvPr>
              <p:cNvSpPr txBox="1"/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952964-3719-F8B4-E3B2-CC26BCB0B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blipFill>
                <a:blip r:embed="rId11"/>
                <a:stretch>
                  <a:fillRect l="-9091" r="-839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645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40B4-4925-7EC8-6778-519C43DA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8D895A-B06C-A8BD-E601-59B958E996C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A71D96-78CF-67BE-F92D-123ABF2C973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402EB8-E615-B015-5EFC-6632768BF5EF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 Response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B70ED-8747-E28C-34ED-E9E4EED9B863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Consider the following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197B1-509D-4604-C7DD-3C97E9463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90B5E0-4F3B-76D4-0C5B-5542E0C2D1D0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781EC-3046-B337-C478-5C4B7C13E5D2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62F19-FC84-4C58-258E-2DDD8787D192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1A215-F64F-BD38-FD12-439093CB9884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7BB52-AB6D-6B48-68D5-C9523017DB05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8B15D-47DC-AD75-87DB-A0D4F1731D57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E6565F-F485-FC4B-1C1A-3D6A040F78F1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7334E2-F21D-E1B2-BDE5-765204AF92F7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33336-06D0-295E-0E43-7BED3F6830E6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8DA14A-8EF0-D3A9-951C-419BCE6217B1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FA67E0-F146-ECF0-3417-B87CB0C88DE6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D6C20D-585F-ED3E-EED4-EAB88D793C08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19FCC3-B273-08A4-1A38-B4FDE3BBF6C1}"/>
                  </a:ext>
                </a:extLst>
              </p:cNvPr>
              <p:cNvSpPr txBox="1"/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19FCC3-B273-08A4-1A38-B4FDE3BBF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2499295"/>
                <a:ext cx="68457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C3B83-B51E-6B8B-958C-E47683C1916B}"/>
                  </a:ext>
                </a:extLst>
              </p:cNvPr>
              <p:cNvSpPr txBox="1"/>
              <p:nvPr/>
            </p:nvSpPr>
            <p:spPr>
              <a:xfrm>
                <a:off x="5412658" y="3066528"/>
                <a:ext cx="30363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4C3B83-B51E-6B8B-958C-E47683C19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066528"/>
                <a:ext cx="3036361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954CEB2-F620-FA96-6307-949E8A313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801" y="3830718"/>
            <a:ext cx="3036361" cy="2909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/>
              <p:nvPr/>
            </p:nvSpPr>
            <p:spPr>
              <a:xfrm>
                <a:off x="10002338" y="6391719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CFB314-3D6F-2639-E62B-3512A462D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338" y="6391719"/>
                <a:ext cx="329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/>
              <p:nvPr/>
            </p:nvSpPr>
            <p:spPr>
              <a:xfrm>
                <a:off x="7094627" y="3471218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DBDEB5-4C5A-33C3-9757-FE6DC149E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627" y="3471218"/>
                <a:ext cx="32904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015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7E5F3-118D-2DDC-27F8-BFD2B556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8049AE-70B9-C18C-CBFE-2A32EE44B64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75DA4-11F3-2E07-90F0-51A4D76C4A4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81EB5-1789-06DF-8667-BC1279FBBF9F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 Response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DC79F-D5B9-B4D3-1D54-C7B5B0C6AA92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Consider the following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B0429B-4A9F-B9BA-81B2-885E45D87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A6B897-8223-BBB4-150F-F19273455791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DA713-BB60-A1E7-687B-5DC1A20C915E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ADC44-23DB-6D44-3911-D00D9F9A39DE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822E6-F0C6-5DCF-4E57-1445A1B5419B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491CF-4EEF-9895-7A27-F561CE02D0FA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7A57E-F6C8-F6A8-BD00-D02A9B8A4F40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C15D8D-A9EF-C841-931F-9E61ED160BFE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CF1EED-23BB-3167-BBF0-382885DAF831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243D8B-BB85-8521-BC8B-AB2FC4C51722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63BA8A-0215-9A34-0340-42F8525E03F7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EBE60A-AD7D-8ABD-066D-06BA93C29DF1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026A1C-85A5-C86C-A6EB-1298B540367E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04AFF-DE76-FBEA-9B0E-2C4573B855EE}"/>
                  </a:ext>
                </a:extLst>
              </p:cNvPr>
              <p:cNvSpPr txBox="1"/>
              <p:nvPr/>
            </p:nvSpPr>
            <p:spPr>
              <a:xfrm>
                <a:off x="5675609" y="2485521"/>
                <a:ext cx="64673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04AFF-DE76-FBEA-9B0E-2C4573B85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609" y="2485521"/>
                <a:ext cx="64673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C5541E-CBD1-DD40-3E59-3342D1F19C63}"/>
                  </a:ext>
                </a:extLst>
              </p:cNvPr>
              <p:cNvSpPr txBox="1"/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C5541E-CBD1-DD40-3E59-3342D1F19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144381"/>
                <a:ext cx="3036361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F85D87-B478-ED42-A879-DD8404D527A4}"/>
                  </a:ext>
                </a:extLst>
              </p:cNvPr>
              <p:cNvSpPr txBox="1"/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F85D87-B478-ED42-A879-DD8404D52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7" y="3682575"/>
                <a:ext cx="5275008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913583-0CCB-6A5E-7976-934797F2E365}"/>
                  </a:ext>
                </a:extLst>
              </p:cNvPr>
              <p:cNvSpPr txBox="1"/>
              <p:nvPr/>
            </p:nvSpPr>
            <p:spPr>
              <a:xfrm>
                <a:off x="6516393" y="4220769"/>
                <a:ext cx="24473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913583-0CCB-6A5E-7976-934797F2E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220769"/>
                <a:ext cx="2447337" cy="369332"/>
              </a:xfrm>
              <a:prstGeom prst="rect">
                <a:avLst/>
              </a:prstGeom>
              <a:blipFill>
                <a:blip r:embed="rId7"/>
                <a:stretch>
                  <a:fillRect l="-2743" r="-274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A4D94A-3470-492F-FD1D-1DD34423893D}"/>
                  </a:ext>
                </a:extLst>
              </p:cNvPr>
              <p:cNvSpPr txBox="1"/>
              <p:nvPr/>
            </p:nvSpPr>
            <p:spPr>
              <a:xfrm>
                <a:off x="6516393" y="4666630"/>
                <a:ext cx="26765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A4D94A-3470-492F-FD1D-1DD344238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4666630"/>
                <a:ext cx="2676567" cy="369332"/>
              </a:xfrm>
              <a:prstGeom prst="rect">
                <a:avLst/>
              </a:prstGeom>
              <a:blipFill>
                <a:blip r:embed="rId8"/>
                <a:stretch>
                  <a:fillRect l="-456" t="-5000" r="-2278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CFEC038-C7D0-C344-D9B2-A9B94333FA2E}"/>
                  </a:ext>
                </a:extLst>
              </p:cNvPr>
              <p:cNvSpPr txBox="1"/>
              <p:nvPr/>
            </p:nvSpPr>
            <p:spPr>
              <a:xfrm>
                <a:off x="6516393" y="5112491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CFEC038-C7D0-C344-D9B2-A9B94333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112491"/>
                <a:ext cx="874342" cy="369332"/>
              </a:xfrm>
              <a:prstGeom prst="rect">
                <a:avLst/>
              </a:prstGeom>
              <a:blipFill>
                <a:blip r:embed="rId9"/>
                <a:stretch>
                  <a:fillRect l="-4895" r="-8392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748F6F-E7BA-B95B-5DE0-42CFFAB400D7}"/>
                  </a:ext>
                </a:extLst>
              </p:cNvPr>
              <p:cNvSpPr txBox="1"/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748F6F-E7BA-B95B-5DE0-42CFFAB40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5558352"/>
                <a:ext cx="874342" cy="369332"/>
              </a:xfrm>
              <a:prstGeom prst="rect">
                <a:avLst/>
              </a:prstGeom>
              <a:blipFill>
                <a:blip r:embed="rId10"/>
                <a:stretch>
                  <a:fillRect l="-9091" r="-839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EC51D04-BE39-FA9D-1FE4-8DC365CA9641}"/>
                  </a:ext>
                </a:extLst>
              </p:cNvPr>
              <p:cNvSpPr txBox="1"/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EC51D04-BE39-FA9D-1FE4-8DC365CA9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393" y="6004213"/>
                <a:ext cx="874342" cy="369332"/>
              </a:xfrm>
              <a:prstGeom prst="rect">
                <a:avLst/>
              </a:prstGeom>
              <a:blipFill>
                <a:blip r:embed="rId11"/>
                <a:stretch>
                  <a:fillRect l="-4196" r="-6993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703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2EEE1-2EE6-9547-CADF-EC11E19E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BE08F5-440B-8793-BE1C-957480234AA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154BF5-0823-8884-6E66-54E9D8AD554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D94E9-4B59-19F2-DC9F-4690E5B82E14}"/>
              </a:ext>
            </a:extLst>
          </p:cNvPr>
          <p:cNvSpPr txBox="1"/>
          <p:nvPr/>
        </p:nvSpPr>
        <p:spPr>
          <a:xfrm>
            <a:off x="3092244" y="351682"/>
            <a:ext cx="7801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Best Response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3DBAC-C810-1BFF-BC0C-9A9F04E58004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Consider the following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C82DC6-EE33-A611-4C92-7A59AC4F3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9714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948B9A-FA81-0F3C-5E48-EDFF46215A8D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E27ED-514F-4AAF-C2DC-394D1F2884F9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2EFFD-0B7B-CCDE-01A2-216948FAE995}"/>
              </a:ext>
            </a:extLst>
          </p:cNvPr>
          <p:cNvSpPr txBox="1"/>
          <p:nvPr/>
        </p:nvSpPr>
        <p:spPr>
          <a:xfrm>
            <a:off x="4258171" y="317799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85759-F857-9301-6028-92DC5F5EDB0B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4CC7DE-C585-0E3C-B32C-B79E4EF40759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08343-081B-2B4E-DBFF-79E5A861FEF6}"/>
              </a:ext>
            </a:extLst>
          </p:cNvPr>
          <p:cNvSpPr txBox="1"/>
          <p:nvPr/>
        </p:nvSpPr>
        <p:spPr>
          <a:xfrm>
            <a:off x="4258171" y="38104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00FE1-F2EF-0813-18EC-B4E6F64EED3B}"/>
              </a:ext>
            </a:extLst>
          </p:cNvPr>
          <p:cNvSpPr txBox="1"/>
          <p:nvPr/>
        </p:nvSpPr>
        <p:spPr>
          <a:xfrm>
            <a:off x="16673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1F4666-B804-60C4-CC8F-66FA7D5A7104}"/>
              </a:ext>
            </a:extLst>
          </p:cNvPr>
          <p:cNvSpPr txBox="1"/>
          <p:nvPr/>
        </p:nvSpPr>
        <p:spPr>
          <a:xfrm>
            <a:off x="2962771" y="31982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A0AAF1-592D-173C-20EF-D2774071C061}"/>
              </a:ext>
            </a:extLst>
          </p:cNvPr>
          <p:cNvSpPr txBox="1"/>
          <p:nvPr/>
        </p:nvSpPr>
        <p:spPr>
          <a:xfrm>
            <a:off x="4258171" y="319287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3AB0F-22D0-A00F-D0F6-93B44913C039}"/>
              </a:ext>
            </a:extLst>
          </p:cNvPr>
          <p:cNvSpPr txBox="1"/>
          <p:nvPr/>
        </p:nvSpPr>
        <p:spPr>
          <a:xfrm>
            <a:off x="16673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2C68C-D478-90C2-7BFA-C53D886BD680}"/>
              </a:ext>
            </a:extLst>
          </p:cNvPr>
          <p:cNvSpPr txBox="1"/>
          <p:nvPr/>
        </p:nvSpPr>
        <p:spPr>
          <a:xfrm>
            <a:off x="2962771" y="38307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BA05CB-7E4D-6ECE-76C5-9FCDE1451F78}"/>
              </a:ext>
            </a:extLst>
          </p:cNvPr>
          <p:cNvSpPr txBox="1"/>
          <p:nvPr/>
        </p:nvSpPr>
        <p:spPr>
          <a:xfrm>
            <a:off x="4258171" y="38354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2F0EAF-75C9-5F86-4304-B26C40EA11B7}"/>
                  </a:ext>
                </a:extLst>
              </p:cNvPr>
              <p:cNvSpPr txBox="1"/>
              <p:nvPr/>
            </p:nvSpPr>
            <p:spPr>
              <a:xfrm>
                <a:off x="5675609" y="2485521"/>
                <a:ext cx="64673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2F0EAF-75C9-5F86-4304-B26C40EA1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609" y="2485521"/>
                <a:ext cx="64673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F3654DF-CA09-4E04-F2D0-1B46F7D75EC7}"/>
              </a:ext>
            </a:extLst>
          </p:cNvPr>
          <p:cNvSpPr txBox="1"/>
          <p:nvPr/>
        </p:nvSpPr>
        <p:spPr>
          <a:xfrm>
            <a:off x="7153619" y="3116787"/>
            <a:ext cx="3726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5"/>
              </a:rPr>
              <a:t>Q Polytope in Desmos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485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A1A3-7088-1D76-977C-6B40A6B8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17655A-BBD6-32BD-BEF9-328E8BD07E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4DB23-C81C-2E90-63DA-2A1F8BC572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26395-4C2F-CF61-0495-2CA4A3A53348}"/>
              </a:ext>
            </a:extLst>
          </p:cNvPr>
          <p:cNvSpPr txBox="1"/>
          <p:nvPr/>
        </p:nvSpPr>
        <p:spPr>
          <a:xfrm>
            <a:off x="427703" y="351682"/>
            <a:ext cx="11336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– How Do We Find Vertices?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9E0421-0254-3B41-45B3-50E44C67EBE8}"/>
              </a:ext>
            </a:extLst>
          </p:cNvPr>
          <p:cNvSpPr txBox="1"/>
          <p:nvPr/>
        </p:nvSpPr>
        <p:spPr>
          <a:xfrm>
            <a:off x="0" y="1931244"/>
            <a:ext cx="346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Geometric Duality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0D328-7AA6-1A47-5380-B3EE441646F1}"/>
              </a:ext>
            </a:extLst>
          </p:cNvPr>
          <p:cNvSpPr txBox="1"/>
          <p:nvPr/>
        </p:nvSpPr>
        <p:spPr>
          <a:xfrm>
            <a:off x="1" y="2392909"/>
            <a:ext cx="11218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facet in primal space corresponds to a vertex in dual 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C81B0-AA88-4778-A0C5-93028DF5B62A}"/>
              </a:ext>
            </a:extLst>
          </p:cNvPr>
          <p:cNvSpPr txBox="1"/>
          <p:nvPr/>
        </p:nvSpPr>
        <p:spPr>
          <a:xfrm>
            <a:off x="0" y="2849314"/>
            <a:ext cx="8622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facet in dual space corresponds to a vertex in primal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FD498-28E3-B85C-31B2-25A0F4E4F4FE}"/>
              </a:ext>
            </a:extLst>
          </p:cNvPr>
          <p:cNvSpPr/>
          <p:nvPr/>
        </p:nvSpPr>
        <p:spPr>
          <a:xfrm>
            <a:off x="427703" y="1989856"/>
            <a:ext cx="8195188" cy="13211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A974D-B1F3-BCA0-EEE5-A911336A96F4}"/>
              </a:ext>
            </a:extLst>
          </p:cNvPr>
          <p:cNvSpPr txBox="1"/>
          <p:nvPr/>
        </p:nvSpPr>
        <p:spPr>
          <a:xfrm>
            <a:off x="-373625" y="3547022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1: Find an interior point and define a new reference frame with this point at the origin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08D6C-74D5-9139-81D7-E2F514D0B861}"/>
              </a:ext>
            </a:extLst>
          </p:cNvPr>
          <p:cNvSpPr txBox="1"/>
          <p:nvPr/>
        </p:nvSpPr>
        <p:spPr>
          <a:xfrm>
            <a:off x="-373625" y="4112377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2: Convert all facets in primal space to vertices in dual space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7FF0A9-82E0-2906-4809-7FB8A091EAD0}"/>
              </a:ext>
            </a:extLst>
          </p:cNvPr>
          <p:cNvSpPr txBox="1"/>
          <p:nvPr/>
        </p:nvSpPr>
        <p:spPr>
          <a:xfrm>
            <a:off x="-373625" y="4677732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3: Generate facets between the vertices in dual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9931A-B02E-E1FE-4341-1C6257E44D6F}"/>
              </a:ext>
            </a:extLst>
          </p:cNvPr>
          <p:cNvSpPr txBox="1"/>
          <p:nvPr/>
        </p:nvSpPr>
        <p:spPr>
          <a:xfrm>
            <a:off x="-373625" y="5243087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4: Convert all facets in dual space to vertices in primal space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2CFA20-797C-4C21-6B5F-CEB89111E25D}"/>
              </a:ext>
            </a:extLst>
          </p:cNvPr>
          <p:cNvSpPr txBox="1"/>
          <p:nvPr/>
        </p:nvSpPr>
        <p:spPr>
          <a:xfrm>
            <a:off x="-373625" y="5808442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5: Shift back to original reference frame</a:t>
            </a:r>
          </a:p>
        </p:txBody>
      </p:sp>
    </p:spTree>
    <p:extLst>
      <p:ext uri="{BB962C8B-B14F-4D97-AF65-F5344CB8AC3E}">
        <p14:creationId xmlns:p14="http://schemas.microsoft.com/office/powerpoint/2010/main" val="2843278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F197-A295-0676-247C-A3E6BDA9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CE658F-89C0-6938-54F4-74BE23670A8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078CA8-7212-F5A8-B4EB-E60EA1D182D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A06C3-1FA5-941C-1B6D-5CE517C8FD30}"/>
              </a:ext>
            </a:extLst>
          </p:cNvPr>
          <p:cNvSpPr txBox="1"/>
          <p:nvPr/>
        </p:nvSpPr>
        <p:spPr>
          <a:xfrm>
            <a:off x="997974" y="378560"/>
            <a:ext cx="10196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Converting Primal Facets into Dual Vertices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C92DCD-6734-3C9C-AB02-5F4BE53A3A31}"/>
                  </a:ext>
                </a:extLst>
              </p:cNvPr>
              <p:cNvSpPr txBox="1"/>
              <p:nvPr/>
            </p:nvSpPr>
            <p:spPr>
              <a:xfrm>
                <a:off x="-231058" y="1949435"/>
                <a:ext cx="126541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A primal facet can be written in the following form: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C92DCD-6734-3C9C-AB02-5F4BE53A3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1058" y="1949435"/>
                <a:ext cx="12654116" cy="461665"/>
              </a:xfrm>
              <a:prstGeom prst="rect">
                <a:avLst/>
              </a:prstGeom>
              <a:blipFill>
                <a:blip r:embed="rId3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A0AA39-36AE-F762-8CF2-C27E7E5676CB}"/>
                  </a:ext>
                </a:extLst>
              </p:cNvPr>
              <p:cNvSpPr txBox="1"/>
              <p:nvPr/>
            </p:nvSpPr>
            <p:spPr>
              <a:xfrm>
                <a:off x="0" y="2453331"/>
                <a:ext cx="12654116" cy="584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The corresponding vertex in dual space is: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A0AA39-36AE-F762-8CF2-C27E7E567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53331"/>
                <a:ext cx="12654116" cy="584584"/>
              </a:xfrm>
              <a:prstGeom prst="rect">
                <a:avLst/>
              </a:prstGeom>
              <a:blipFill>
                <a:blip r:embed="rId4"/>
                <a:stretch>
                  <a:fillRect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006A44-A8C7-F7C6-78B0-FAD29EA4FF77}"/>
                  </a:ext>
                </a:extLst>
              </p:cNvPr>
              <p:cNvSpPr txBox="1"/>
              <p:nvPr/>
            </p:nvSpPr>
            <p:spPr>
              <a:xfrm>
                <a:off x="-231058" y="3080146"/>
                <a:ext cx="126541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* We need a reference frame centered on an interior point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006A44-A8C7-F7C6-78B0-FAD29EA4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1058" y="3080146"/>
                <a:ext cx="12654116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621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4E7D-FAB1-A7E2-E81B-82D8D7E2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A88DD3-EBF3-B9D3-E45F-7FDD08E02BE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BD874B-06B2-A796-69F3-099009251E1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1A56AC-7F27-C61A-8554-C3F491B18EC0}"/>
              </a:ext>
            </a:extLst>
          </p:cNvPr>
          <p:cNvSpPr txBox="1"/>
          <p:nvPr/>
        </p:nvSpPr>
        <p:spPr>
          <a:xfrm>
            <a:off x="427703" y="351682"/>
            <a:ext cx="11336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– How Do We Find Vertices?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BDB18-046E-528C-DE34-38EDDFD604D2}"/>
              </a:ext>
            </a:extLst>
          </p:cNvPr>
          <p:cNvSpPr txBox="1"/>
          <p:nvPr/>
        </p:nvSpPr>
        <p:spPr>
          <a:xfrm>
            <a:off x="-373625" y="1936420"/>
            <a:ext cx="346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F31E1DF-DB36-713A-707D-FE2A2166AC21}"/>
                  </a:ext>
                </a:extLst>
              </p:cNvPr>
              <p:cNvSpPr txBox="1"/>
              <p:nvPr/>
            </p:nvSpPr>
            <p:spPr>
              <a:xfrm>
                <a:off x="0" y="2392909"/>
                <a:ext cx="52750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F31E1DF-DB36-713A-707D-FE2A2166A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92909"/>
                <a:ext cx="5275008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526797-DDA5-9CD3-1C7D-46A56BF989F6}"/>
                  </a:ext>
                </a:extLst>
              </p:cNvPr>
              <p:cNvSpPr txBox="1"/>
              <p:nvPr/>
            </p:nvSpPr>
            <p:spPr>
              <a:xfrm>
                <a:off x="506808" y="2946907"/>
                <a:ext cx="25098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526797-DDA5-9CD3-1C7D-46A56BF98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08" y="2946907"/>
                <a:ext cx="2509854" cy="369332"/>
              </a:xfrm>
              <a:prstGeom prst="rect">
                <a:avLst/>
              </a:prstGeom>
              <a:blipFill>
                <a:blip r:embed="rId4"/>
                <a:stretch>
                  <a:fillRect l="-2427" r="-243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77A106-E286-D0CD-0036-4DF0A2BFDDA2}"/>
                  </a:ext>
                </a:extLst>
              </p:cNvPr>
              <p:cNvSpPr txBox="1"/>
              <p:nvPr/>
            </p:nvSpPr>
            <p:spPr>
              <a:xfrm>
                <a:off x="3016662" y="2946907"/>
                <a:ext cx="27390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77A106-E286-D0CD-0036-4DF0A2BFD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662" y="2946907"/>
                <a:ext cx="2739083" cy="369332"/>
              </a:xfrm>
              <a:prstGeom prst="rect">
                <a:avLst/>
              </a:prstGeom>
              <a:blipFill>
                <a:blip r:embed="rId5"/>
                <a:stretch>
                  <a:fillRect l="-445" t="-3279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E30C9C-688A-C98B-091B-FB33A5149869}"/>
                  </a:ext>
                </a:extLst>
              </p:cNvPr>
              <p:cNvSpPr txBox="1"/>
              <p:nvPr/>
            </p:nvSpPr>
            <p:spPr>
              <a:xfrm>
                <a:off x="5782848" y="2946907"/>
                <a:ext cx="8999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≥0</m:t>
                    </m:r>
                  </m:oMath>
                </a14:m>
                <a:r>
                  <a:rPr lang="en-US" sz="2400" dirty="0"/>
                  <a:t>,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5E30C9C-688A-C98B-091B-FB33A5149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848" y="2946907"/>
                <a:ext cx="899990" cy="369332"/>
              </a:xfrm>
              <a:prstGeom prst="rect">
                <a:avLst/>
              </a:prstGeom>
              <a:blipFill>
                <a:blip r:embed="rId6"/>
                <a:stretch>
                  <a:fillRect l="-8844" t="-24590" r="-19728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6CE6CF-6CC0-DD3C-83A7-8AD11BCA8C5E}"/>
                  </a:ext>
                </a:extLst>
              </p:cNvPr>
              <p:cNvSpPr txBox="1"/>
              <p:nvPr/>
            </p:nvSpPr>
            <p:spPr>
              <a:xfrm>
                <a:off x="6709941" y="2946907"/>
                <a:ext cx="9408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6CE6CF-6CC0-DD3C-83A7-8AD11BCA8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941" y="2946907"/>
                <a:ext cx="940835" cy="369332"/>
              </a:xfrm>
              <a:prstGeom prst="rect">
                <a:avLst/>
              </a:prstGeom>
              <a:blipFill>
                <a:blip r:embed="rId7"/>
                <a:stretch>
                  <a:fillRect l="-7792" r="-1299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87AE0F-FB8D-C0B4-99A9-3B7F97E38A6E}"/>
                  </a:ext>
                </a:extLst>
              </p:cNvPr>
              <p:cNvSpPr txBox="1"/>
              <p:nvPr/>
            </p:nvSpPr>
            <p:spPr>
              <a:xfrm>
                <a:off x="7677879" y="2946907"/>
                <a:ext cx="874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87AE0F-FB8D-C0B4-99A9-3B7F97E38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879" y="2946907"/>
                <a:ext cx="874342" cy="369332"/>
              </a:xfrm>
              <a:prstGeom prst="rect">
                <a:avLst/>
              </a:prstGeom>
              <a:blipFill>
                <a:blip r:embed="rId8"/>
                <a:stretch>
                  <a:fillRect l="-3472" r="-6944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8D72D9-69AE-8A32-2069-37DC44C5EB00}"/>
                  </a:ext>
                </a:extLst>
              </p:cNvPr>
              <p:cNvSpPr txBox="1"/>
              <p:nvPr/>
            </p:nvSpPr>
            <p:spPr>
              <a:xfrm>
                <a:off x="-373625" y="3547022"/>
                <a:ext cx="12654116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Step 1: Shift frame of reference to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8D72D9-69AE-8A32-2069-37DC44C5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3625" y="3547022"/>
                <a:ext cx="12654116" cy="613886"/>
              </a:xfrm>
              <a:prstGeom prst="rect">
                <a:avLst/>
              </a:prstGeom>
              <a:blipFill>
                <a:blip r:embed="rId9"/>
                <a:stretch>
                  <a:fillRect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A0897A-0D02-0FC7-70C3-1E163797B743}"/>
                  </a:ext>
                </a:extLst>
              </p:cNvPr>
              <p:cNvSpPr txBox="1"/>
              <p:nvPr/>
            </p:nvSpPr>
            <p:spPr>
              <a:xfrm>
                <a:off x="0" y="4187331"/>
                <a:ext cx="5275008" cy="470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en-US" sz="2400" dirty="0"/>
                  <a:t> is the polytope bounded by: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A0897A-0D02-0FC7-70C3-1E163797B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87331"/>
                <a:ext cx="5275008" cy="470706"/>
              </a:xfrm>
              <a:prstGeom prst="rect">
                <a:avLst/>
              </a:prstGeom>
              <a:blipFill>
                <a:blip r:embed="rId10"/>
                <a:stretch>
                  <a:fillRect t="-9091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6CA07C-CFFF-830E-71ED-6A6B7C82D1D1}"/>
                  </a:ext>
                </a:extLst>
              </p:cNvPr>
              <p:cNvSpPr txBox="1"/>
              <p:nvPr/>
            </p:nvSpPr>
            <p:spPr>
              <a:xfrm>
                <a:off x="516192" y="4658037"/>
                <a:ext cx="2337435" cy="735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6 −2 3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6CA07C-CFFF-830E-71ED-6A6B7C82D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92" y="4658037"/>
                <a:ext cx="2337435" cy="7350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55D76B-C6EC-DF57-07CC-F75A237A6448}"/>
                  </a:ext>
                </a:extLst>
              </p:cNvPr>
              <p:cNvSpPr txBox="1"/>
              <p:nvPr/>
            </p:nvSpPr>
            <p:spPr>
              <a:xfrm>
                <a:off x="2871185" y="4662953"/>
                <a:ext cx="2189958" cy="735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−4 5 4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55D76B-C6EC-DF57-07CC-F75A237A6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185" y="4662953"/>
                <a:ext cx="2189958" cy="73507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35042E-6B0C-CE97-E739-232FBE07C7E8}"/>
                  </a:ext>
                </a:extLst>
              </p:cNvPr>
              <p:cNvSpPr txBox="1"/>
              <p:nvPr/>
            </p:nvSpPr>
            <p:spPr>
              <a:xfrm>
                <a:off x="5123586" y="4657920"/>
                <a:ext cx="2234843" cy="735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−1 0 0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35042E-6B0C-CE97-E739-232FBE07C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586" y="4657920"/>
                <a:ext cx="2234843" cy="73507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C1D430-BF8E-09D3-6042-431D4FC93E77}"/>
                  </a:ext>
                </a:extLst>
              </p:cNvPr>
              <p:cNvSpPr txBox="1"/>
              <p:nvPr/>
            </p:nvSpPr>
            <p:spPr>
              <a:xfrm>
                <a:off x="7440078" y="4657920"/>
                <a:ext cx="2337435" cy="735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0 −1 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C1D430-BF8E-09D3-6042-431D4FC93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078" y="4657920"/>
                <a:ext cx="2337435" cy="73507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0D4ECE-5B83-CD74-DF8C-1B2AB52647DC}"/>
                  </a:ext>
                </a:extLst>
              </p:cNvPr>
              <p:cNvSpPr txBox="1"/>
              <p:nvPr/>
            </p:nvSpPr>
            <p:spPr>
              <a:xfrm>
                <a:off x="9859162" y="4657919"/>
                <a:ext cx="2337435" cy="735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0 −1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0D4ECE-5B83-CD74-DF8C-1B2AB5264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162" y="4657919"/>
                <a:ext cx="2337435" cy="73507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FC35A0B9-EA80-3889-981C-A448BAD1F667}"/>
              </a:ext>
            </a:extLst>
          </p:cNvPr>
          <p:cNvSpPr txBox="1"/>
          <p:nvPr/>
        </p:nvSpPr>
        <p:spPr>
          <a:xfrm>
            <a:off x="-373625" y="5535452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2: Convert all facets in primal space to vertices in dual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74040-364B-098E-52ED-1C50F100FAFB}"/>
                  </a:ext>
                </a:extLst>
              </p:cNvPr>
              <p:cNvSpPr txBox="1"/>
              <p:nvPr/>
            </p:nvSpPr>
            <p:spPr>
              <a:xfrm>
                <a:off x="-464586" y="6134543"/>
                <a:ext cx="12654116" cy="550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We get the following vertices in dual space: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10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−10 0 0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0 −10 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 0 −10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E74040-364B-098E-52ED-1C50F100F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4586" y="6134543"/>
                <a:ext cx="12654116" cy="550728"/>
              </a:xfrm>
              <a:prstGeom prst="rect">
                <a:avLst/>
              </a:prstGeom>
              <a:blipFill>
                <a:blip r:embed="rId16"/>
                <a:stretch>
                  <a:fillRect t="-219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058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050F-6101-8AE0-B415-0DB57CDF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2170AA-322D-A927-E8C3-E57CF3495B4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91687-A52E-EA8B-E19D-8DBCFD83318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84558-28D1-54A0-D347-1F5C7354DCC1}"/>
              </a:ext>
            </a:extLst>
          </p:cNvPr>
          <p:cNvSpPr txBox="1"/>
          <p:nvPr/>
        </p:nvSpPr>
        <p:spPr>
          <a:xfrm>
            <a:off x="427703" y="351682"/>
            <a:ext cx="11336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– How Do We Find Vertices?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9364FF-A8F9-77C2-77C2-285B1E8A5A29}"/>
              </a:ext>
            </a:extLst>
          </p:cNvPr>
          <p:cNvSpPr txBox="1"/>
          <p:nvPr/>
        </p:nvSpPr>
        <p:spPr>
          <a:xfrm>
            <a:off x="-344128" y="2392909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3: Generate facets between the vertices in dual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B7B156-5213-6993-F46F-4073392BCB45}"/>
                  </a:ext>
                </a:extLst>
              </p:cNvPr>
              <p:cNvSpPr txBox="1"/>
              <p:nvPr/>
            </p:nvSpPr>
            <p:spPr>
              <a:xfrm>
                <a:off x="127285" y="2952536"/>
                <a:ext cx="3333670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 1 −1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B7B156-5213-6993-F46F-4073392BC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5" y="2952536"/>
                <a:ext cx="3333670" cy="957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3C3FAA-D0C2-D74B-3668-D21D57428B29}"/>
                  </a:ext>
                </a:extLst>
              </p:cNvPr>
              <p:cNvSpPr txBox="1"/>
              <p:nvPr/>
            </p:nvSpPr>
            <p:spPr>
              <a:xfrm>
                <a:off x="4257791" y="2959553"/>
                <a:ext cx="3784113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24 39 −11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10≤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3C3FAA-D0C2-D74B-3668-D21D57428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791" y="2959553"/>
                <a:ext cx="3784113" cy="9578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7618FC-59AE-6712-367C-87F84D5F0090}"/>
                  </a:ext>
                </a:extLst>
              </p:cNvPr>
              <p:cNvSpPr txBox="1"/>
              <p:nvPr/>
            </p:nvSpPr>
            <p:spPr>
              <a:xfrm>
                <a:off x="8356312" y="2959553"/>
                <a:ext cx="3333670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−2 −2 3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7618FC-59AE-6712-367C-87F84D5F0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312" y="2959553"/>
                <a:ext cx="3333670" cy="9578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9CFC53-3EC8-17C7-1D8C-F82360AF4767}"/>
                  </a:ext>
                </a:extLst>
              </p:cNvPr>
              <p:cNvSpPr txBox="1"/>
              <p:nvPr/>
            </p:nvSpPr>
            <p:spPr>
              <a:xfrm>
                <a:off x="127285" y="4101271"/>
                <a:ext cx="4013343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−13 −18 32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80≤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9CFC53-3EC8-17C7-1D8C-F82360AF4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5" y="4101271"/>
                <a:ext cx="4013343" cy="9578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8139D7-2FEB-DED8-F3A9-3DBECDFC40C4}"/>
                  </a:ext>
                </a:extLst>
              </p:cNvPr>
              <p:cNvSpPr txBox="1"/>
              <p:nvPr/>
            </p:nvSpPr>
            <p:spPr>
              <a:xfrm>
                <a:off x="4257791" y="4101271"/>
                <a:ext cx="3699731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−1 −1 −1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8139D7-2FEB-DED8-F3A9-3DBECDFC4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791" y="4101271"/>
                <a:ext cx="3699731" cy="9578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74C85C-BB3E-811E-7144-1347AF1A7BBB}"/>
                  </a:ext>
                </a:extLst>
              </p:cNvPr>
              <p:cNvSpPr txBox="1"/>
              <p:nvPr/>
            </p:nvSpPr>
            <p:spPr>
              <a:xfrm>
                <a:off x="8356312" y="4096816"/>
                <a:ext cx="3407984" cy="9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2 −3 −3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74C85C-BB3E-811E-7144-1347AF1A7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312" y="4096816"/>
                <a:ext cx="3407984" cy="9578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80304B5-DABD-921B-F02C-1B2ECB44E680}"/>
              </a:ext>
            </a:extLst>
          </p:cNvPr>
          <p:cNvSpPr txBox="1"/>
          <p:nvPr/>
        </p:nvSpPr>
        <p:spPr>
          <a:xfrm>
            <a:off x="-373625" y="5164431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4: Convert all facets in dual space to vertices in primal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01E11A-3F17-AB3B-FE4B-7572CCED1E2D}"/>
                  </a:ext>
                </a:extLst>
              </p:cNvPr>
              <p:cNvSpPr txBox="1"/>
              <p:nvPr/>
            </p:nvSpPr>
            <p:spPr>
              <a:xfrm>
                <a:off x="-462116" y="5626096"/>
                <a:ext cx="12654116" cy="1009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We get the following vertices in primal space: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110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39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110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01E11A-3F17-AB3B-FE4B-7572CCED1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2116" y="5626096"/>
                <a:ext cx="12654116" cy="1009251"/>
              </a:xfrm>
              <a:prstGeom prst="rect">
                <a:avLst/>
              </a:prstGeom>
              <a:blipFill>
                <a:blip r:embed="rId9"/>
                <a:stretch>
                  <a:fillRect t="-4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3CA0670-18E9-37E1-F0D9-8CEBE0FEB5C9}"/>
              </a:ext>
            </a:extLst>
          </p:cNvPr>
          <p:cNvSpPr txBox="1"/>
          <p:nvPr/>
        </p:nvSpPr>
        <p:spPr>
          <a:xfrm>
            <a:off x="-373625" y="1936420"/>
            <a:ext cx="346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294231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A807-1261-B8BB-D531-E896185F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4C5A69-0FCA-B137-DF01-2C121FD9374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B5097-657E-88DA-310A-FFA4DCE61F2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51FF8-FC12-1C9D-2F33-4870456140AE}"/>
              </a:ext>
            </a:extLst>
          </p:cNvPr>
          <p:cNvSpPr txBox="1"/>
          <p:nvPr/>
        </p:nvSpPr>
        <p:spPr>
          <a:xfrm>
            <a:off x="427703" y="351682"/>
            <a:ext cx="11336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Vertex Enumeration – How Do We Find Vertices?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529411-ADF7-11BE-3682-5419CEE051EC}"/>
                  </a:ext>
                </a:extLst>
              </p:cNvPr>
              <p:cNvSpPr txBox="1"/>
              <p:nvPr/>
            </p:nvSpPr>
            <p:spPr>
              <a:xfrm>
                <a:off x="-796412" y="2957237"/>
                <a:ext cx="12654116" cy="85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180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529411-ADF7-11BE-3682-5419CEE05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6412" y="2957237"/>
                <a:ext cx="12654116" cy="854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5F677D8-F25C-4AA8-4A17-29D36AE0B69C}"/>
              </a:ext>
            </a:extLst>
          </p:cNvPr>
          <p:cNvSpPr txBox="1"/>
          <p:nvPr/>
        </p:nvSpPr>
        <p:spPr>
          <a:xfrm>
            <a:off x="-373625" y="1936420"/>
            <a:ext cx="346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EE13B-8AD1-55F4-3C38-CD75A16672EE}"/>
              </a:ext>
            </a:extLst>
          </p:cNvPr>
          <p:cNvSpPr txBox="1"/>
          <p:nvPr/>
        </p:nvSpPr>
        <p:spPr>
          <a:xfrm>
            <a:off x="-373625" y="2451262"/>
            <a:ext cx="12654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Step 5: Shift back to original reference frame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F4550D65-B81E-8E08-7B5F-3A767EC67958}"/>
              </a:ext>
            </a:extLst>
          </p:cNvPr>
          <p:cNvSpPr/>
          <p:nvPr/>
        </p:nvSpPr>
        <p:spPr>
          <a:xfrm>
            <a:off x="4729316" y="3867261"/>
            <a:ext cx="1420761" cy="114886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C6746C-C231-CA44-1C56-6C641E754821}"/>
                  </a:ext>
                </a:extLst>
              </p:cNvPr>
              <p:cNvSpPr txBox="1"/>
              <p:nvPr/>
            </p:nvSpPr>
            <p:spPr>
              <a:xfrm>
                <a:off x="-796412" y="5085771"/>
                <a:ext cx="12654116" cy="85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C6746C-C231-CA44-1C56-6C641E754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6412" y="5085771"/>
                <a:ext cx="12654116" cy="854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B18F3C-51AA-BA86-0065-D7DAD690F096}"/>
                  </a:ext>
                </a:extLst>
              </p:cNvPr>
              <p:cNvSpPr txBox="1"/>
              <p:nvPr/>
            </p:nvSpPr>
            <p:spPr>
              <a:xfrm>
                <a:off x="5835445" y="3939036"/>
                <a:ext cx="5614219" cy="86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EB18F3C-51AA-BA86-0065-D7DAD690F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445" y="3939036"/>
                <a:ext cx="5614219" cy="8631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588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9813-6F17-A62A-FD70-9E6524C5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4EEAE0-4380-ADF0-368E-E9382174883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2614E8-23D3-9A27-7777-09643AC6A7A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D859B-6A2F-23D5-044D-DA4857C59089}"/>
              </a:ext>
            </a:extLst>
          </p:cNvPr>
          <p:cNvSpPr txBox="1"/>
          <p:nvPr/>
        </p:nvSpPr>
        <p:spPr>
          <a:xfrm>
            <a:off x="3008671" y="351682"/>
            <a:ext cx="875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Continuing the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24D1F-C004-EF88-CBDB-D045B9C389AF}"/>
              </a:ext>
            </a:extLst>
          </p:cNvPr>
          <p:cNvSpPr txBox="1"/>
          <p:nvPr/>
        </p:nvSpPr>
        <p:spPr>
          <a:xfrm>
            <a:off x="-373625" y="1936420"/>
            <a:ext cx="346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F9DDA-C866-F9D1-BDCD-3DE64982CA04}"/>
              </a:ext>
            </a:extLst>
          </p:cNvPr>
          <p:cNvSpPr txBox="1"/>
          <p:nvPr/>
        </p:nvSpPr>
        <p:spPr>
          <a:xfrm>
            <a:off x="-373625" y="2451262"/>
            <a:ext cx="6951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Now we re-normalize our probability vectors: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390FCD-B5D6-C793-36A5-B81CDBAAA14B}"/>
                  </a:ext>
                </a:extLst>
              </p:cNvPr>
              <p:cNvSpPr txBox="1"/>
              <p:nvPr/>
            </p:nvSpPr>
            <p:spPr>
              <a:xfrm>
                <a:off x="6744928" y="2962990"/>
                <a:ext cx="5953433" cy="85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0 0 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0 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390FCD-B5D6-C793-36A5-B81CDBAA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928" y="2962990"/>
                <a:ext cx="5953433" cy="854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E156D7-A44D-5F63-4C6A-1265923D753E}"/>
                  </a:ext>
                </a:extLst>
              </p:cNvPr>
              <p:cNvSpPr txBox="1"/>
              <p:nvPr/>
            </p:nvSpPr>
            <p:spPr>
              <a:xfrm>
                <a:off x="-373625" y="2962990"/>
                <a:ext cx="6651523" cy="85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E156D7-A44D-5F63-4C6A-1265923D7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3625" y="2962990"/>
                <a:ext cx="6651523" cy="854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Down 2">
            <a:extLst>
              <a:ext uri="{FF2B5EF4-FFF2-40B4-BE49-F238E27FC236}">
                <a16:creationId xmlns:a16="http://schemas.microsoft.com/office/drawing/2014/main" id="{708C145C-DB0E-9ED3-3C7B-34B1D77DFC51}"/>
              </a:ext>
            </a:extLst>
          </p:cNvPr>
          <p:cNvSpPr/>
          <p:nvPr/>
        </p:nvSpPr>
        <p:spPr>
          <a:xfrm rot="16200000">
            <a:off x="6450188" y="2986971"/>
            <a:ext cx="461665" cy="80624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8616F-62C8-3D6F-AEB0-D4860F512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70191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171BDF-10C2-10E3-3CA2-E3318393B21B}"/>
              </a:ext>
            </a:extLst>
          </p:cNvPr>
          <p:cNvSpPr txBox="1"/>
          <p:nvPr/>
        </p:nvSpPr>
        <p:spPr>
          <a:xfrm>
            <a:off x="16673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56E57-3E3B-986F-0175-E0800FB811E0}"/>
              </a:ext>
            </a:extLst>
          </p:cNvPr>
          <p:cNvSpPr txBox="1"/>
          <p:nvPr/>
        </p:nvSpPr>
        <p:spPr>
          <a:xfrm>
            <a:off x="29627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E3209-1310-6878-CEBB-34D3C2A48255}"/>
              </a:ext>
            </a:extLst>
          </p:cNvPr>
          <p:cNvSpPr txBox="1"/>
          <p:nvPr/>
        </p:nvSpPr>
        <p:spPr>
          <a:xfrm>
            <a:off x="4258171" y="490847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DBE4D-FF89-AE96-9F81-A0E5B690A01E}"/>
              </a:ext>
            </a:extLst>
          </p:cNvPr>
          <p:cNvSpPr txBox="1"/>
          <p:nvPr/>
        </p:nvSpPr>
        <p:spPr>
          <a:xfrm>
            <a:off x="16673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68EBA-056C-5721-134E-C0A1681B73B6}"/>
              </a:ext>
            </a:extLst>
          </p:cNvPr>
          <p:cNvSpPr txBox="1"/>
          <p:nvPr/>
        </p:nvSpPr>
        <p:spPr>
          <a:xfrm>
            <a:off x="29627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F36411-8B92-4B3F-DC3E-97E765FB359A}"/>
              </a:ext>
            </a:extLst>
          </p:cNvPr>
          <p:cNvSpPr txBox="1"/>
          <p:nvPr/>
        </p:nvSpPr>
        <p:spPr>
          <a:xfrm>
            <a:off x="4258171" y="554093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5763B-BCD2-0E45-B87E-38A84F67CB23}"/>
              </a:ext>
            </a:extLst>
          </p:cNvPr>
          <p:cNvSpPr txBox="1"/>
          <p:nvPr/>
        </p:nvSpPr>
        <p:spPr>
          <a:xfrm>
            <a:off x="16673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40197-EEDC-2FCB-3605-D27C9AC8DFEF}"/>
              </a:ext>
            </a:extLst>
          </p:cNvPr>
          <p:cNvSpPr txBox="1"/>
          <p:nvPr/>
        </p:nvSpPr>
        <p:spPr>
          <a:xfrm>
            <a:off x="29627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74B95D-6651-B116-2E7B-0F63C381C295}"/>
              </a:ext>
            </a:extLst>
          </p:cNvPr>
          <p:cNvSpPr txBox="1"/>
          <p:nvPr/>
        </p:nvSpPr>
        <p:spPr>
          <a:xfrm>
            <a:off x="4258171" y="49233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16F70-7454-F1B6-A6E0-AB6F6AC443E7}"/>
              </a:ext>
            </a:extLst>
          </p:cNvPr>
          <p:cNvSpPr txBox="1"/>
          <p:nvPr/>
        </p:nvSpPr>
        <p:spPr>
          <a:xfrm>
            <a:off x="16673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891AB4-A70E-F172-2854-12B0FE58616C}"/>
              </a:ext>
            </a:extLst>
          </p:cNvPr>
          <p:cNvSpPr txBox="1"/>
          <p:nvPr/>
        </p:nvSpPr>
        <p:spPr>
          <a:xfrm>
            <a:off x="29627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59AFEF-F6DF-39EC-1600-AE0E06FED080}"/>
              </a:ext>
            </a:extLst>
          </p:cNvPr>
          <p:cNvSpPr txBox="1"/>
          <p:nvPr/>
        </p:nvSpPr>
        <p:spPr>
          <a:xfrm>
            <a:off x="4258171" y="55659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0B5071-EBE7-8635-B8DD-7E72899A460A}"/>
                  </a:ext>
                </a:extLst>
              </p:cNvPr>
              <p:cNvSpPr txBox="1"/>
              <p:nvPr/>
            </p:nvSpPr>
            <p:spPr>
              <a:xfrm>
                <a:off x="5414993" y="3981930"/>
                <a:ext cx="1870587" cy="3371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1 0 0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0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0 0 1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0B5071-EBE7-8635-B8DD-7E72899A4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93" y="3981930"/>
                <a:ext cx="1870587" cy="33718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E708CB0-FA74-3E67-A5DF-A3E168FBD2D5}"/>
              </a:ext>
            </a:extLst>
          </p:cNvPr>
          <p:cNvSpPr txBox="1"/>
          <p:nvPr/>
        </p:nvSpPr>
        <p:spPr>
          <a:xfrm>
            <a:off x="6511537" y="4053699"/>
            <a:ext cx="5414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A</a:t>
            </a:r>
            <a:r>
              <a:rPr lang="en-US" sz="2000" dirty="0"/>
              <a:t>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0CE1B1-8FA9-47AC-2A15-1E127192D6D8}"/>
              </a:ext>
            </a:extLst>
          </p:cNvPr>
          <p:cNvSpPr txBox="1"/>
          <p:nvPr/>
        </p:nvSpPr>
        <p:spPr>
          <a:xfrm>
            <a:off x="6521369" y="4556981"/>
            <a:ext cx="5414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B</a:t>
            </a:r>
            <a:r>
              <a:rPr lang="en-US" sz="2000" dirty="0"/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E8766-CD93-54E8-B6CC-83A7382984FE}"/>
              </a:ext>
            </a:extLst>
          </p:cNvPr>
          <p:cNvSpPr txBox="1"/>
          <p:nvPr/>
        </p:nvSpPr>
        <p:spPr>
          <a:xfrm>
            <a:off x="6550865" y="5046104"/>
            <a:ext cx="5414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C</a:t>
            </a:r>
            <a:r>
              <a:rPr lang="en-US" sz="2000" dirty="0"/>
              <a:t>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03B50-BBD1-EDB1-933F-960C55C710E7}"/>
              </a:ext>
            </a:extLst>
          </p:cNvPr>
          <p:cNvSpPr txBox="1"/>
          <p:nvPr/>
        </p:nvSpPr>
        <p:spPr>
          <a:xfrm>
            <a:off x="6577780" y="5633271"/>
            <a:ext cx="561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A,B</a:t>
            </a:r>
            <a:r>
              <a:rPr lang="en-US" sz="2000" dirty="0"/>
              <a:t>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84CC2A-F3D4-0CD2-BAED-B093661E9C9C}"/>
              </a:ext>
            </a:extLst>
          </p:cNvPr>
          <p:cNvSpPr txBox="1"/>
          <p:nvPr/>
        </p:nvSpPr>
        <p:spPr>
          <a:xfrm>
            <a:off x="6577781" y="6344366"/>
            <a:ext cx="561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A,C</a:t>
            </a: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8202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9301-5F17-5216-A70C-88B7EDC7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722818-9D69-B396-AB53-81095ABFCE4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F403C-60D0-3B4F-CAF5-C9D0BBC70AC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69DC9-4250-6334-4389-A1E42FAE31B5}"/>
              </a:ext>
            </a:extLst>
          </p:cNvPr>
          <p:cNvSpPr txBox="1"/>
          <p:nvPr/>
        </p:nvSpPr>
        <p:spPr>
          <a:xfrm>
            <a:off x="3008671" y="351682"/>
            <a:ext cx="875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Continuing the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BBBD05-8C46-3CA7-39E6-2A576D7CD105}"/>
              </a:ext>
            </a:extLst>
          </p:cNvPr>
          <p:cNvSpPr txBox="1"/>
          <p:nvPr/>
        </p:nvSpPr>
        <p:spPr>
          <a:xfrm>
            <a:off x="-373625" y="1936420"/>
            <a:ext cx="3460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6205C-4422-B739-3343-D642B68C6AF2}"/>
              </a:ext>
            </a:extLst>
          </p:cNvPr>
          <p:cNvSpPr txBox="1"/>
          <p:nvPr/>
        </p:nvSpPr>
        <p:spPr>
          <a:xfrm>
            <a:off x="-373625" y="2451262"/>
            <a:ext cx="6951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Now we re-normalize our probability vectors: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05C953-61E4-7D85-E601-64C1CD671ACD}"/>
                  </a:ext>
                </a:extLst>
              </p:cNvPr>
              <p:cNvSpPr txBox="1"/>
              <p:nvPr/>
            </p:nvSpPr>
            <p:spPr>
              <a:xfrm>
                <a:off x="6744928" y="2962990"/>
                <a:ext cx="5953433" cy="85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0 0 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0 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05C953-61E4-7D85-E601-64C1CD671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928" y="2962990"/>
                <a:ext cx="5953433" cy="854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B95F85-360B-6F1C-87A1-A447DA82823B}"/>
                  </a:ext>
                </a:extLst>
              </p:cNvPr>
              <p:cNvSpPr txBox="1"/>
              <p:nvPr/>
            </p:nvSpPr>
            <p:spPr>
              <a:xfrm>
                <a:off x="-373625" y="2962990"/>
                <a:ext cx="6651523" cy="854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den>
                          </m:f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0 0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B95F85-360B-6F1C-87A1-A447DA828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3625" y="2962990"/>
                <a:ext cx="6651523" cy="854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Down 2">
            <a:extLst>
              <a:ext uri="{FF2B5EF4-FFF2-40B4-BE49-F238E27FC236}">
                <a16:creationId xmlns:a16="http://schemas.microsoft.com/office/drawing/2014/main" id="{195D68F2-5695-C040-1CFD-D179B324BC56}"/>
              </a:ext>
            </a:extLst>
          </p:cNvPr>
          <p:cNvSpPr/>
          <p:nvPr/>
        </p:nvSpPr>
        <p:spPr>
          <a:xfrm rot="16200000">
            <a:off x="6450188" y="2986971"/>
            <a:ext cx="461665" cy="80624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91B3A-8190-B055-B915-1D105DA7B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70191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809333-F0C2-0342-2089-E1C58E95EBCB}"/>
              </a:ext>
            </a:extLst>
          </p:cNvPr>
          <p:cNvSpPr txBox="1"/>
          <p:nvPr/>
        </p:nvSpPr>
        <p:spPr>
          <a:xfrm>
            <a:off x="16673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255160-F4AF-7E30-22F7-44E66B514266}"/>
              </a:ext>
            </a:extLst>
          </p:cNvPr>
          <p:cNvSpPr txBox="1"/>
          <p:nvPr/>
        </p:nvSpPr>
        <p:spPr>
          <a:xfrm>
            <a:off x="29627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52237-4E68-AA91-BDC0-A47E7858303A}"/>
              </a:ext>
            </a:extLst>
          </p:cNvPr>
          <p:cNvSpPr txBox="1"/>
          <p:nvPr/>
        </p:nvSpPr>
        <p:spPr>
          <a:xfrm>
            <a:off x="4258171" y="490847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A229CA-528A-F0A7-FB8A-B5F1C5810063}"/>
              </a:ext>
            </a:extLst>
          </p:cNvPr>
          <p:cNvSpPr txBox="1"/>
          <p:nvPr/>
        </p:nvSpPr>
        <p:spPr>
          <a:xfrm>
            <a:off x="16673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21E89-4A5A-98E6-61AF-07C823076F60}"/>
              </a:ext>
            </a:extLst>
          </p:cNvPr>
          <p:cNvSpPr txBox="1"/>
          <p:nvPr/>
        </p:nvSpPr>
        <p:spPr>
          <a:xfrm>
            <a:off x="29627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3682D8-97A9-C9D8-43EB-21090DE9476F}"/>
              </a:ext>
            </a:extLst>
          </p:cNvPr>
          <p:cNvSpPr txBox="1"/>
          <p:nvPr/>
        </p:nvSpPr>
        <p:spPr>
          <a:xfrm>
            <a:off x="4258171" y="554093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48A799-994A-80EB-DCD6-5A3172A0820A}"/>
              </a:ext>
            </a:extLst>
          </p:cNvPr>
          <p:cNvSpPr txBox="1"/>
          <p:nvPr/>
        </p:nvSpPr>
        <p:spPr>
          <a:xfrm>
            <a:off x="16673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C39D22-7979-EDCA-5B3B-6BDB2E3399B2}"/>
              </a:ext>
            </a:extLst>
          </p:cNvPr>
          <p:cNvSpPr txBox="1"/>
          <p:nvPr/>
        </p:nvSpPr>
        <p:spPr>
          <a:xfrm>
            <a:off x="2962771" y="492873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23E9CD-7D50-01C5-7E0C-9E7C9E5505DA}"/>
              </a:ext>
            </a:extLst>
          </p:cNvPr>
          <p:cNvSpPr txBox="1"/>
          <p:nvPr/>
        </p:nvSpPr>
        <p:spPr>
          <a:xfrm>
            <a:off x="4258171" y="49233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B2C0F6-1540-632D-AB01-2CCC5AB0529E}"/>
              </a:ext>
            </a:extLst>
          </p:cNvPr>
          <p:cNvSpPr txBox="1"/>
          <p:nvPr/>
        </p:nvSpPr>
        <p:spPr>
          <a:xfrm>
            <a:off x="16673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BBEB47-6DFF-807C-E3A7-4CFE1CB1A1D2}"/>
              </a:ext>
            </a:extLst>
          </p:cNvPr>
          <p:cNvSpPr txBox="1"/>
          <p:nvPr/>
        </p:nvSpPr>
        <p:spPr>
          <a:xfrm>
            <a:off x="2962771" y="556119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0C4542-BB1E-60D6-80A0-D2A2E0CF056A}"/>
              </a:ext>
            </a:extLst>
          </p:cNvPr>
          <p:cNvSpPr txBox="1"/>
          <p:nvPr/>
        </p:nvSpPr>
        <p:spPr>
          <a:xfrm>
            <a:off x="4258171" y="556596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DD9179-7C27-56BD-2AE4-37EFA7E5E4DB}"/>
                  </a:ext>
                </a:extLst>
              </p:cNvPr>
              <p:cNvSpPr txBox="1"/>
              <p:nvPr/>
            </p:nvSpPr>
            <p:spPr>
              <a:xfrm>
                <a:off x="5414993" y="3981930"/>
                <a:ext cx="1870587" cy="3371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1 0 0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0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0 0 1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DD9179-7C27-56BD-2AE4-37EFA7E5E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93" y="3981930"/>
                <a:ext cx="1870587" cy="33718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583E6F8-743D-F05B-B74F-758C821549C9}"/>
              </a:ext>
            </a:extLst>
          </p:cNvPr>
          <p:cNvSpPr txBox="1"/>
          <p:nvPr/>
        </p:nvSpPr>
        <p:spPr>
          <a:xfrm>
            <a:off x="6511537" y="4053699"/>
            <a:ext cx="5414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A</a:t>
            </a:r>
            <a:r>
              <a:rPr lang="en-US" sz="2000" dirty="0"/>
              <a:t>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75AF57-C2B7-73EF-3494-09A65D724523}"/>
              </a:ext>
            </a:extLst>
          </p:cNvPr>
          <p:cNvSpPr txBox="1"/>
          <p:nvPr/>
        </p:nvSpPr>
        <p:spPr>
          <a:xfrm>
            <a:off x="6521369" y="4556981"/>
            <a:ext cx="5414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B</a:t>
            </a:r>
            <a:r>
              <a:rPr lang="en-US" sz="2000" dirty="0"/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8AC38A-79F2-DD02-02F9-30513A5D14B3}"/>
              </a:ext>
            </a:extLst>
          </p:cNvPr>
          <p:cNvSpPr txBox="1"/>
          <p:nvPr/>
        </p:nvSpPr>
        <p:spPr>
          <a:xfrm>
            <a:off x="6550865" y="5046104"/>
            <a:ext cx="5414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C</a:t>
            </a:r>
            <a:r>
              <a:rPr lang="en-US" sz="2000" dirty="0"/>
              <a:t>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EEC6DA-7B62-E798-8B94-5692D1CA5977}"/>
              </a:ext>
            </a:extLst>
          </p:cNvPr>
          <p:cNvSpPr txBox="1"/>
          <p:nvPr/>
        </p:nvSpPr>
        <p:spPr>
          <a:xfrm>
            <a:off x="6577780" y="5633271"/>
            <a:ext cx="561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A,B</a:t>
            </a:r>
            <a:r>
              <a:rPr lang="en-US" sz="2000" dirty="0"/>
              <a:t>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8EE881-EF8F-B4EF-9996-026085D4EC85}"/>
              </a:ext>
            </a:extLst>
          </p:cNvPr>
          <p:cNvSpPr txBox="1"/>
          <p:nvPr/>
        </p:nvSpPr>
        <p:spPr>
          <a:xfrm>
            <a:off x="6577781" y="6344366"/>
            <a:ext cx="561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000" dirty="0"/>
              <a:t>Equilibrium vector with Player 2 Support {</a:t>
            </a:r>
            <a:r>
              <a:rPr lang="en-US" sz="2000" dirty="0">
                <a:solidFill>
                  <a:srgbClr val="064EA1"/>
                </a:solidFill>
              </a:rPr>
              <a:t>A,C</a:t>
            </a:r>
            <a:r>
              <a:rPr lang="en-US" sz="2000" dirty="0"/>
              <a:t>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A64DC7-AFA2-54C2-EA2D-D7A9371C6DBB}"/>
              </a:ext>
            </a:extLst>
          </p:cNvPr>
          <p:cNvSpPr/>
          <p:nvPr/>
        </p:nvSpPr>
        <p:spPr>
          <a:xfrm>
            <a:off x="5828829" y="5508129"/>
            <a:ext cx="6284513" cy="677868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39F2E7-2AA6-6563-AC16-68D1E56E8F25}"/>
              </a:ext>
            </a:extLst>
          </p:cNvPr>
          <p:cNvSpPr txBox="1"/>
          <p:nvPr/>
        </p:nvSpPr>
        <p:spPr>
          <a:xfrm>
            <a:off x="4190848" y="4703184"/>
            <a:ext cx="7869499" cy="52322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Player 2’s Nash Equilibrium Strategy</a:t>
            </a:r>
          </a:p>
        </p:txBody>
      </p:sp>
    </p:spTree>
    <p:extLst>
      <p:ext uri="{BB962C8B-B14F-4D97-AF65-F5344CB8AC3E}">
        <p14:creationId xmlns:p14="http://schemas.microsoft.com/office/powerpoint/2010/main" val="3397499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6559-F23C-2E7A-241B-BBF5451B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D16FE6-A082-F273-84A9-5924EB9086B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F8C61D-7359-6510-7DBC-F591E857DFC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32B6C-D96C-E488-6727-AD866EB09368}"/>
              </a:ext>
            </a:extLst>
          </p:cNvPr>
          <p:cNvSpPr txBox="1"/>
          <p:nvPr/>
        </p:nvSpPr>
        <p:spPr>
          <a:xfrm>
            <a:off x="3795252" y="351682"/>
            <a:ext cx="442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Simplex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515903-A087-DEBC-C21E-8B500114B627}"/>
              </a:ext>
            </a:extLst>
          </p:cNvPr>
          <p:cNvSpPr txBox="1"/>
          <p:nvPr/>
        </p:nvSpPr>
        <p:spPr>
          <a:xfrm>
            <a:off x="-376090" y="1744431"/>
            <a:ext cx="12280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The Simplex Algorithm is an pivot-based method for solving linear problems. It starts at a vertex and pivots along edges to adjacent vertices that improve the objective value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56690-53C1-D2C4-A955-06CF711B6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817" y="2618070"/>
            <a:ext cx="3806005" cy="3806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634FBE-CCD3-9CC8-E142-FD94D39D244C}"/>
                  </a:ext>
                </a:extLst>
              </p:cNvPr>
              <p:cNvSpPr txBox="1"/>
              <p:nvPr/>
            </p:nvSpPr>
            <p:spPr>
              <a:xfrm>
                <a:off x="-389606" y="2572470"/>
                <a:ext cx="836971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The algorithm converts a system’s inequalities to equalities by adding slack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634FBE-CCD3-9CC8-E142-FD94D39D2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9606" y="2572470"/>
                <a:ext cx="8369716" cy="830997"/>
              </a:xfrm>
              <a:prstGeom prst="rect">
                <a:avLst/>
              </a:prstGeom>
              <a:blipFill>
                <a:blip r:embed="rId4"/>
                <a:stretch>
                  <a:fillRect t="-5882" r="-1675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2D5ACB9-C016-246E-CC38-D91006ABAD3B}"/>
              </a:ext>
            </a:extLst>
          </p:cNvPr>
          <p:cNvSpPr txBox="1"/>
          <p:nvPr/>
        </p:nvSpPr>
        <p:spPr>
          <a:xfrm>
            <a:off x="-389606" y="3429000"/>
            <a:ext cx="8123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>
                <a:ea typeface="Cambria Math" panose="02040503050406030204" pitchFamily="18" charset="0"/>
              </a:rPr>
              <a:t>We can then rewrite our objective function in terms of “non-basic variables” [equal to 0 at that vertex]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EAA36-3A11-F216-0E7E-2211FA079787}"/>
              </a:ext>
            </a:extLst>
          </p:cNvPr>
          <p:cNvSpPr txBox="1"/>
          <p:nvPr/>
        </p:nvSpPr>
        <p:spPr>
          <a:xfrm>
            <a:off x="-80568" y="5579014"/>
            <a:ext cx="7260335" cy="120032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ea typeface="Cambria Math" panose="02040503050406030204" pitchFamily="18" charset="0"/>
              </a:rPr>
              <a:t>The Simplex Algorithm is designed for optimization on the surface of </a:t>
            </a:r>
            <a:r>
              <a:rPr lang="en-US" sz="2400" u="sng" dirty="0">
                <a:ea typeface="Cambria Math" panose="02040503050406030204" pitchFamily="18" charset="0"/>
              </a:rPr>
              <a:t>only one polytope</a:t>
            </a:r>
            <a:r>
              <a:rPr lang="en-US" sz="2400" dirty="0">
                <a:ea typeface="Cambria Math" panose="02040503050406030204" pitchFamily="18" charset="0"/>
              </a:rPr>
              <a:t>, not for vertex enumeration across two polytopes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EFF7F-AA57-1E9C-DBD3-F9978BDCECF5}"/>
              </a:ext>
            </a:extLst>
          </p:cNvPr>
          <p:cNvSpPr/>
          <p:nvPr/>
        </p:nvSpPr>
        <p:spPr>
          <a:xfrm>
            <a:off x="191957" y="5579014"/>
            <a:ext cx="6987810" cy="12003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39D6B-FD96-AA9C-9B75-0DAB3FB54B4D}"/>
              </a:ext>
            </a:extLst>
          </p:cNvPr>
          <p:cNvSpPr txBox="1"/>
          <p:nvPr/>
        </p:nvSpPr>
        <p:spPr>
          <a:xfrm>
            <a:off x="-389606" y="4283563"/>
            <a:ext cx="8207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If increasing a non-basic variable improves our objective value, we move to the vertex where that non-basic variable is maximized</a:t>
            </a:r>
            <a:endParaRPr lang="en-US" sz="24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399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7E74-0CB5-A4BB-3DDE-F0A3D681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F8B6B5-213A-7570-6521-5F254AF6C8F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8C9D76-E184-68F7-DB90-D8F62206F7C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62503-273C-A4F1-050B-F4F5731CA381}"/>
              </a:ext>
            </a:extLst>
          </p:cNvPr>
          <p:cNvSpPr txBox="1"/>
          <p:nvPr/>
        </p:nvSpPr>
        <p:spPr>
          <a:xfrm>
            <a:off x="3795252" y="351682"/>
            <a:ext cx="442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Simplex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ACA27-6768-9E14-C1E6-F52AD2D6E2D8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1C011A-11EC-2070-720C-41B54CB55ED8}"/>
                  </a:ext>
                </a:extLst>
              </p:cNvPr>
              <p:cNvSpPr txBox="1"/>
              <p:nvPr/>
            </p:nvSpPr>
            <p:spPr>
              <a:xfrm>
                <a:off x="-376090" y="2206096"/>
                <a:ext cx="7543806" cy="5927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Suppose that we want to maximize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subject to</a:t>
                </a:r>
              </a:p>
              <a:p>
                <a:pPr lvl="1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≤6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≤8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400" dirty="0"/>
                  <a:t>Using slack variables: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We then express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:</a:t>
                </a: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1C011A-11EC-2070-720C-41B54CB55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2206096"/>
                <a:ext cx="7543806" cy="5927392"/>
              </a:xfrm>
              <a:prstGeom prst="rect">
                <a:avLst/>
              </a:prstGeom>
              <a:blipFill>
                <a:blip r:embed="rId3"/>
                <a:stretch>
                  <a:fillRect t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75F94ED-082C-D88E-3933-C67ADD628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716" y="2561959"/>
            <a:ext cx="4671359" cy="39443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F6D6F8-AC64-50AB-CF94-6338FEC3E88B}"/>
                  </a:ext>
                </a:extLst>
              </p:cNvPr>
              <p:cNvSpPr txBox="1"/>
              <p:nvPr/>
            </p:nvSpPr>
            <p:spPr>
              <a:xfrm>
                <a:off x="11739876" y="5736197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F6D6F8-AC64-50AB-CF94-6338FEC3E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9876" y="5736197"/>
                <a:ext cx="3290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0D4D33-2C6A-8D37-EFBB-3BAB72D26FA9}"/>
                  </a:ext>
                </a:extLst>
              </p:cNvPr>
              <p:cNvSpPr txBox="1"/>
              <p:nvPr/>
            </p:nvSpPr>
            <p:spPr>
              <a:xfrm>
                <a:off x="7753154" y="2206096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0D4D33-2C6A-8D37-EFBB-3BAB72D26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154" y="2206096"/>
                <a:ext cx="32904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E5CA3C8-C2E7-1127-7D2C-BDC0AAA47386}"/>
              </a:ext>
            </a:extLst>
          </p:cNvPr>
          <p:cNvSpPr txBox="1"/>
          <p:nvPr/>
        </p:nvSpPr>
        <p:spPr>
          <a:xfrm rot="3344508">
            <a:off x="8706627" y="4234204"/>
            <a:ext cx="2630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a typeface="Cambria Math" panose="02040503050406030204" pitchFamily="18" charset="0"/>
              </a:rPr>
              <a:t>Lines of Constant Utility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78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35E5-E81B-7BD5-F479-62EB035D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211773-1AD7-E6EF-F078-5884CB8F95B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7013F1-4BCB-6ED5-3704-E47641BD26E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38A6D-29C2-0292-5657-A940518AE45B}"/>
              </a:ext>
            </a:extLst>
          </p:cNvPr>
          <p:cNvSpPr txBox="1"/>
          <p:nvPr/>
        </p:nvSpPr>
        <p:spPr>
          <a:xfrm>
            <a:off x="3795252" y="351682"/>
            <a:ext cx="442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Simplex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BA699E-BDC0-0D20-BC41-947A2B61E336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AE85B-6B6F-7457-BA95-6DB86451A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745" y="2606205"/>
            <a:ext cx="3806005" cy="3806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C77250-47AF-46C4-6AF5-FB287B92FDB2}"/>
                  </a:ext>
                </a:extLst>
              </p:cNvPr>
              <p:cNvSpPr txBox="1"/>
              <p:nvPr/>
            </p:nvSpPr>
            <p:spPr>
              <a:xfrm>
                <a:off x="-376090" y="2136513"/>
                <a:ext cx="8300890" cy="6341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Suppose that we want to maximize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subject to</a:t>
                </a:r>
              </a:p>
              <a:p>
                <a:pPr lvl="1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≤6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≤8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400" dirty="0">
                    <a:latin typeface="Cambria Math" panose="02040503050406030204" pitchFamily="18" charset="0"/>
                  </a:rPr>
                  <a:t>Our objective function becomes: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our objective function is maximized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Plugging those values into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we get that: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Utility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en-US" sz="2400" dirty="0">
                    <a:ea typeface="Cambria Math" panose="02040503050406030204" pitchFamily="18" charset="0"/>
                  </a:rPr>
                  <a:t>  </a:t>
                </a:r>
              </a:p>
              <a:p>
                <a:pPr lvl="1">
                  <a:spcAft>
                    <a:spcPts val="600"/>
                  </a:spcAft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C77250-47AF-46C4-6AF5-FB287B92F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2136513"/>
                <a:ext cx="8300890" cy="6341159"/>
              </a:xfrm>
              <a:prstGeom prst="rect">
                <a:avLst/>
              </a:prstGeom>
              <a:blipFill>
                <a:blip r:embed="rId4"/>
                <a:stretch>
                  <a:fillRect t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9C66572-7D1B-9CBB-EF83-02BA83F21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716" y="2561959"/>
            <a:ext cx="4671359" cy="39443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63BBE5-6BB9-DB91-4757-0625EF4A4279}"/>
              </a:ext>
            </a:extLst>
          </p:cNvPr>
          <p:cNvSpPr txBox="1"/>
          <p:nvPr/>
        </p:nvSpPr>
        <p:spPr>
          <a:xfrm rot="3344508">
            <a:off x="8706627" y="4234204"/>
            <a:ext cx="2630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a typeface="Cambria Math" panose="02040503050406030204" pitchFamily="18" charset="0"/>
              </a:rPr>
              <a:t>Lines of Constant Utility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300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FF08-3CE7-4A6A-A801-97EBE032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6D42DA-3042-10B2-E325-724DB015334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E12CA-9096-4C87-D32B-ADBFCB4442B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F7FDD-FDE7-A766-52BF-D0A8E82FBC60}"/>
              </a:ext>
            </a:extLst>
          </p:cNvPr>
          <p:cNvSpPr txBox="1"/>
          <p:nvPr/>
        </p:nvSpPr>
        <p:spPr>
          <a:xfrm>
            <a:off x="3795252" y="351682"/>
            <a:ext cx="442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Simplex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256F26-29B5-7C2A-0C26-C4A80473623E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 2.0: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2CC8FB-EE8E-E1E0-B3E5-07A08E787D4C}"/>
                  </a:ext>
                </a:extLst>
              </p:cNvPr>
              <p:cNvSpPr txBox="1"/>
              <p:nvPr/>
            </p:nvSpPr>
            <p:spPr>
              <a:xfrm>
                <a:off x="-376090" y="2263049"/>
                <a:ext cx="7996091" cy="4373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Suppose that we want to maximize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subject to</a:t>
                </a: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≤6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≤8,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≤4.5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≥0 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lvl="1"/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400" dirty="0"/>
                  <a:t>Using slack variables: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We then express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:</a:t>
                </a: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2CC8FB-EE8E-E1E0-B3E5-07A08E787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2263049"/>
                <a:ext cx="7996091" cy="4373120"/>
              </a:xfrm>
              <a:prstGeom prst="rect">
                <a:avLst/>
              </a:prstGeom>
              <a:blipFill>
                <a:blip r:embed="rId3"/>
                <a:stretch>
                  <a:fillRect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2454706-103C-8A16-922F-2C08014E7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7716" y="2598444"/>
            <a:ext cx="4671359" cy="3871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9FEE1-546F-0D40-C728-1CF5938988E4}"/>
                  </a:ext>
                </a:extLst>
              </p:cNvPr>
              <p:cNvSpPr txBox="1"/>
              <p:nvPr/>
            </p:nvSpPr>
            <p:spPr>
              <a:xfrm>
                <a:off x="11739876" y="5736197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B9FEE1-546F-0D40-C728-1CF593898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9876" y="5736197"/>
                <a:ext cx="3290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CBF291-BDEC-AF3E-5710-7150B5A87FA9}"/>
                  </a:ext>
                </a:extLst>
              </p:cNvPr>
              <p:cNvSpPr txBox="1"/>
              <p:nvPr/>
            </p:nvSpPr>
            <p:spPr>
              <a:xfrm>
                <a:off x="7753154" y="2206096"/>
                <a:ext cx="3290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CBF291-BDEC-AF3E-5710-7150B5A87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154" y="2206096"/>
                <a:ext cx="32904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45972DB-4B1F-2BC6-A276-9F36083FBF67}"/>
              </a:ext>
            </a:extLst>
          </p:cNvPr>
          <p:cNvSpPr txBox="1"/>
          <p:nvPr/>
        </p:nvSpPr>
        <p:spPr>
          <a:xfrm rot="3344508">
            <a:off x="8637803" y="4194876"/>
            <a:ext cx="2630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a typeface="Cambria Math" panose="02040503050406030204" pitchFamily="18" charset="0"/>
              </a:rPr>
              <a:t>Lines of Constant Utility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738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B850-63F9-4A51-F969-91616B10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C03D1C-B6B4-7FF9-5DF7-367AE2B6D6A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8F128-36AF-0179-F148-7C2FB94FC7E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4CE96-0874-9789-019B-542B668A0B80}"/>
              </a:ext>
            </a:extLst>
          </p:cNvPr>
          <p:cNvSpPr txBox="1"/>
          <p:nvPr/>
        </p:nvSpPr>
        <p:spPr>
          <a:xfrm>
            <a:off x="3795252" y="351682"/>
            <a:ext cx="442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Simplex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501422-C8C2-F3FE-A8D8-BD6D7687B3CC}"/>
              </a:ext>
            </a:extLst>
          </p:cNvPr>
          <p:cNvSpPr txBox="1"/>
          <p:nvPr/>
        </p:nvSpPr>
        <p:spPr>
          <a:xfrm>
            <a:off x="-376090" y="1744431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BAB23B-E410-AFDF-94D4-2E82CC3E1997}"/>
                  </a:ext>
                </a:extLst>
              </p:cNvPr>
              <p:cNvSpPr txBox="1"/>
              <p:nvPr/>
            </p:nvSpPr>
            <p:spPr>
              <a:xfrm>
                <a:off x="-376090" y="2136513"/>
                <a:ext cx="8300890" cy="1155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>
                    <a:latin typeface="Cambria Math" panose="02040503050406030204" pitchFamily="18" charset="0"/>
                  </a:rPr>
                  <a:t>Our objective function becomes: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BAB23B-E410-AFDF-94D4-2E82CC3E1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6090" y="2136513"/>
                <a:ext cx="8300890" cy="1155509"/>
              </a:xfrm>
              <a:prstGeom prst="rect">
                <a:avLst/>
              </a:prstGeom>
              <a:blipFill>
                <a:blip r:embed="rId3"/>
                <a:stretch>
                  <a:fillRect t="-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368C75-7FE5-A6E4-F60E-EEE01111FBC8}"/>
                  </a:ext>
                </a:extLst>
              </p:cNvPr>
              <p:cNvSpPr txBox="1"/>
              <p:nvPr/>
            </p:nvSpPr>
            <p:spPr>
              <a:xfrm>
                <a:off x="-275507" y="3340416"/>
                <a:ext cx="8713845" cy="1249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Now we want to maximize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subject to</a:t>
                </a:r>
              </a:p>
              <a:p>
                <a:pPr lvl="1"/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368C75-7FE5-A6E4-F60E-EEE01111F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5507" y="3340416"/>
                <a:ext cx="8713845" cy="1249573"/>
              </a:xfrm>
              <a:prstGeom prst="rect">
                <a:avLst/>
              </a:prstGeom>
              <a:blipFill>
                <a:blip r:embed="rId4"/>
                <a:stretch>
                  <a:fillRect b="-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1CB72A-7BA5-5F05-1F24-7C420FF019B0}"/>
                  </a:ext>
                </a:extLst>
              </p:cNvPr>
              <p:cNvSpPr txBox="1"/>
              <p:nvPr/>
            </p:nvSpPr>
            <p:spPr>
              <a:xfrm>
                <a:off x="5616672" y="2637301"/>
                <a:ext cx="6287728" cy="616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1CB72A-7BA5-5F05-1F24-7C420FF01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672" y="2637301"/>
                <a:ext cx="6287728" cy="616194"/>
              </a:xfrm>
              <a:prstGeom prst="rect">
                <a:avLst/>
              </a:prstGeom>
              <a:blipFill>
                <a:blip r:embed="rId5"/>
                <a:stretch>
                  <a:fillRect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9ECBD0-6AFA-BFCA-1CDD-821BE0BE1D9A}"/>
                  </a:ext>
                </a:extLst>
              </p:cNvPr>
              <p:cNvSpPr txBox="1"/>
              <p:nvPr/>
            </p:nvSpPr>
            <p:spPr>
              <a:xfrm>
                <a:off x="-275507" y="4577921"/>
                <a:ext cx="8713845" cy="12161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This is equivalent to maximizing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subject to</a:t>
                </a:r>
              </a:p>
              <a:p>
                <a:pPr lvl="1"/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9ECBD0-6AFA-BFCA-1CDD-821BE0BE1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5507" y="4577921"/>
                <a:ext cx="8713845" cy="1216102"/>
              </a:xfrm>
              <a:prstGeom prst="rect">
                <a:avLst/>
              </a:prstGeom>
              <a:blipFill>
                <a:blip r:embed="rId6"/>
                <a:stretch>
                  <a:fillRect b="-5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E01A8A-04CE-7E05-41F7-AE0929F658B3}"/>
                  </a:ext>
                </a:extLst>
              </p:cNvPr>
              <p:cNvSpPr txBox="1"/>
              <p:nvPr/>
            </p:nvSpPr>
            <p:spPr>
              <a:xfrm>
                <a:off x="-184165" y="5701930"/>
                <a:ext cx="8713845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This maximization occurs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E01A8A-04CE-7E05-41F7-AE0929F65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165" y="5701930"/>
                <a:ext cx="8713845" cy="613886"/>
              </a:xfrm>
              <a:prstGeom prst="rect">
                <a:avLst/>
              </a:prstGeom>
              <a:blipFill>
                <a:blip r:embed="rId7"/>
                <a:stretch>
                  <a:fillRect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92830C-E7BA-E7B7-8683-A1933D2F5F05}"/>
                  </a:ext>
                </a:extLst>
              </p:cNvPr>
              <p:cNvSpPr txBox="1"/>
              <p:nvPr/>
            </p:nvSpPr>
            <p:spPr>
              <a:xfrm>
                <a:off x="-184165" y="6243345"/>
                <a:ext cx="10196845" cy="614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>
                    <a:ea typeface="Cambria Math" panose="02040503050406030204" pitchFamily="18" charset="0"/>
                  </a:rPr>
                  <a:t>Plugging those values into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, we get that: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Utility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92830C-E7BA-E7B7-8683-A1933D2F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165" y="6243345"/>
                <a:ext cx="10196845" cy="614655"/>
              </a:xfrm>
              <a:prstGeom prst="rect">
                <a:avLst/>
              </a:prstGeom>
              <a:blipFill>
                <a:blip r:embed="rId8"/>
                <a:stretch>
                  <a:fillRect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560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3273</TotalTime>
  <Words>3059</Words>
  <Application>Microsoft Office PowerPoint</Application>
  <PresentationFormat>Widescreen</PresentationFormat>
  <Paragraphs>472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30</cp:revision>
  <cp:lastPrinted>2025-08-21T02:00:35Z</cp:lastPrinted>
  <dcterms:created xsi:type="dcterms:W3CDTF">2025-08-20T23:47:39Z</dcterms:created>
  <dcterms:modified xsi:type="dcterms:W3CDTF">2026-02-24T19:20:38Z</dcterms:modified>
</cp:coreProperties>
</file>