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1" r:id="rId2"/>
    <p:sldId id="434" r:id="rId3"/>
    <p:sldId id="435" r:id="rId4"/>
    <p:sldId id="436" r:id="rId5"/>
    <p:sldId id="437" r:id="rId6"/>
    <p:sldId id="450" r:id="rId7"/>
    <p:sldId id="451" r:id="rId8"/>
    <p:sldId id="438" r:id="rId9"/>
    <p:sldId id="440" r:id="rId10"/>
    <p:sldId id="441" r:id="rId11"/>
    <p:sldId id="439" r:id="rId12"/>
    <p:sldId id="443" r:id="rId13"/>
    <p:sldId id="442" r:id="rId14"/>
    <p:sldId id="444" r:id="rId15"/>
    <p:sldId id="449" r:id="rId16"/>
    <p:sldId id="445" r:id="rId17"/>
    <p:sldId id="446" r:id="rId18"/>
    <p:sldId id="447" r:id="rId19"/>
    <p:sldId id="448" r:id="rId2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34"/>
            <p14:sldId id="435"/>
            <p14:sldId id="436"/>
            <p14:sldId id="437"/>
            <p14:sldId id="450"/>
            <p14:sldId id="451"/>
            <p14:sldId id="438"/>
            <p14:sldId id="440"/>
            <p14:sldId id="441"/>
            <p14:sldId id="439"/>
            <p14:sldId id="443"/>
            <p14:sldId id="442"/>
            <p14:sldId id="444"/>
            <p14:sldId id="449"/>
            <p14:sldId id="445"/>
            <p14:sldId id="446"/>
            <p14:sldId id="447"/>
            <p14:sldId id="4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8" autoAdjust="0"/>
    <p:restoredTop sz="89673" autoAdjust="0"/>
  </p:normalViewPr>
  <p:slideViewPr>
    <p:cSldViewPr snapToGrid="0">
      <p:cViewPr varScale="1">
        <p:scale>
          <a:sx n="99" d="100"/>
          <a:sy n="99" d="100"/>
        </p:scale>
        <p:origin x="12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56E2-7EF4-8F31-B746-CBF335E9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AC3FF-6F89-E13F-A21D-E4A22DBC5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C439E-BBFF-BD4D-F4B7-8DC7194AA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6D77-ECB5-5850-A239-8D2295A7F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8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34896-24F8-124C-2CBA-575B4882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04978-CF0F-66D0-82CB-BB733935C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3AEDC-B379-52BB-68CD-6C4D7CBC0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99B07-3D2E-5352-47F4-F2DA6CCC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27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6891-186D-D675-4756-4FE757E0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F47FF-B4B3-30AA-374A-0D32DE924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7E21B-996D-C50C-6986-DD276BC06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75486-13E4-2F9D-188C-8ED5BA00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41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7B5F-015F-01F7-9AE9-5F4375B8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DB592-93D9-32D3-143A-7C8695BC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305A8-EA4B-7AEA-524D-BA69F2E83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CFB4E-30DF-087C-1B53-8738C8D8C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13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7391-0C16-E975-BB63-AB05DE09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0FBA9-C2F2-AC5F-6936-E7F1BC6CB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9529E-569D-4BB5-E45F-B85C2D8AB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B3A3-45A2-7ECD-90EB-4E86B1F36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6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6FCF-AB25-0800-5695-C18B37B3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7DB59-C812-D1C6-490D-91805C5C1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6C27E-2763-F366-6406-C5C1422C7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9A6AE-C63F-CF45-290F-732421D5C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0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B85B-5EC1-45B5-3425-3DEB73B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8A645-5CD9-E68B-661F-200932F7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CBFDE-76D2-CEC5-7C03-35C9A57EE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B03BC-522B-1A65-BB96-65F9F5CE8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192D-1D32-D6B6-52DA-9F79FC59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B9149-ADC3-CB89-DA32-98C56D0E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CCD7B-7C10-8289-CDC9-48B70C4BA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A3B97-1256-D230-6A3C-55B6C8D93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5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12962-9BB3-DEC5-81FE-0C33E361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E0F20-0D42-16EC-04EE-6CE48F650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970C9-0C4F-AAFB-BD79-89E733739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88F9-CEC6-6B8F-9CF2-50356364C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74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0316-36D9-2E37-1248-CF659B0C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FAB01-5AB8-6BD6-AE7E-8C824FE03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A5B77-77EC-A6A2-BB6F-349FA036D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E5FE0-7E25-8810-5FF5-B0F0801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56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BAFF-41FE-4261-1085-68ADEFCE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D1383-96DF-0E86-694B-CD4C44371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612D3-948C-C653-A22B-789D7A49E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EE1C-74BC-5A27-0922-B9A1A8405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97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4F04-98A9-A844-9CA8-E1CC4E1C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C0067-2385-0F2A-9A2B-EE0157FF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2ED7-1543-52DA-7A7B-80904624A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231CA-21AD-CD7A-8306-EA9A2650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25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B0A2F-2EA2-AC13-4BDA-EDA5F872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91CF8-B9AF-F275-E99C-768188FE0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F3275-C093-A4F0-3775-B1F8E3163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AF2D1-D12F-17E4-DD62-E9BA108EC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99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158E-C947-01A2-B047-FADF6EFC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C43E3-5979-A567-E5F2-173A1FED5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C46B5-6F59-CCA6-711F-A00A5485F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A4242-B547-B9A1-B60D-CA4085CA4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71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94DC-8F82-CA95-3326-6BA26E27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CD1F-4617-7108-0FF1-A2581D377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8332E-B3C2-52DF-9656-FC97626C4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9D765-D483-00AD-B089-2EE6DEC69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96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3AFB-0C80-1664-A9A0-7B91B2EC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ACABD-3F05-F78B-E3BE-705A96F98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6C3C8-954F-215C-CE3C-D369169BA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AF48A-5FCE-3DCD-7B8B-836CFCF29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88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AFF5-394F-2E3D-B580-AF52E06F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4F037-7AB4-0304-378F-1330C369E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6E802-EF57-6ACC-1883-653734C1A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DA8C-434E-3FED-6A01-6FADF4E86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96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DB02-0796-9FCE-C72A-02D51AED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90512-E280-666E-6498-9A4926B18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6AB2C-8B51-747E-2909-7E7A0B2E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B8C65-41F6-2A9F-255C-CE5BD9A80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19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Eight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Continuous Strategies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C43A8-5B93-A126-1F3F-48B82D18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99" y="1653896"/>
            <a:ext cx="5337823" cy="35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7E8C-4D08-3862-6961-A8C30159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169426-4FBA-C821-E5A6-18818AB751A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0F37D-F69B-2F08-E871-E113450CFC0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96A02-3F65-3DC1-557A-2DC558230A55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Last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CC83E-66F7-FB0D-3918-D70379529642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Construction of Ordinal Potentials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418208CC-B283-3899-CB8B-CA21FBE0C15C}"/>
              </a:ext>
            </a:extLst>
          </p:cNvPr>
          <p:cNvGraphicFramePr>
            <a:graphicFrameLocks noGrp="1"/>
          </p:cNvGraphicFramePr>
          <p:nvPr/>
        </p:nvGraphicFramePr>
        <p:xfrm>
          <a:off x="584766" y="2049781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E9E12D4D-C083-32B9-A78C-CFBFCCEB3BE1}"/>
              </a:ext>
            </a:extLst>
          </p:cNvPr>
          <p:cNvSpPr txBox="1"/>
          <p:nvPr/>
        </p:nvSpPr>
        <p:spPr>
          <a:xfrm>
            <a:off x="5951845" y="1836994"/>
            <a:ext cx="3910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Preference Arrows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B59FAB27-2E31-CAFD-5295-AA857AC935A2}"/>
              </a:ext>
            </a:extLst>
          </p:cNvPr>
          <p:cNvSpPr/>
          <p:nvPr/>
        </p:nvSpPr>
        <p:spPr>
          <a:xfrm rot="16200000">
            <a:off x="1168353" y="2573833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AA35F319-5646-78B4-E364-B94BB7BE46A8}"/>
              </a:ext>
            </a:extLst>
          </p:cNvPr>
          <p:cNvSpPr/>
          <p:nvPr/>
        </p:nvSpPr>
        <p:spPr>
          <a:xfrm>
            <a:off x="6500697" y="2479668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ECB93EA5-D511-307E-7BA6-64F251851FCE}"/>
              </a:ext>
            </a:extLst>
          </p:cNvPr>
          <p:cNvSpPr/>
          <p:nvPr/>
        </p:nvSpPr>
        <p:spPr>
          <a:xfrm>
            <a:off x="6500696" y="2907175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1BFB25-F0CB-7E96-35F5-1AD95FCCF9AF}"/>
              </a:ext>
            </a:extLst>
          </p:cNvPr>
          <p:cNvSpPr txBox="1"/>
          <p:nvPr/>
        </p:nvSpPr>
        <p:spPr>
          <a:xfrm>
            <a:off x="6834497" y="2404265"/>
            <a:ext cx="2600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Player 1 Preference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6458B0-DF58-5E13-DD31-EE2A72EBA410}"/>
              </a:ext>
            </a:extLst>
          </p:cNvPr>
          <p:cNvSpPr txBox="1"/>
          <p:nvPr/>
        </p:nvSpPr>
        <p:spPr>
          <a:xfrm>
            <a:off x="6792220" y="2836844"/>
            <a:ext cx="2692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Player 2 Preference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ECF03A8E-E43B-DDCA-9846-097C4F6245A3}"/>
              </a:ext>
            </a:extLst>
          </p:cNvPr>
          <p:cNvSpPr/>
          <p:nvPr/>
        </p:nvSpPr>
        <p:spPr>
          <a:xfrm rot="5400000">
            <a:off x="1152393" y="1998909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6E4F6607-D990-B81C-E294-0BB4F6A0847B}"/>
              </a:ext>
            </a:extLst>
          </p:cNvPr>
          <p:cNvSpPr/>
          <p:nvPr/>
        </p:nvSpPr>
        <p:spPr>
          <a:xfrm rot="5400000">
            <a:off x="1168352" y="3825912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D2801E28-9937-602C-C193-1F918F9C8A35}"/>
              </a:ext>
            </a:extLst>
          </p:cNvPr>
          <p:cNvSpPr/>
          <p:nvPr/>
        </p:nvSpPr>
        <p:spPr>
          <a:xfrm rot="5400000">
            <a:off x="1168352" y="3207792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F76F085F-4A00-9F1E-6231-EC9BDCCE6E3E}"/>
              </a:ext>
            </a:extLst>
          </p:cNvPr>
          <p:cNvSpPr/>
          <p:nvPr/>
        </p:nvSpPr>
        <p:spPr>
          <a:xfrm rot="5400000">
            <a:off x="2664439" y="1998909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3ABD9C72-7FF2-C025-4473-58EEC0B79C36}"/>
              </a:ext>
            </a:extLst>
          </p:cNvPr>
          <p:cNvSpPr/>
          <p:nvPr/>
        </p:nvSpPr>
        <p:spPr>
          <a:xfrm rot="5400000">
            <a:off x="2661439" y="3833719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EA1B6B74-5F69-C421-4E55-1E33087F08D8}"/>
              </a:ext>
            </a:extLst>
          </p:cNvPr>
          <p:cNvSpPr/>
          <p:nvPr/>
        </p:nvSpPr>
        <p:spPr>
          <a:xfrm rot="16200000">
            <a:off x="2661440" y="3207792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37C60A5A-5F32-9505-A81F-37F8261F6D2B}"/>
              </a:ext>
            </a:extLst>
          </p:cNvPr>
          <p:cNvSpPr/>
          <p:nvPr/>
        </p:nvSpPr>
        <p:spPr>
          <a:xfrm rot="5400000">
            <a:off x="4139652" y="3213902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E3C81118-3D38-13F0-6E48-B6751B4C7009}"/>
              </a:ext>
            </a:extLst>
          </p:cNvPr>
          <p:cNvSpPr/>
          <p:nvPr/>
        </p:nvSpPr>
        <p:spPr>
          <a:xfrm rot="5400000">
            <a:off x="4139651" y="3814927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8F9DAC5-9D9B-EE52-2ED1-71D6F4B35908}"/>
              </a:ext>
            </a:extLst>
          </p:cNvPr>
          <p:cNvSpPr/>
          <p:nvPr/>
        </p:nvSpPr>
        <p:spPr>
          <a:xfrm rot="16200000">
            <a:off x="4143912" y="2573833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D917BDB-0D25-9A1B-C118-785F04E1B5C3}"/>
              </a:ext>
            </a:extLst>
          </p:cNvPr>
          <p:cNvSpPr/>
          <p:nvPr/>
        </p:nvSpPr>
        <p:spPr>
          <a:xfrm rot="5400000">
            <a:off x="2660074" y="2581866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F094C46E-DB98-9831-3668-79EB52C1DBAC}"/>
              </a:ext>
            </a:extLst>
          </p:cNvPr>
          <p:cNvSpPr/>
          <p:nvPr/>
        </p:nvSpPr>
        <p:spPr>
          <a:xfrm rot="5400000">
            <a:off x="4148370" y="2011085"/>
            <a:ext cx="471825" cy="249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12649134-2089-BBE4-F67E-66F931928D10}"/>
              </a:ext>
            </a:extLst>
          </p:cNvPr>
          <p:cNvSpPr/>
          <p:nvPr/>
        </p:nvSpPr>
        <p:spPr>
          <a:xfrm rot="10800000">
            <a:off x="1898415" y="2234249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37E625B3-FE32-787F-43F6-2AE7CCC68E5B}"/>
              </a:ext>
            </a:extLst>
          </p:cNvPr>
          <p:cNvSpPr/>
          <p:nvPr/>
        </p:nvSpPr>
        <p:spPr>
          <a:xfrm>
            <a:off x="3523673" y="2234249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50AD708E-7C57-3348-153F-D45817867B33}"/>
              </a:ext>
            </a:extLst>
          </p:cNvPr>
          <p:cNvSpPr/>
          <p:nvPr/>
        </p:nvSpPr>
        <p:spPr>
          <a:xfrm>
            <a:off x="4867596" y="2233176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B104C1C7-09A0-6C10-9D9F-68A33DCD0A98}"/>
              </a:ext>
            </a:extLst>
          </p:cNvPr>
          <p:cNvSpPr/>
          <p:nvPr/>
        </p:nvSpPr>
        <p:spPr>
          <a:xfrm>
            <a:off x="374573" y="2233176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5949F4B1-C6EA-7E83-306C-931B32D76212}"/>
              </a:ext>
            </a:extLst>
          </p:cNvPr>
          <p:cNvSpPr/>
          <p:nvPr/>
        </p:nvSpPr>
        <p:spPr>
          <a:xfrm>
            <a:off x="1903804" y="2836844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A6E55871-DBE8-10AD-1960-8716EEE17BA7}"/>
              </a:ext>
            </a:extLst>
          </p:cNvPr>
          <p:cNvSpPr/>
          <p:nvPr/>
        </p:nvSpPr>
        <p:spPr>
          <a:xfrm>
            <a:off x="383984" y="2836844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2780CAB3-E41B-5A2D-151A-FF9B9A95B4DD}"/>
              </a:ext>
            </a:extLst>
          </p:cNvPr>
          <p:cNvSpPr/>
          <p:nvPr/>
        </p:nvSpPr>
        <p:spPr>
          <a:xfrm rot="10800000">
            <a:off x="3475075" y="2850994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422CE158-71C6-A086-D43E-2BA96907F79E}"/>
              </a:ext>
            </a:extLst>
          </p:cNvPr>
          <p:cNvSpPr/>
          <p:nvPr/>
        </p:nvSpPr>
        <p:spPr>
          <a:xfrm>
            <a:off x="4877485" y="2849194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D146EF18-CB6C-03E4-BE39-93351343C400}"/>
              </a:ext>
            </a:extLst>
          </p:cNvPr>
          <p:cNvSpPr/>
          <p:nvPr/>
        </p:nvSpPr>
        <p:spPr>
          <a:xfrm>
            <a:off x="1903803" y="3501156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F8660040-630D-F6C0-AED2-68B39B24231A}"/>
              </a:ext>
            </a:extLst>
          </p:cNvPr>
          <p:cNvSpPr/>
          <p:nvPr/>
        </p:nvSpPr>
        <p:spPr>
          <a:xfrm rot="10800000">
            <a:off x="374572" y="3513031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594CF46D-3472-A7D3-E488-4DE9E2D0AB83}"/>
              </a:ext>
            </a:extLst>
          </p:cNvPr>
          <p:cNvSpPr/>
          <p:nvPr/>
        </p:nvSpPr>
        <p:spPr>
          <a:xfrm>
            <a:off x="3531046" y="3513031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FAFB8A2D-A8F0-4316-8F1C-D8449AB64D0A}"/>
              </a:ext>
            </a:extLst>
          </p:cNvPr>
          <p:cNvSpPr/>
          <p:nvPr/>
        </p:nvSpPr>
        <p:spPr>
          <a:xfrm rot="10800000">
            <a:off x="4804228" y="3501156"/>
            <a:ext cx="471825" cy="24930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66354-BE78-6E76-A2BF-FCD56B2F40E0}"/>
              </a:ext>
            </a:extLst>
          </p:cNvPr>
          <p:cNvSpPr txBox="1"/>
          <p:nvPr/>
        </p:nvSpPr>
        <p:spPr>
          <a:xfrm>
            <a:off x="38220" y="4214897"/>
            <a:ext cx="2482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Iteratively: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0FAFC-4E2B-61A8-F4CC-D71D2A311820}"/>
              </a:ext>
            </a:extLst>
          </p:cNvPr>
          <p:cNvSpPr txBox="1"/>
          <p:nvPr/>
        </p:nvSpPr>
        <p:spPr>
          <a:xfrm>
            <a:off x="786382" y="5619449"/>
            <a:ext cx="717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Remove all outgoing arrows associated with that box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16F52-1771-72A4-BCEB-15F18B821A28}"/>
              </a:ext>
            </a:extLst>
          </p:cNvPr>
          <p:cNvSpPr txBox="1"/>
          <p:nvPr/>
        </p:nvSpPr>
        <p:spPr>
          <a:xfrm>
            <a:off x="807498" y="4632686"/>
            <a:ext cx="616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Select a box with all arrows pointing outward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9D4FA-E61B-4152-D351-9A858922F937}"/>
              </a:ext>
            </a:extLst>
          </p:cNvPr>
          <p:cNvSpPr txBox="1"/>
          <p:nvPr/>
        </p:nvSpPr>
        <p:spPr>
          <a:xfrm>
            <a:off x="308601" y="5111467"/>
            <a:ext cx="7276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Label the box with the next number (start at 0)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CF3E2-F1F0-A6B0-B580-1DE570904279}"/>
              </a:ext>
            </a:extLst>
          </p:cNvPr>
          <p:cNvSpPr txBox="1"/>
          <p:nvPr/>
        </p:nvSpPr>
        <p:spPr>
          <a:xfrm>
            <a:off x="8398370" y="5511756"/>
            <a:ext cx="3643210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Similar to physics, we use gradients to uncover the underlying potential</a:t>
            </a:r>
          </a:p>
        </p:txBody>
      </p:sp>
    </p:spTree>
    <p:extLst>
      <p:ext uri="{BB962C8B-B14F-4D97-AF65-F5344CB8AC3E}">
        <p14:creationId xmlns:p14="http://schemas.microsoft.com/office/powerpoint/2010/main" val="50192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5CDE-CF23-F6F7-ADD5-216B9200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795C09-9801-3EAD-82CF-A0CA6650E2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8A8D2C-2F95-1410-5185-E2099971589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8711D-CA80-8D94-BF02-C8492D510B58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Continuous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FBDCCD-B087-3EA9-802C-8FC542036196}"/>
                  </a:ext>
                </a:extLst>
              </p:cNvPr>
              <p:cNvSpPr txBox="1"/>
              <p:nvPr/>
            </p:nvSpPr>
            <p:spPr>
              <a:xfrm>
                <a:off x="141993" y="1795337"/>
                <a:ext cx="9125774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Payoff matrices of players replaced with two-dimensional functions: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FBDCCD-B087-3EA9-802C-8FC54203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93" y="1795337"/>
                <a:ext cx="9125774" cy="1231940"/>
              </a:xfrm>
              <a:prstGeom prst="rect">
                <a:avLst/>
              </a:prstGeom>
              <a:blipFill>
                <a:blip r:embed="rId3"/>
                <a:stretch>
                  <a:fillRect l="-802" t="-3960" r="-802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B69E5C8-20A5-F821-1E85-0A0F9F1056E6}"/>
              </a:ext>
            </a:extLst>
          </p:cNvPr>
          <p:cNvSpPr txBox="1"/>
          <p:nvPr/>
        </p:nvSpPr>
        <p:spPr>
          <a:xfrm>
            <a:off x="88402" y="2739426"/>
            <a:ext cx="140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D4C4C9-C9E3-AAE8-22F8-67A2B2DFA3D3}"/>
                  </a:ext>
                </a:extLst>
              </p:cNvPr>
              <p:cNvSpPr txBox="1"/>
              <p:nvPr/>
            </p:nvSpPr>
            <p:spPr>
              <a:xfrm>
                <a:off x="-51483" y="2934339"/>
                <a:ext cx="6107228" cy="769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D4C4C9-C9E3-AAE8-22F8-67A2B2DFA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483" y="2934339"/>
                <a:ext cx="6107228" cy="769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B7885C-E197-D2AC-D86F-4A46070DB078}"/>
                  </a:ext>
                </a:extLst>
              </p:cNvPr>
              <p:cNvSpPr txBox="1"/>
              <p:nvPr/>
            </p:nvSpPr>
            <p:spPr>
              <a:xfrm>
                <a:off x="5292412" y="2934339"/>
                <a:ext cx="6107228" cy="769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B7885C-E197-D2AC-D86F-4A46070DB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412" y="2934339"/>
                <a:ext cx="6107228" cy="7693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FC084063-8B38-0539-4355-B198409B8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650" y="3714561"/>
            <a:ext cx="3405495" cy="27969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762609-E8DA-2804-DA93-58882A80F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383" y="3714561"/>
            <a:ext cx="3405497" cy="27969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1A097-BB4C-116F-F8E3-519ACC87504B}"/>
                  </a:ext>
                </a:extLst>
              </p:cNvPr>
              <p:cNvSpPr txBox="1"/>
              <p:nvPr/>
            </p:nvSpPr>
            <p:spPr>
              <a:xfrm>
                <a:off x="-481291" y="6511493"/>
                <a:ext cx="83341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For this extension,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represent strategies, not probabilities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1A097-BB4C-116F-F8E3-519ACC87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1291" y="6511493"/>
                <a:ext cx="8334173" cy="400110"/>
              </a:xfrm>
              <a:prstGeom prst="rect">
                <a:avLst/>
              </a:prstGeom>
              <a:blipFill>
                <a:blip r:embed="rId8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C636-C70A-3A1C-ACA8-6E7729AD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2C08B0-2935-4CDD-F8D8-C1E9CF0B496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36823-7684-D3F1-3245-B7377EC4049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EFA31-9F02-780C-9E8A-9A546C1F1226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Continuous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48A41-D4A6-77DF-B5E5-BDA4669587A1}"/>
                  </a:ext>
                </a:extLst>
              </p:cNvPr>
              <p:cNvSpPr txBox="1"/>
              <p:nvPr/>
            </p:nvSpPr>
            <p:spPr>
              <a:xfrm>
                <a:off x="143354" y="1879860"/>
                <a:ext cx="10699879" cy="718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 this case, our ordinal potential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48A41-D4A6-77DF-B5E5-BDA466958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54" y="1879860"/>
                <a:ext cx="10699879" cy="718017"/>
              </a:xfrm>
              <a:prstGeom prst="rect">
                <a:avLst/>
              </a:prstGeom>
              <a:blipFill>
                <a:blip r:embed="rId3"/>
                <a:stretch>
                  <a:fillRect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932D86-5F0A-09DC-BCC8-2E2358D63EAF}"/>
                  </a:ext>
                </a:extLst>
              </p:cNvPr>
              <p:cNvSpPr txBox="1"/>
              <p:nvPr/>
            </p:nvSpPr>
            <p:spPr>
              <a:xfrm>
                <a:off x="-197643" y="3462462"/>
                <a:ext cx="6107228" cy="677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932D86-5F0A-09DC-BCC8-2E2358D6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7643" y="3462462"/>
                <a:ext cx="6107228" cy="677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BFE636F-30AD-54DC-6575-8166C54ADF56}"/>
              </a:ext>
            </a:extLst>
          </p:cNvPr>
          <p:cNvSpPr txBox="1"/>
          <p:nvPr/>
        </p:nvSpPr>
        <p:spPr>
          <a:xfrm>
            <a:off x="-491914" y="2924653"/>
            <a:ext cx="1069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Our ordinal potential preserves user preferences regarding their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11213F-ED8E-B18C-C3D0-F98FD8B21BF0}"/>
                  </a:ext>
                </a:extLst>
              </p:cNvPr>
              <p:cNvSpPr txBox="1"/>
              <p:nvPr/>
            </p:nvSpPr>
            <p:spPr>
              <a:xfrm>
                <a:off x="-91764" y="4208223"/>
                <a:ext cx="6107228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11213F-ED8E-B18C-C3D0-F98FD8B21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764" y="4208223"/>
                <a:ext cx="6107228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DFDEF7-07BE-41C1-DAF3-02265719A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967" y="3471683"/>
            <a:ext cx="4018045" cy="330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5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0724-6139-CA38-1334-5B15E1E2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FAB915-12E4-2EE5-A147-EB51B2FB228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401EA0-5360-92EE-C5D8-655C81644A7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48962-A7C3-95EC-4913-275FC054392B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Continuous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D53322-B98A-AB8E-91D5-D859191DF630}"/>
                  </a:ext>
                </a:extLst>
              </p:cNvPr>
              <p:cNvSpPr txBox="1"/>
              <p:nvPr/>
            </p:nvSpPr>
            <p:spPr>
              <a:xfrm>
                <a:off x="519115" y="2399432"/>
                <a:ext cx="3022982" cy="794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D53322-B98A-AB8E-91D5-D859191DF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5" y="2399432"/>
                <a:ext cx="3022982" cy="794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2AE64D-8F56-4B81-6F81-3855488629E7}"/>
                  </a:ext>
                </a:extLst>
              </p:cNvPr>
              <p:cNvSpPr txBox="1"/>
              <p:nvPr/>
            </p:nvSpPr>
            <p:spPr>
              <a:xfrm>
                <a:off x="0" y="1862434"/>
                <a:ext cx="579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Nash Equilibrium occurs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where: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2AE64D-8F56-4B81-6F81-385548862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2434"/>
                <a:ext cx="5794408" cy="461665"/>
              </a:xfrm>
              <a:prstGeom prst="rect">
                <a:avLst/>
              </a:prstGeom>
              <a:blipFill>
                <a:blip r:embed="rId4"/>
                <a:stretch>
                  <a:fillRect l="-946" t="-10667" r="-946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3C68A-AD24-35E8-D387-E90B74A1A06A}"/>
                  </a:ext>
                </a:extLst>
              </p:cNvPr>
              <p:cNvSpPr txBox="1"/>
              <p:nvPr/>
            </p:nvSpPr>
            <p:spPr>
              <a:xfrm>
                <a:off x="519115" y="3269406"/>
                <a:ext cx="302298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3C68A-AD24-35E8-D387-E90B74A1A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5" y="3269406"/>
                <a:ext cx="3022982" cy="857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80A0080-4412-8DD6-CDEE-6B431C89A790}"/>
              </a:ext>
            </a:extLst>
          </p:cNvPr>
          <p:cNvSpPr txBox="1"/>
          <p:nvPr/>
        </p:nvSpPr>
        <p:spPr>
          <a:xfrm>
            <a:off x="3542097" y="2655873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Player 1 doesn’t benefit by changing their strategy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F336C-1DEF-0555-5490-5026DD6A7723}"/>
              </a:ext>
            </a:extLst>
          </p:cNvPr>
          <p:cNvSpPr txBox="1"/>
          <p:nvPr/>
        </p:nvSpPr>
        <p:spPr>
          <a:xfrm>
            <a:off x="3542097" y="3553208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Player 2 doesn’t benefit by changing their strategy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ADFDDE-0C09-BA58-D7FB-478DB387F299}"/>
              </a:ext>
            </a:extLst>
          </p:cNvPr>
          <p:cNvSpPr txBox="1"/>
          <p:nvPr/>
        </p:nvSpPr>
        <p:spPr>
          <a:xfrm>
            <a:off x="0" y="4385908"/>
            <a:ext cx="5794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the example, this corresponds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003D22-E809-6609-9050-A668564F478E}"/>
                  </a:ext>
                </a:extLst>
              </p:cNvPr>
              <p:cNvSpPr txBox="1"/>
              <p:nvPr/>
            </p:nvSpPr>
            <p:spPr>
              <a:xfrm>
                <a:off x="331422" y="4980165"/>
                <a:ext cx="3398367" cy="677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003D22-E809-6609-9050-A668564F4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22" y="4980165"/>
                <a:ext cx="3398367" cy="6776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B52036-4455-BDD8-C1DD-1AD3F9E13980}"/>
                  </a:ext>
                </a:extLst>
              </p:cNvPr>
              <p:cNvSpPr txBox="1"/>
              <p:nvPr/>
            </p:nvSpPr>
            <p:spPr>
              <a:xfrm>
                <a:off x="331421" y="5774025"/>
                <a:ext cx="3398367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B52036-4455-BDD8-C1DD-1AD3F9E13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21" y="5774025"/>
                <a:ext cx="3398367" cy="7838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A069C8BF-C291-32BD-11B1-CBB0FB767169}"/>
              </a:ext>
            </a:extLst>
          </p:cNvPr>
          <p:cNvSpPr/>
          <p:nvPr/>
        </p:nvSpPr>
        <p:spPr>
          <a:xfrm>
            <a:off x="3436219" y="5130812"/>
            <a:ext cx="895149" cy="12864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D28BB5-676D-336D-7C9E-9E1BF896D68B}"/>
                  </a:ext>
                </a:extLst>
              </p:cNvPr>
              <p:cNvSpPr txBox="1"/>
              <p:nvPr/>
            </p:nvSpPr>
            <p:spPr>
              <a:xfrm>
                <a:off x="4230301" y="5428472"/>
                <a:ext cx="169886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D28BB5-676D-336D-7C9E-9E1BF896D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301" y="5428472"/>
                <a:ext cx="1698860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495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292F-AD89-149A-2908-B8A1287B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9D565A-2F1D-D584-F148-A489DE17E0C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FB1D3-88B0-65BF-7413-4795622DF87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7FF79-B84F-8408-77A7-2E83E548B4E7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Existence of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31061E-2E20-3E8B-A21B-0952673B6829}"/>
                  </a:ext>
                </a:extLst>
              </p:cNvPr>
              <p:cNvSpPr txBox="1"/>
              <p:nvPr/>
            </p:nvSpPr>
            <p:spPr>
              <a:xfrm>
                <a:off x="528064" y="1924229"/>
                <a:ext cx="10136728" cy="1874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An ordinal potential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satisfies the conditions for a discrete two-player game: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31061E-2E20-3E8B-A21B-0952673B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64" y="1924229"/>
                <a:ext cx="10136728" cy="1874103"/>
              </a:xfrm>
              <a:prstGeom prst="rect">
                <a:avLst/>
              </a:prstGeom>
              <a:blipFill>
                <a:blip r:embed="rId3"/>
                <a:stretch>
                  <a:fillRect l="-963" t="-2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BBE634-334B-5BCC-D7A1-E65F3C0767C2}"/>
              </a:ext>
            </a:extLst>
          </p:cNvPr>
          <p:cNvSpPr txBox="1"/>
          <p:nvPr/>
        </p:nvSpPr>
        <p:spPr>
          <a:xfrm>
            <a:off x="616297" y="4443808"/>
            <a:ext cx="11123596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If an ordinal potential exists for a finite game, then that game possesses a pure-strategy Nash Equilibrium [</a:t>
            </a:r>
            <a:r>
              <a:rPr lang="en-US" sz="2400" dirty="0" err="1"/>
              <a:t>Monderer</a:t>
            </a:r>
            <a:r>
              <a:rPr lang="en-US" sz="2400" dirty="0"/>
              <a:t> and Shapley, 2010]</a:t>
            </a:r>
          </a:p>
        </p:txBody>
      </p:sp>
    </p:spTree>
    <p:extLst>
      <p:ext uri="{BB962C8B-B14F-4D97-AF65-F5344CB8AC3E}">
        <p14:creationId xmlns:p14="http://schemas.microsoft.com/office/powerpoint/2010/main" val="333566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69F8-D078-A8D1-2C77-3568B66B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1FFF0D-6CC8-AE0D-7F9E-FC49E77105F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5447B-AB2C-027F-BF71-2EB3C56995A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33AA8-C1B8-365D-50AA-E6B4204ECA42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Existence of Nash Equilibrium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2CC6E2-571E-F1BC-91D6-182A51456331}"/>
              </a:ext>
            </a:extLst>
          </p:cNvPr>
          <p:cNvSpPr txBox="1"/>
          <p:nvPr/>
        </p:nvSpPr>
        <p:spPr>
          <a:xfrm>
            <a:off x="491495" y="4264366"/>
            <a:ext cx="11123596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If a generalized ordinal potential exists for a game with compact strategy sets, then that game possesses a Nash Equilibrium [Kukushkin, 2010]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A494CF-0295-171C-8F9B-2A7C8288A968}"/>
                  </a:ext>
                </a:extLst>
              </p:cNvPr>
              <p:cNvSpPr txBox="1"/>
              <p:nvPr/>
            </p:nvSpPr>
            <p:spPr>
              <a:xfrm>
                <a:off x="366694" y="1918616"/>
                <a:ext cx="11373199" cy="1431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A </a:t>
                </a:r>
                <a:r>
                  <a:rPr lang="en-US" sz="2400" u="sng" dirty="0"/>
                  <a:t>generalized</a:t>
                </a:r>
                <a:r>
                  <a:rPr lang="en-US" sz="2400" dirty="0"/>
                  <a:t> ordinal potential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satisfies the conditions for a two-player game: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A494CF-0295-171C-8F9B-2A7C8288A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94" y="1918616"/>
                <a:ext cx="11373199" cy="1431161"/>
              </a:xfrm>
              <a:prstGeom prst="rect">
                <a:avLst/>
              </a:prstGeom>
              <a:blipFill>
                <a:blip r:embed="rId3"/>
                <a:stretch>
                  <a:fillRect l="-804"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83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DF5A-9F8D-25C8-820B-91CF89E1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BFDB8C-8A9D-1CE3-43B1-DDA2AD51C0B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108B4C-3603-F7C1-5130-4649C30CFB7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E98BB-45C9-1678-C29C-72F041F7017C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Relation to Conservative Potentials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3C559-857D-4869-4363-1BFE1E6CAEC2}"/>
              </a:ext>
            </a:extLst>
          </p:cNvPr>
          <p:cNvSpPr txBox="1"/>
          <p:nvPr/>
        </p:nvSpPr>
        <p:spPr>
          <a:xfrm>
            <a:off x="-96253" y="1727188"/>
            <a:ext cx="11511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existence of an ordinal potential is equivalent to the existence of a conservative potential for the following vector field: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A97DB-A879-B03A-5BBD-96EB6659BD93}"/>
                  </a:ext>
                </a:extLst>
              </p:cNvPr>
              <p:cNvSpPr txBox="1"/>
              <p:nvPr/>
            </p:nvSpPr>
            <p:spPr>
              <a:xfrm>
                <a:off x="2853890" y="2558185"/>
                <a:ext cx="615054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A97DB-A879-B03A-5BBD-96EB6659B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90" y="2558185"/>
                <a:ext cx="6150542" cy="857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E1E5A-82E5-29A0-F8CC-39A75A1BF2DE}"/>
                  </a:ext>
                </a:extLst>
              </p:cNvPr>
              <p:cNvSpPr txBox="1"/>
              <p:nvPr/>
            </p:nvSpPr>
            <p:spPr>
              <a:xfrm>
                <a:off x="827771" y="3389182"/>
                <a:ext cx="1020277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So long as strategy region formed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simply connected, a necessary and sufficient condition for the existence of a conservative potential is the </a:t>
                </a:r>
                <a:r>
                  <a:rPr lang="en-US" sz="2400" b="1" dirty="0"/>
                  <a:t>Zero Curl Condition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E1E5A-82E5-29A0-F8CC-39A75A1BF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71" y="3389182"/>
                <a:ext cx="10202779" cy="1200329"/>
              </a:xfrm>
              <a:prstGeom prst="rect">
                <a:avLst/>
              </a:prstGeom>
              <a:blipFill>
                <a:blip r:embed="rId4"/>
                <a:stretch>
                  <a:fillRect l="-299" t="-4061" r="-777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328B0F-9F33-84DA-A776-C2D64462555F}"/>
                  </a:ext>
                </a:extLst>
              </p:cNvPr>
              <p:cNvSpPr txBox="1"/>
              <p:nvPr/>
            </p:nvSpPr>
            <p:spPr>
              <a:xfrm>
                <a:off x="3020729" y="4796441"/>
                <a:ext cx="615054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328B0F-9F33-84DA-A776-C2D644625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729" y="4796441"/>
                <a:ext cx="6150542" cy="857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86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307E-54E6-C98E-DAC5-A3D7F6DB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FCDAAB-AC8E-775D-5B3D-8ED7DFFE7FF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2BC3BC-859F-3BE6-3E2E-C39BF53858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B422C-C48A-8924-D423-EA062ED12C85}"/>
              </a:ext>
            </a:extLst>
          </p:cNvPr>
          <p:cNvSpPr txBox="1"/>
          <p:nvPr/>
        </p:nvSpPr>
        <p:spPr>
          <a:xfrm>
            <a:off x="1449405" y="378560"/>
            <a:ext cx="98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Determining If An Ordinal Potential Exists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23E374-677E-1952-8B58-7F609C084220}"/>
              </a:ext>
            </a:extLst>
          </p:cNvPr>
          <p:cNvSpPr txBox="1"/>
          <p:nvPr/>
        </p:nvSpPr>
        <p:spPr>
          <a:xfrm>
            <a:off x="-96252" y="1710813"/>
            <a:ext cx="1609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9C9DD-1C38-E8ED-2BF8-9B08A636D7AA}"/>
              </a:ext>
            </a:extLst>
          </p:cNvPr>
          <p:cNvSpPr txBox="1"/>
          <p:nvPr/>
        </p:nvSpPr>
        <p:spPr>
          <a:xfrm>
            <a:off x="6756933" y="3602697"/>
            <a:ext cx="3142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Zero Curl Condition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949103-87E1-8772-0050-367B881B71A6}"/>
                  </a:ext>
                </a:extLst>
              </p:cNvPr>
              <p:cNvSpPr txBox="1"/>
              <p:nvPr/>
            </p:nvSpPr>
            <p:spPr>
              <a:xfrm>
                <a:off x="880710" y="3404663"/>
                <a:ext cx="615054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949103-87E1-8772-0050-367B881B7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10" y="3404663"/>
                <a:ext cx="6150542" cy="857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835D3DA-F26A-7DAA-F3F7-A9E9973F3044}"/>
              </a:ext>
            </a:extLst>
          </p:cNvPr>
          <p:cNvSpPr txBox="1"/>
          <p:nvPr/>
        </p:nvSpPr>
        <p:spPr>
          <a:xfrm>
            <a:off x="0" y="2157145"/>
            <a:ext cx="750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Consider a two-player continuous strategy game with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0CA6A9-844A-2F98-873D-2C422C10C328}"/>
                  </a:ext>
                </a:extLst>
              </p:cNvPr>
              <p:cNvSpPr txBox="1"/>
              <p:nvPr/>
            </p:nvSpPr>
            <p:spPr>
              <a:xfrm>
                <a:off x="2555507" y="2573666"/>
                <a:ext cx="3142648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0CA6A9-844A-2F98-873D-2C422C10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507" y="2573666"/>
                <a:ext cx="3142648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5FFFB-1FFA-F6EA-8547-8BC04F78E3E3}"/>
                  </a:ext>
                </a:extLst>
              </p:cNvPr>
              <p:cNvSpPr txBox="1"/>
              <p:nvPr/>
            </p:nvSpPr>
            <p:spPr>
              <a:xfrm>
                <a:off x="6028623" y="2573666"/>
                <a:ext cx="3142648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5FFFB-1FFA-F6EA-8547-8BC04F78E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623" y="2573666"/>
                <a:ext cx="3142648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C0B90A8-5D5D-E56B-603A-BDF4AAEE7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7269" y="3247005"/>
            <a:ext cx="711383" cy="7113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02E6ED-07F7-3DCF-6533-7E3A4305CF36}"/>
                  </a:ext>
                </a:extLst>
              </p:cNvPr>
              <p:cNvSpPr txBox="1"/>
              <p:nvPr/>
            </p:nvSpPr>
            <p:spPr>
              <a:xfrm>
                <a:off x="-126919" y="4586586"/>
                <a:ext cx="114019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Our Ordinal Potential is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without repeating terms: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02E6ED-07F7-3DCF-6533-7E3A4305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919" y="4586586"/>
                <a:ext cx="11401926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7B4A86-35D4-2520-1B33-6DD50863BB82}"/>
                  </a:ext>
                </a:extLst>
              </p:cNvPr>
              <p:cNvSpPr txBox="1"/>
              <p:nvPr/>
            </p:nvSpPr>
            <p:spPr>
              <a:xfrm>
                <a:off x="3685594" y="5095442"/>
                <a:ext cx="377689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7B4A86-35D4-2520-1B33-6DD50863B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594" y="5095442"/>
                <a:ext cx="3776899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71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D755-7A97-6EE5-EC23-79951A0F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26A3D8-4E27-7A8B-83B3-3731B9778F3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C2A14-6C84-760E-646B-1AA5EBC0237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5D63A-2414-2A00-528B-BEDDA5A2ACCB}"/>
              </a:ext>
            </a:extLst>
          </p:cNvPr>
          <p:cNvSpPr txBox="1"/>
          <p:nvPr/>
        </p:nvSpPr>
        <p:spPr>
          <a:xfrm>
            <a:off x="1449405" y="378560"/>
            <a:ext cx="98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Determining If An Ordinal Potential Exists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6F1B5-5228-E428-0803-873DA3BE5898}"/>
              </a:ext>
            </a:extLst>
          </p:cNvPr>
          <p:cNvSpPr txBox="1"/>
          <p:nvPr/>
        </p:nvSpPr>
        <p:spPr>
          <a:xfrm>
            <a:off x="-96252" y="1710813"/>
            <a:ext cx="1609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035710-F236-AF7A-2108-72C9B609D12E}"/>
                  </a:ext>
                </a:extLst>
              </p:cNvPr>
              <p:cNvSpPr txBox="1"/>
              <p:nvPr/>
            </p:nvSpPr>
            <p:spPr>
              <a:xfrm>
                <a:off x="794979" y="6032435"/>
                <a:ext cx="10202779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 Nash Equilibrium 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035710-F236-AF7A-2108-72C9B609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79" y="6032435"/>
                <a:ext cx="10202779" cy="613886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FC77B75-E7A8-73D2-16A4-6556C7146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041" y="1843566"/>
            <a:ext cx="4938656" cy="40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4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32F0F-C128-DD77-574C-90A7051A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40DC51-97A5-62AB-BF21-75E6D94705F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D92BA-24DE-6F37-1BE5-40C0EABF7B7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F4131-4528-7C7D-4106-1D0CBFA13F50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D9C1D6-7D0A-D63A-2AA4-51C6C1D8B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503682"/>
              </p:ext>
            </p:extLst>
          </p:nvPr>
        </p:nvGraphicFramePr>
        <p:xfrm>
          <a:off x="1027124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80533A-14F4-C96A-1F4E-1CFC1CC65CA5}"/>
              </a:ext>
            </a:extLst>
          </p:cNvPr>
          <p:cNvSpPr txBox="1"/>
          <p:nvPr/>
        </p:nvSpPr>
        <p:spPr>
          <a:xfrm>
            <a:off x="8377670" y="161771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75ACC-418F-57F1-2B2A-1F819DF6BB2E}"/>
              </a:ext>
            </a:extLst>
          </p:cNvPr>
          <p:cNvSpPr txBox="1"/>
          <p:nvPr/>
        </p:nvSpPr>
        <p:spPr>
          <a:xfrm rot="16200000">
            <a:off x="-631845" y="308310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364F8-0434-E9C4-6829-45F0F7C620D8}"/>
              </a:ext>
            </a:extLst>
          </p:cNvPr>
          <p:cNvSpPr txBox="1"/>
          <p:nvPr/>
        </p:nvSpPr>
        <p:spPr>
          <a:xfrm>
            <a:off x="562672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97C3B-D345-0793-5CA1-B482AED8B4D6}"/>
              </a:ext>
            </a:extLst>
          </p:cNvPr>
          <p:cNvSpPr txBox="1"/>
          <p:nvPr/>
        </p:nvSpPr>
        <p:spPr>
          <a:xfrm>
            <a:off x="562672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C47CC-E4FB-AAB2-7C59-18397245286E}"/>
              </a:ext>
            </a:extLst>
          </p:cNvPr>
          <p:cNvSpPr txBox="1"/>
          <p:nvPr/>
        </p:nvSpPr>
        <p:spPr>
          <a:xfrm>
            <a:off x="562672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73A61-6DE9-12A4-A3C2-65D777295B81}"/>
              </a:ext>
            </a:extLst>
          </p:cNvPr>
          <p:cNvSpPr txBox="1"/>
          <p:nvPr/>
        </p:nvSpPr>
        <p:spPr>
          <a:xfrm>
            <a:off x="1567694" y="201132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0F6A0-57A9-8EFB-375E-1FC757057237}"/>
              </a:ext>
            </a:extLst>
          </p:cNvPr>
          <p:cNvSpPr txBox="1"/>
          <p:nvPr/>
        </p:nvSpPr>
        <p:spPr>
          <a:xfrm>
            <a:off x="317625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8397E-8D1F-CFEF-0997-DEB7B02F4183}"/>
              </a:ext>
            </a:extLst>
          </p:cNvPr>
          <p:cNvSpPr txBox="1"/>
          <p:nvPr/>
        </p:nvSpPr>
        <p:spPr>
          <a:xfrm>
            <a:off x="457289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5ABD90-7514-E25E-B4CD-6ACDC42E6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405754"/>
              </p:ext>
            </p:extLst>
          </p:nvPr>
        </p:nvGraphicFramePr>
        <p:xfrm>
          <a:off x="6898440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23876F7-3F0F-EA07-8DF5-34CC47EF9504}"/>
              </a:ext>
            </a:extLst>
          </p:cNvPr>
          <p:cNvSpPr txBox="1"/>
          <p:nvPr/>
        </p:nvSpPr>
        <p:spPr>
          <a:xfrm>
            <a:off x="6403560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13A3F-41BE-EA56-C5E0-7A6B3F7C6F0A}"/>
              </a:ext>
            </a:extLst>
          </p:cNvPr>
          <p:cNvSpPr txBox="1"/>
          <p:nvPr/>
        </p:nvSpPr>
        <p:spPr>
          <a:xfrm>
            <a:off x="6403560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B754D4-E946-038C-4175-E766BFAF79BC}"/>
              </a:ext>
            </a:extLst>
          </p:cNvPr>
          <p:cNvSpPr txBox="1"/>
          <p:nvPr/>
        </p:nvSpPr>
        <p:spPr>
          <a:xfrm>
            <a:off x="6403560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09B403-467A-84DE-FC43-644E80792353}"/>
              </a:ext>
            </a:extLst>
          </p:cNvPr>
          <p:cNvSpPr txBox="1"/>
          <p:nvPr/>
        </p:nvSpPr>
        <p:spPr>
          <a:xfrm>
            <a:off x="7461116" y="202285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5E9E72-3E72-3E14-B784-AE3949A0494C}"/>
              </a:ext>
            </a:extLst>
          </p:cNvPr>
          <p:cNvSpPr txBox="1"/>
          <p:nvPr/>
        </p:nvSpPr>
        <p:spPr>
          <a:xfrm>
            <a:off x="906967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C6AAA-86D4-FBC0-6EF5-CEDDF1F43336}"/>
              </a:ext>
            </a:extLst>
          </p:cNvPr>
          <p:cNvSpPr txBox="1"/>
          <p:nvPr/>
        </p:nvSpPr>
        <p:spPr>
          <a:xfrm>
            <a:off x="1046631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587CA3-C606-6A3A-F174-4877BC6F6808}"/>
              </a:ext>
            </a:extLst>
          </p:cNvPr>
          <p:cNvSpPr txBox="1"/>
          <p:nvPr/>
        </p:nvSpPr>
        <p:spPr>
          <a:xfrm>
            <a:off x="2484248" y="1626941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63C7D-9C48-0048-DC65-2AD469D1481F}"/>
              </a:ext>
            </a:extLst>
          </p:cNvPr>
          <p:cNvSpPr txBox="1"/>
          <p:nvPr/>
        </p:nvSpPr>
        <p:spPr>
          <a:xfrm rot="16200000">
            <a:off x="5237345" y="307534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182CAD0-920E-6877-F7F3-F0589F38A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128389"/>
              </p:ext>
            </p:extLst>
          </p:nvPr>
        </p:nvGraphicFramePr>
        <p:xfrm>
          <a:off x="7682844" y="4677221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CC4671D-F32E-D04E-438E-E220799E5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657885"/>
              </p:ext>
            </p:extLst>
          </p:nvPr>
        </p:nvGraphicFramePr>
        <p:xfrm>
          <a:off x="1027123" y="4990666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042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6360-AAB9-22BE-7BE8-1176D437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EC8B83-D541-49C4-0DA0-AD739531A74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1CCDDA-8C2B-3DC7-B4E1-732AD948162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3AE26-8CC3-AF33-E825-C721B1E9110D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3F486A1-44C5-6611-22E7-B7B014DB0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06866"/>
              </p:ext>
            </p:extLst>
          </p:nvPr>
        </p:nvGraphicFramePr>
        <p:xfrm>
          <a:off x="7673219" y="2026085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40C0502-8110-E10E-3C64-687900E06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987499"/>
              </p:ext>
            </p:extLst>
          </p:nvPr>
        </p:nvGraphicFramePr>
        <p:xfrm>
          <a:off x="805742" y="2026085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B99E34-6909-1BC9-9644-8E2EB7D4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665694"/>
              </p:ext>
            </p:extLst>
          </p:nvPr>
        </p:nvGraphicFramePr>
        <p:xfrm>
          <a:off x="1592610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6725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419447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97A21DB-4E92-65FF-6102-19412405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496098"/>
              </p:ext>
            </p:extLst>
          </p:nvPr>
        </p:nvGraphicFramePr>
        <p:xfrm>
          <a:off x="7673219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040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445766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4122C3E-1188-B15B-7B33-D37C6ADBC465}"/>
              </a:ext>
            </a:extLst>
          </p:cNvPr>
          <p:cNvSpPr txBox="1"/>
          <p:nvPr/>
        </p:nvSpPr>
        <p:spPr>
          <a:xfrm>
            <a:off x="1182116" y="6021503"/>
            <a:ext cx="950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Same preferences between orthogonally adjacent squares</a:t>
            </a:r>
          </a:p>
        </p:txBody>
      </p:sp>
    </p:spTree>
    <p:extLst>
      <p:ext uri="{BB962C8B-B14F-4D97-AF65-F5344CB8AC3E}">
        <p14:creationId xmlns:p14="http://schemas.microsoft.com/office/powerpoint/2010/main" val="4072378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567E-EBE5-3839-43DD-E0C0546F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AEAD5F-869A-E843-3047-C658FAE2E1B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D8620-75C9-A61F-3E06-9490DAB668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A8EFD-D540-4361-22A5-3E51FF90C18B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200148-2C9E-22FD-6547-B608121DF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97452"/>
              </p:ext>
            </p:extLst>
          </p:nvPr>
        </p:nvGraphicFramePr>
        <p:xfrm>
          <a:off x="1027124" y="2551205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3044A6-A512-BC6E-E07C-793644E7549B}"/>
              </a:ext>
            </a:extLst>
          </p:cNvPr>
          <p:cNvSpPr txBox="1"/>
          <p:nvPr/>
        </p:nvSpPr>
        <p:spPr>
          <a:xfrm>
            <a:off x="8377670" y="161771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68E7E-1AA7-59A4-8ADB-2687D3A86AC5}"/>
              </a:ext>
            </a:extLst>
          </p:cNvPr>
          <p:cNvSpPr txBox="1"/>
          <p:nvPr/>
        </p:nvSpPr>
        <p:spPr>
          <a:xfrm rot="16200000">
            <a:off x="-631845" y="308310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E1BEB-C63C-FCE8-078C-BC0E11C10F7D}"/>
              </a:ext>
            </a:extLst>
          </p:cNvPr>
          <p:cNvSpPr txBox="1"/>
          <p:nvPr/>
        </p:nvSpPr>
        <p:spPr>
          <a:xfrm>
            <a:off x="562672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BBCBF-1A6A-8C75-A4D0-0508C4222582}"/>
              </a:ext>
            </a:extLst>
          </p:cNvPr>
          <p:cNvSpPr txBox="1"/>
          <p:nvPr/>
        </p:nvSpPr>
        <p:spPr>
          <a:xfrm>
            <a:off x="562672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645A9-35C4-1E92-DBB1-202AE857D596}"/>
              </a:ext>
            </a:extLst>
          </p:cNvPr>
          <p:cNvSpPr txBox="1"/>
          <p:nvPr/>
        </p:nvSpPr>
        <p:spPr>
          <a:xfrm>
            <a:off x="562672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0CE9F-AD55-7E98-41FD-699FAA36ECE5}"/>
              </a:ext>
            </a:extLst>
          </p:cNvPr>
          <p:cNvSpPr txBox="1"/>
          <p:nvPr/>
        </p:nvSpPr>
        <p:spPr>
          <a:xfrm>
            <a:off x="1567694" y="201132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0F997-17FA-C8A7-5DB1-993B0C4FCABA}"/>
              </a:ext>
            </a:extLst>
          </p:cNvPr>
          <p:cNvSpPr txBox="1"/>
          <p:nvPr/>
        </p:nvSpPr>
        <p:spPr>
          <a:xfrm>
            <a:off x="317625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7EA5A-89D1-47B7-D9B7-E2E62E0214EA}"/>
              </a:ext>
            </a:extLst>
          </p:cNvPr>
          <p:cNvSpPr txBox="1"/>
          <p:nvPr/>
        </p:nvSpPr>
        <p:spPr>
          <a:xfrm>
            <a:off x="457289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EC0B43-85DC-A38B-1CCC-2DCF90CA3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481759"/>
              </p:ext>
            </p:extLst>
          </p:nvPr>
        </p:nvGraphicFramePr>
        <p:xfrm>
          <a:off x="6898440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840240-AE38-6A65-3977-6637291D96EB}"/>
              </a:ext>
            </a:extLst>
          </p:cNvPr>
          <p:cNvSpPr txBox="1"/>
          <p:nvPr/>
        </p:nvSpPr>
        <p:spPr>
          <a:xfrm>
            <a:off x="6403560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740BF-5288-AD07-1ABB-6E48CE3A0F02}"/>
              </a:ext>
            </a:extLst>
          </p:cNvPr>
          <p:cNvSpPr txBox="1"/>
          <p:nvPr/>
        </p:nvSpPr>
        <p:spPr>
          <a:xfrm>
            <a:off x="6403560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6A389-D170-9467-C809-CF1CBEE19B75}"/>
              </a:ext>
            </a:extLst>
          </p:cNvPr>
          <p:cNvSpPr txBox="1"/>
          <p:nvPr/>
        </p:nvSpPr>
        <p:spPr>
          <a:xfrm>
            <a:off x="6403560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7F788-75C8-2DA2-DDAF-90D2E4036801}"/>
              </a:ext>
            </a:extLst>
          </p:cNvPr>
          <p:cNvSpPr txBox="1"/>
          <p:nvPr/>
        </p:nvSpPr>
        <p:spPr>
          <a:xfrm>
            <a:off x="7461116" y="202285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99397A-E7CD-73C1-BC4E-45FF1FCAD643}"/>
              </a:ext>
            </a:extLst>
          </p:cNvPr>
          <p:cNvSpPr txBox="1"/>
          <p:nvPr/>
        </p:nvSpPr>
        <p:spPr>
          <a:xfrm>
            <a:off x="906967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76CC7E-8B02-E43E-3D40-1D1AA8D7DEFE}"/>
              </a:ext>
            </a:extLst>
          </p:cNvPr>
          <p:cNvSpPr txBox="1"/>
          <p:nvPr/>
        </p:nvSpPr>
        <p:spPr>
          <a:xfrm>
            <a:off x="1046631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0313C3-905D-8053-8FA1-106A26FA7653}"/>
              </a:ext>
            </a:extLst>
          </p:cNvPr>
          <p:cNvSpPr txBox="1"/>
          <p:nvPr/>
        </p:nvSpPr>
        <p:spPr>
          <a:xfrm>
            <a:off x="2484248" y="1626941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09A4D-2E4F-3663-31AD-9FCF2A5D61B1}"/>
              </a:ext>
            </a:extLst>
          </p:cNvPr>
          <p:cNvSpPr txBox="1"/>
          <p:nvPr/>
        </p:nvSpPr>
        <p:spPr>
          <a:xfrm rot="16200000">
            <a:off x="5237345" y="307534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8BAFC77-8614-3406-6462-3ECBB2E61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50330"/>
              </p:ext>
            </p:extLst>
          </p:nvPr>
        </p:nvGraphicFramePr>
        <p:xfrm>
          <a:off x="7682844" y="4677221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8691B9D-ABEA-65EE-4342-29C235C5A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6335"/>
              </p:ext>
            </p:extLst>
          </p:nvPr>
        </p:nvGraphicFramePr>
        <p:xfrm>
          <a:off x="1027123" y="4990666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6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769D-01C0-2337-E482-E5C5C44E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B9F51C-834B-BF63-6616-B193FBDEB35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6A213-91B0-6A7B-6357-3E275BE0591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6EFD2-2F0A-FD7A-31AC-44986026F750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346775E-F26B-B5F4-B83B-349267380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65868"/>
              </p:ext>
            </p:extLst>
          </p:nvPr>
        </p:nvGraphicFramePr>
        <p:xfrm>
          <a:off x="7673219" y="2026085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ED95D18-7DD2-A0C1-2046-11120FC8A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128880"/>
              </p:ext>
            </p:extLst>
          </p:nvPr>
        </p:nvGraphicFramePr>
        <p:xfrm>
          <a:off x="805742" y="2026085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EB2B966-2ADF-535B-94AA-6F2E56418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14158"/>
              </p:ext>
            </p:extLst>
          </p:nvPr>
        </p:nvGraphicFramePr>
        <p:xfrm>
          <a:off x="1592610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6725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419447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3AD28C2-C8AD-E789-E070-71B2D7085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27428"/>
              </p:ext>
            </p:extLst>
          </p:nvPr>
        </p:nvGraphicFramePr>
        <p:xfrm>
          <a:off x="7673219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040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445766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7A0A187-58DA-08A8-B321-6ED842CB90E4}"/>
              </a:ext>
            </a:extLst>
          </p:cNvPr>
          <p:cNvSpPr txBox="1"/>
          <p:nvPr/>
        </p:nvSpPr>
        <p:spPr>
          <a:xfrm>
            <a:off x="1182116" y="6021503"/>
            <a:ext cx="950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Different preferences between orthogonally adjacent squares</a:t>
            </a:r>
          </a:p>
        </p:txBody>
      </p:sp>
    </p:spTree>
    <p:extLst>
      <p:ext uri="{BB962C8B-B14F-4D97-AF65-F5344CB8AC3E}">
        <p14:creationId xmlns:p14="http://schemas.microsoft.com/office/powerpoint/2010/main" val="330300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DFA9-94E9-D0A1-4CE5-CB9EE2C1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88715C-F340-4E09-7325-8457BB779FA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DD73F-3475-BB80-AE5D-1FFE7E683DE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0C8EC-E675-CE9D-3739-CAFFF55E5ED9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More Examples</a:t>
            </a:r>
          </a:p>
        </p:txBody>
      </p:sp>
    </p:spTree>
    <p:extLst>
      <p:ext uri="{BB962C8B-B14F-4D97-AF65-F5344CB8AC3E}">
        <p14:creationId xmlns:p14="http://schemas.microsoft.com/office/powerpoint/2010/main" val="181960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8862-A04B-11F9-2C14-D4B17CB4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6F782E-E0D8-4804-6100-B6FA57216A7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C554F-259C-9E0B-F7B8-8778DD167D0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E51E8-FAC0-729E-5542-52EF8141B0B4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1A12E3-2111-C72C-4CC9-ABC93E3B6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696976"/>
              </p:ext>
            </p:extLst>
          </p:nvPr>
        </p:nvGraphicFramePr>
        <p:xfrm>
          <a:off x="1027124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EB38A9-457B-0332-57FA-FDD63180AEA6}"/>
              </a:ext>
            </a:extLst>
          </p:cNvPr>
          <p:cNvSpPr txBox="1"/>
          <p:nvPr/>
        </p:nvSpPr>
        <p:spPr>
          <a:xfrm>
            <a:off x="8377670" y="161771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B587A-18DE-3166-D318-536CD6A68FC5}"/>
              </a:ext>
            </a:extLst>
          </p:cNvPr>
          <p:cNvSpPr txBox="1"/>
          <p:nvPr/>
        </p:nvSpPr>
        <p:spPr>
          <a:xfrm rot="16200000">
            <a:off x="-631845" y="308310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310F7-9782-6131-30F0-90558EF4D24F}"/>
              </a:ext>
            </a:extLst>
          </p:cNvPr>
          <p:cNvSpPr txBox="1"/>
          <p:nvPr/>
        </p:nvSpPr>
        <p:spPr>
          <a:xfrm>
            <a:off x="562672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0F76F-1662-DC08-73E6-7C3A77FE9AC7}"/>
              </a:ext>
            </a:extLst>
          </p:cNvPr>
          <p:cNvSpPr txBox="1"/>
          <p:nvPr/>
        </p:nvSpPr>
        <p:spPr>
          <a:xfrm>
            <a:off x="562672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2FA5A0-8559-90A3-E955-DBF79DDCA69C}"/>
              </a:ext>
            </a:extLst>
          </p:cNvPr>
          <p:cNvSpPr txBox="1"/>
          <p:nvPr/>
        </p:nvSpPr>
        <p:spPr>
          <a:xfrm>
            <a:off x="562672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ABB5F-E9C4-B712-1AE1-4D3058DD40BA}"/>
              </a:ext>
            </a:extLst>
          </p:cNvPr>
          <p:cNvSpPr txBox="1"/>
          <p:nvPr/>
        </p:nvSpPr>
        <p:spPr>
          <a:xfrm>
            <a:off x="1567694" y="201132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451FE-1521-CE30-994A-43A98792848C}"/>
              </a:ext>
            </a:extLst>
          </p:cNvPr>
          <p:cNvSpPr txBox="1"/>
          <p:nvPr/>
        </p:nvSpPr>
        <p:spPr>
          <a:xfrm>
            <a:off x="317625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7A13D-0711-B04B-5A2A-778481FAF11D}"/>
              </a:ext>
            </a:extLst>
          </p:cNvPr>
          <p:cNvSpPr txBox="1"/>
          <p:nvPr/>
        </p:nvSpPr>
        <p:spPr>
          <a:xfrm>
            <a:off x="457289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A9AF6A-38CA-7888-7379-684138810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121752"/>
              </p:ext>
            </p:extLst>
          </p:nvPr>
        </p:nvGraphicFramePr>
        <p:xfrm>
          <a:off x="6898440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F0425B5-9BD2-90CC-FFE5-61A6E70D0A95}"/>
              </a:ext>
            </a:extLst>
          </p:cNvPr>
          <p:cNvSpPr txBox="1"/>
          <p:nvPr/>
        </p:nvSpPr>
        <p:spPr>
          <a:xfrm>
            <a:off x="6403560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9A1C36-7CD3-0D49-685F-AE60CC9E7B88}"/>
              </a:ext>
            </a:extLst>
          </p:cNvPr>
          <p:cNvSpPr txBox="1"/>
          <p:nvPr/>
        </p:nvSpPr>
        <p:spPr>
          <a:xfrm>
            <a:off x="6403560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442B19-F854-A04D-FF70-3BFB237C742A}"/>
              </a:ext>
            </a:extLst>
          </p:cNvPr>
          <p:cNvSpPr txBox="1"/>
          <p:nvPr/>
        </p:nvSpPr>
        <p:spPr>
          <a:xfrm>
            <a:off x="6403560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57EB54-20B3-6C8E-69CD-67405330E5CF}"/>
              </a:ext>
            </a:extLst>
          </p:cNvPr>
          <p:cNvSpPr txBox="1"/>
          <p:nvPr/>
        </p:nvSpPr>
        <p:spPr>
          <a:xfrm>
            <a:off x="7461116" y="202285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D0E9C-2282-7EE2-426F-7FEEF90E0635}"/>
              </a:ext>
            </a:extLst>
          </p:cNvPr>
          <p:cNvSpPr txBox="1"/>
          <p:nvPr/>
        </p:nvSpPr>
        <p:spPr>
          <a:xfrm>
            <a:off x="906967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E2F62D-B106-6407-8ABC-70D066907F3A}"/>
              </a:ext>
            </a:extLst>
          </p:cNvPr>
          <p:cNvSpPr txBox="1"/>
          <p:nvPr/>
        </p:nvSpPr>
        <p:spPr>
          <a:xfrm>
            <a:off x="1046631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FF8F57-9BF3-7462-98A2-E5A55DADE8E7}"/>
              </a:ext>
            </a:extLst>
          </p:cNvPr>
          <p:cNvSpPr txBox="1"/>
          <p:nvPr/>
        </p:nvSpPr>
        <p:spPr>
          <a:xfrm>
            <a:off x="2484248" y="1626941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29C48-037D-2C0A-5E33-B304480192CD}"/>
              </a:ext>
            </a:extLst>
          </p:cNvPr>
          <p:cNvSpPr txBox="1"/>
          <p:nvPr/>
        </p:nvSpPr>
        <p:spPr>
          <a:xfrm rot="16200000">
            <a:off x="5237345" y="307534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CFEDAD9-E2E0-3560-041A-7B45003D1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198897"/>
              </p:ext>
            </p:extLst>
          </p:nvPr>
        </p:nvGraphicFramePr>
        <p:xfrm>
          <a:off x="7682844" y="4677221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F8714EE-67EC-7BB4-AF50-440249BDB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310471"/>
              </p:ext>
            </p:extLst>
          </p:nvPr>
        </p:nvGraphicFramePr>
        <p:xfrm>
          <a:off x="1027123" y="4990666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52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D377-9FA6-8761-0C83-41237E6A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23EC52-D787-1226-F395-10C0EB660F1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45312-1678-BDB1-09F4-3313A2F6613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12B9C-7C34-F531-3179-FC3CBD93E0D9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B8D8EB7-232C-6D70-C819-DBDE5C89D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850057"/>
              </p:ext>
            </p:extLst>
          </p:nvPr>
        </p:nvGraphicFramePr>
        <p:xfrm>
          <a:off x="1592610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6725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419447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6F1AB52-5BF4-69EB-F62F-69CE18C48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56157"/>
              </p:ext>
            </p:extLst>
          </p:nvPr>
        </p:nvGraphicFramePr>
        <p:xfrm>
          <a:off x="7673219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040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445766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ED3E285-0C35-4749-6F76-770EB0D7EFFB}"/>
              </a:ext>
            </a:extLst>
          </p:cNvPr>
          <p:cNvSpPr txBox="1"/>
          <p:nvPr/>
        </p:nvSpPr>
        <p:spPr>
          <a:xfrm>
            <a:off x="1182116" y="6021503"/>
            <a:ext cx="950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Same preferences between orthogonally adjacent squares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36F236-1D3F-7B43-8941-F5CDDC113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69469"/>
              </p:ext>
            </p:extLst>
          </p:nvPr>
        </p:nvGraphicFramePr>
        <p:xfrm>
          <a:off x="7673219" y="1895591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4822DD-6BB6-F083-5883-968175149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46607"/>
              </p:ext>
            </p:extLst>
          </p:nvPr>
        </p:nvGraphicFramePr>
        <p:xfrm>
          <a:off x="1017498" y="2209036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5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AB0C-12FA-E575-F254-BCBE99FD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7500A4-1BEE-14FD-5606-0AA90DF083C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6C7A9-D451-BF51-CBB8-ECF01878556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A1BE4-98A1-032B-110C-208C42C6EC37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5D1FD7-AE3F-08D2-1607-0D6E14A45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969269"/>
              </p:ext>
            </p:extLst>
          </p:nvPr>
        </p:nvGraphicFramePr>
        <p:xfrm>
          <a:off x="1027124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40DE98-1E5D-C973-CD4B-B16E277FF6F4}"/>
              </a:ext>
            </a:extLst>
          </p:cNvPr>
          <p:cNvSpPr txBox="1"/>
          <p:nvPr/>
        </p:nvSpPr>
        <p:spPr>
          <a:xfrm>
            <a:off x="8377670" y="161771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6D658-9A22-F673-046A-C56B7461E87C}"/>
              </a:ext>
            </a:extLst>
          </p:cNvPr>
          <p:cNvSpPr txBox="1"/>
          <p:nvPr/>
        </p:nvSpPr>
        <p:spPr>
          <a:xfrm rot="16200000">
            <a:off x="-631845" y="308310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7768A-9346-1C0E-80EC-477536E26A3E}"/>
              </a:ext>
            </a:extLst>
          </p:cNvPr>
          <p:cNvSpPr txBox="1"/>
          <p:nvPr/>
        </p:nvSpPr>
        <p:spPr>
          <a:xfrm>
            <a:off x="562672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DCF7D-942B-0E28-B888-CD01E6441DC2}"/>
              </a:ext>
            </a:extLst>
          </p:cNvPr>
          <p:cNvSpPr txBox="1"/>
          <p:nvPr/>
        </p:nvSpPr>
        <p:spPr>
          <a:xfrm>
            <a:off x="562672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0F124-8796-9E1D-01A6-C3874E39BE5D}"/>
              </a:ext>
            </a:extLst>
          </p:cNvPr>
          <p:cNvSpPr txBox="1"/>
          <p:nvPr/>
        </p:nvSpPr>
        <p:spPr>
          <a:xfrm>
            <a:off x="562672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332B0-4DC4-2DD6-193C-EC91DF9F3744}"/>
              </a:ext>
            </a:extLst>
          </p:cNvPr>
          <p:cNvSpPr txBox="1"/>
          <p:nvPr/>
        </p:nvSpPr>
        <p:spPr>
          <a:xfrm>
            <a:off x="1567694" y="201132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C2825-7DC8-37CA-7974-21BA209E2B03}"/>
              </a:ext>
            </a:extLst>
          </p:cNvPr>
          <p:cNvSpPr txBox="1"/>
          <p:nvPr/>
        </p:nvSpPr>
        <p:spPr>
          <a:xfrm>
            <a:off x="317625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31983-688C-7C3B-688B-CF41DA2750B9}"/>
              </a:ext>
            </a:extLst>
          </p:cNvPr>
          <p:cNvSpPr txBox="1"/>
          <p:nvPr/>
        </p:nvSpPr>
        <p:spPr>
          <a:xfrm>
            <a:off x="4572895" y="200563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C5F89F2-314D-D999-15DE-E10D52ED7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25250"/>
              </p:ext>
            </p:extLst>
          </p:nvPr>
        </p:nvGraphicFramePr>
        <p:xfrm>
          <a:off x="6898440" y="2562473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3B3460-BE57-FDDD-FC57-5B371EB2FFEA}"/>
              </a:ext>
            </a:extLst>
          </p:cNvPr>
          <p:cNvSpPr txBox="1"/>
          <p:nvPr/>
        </p:nvSpPr>
        <p:spPr>
          <a:xfrm>
            <a:off x="6403560" y="25904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079B6C-4B49-0B53-A3C2-D73814FCEC17}"/>
              </a:ext>
            </a:extLst>
          </p:cNvPr>
          <p:cNvSpPr txBox="1"/>
          <p:nvPr/>
        </p:nvSpPr>
        <p:spPr>
          <a:xfrm>
            <a:off x="6403560" y="318511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23F68B-4E8A-F257-18D2-7B1EC365C779}"/>
              </a:ext>
            </a:extLst>
          </p:cNvPr>
          <p:cNvSpPr txBox="1"/>
          <p:nvPr/>
        </p:nvSpPr>
        <p:spPr>
          <a:xfrm>
            <a:off x="6403560" y="384710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4D132-348A-E91A-5521-D197374B2699}"/>
              </a:ext>
            </a:extLst>
          </p:cNvPr>
          <p:cNvSpPr txBox="1"/>
          <p:nvPr/>
        </p:nvSpPr>
        <p:spPr>
          <a:xfrm>
            <a:off x="7461116" y="202285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B2654-5B14-D735-81FA-46C42845CCE5}"/>
              </a:ext>
            </a:extLst>
          </p:cNvPr>
          <p:cNvSpPr txBox="1"/>
          <p:nvPr/>
        </p:nvSpPr>
        <p:spPr>
          <a:xfrm>
            <a:off x="906967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6850A-B2BD-4676-6E98-EFDFBCF5E6B0}"/>
              </a:ext>
            </a:extLst>
          </p:cNvPr>
          <p:cNvSpPr txBox="1"/>
          <p:nvPr/>
        </p:nvSpPr>
        <p:spPr>
          <a:xfrm>
            <a:off x="10466317" y="2017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EA445-3D60-6F20-5C70-DCF83EBACFBD}"/>
              </a:ext>
            </a:extLst>
          </p:cNvPr>
          <p:cNvSpPr txBox="1"/>
          <p:nvPr/>
        </p:nvSpPr>
        <p:spPr>
          <a:xfrm>
            <a:off x="2484248" y="1626941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726A0-DA86-7216-E969-14AE8D0C85DC}"/>
              </a:ext>
            </a:extLst>
          </p:cNvPr>
          <p:cNvSpPr txBox="1"/>
          <p:nvPr/>
        </p:nvSpPr>
        <p:spPr>
          <a:xfrm rot="16200000">
            <a:off x="5237345" y="307534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CCB91AF-D4CE-5889-DE6C-B6280FE62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715344"/>
              </p:ext>
            </p:extLst>
          </p:nvPr>
        </p:nvGraphicFramePr>
        <p:xfrm>
          <a:off x="7682844" y="4677221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30CF1C5-B502-A061-A764-02DC53E4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00416"/>
              </p:ext>
            </p:extLst>
          </p:nvPr>
        </p:nvGraphicFramePr>
        <p:xfrm>
          <a:off x="1027123" y="4990666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831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162E-EA6B-A0A3-9A81-08F2926E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DEBD86-1FFD-9143-6F62-F26D855089A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9A808-6744-AFA5-29AF-AE3B367E22A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48AC6-4677-0A2E-FB80-F493760267DF}"/>
              </a:ext>
            </a:extLst>
          </p:cNvPr>
          <p:cNvSpPr txBox="1"/>
          <p:nvPr/>
        </p:nvSpPr>
        <p:spPr>
          <a:xfrm>
            <a:off x="1512958" y="300106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Discrete Zero Curl Condition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EA40911-266D-1BFE-FB47-978D1962A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973291"/>
              </p:ext>
            </p:extLst>
          </p:nvPr>
        </p:nvGraphicFramePr>
        <p:xfrm>
          <a:off x="1592610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6725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419447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EF5D842-0B10-A35E-C7E2-AA2DFF84B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941297"/>
              </p:ext>
            </p:extLst>
          </p:nvPr>
        </p:nvGraphicFramePr>
        <p:xfrm>
          <a:off x="7673219" y="4452656"/>
          <a:ext cx="2926172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040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445766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8E67670-D915-40C3-2F4F-B46025EEBC95}"/>
              </a:ext>
            </a:extLst>
          </p:cNvPr>
          <p:cNvSpPr txBox="1"/>
          <p:nvPr/>
        </p:nvSpPr>
        <p:spPr>
          <a:xfrm>
            <a:off x="1182116" y="6021503"/>
            <a:ext cx="950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Different preferences between orthogonally adjacent squares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7B71BA-30BC-26EA-1060-C038812E6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088453"/>
              </p:ext>
            </p:extLst>
          </p:nvPr>
        </p:nvGraphicFramePr>
        <p:xfrm>
          <a:off x="7757870" y="1909555"/>
          <a:ext cx="2926172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7C3A2A-0110-C415-F663-7511BFA12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02633"/>
              </p:ext>
            </p:extLst>
          </p:nvPr>
        </p:nvGraphicFramePr>
        <p:xfrm>
          <a:off x="1102149" y="2223000"/>
          <a:ext cx="4494981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307012373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104954197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3069670133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900389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761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6474</TotalTime>
  <Words>972</Words>
  <Application>Microsoft Office PowerPoint</Application>
  <PresentationFormat>Widescreen</PresentationFormat>
  <Paragraphs>358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Wyngaard, Jake</cp:lastModifiedBy>
  <cp:revision>71</cp:revision>
  <cp:lastPrinted>2025-08-21T02:00:35Z</cp:lastPrinted>
  <dcterms:created xsi:type="dcterms:W3CDTF">2025-08-20T23:47:39Z</dcterms:created>
  <dcterms:modified xsi:type="dcterms:W3CDTF">2026-04-07T17:30:27Z</dcterms:modified>
</cp:coreProperties>
</file>