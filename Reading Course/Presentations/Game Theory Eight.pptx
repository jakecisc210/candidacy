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91" r:id="rId2"/>
    <p:sldId id="409" r:id="rId3"/>
    <p:sldId id="410" r:id="rId4"/>
    <p:sldId id="411" r:id="rId5"/>
    <p:sldId id="412" r:id="rId6"/>
    <p:sldId id="406" r:id="rId7"/>
    <p:sldId id="413" r:id="rId8"/>
    <p:sldId id="414" r:id="rId9"/>
    <p:sldId id="415" r:id="rId10"/>
    <p:sldId id="416" r:id="rId11"/>
    <p:sldId id="407" r:id="rId12"/>
    <p:sldId id="417" r:id="rId13"/>
    <p:sldId id="419" r:id="rId14"/>
    <p:sldId id="420" r:id="rId15"/>
    <p:sldId id="421" r:id="rId16"/>
    <p:sldId id="422" r:id="rId17"/>
    <p:sldId id="423" r:id="rId18"/>
    <p:sldId id="428" r:id="rId19"/>
    <p:sldId id="429" r:id="rId20"/>
    <p:sldId id="430" r:id="rId21"/>
    <p:sldId id="431" r:id="rId22"/>
    <p:sldId id="432" r:id="rId23"/>
    <p:sldId id="433" r:id="rId24"/>
    <p:sldId id="434" r:id="rId25"/>
    <p:sldId id="435" r:id="rId26"/>
    <p:sldId id="439" r:id="rId27"/>
    <p:sldId id="436" r:id="rId28"/>
    <p:sldId id="441" r:id="rId29"/>
    <p:sldId id="440" r:id="rId30"/>
    <p:sldId id="442" r:id="rId31"/>
    <p:sldId id="443" r:id="rId32"/>
    <p:sldId id="444" r:id="rId33"/>
    <p:sldId id="445" r:id="rId34"/>
    <p:sldId id="446" r:id="rId35"/>
    <p:sldId id="447" r:id="rId36"/>
    <p:sldId id="448" r:id="rId37"/>
    <p:sldId id="450" r:id="rId38"/>
    <p:sldId id="449" r:id="rId39"/>
    <p:sldId id="451" r:id="rId40"/>
    <p:sldId id="452" r:id="rId41"/>
    <p:sldId id="453" r:id="rId42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2556A3-2CB9-4349-AA16-84A892A7CC81}">
          <p14:sldIdLst>
            <p14:sldId id="291"/>
            <p14:sldId id="409"/>
            <p14:sldId id="410"/>
            <p14:sldId id="411"/>
            <p14:sldId id="412"/>
            <p14:sldId id="406"/>
            <p14:sldId id="413"/>
            <p14:sldId id="414"/>
            <p14:sldId id="415"/>
            <p14:sldId id="416"/>
            <p14:sldId id="407"/>
            <p14:sldId id="417"/>
            <p14:sldId id="419"/>
            <p14:sldId id="420"/>
            <p14:sldId id="421"/>
            <p14:sldId id="422"/>
            <p14:sldId id="423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9"/>
            <p14:sldId id="436"/>
            <p14:sldId id="441"/>
            <p14:sldId id="440"/>
            <p14:sldId id="442"/>
            <p14:sldId id="443"/>
            <p14:sldId id="444"/>
            <p14:sldId id="445"/>
            <p14:sldId id="446"/>
            <p14:sldId id="447"/>
            <p14:sldId id="448"/>
            <p14:sldId id="450"/>
            <p14:sldId id="449"/>
            <p14:sldId id="451"/>
            <p14:sldId id="452"/>
            <p14:sldId id="4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388847"/>
    <a:srgbClr val="3E7CB9"/>
    <a:srgbClr val="6D9CCA"/>
    <a:srgbClr val="D26764"/>
    <a:srgbClr val="FF66CC"/>
    <a:srgbClr val="FFCC00"/>
    <a:srgbClr val="F21C0B"/>
    <a:srgbClr val="5E83A6"/>
    <a:srgbClr val="EB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91B5F0-C9E5-43D3-AFEB-04220322B8BF}" v="2258" dt="2026-04-07T02:38:53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8" autoAdjust="0"/>
    <p:restoredTop sz="89673" autoAdjust="0"/>
  </p:normalViewPr>
  <p:slideViewPr>
    <p:cSldViewPr snapToGrid="0">
      <p:cViewPr varScale="1">
        <p:scale>
          <a:sx n="74" d="100"/>
          <a:sy n="74" d="100"/>
        </p:scale>
        <p:origin x="121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 addSection delSection modSection">
      <pc:chgData name="Jacob Wyngaard" userId="6181fcd471e98458" providerId="LiveId" clId="{788BA123-62C9-4DDC-86E5-A6BCA4600216}" dt="2026-04-07T02:39:05.270" v="5306" actId="20577"/>
      <pc:docMkLst>
        <pc:docMk/>
      </pc:docMkLst>
      <pc:sldChg chg="addSp delSp modSp mod">
        <pc:chgData name="Jacob Wyngaard" userId="6181fcd471e98458" providerId="LiveId" clId="{788BA123-62C9-4DDC-86E5-A6BCA4600216}" dt="2026-04-05T03:04:42.893" v="4324" actId="1076"/>
        <pc:sldMkLst>
          <pc:docMk/>
          <pc:sldMk cId="606609933" sldId="291"/>
        </pc:sldMkLst>
        <pc:spChg chg="mod">
          <ac:chgData name="Jacob Wyngaard" userId="6181fcd471e98458" providerId="LiveId" clId="{788BA123-62C9-4DDC-86E5-A6BCA4600216}" dt="2026-04-05T03:03:30.831" v="4319" actId="20577"/>
          <ac:spMkLst>
            <pc:docMk/>
            <pc:sldMk cId="606609933" sldId="291"/>
            <ac:spMk id="9" creationId="{146DFEDC-5C40-1E05-3C8E-45F902F03177}"/>
          </ac:spMkLst>
        </pc:spChg>
        <pc:picChg chg="add mod">
          <ac:chgData name="Jacob Wyngaard" userId="6181fcd471e98458" providerId="LiveId" clId="{788BA123-62C9-4DDC-86E5-A6BCA4600216}" dt="2026-04-05T03:04:42.893" v="4324" actId="1076"/>
          <ac:picMkLst>
            <pc:docMk/>
            <pc:sldMk cId="606609933" sldId="291"/>
            <ac:picMk id="3" creationId="{C83C43A8-5B93-A126-1F3F-48B82D182F10}"/>
          </ac:picMkLst>
        </pc:picChg>
      </pc:sldChg>
      <pc:sldChg chg="addSp delSp modSp add mod">
        <pc:chgData name="Jacob Wyngaard" userId="6181fcd471e98458" providerId="LiveId" clId="{788BA123-62C9-4DDC-86E5-A6BCA4600216}" dt="2026-04-04T20:22:56.930" v="1190" actId="20577"/>
        <pc:sldMkLst>
          <pc:docMk/>
          <pc:sldMk cId="810697123" sldId="406"/>
        </pc:sldMkLst>
        <pc:spChg chg="mod">
          <ac:chgData name="Jacob Wyngaard" userId="6181fcd471e98458" providerId="LiveId" clId="{788BA123-62C9-4DDC-86E5-A6BCA4600216}" dt="2026-04-04T20:21:20.818" v="1140" actId="20577"/>
          <ac:spMkLst>
            <pc:docMk/>
            <pc:sldMk cId="810697123" sldId="406"/>
            <ac:spMk id="2" creationId="{93976AF4-293A-07AB-1E4B-9B349BF1F282}"/>
          </ac:spMkLst>
        </pc:spChg>
        <pc:spChg chg="mod">
          <ac:chgData name="Jacob Wyngaard" userId="6181fcd471e98458" providerId="LiveId" clId="{788BA123-62C9-4DDC-86E5-A6BCA4600216}" dt="2026-04-04T20:22:45.347" v="1181" actId="20577"/>
          <ac:spMkLst>
            <pc:docMk/>
            <pc:sldMk cId="810697123" sldId="406"/>
            <ac:spMk id="4" creationId="{4C4844DE-B2BD-074A-D5D7-AA8FBC3ACCE4}"/>
          </ac:spMkLst>
        </pc:spChg>
        <pc:spChg chg="mod">
          <ac:chgData name="Jacob Wyngaard" userId="6181fcd471e98458" providerId="LiveId" clId="{788BA123-62C9-4DDC-86E5-A6BCA4600216}" dt="2026-04-04T20:22:56.930" v="1190" actId="20577"/>
          <ac:spMkLst>
            <pc:docMk/>
            <pc:sldMk cId="810697123" sldId="406"/>
            <ac:spMk id="5" creationId="{7CAB71E9-1322-06D7-E49B-4C84F4B68620}"/>
          </ac:spMkLst>
        </pc:spChg>
        <pc:spChg chg="add mod">
          <ac:chgData name="Jacob Wyngaard" userId="6181fcd471e98458" providerId="LiveId" clId="{788BA123-62C9-4DDC-86E5-A6BCA4600216}" dt="2026-04-04T20:20:56.917" v="1134"/>
          <ac:spMkLst>
            <pc:docMk/>
            <pc:sldMk cId="810697123" sldId="406"/>
            <ac:spMk id="7" creationId="{514B7CF6-D2AE-C0C3-F3D4-3FDB6B5799B0}"/>
          </ac:spMkLst>
        </pc:spChg>
        <pc:spChg chg="mod">
          <ac:chgData name="Jacob Wyngaard" userId="6181fcd471e98458" providerId="LiveId" clId="{788BA123-62C9-4DDC-86E5-A6BCA4600216}" dt="2026-04-04T20:21:13.065" v="1139" actId="20577"/>
          <ac:spMkLst>
            <pc:docMk/>
            <pc:sldMk cId="810697123" sldId="406"/>
            <ac:spMk id="51" creationId="{2A7391FB-BB43-556A-2E1F-975A11732D4A}"/>
          </ac:spMkLst>
        </pc:spChg>
        <pc:spChg chg="mod">
          <ac:chgData name="Jacob Wyngaard" userId="6181fcd471e98458" providerId="LiveId" clId="{788BA123-62C9-4DDC-86E5-A6BCA4600216}" dt="2026-04-04T20:22:06.490" v="1167" actId="20577"/>
          <ac:spMkLst>
            <pc:docMk/>
            <pc:sldMk cId="810697123" sldId="406"/>
            <ac:spMk id="52" creationId="{58B7078B-C24C-3E04-694D-3A32634F0C80}"/>
          </ac:spMkLst>
        </pc:spChg>
        <pc:graphicFrameChg chg="modGraphic">
          <ac:chgData name="Jacob Wyngaard" userId="6181fcd471e98458" providerId="LiveId" clId="{788BA123-62C9-4DDC-86E5-A6BCA4600216}" dt="2026-04-04T20:20:02.332" v="1090" actId="20577"/>
          <ac:graphicFrameMkLst>
            <pc:docMk/>
            <pc:sldMk cId="810697123" sldId="406"/>
            <ac:graphicFrameMk id="35" creationId="{B2D1B139-BA6F-C7D8-7A43-78E597C6D9FE}"/>
          </ac:graphicFrameMkLst>
        </pc:graphicFrameChg>
        <pc:graphicFrameChg chg="modGraphic">
          <ac:chgData name="Jacob Wyngaard" userId="6181fcd471e98458" providerId="LiveId" clId="{788BA123-62C9-4DDC-86E5-A6BCA4600216}" dt="2026-04-04T20:20:12.563" v="1096" actId="20577"/>
          <ac:graphicFrameMkLst>
            <pc:docMk/>
            <pc:sldMk cId="810697123" sldId="406"/>
            <ac:graphicFrameMk id="42" creationId="{270FE91C-AAA3-B630-77EA-8EFC25CD48D3}"/>
          </ac:graphicFrameMkLst>
        </pc:graphicFrameChg>
      </pc:sldChg>
      <pc:sldChg chg="addSp delSp modSp add mod ord">
        <pc:chgData name="Jacob Wyngaard" userId="6181fcd471e98458" providerId="LiveId" clId="{788BA123-62C9-4DDC-86E5-A6BCA4600216}" dt="2026-04-04T20:49:15.546" v="1823" actId="14100"/>
        <pc:sldMkLst>
          <pc:docMk/>
          <pc:sldMk cId="1635094457" sldId="407"/>
        </pc:sldMkLst>
        <pc:spChg chg="add mod">
          <ac:chgData name="Jacob Wyngaard" userId="6181fcd471e98458" providerId="LiveId" clId="{788BA123-62C9-4DDC-86E5-A6BCA4600216}" dt="2026-04-04T20:42:57.265" v="1693"/>
          <ac:spMkLst>
            <pc:docMk/>
            <pc:sldMk cId="1635094457" sldId="407"/>
            <ac:spMk id="2" creationId="{A2A6FB11-82CF-E18C-1532-61A116F434D7}"/>
          </ac:spMkLst>
        </pc:spChg>
        <pc:spChg chg="mod">
          <ac:chgData name="Jacob Wyngaard" userId="6181fcd471e98458" providerId="LiveId" clId="{788BA123-62C9-4DDC-86E5-A6BCA4600216}" dt="2026-04-04T20:43:55.193" v="1759" actId="1076"/>
          <ac:spMkLst>
            <pc:docMk/>
            <pc:sldMk cId="1635094457" sldId="407"/>
            <ac:spMk id="3" creationId="{23A67A1C-56AC-22D6-216D-A80672E59D10}"/>
          </ac:spMkLst>
        </pc:spChg>
        <pc:spChg chg="add mod">
          <ac:chgData name="Jacob Wyngaard" userId="6181fcd471e98458" providerId="LiveId" clId="{788BA123-62C9-4DDC-86E5-A6BCA4600216}" dt="2026-04-04T20:43:33.291" v="1754" actId="1076"/>
          <ac:spMkLst>
            <pc:docMk/>
            <pc:sldMk cId="1635094457" sldId="407"/>
            <ac:spMk id="4" creationId="{02CDDCC9-C4A1-662F-86E9-7F55823993EF}"/>
          </ac:spMkLst>
        </pc:spChg>
        <pc:spChg chg="add mod">
          <ac:chgData name="Jacob Wyngaard" userId="6181fcd471e98458" providerId="LiveId" clId="{788BA123-62C9-4DDC-86E5-A6BCA4600216}" dt="2026-04-04T20:44:22.324" v="1762" actId="13822"/>
          <ac:spMkLst>
            <pc:docMk/>
            <pc:sldMk cId="1635094457" sldId="407"/>
            <ac:spMk id="5" creationId="{A966B9D2-222F-DBBA-3B38-16BFE12F5905}"/>
          </ac:spMkLst>
        </pc:spChg>
        <pc:spChg chg="mod">
          <ac:chgData name="Jacob Wyngaard" userId="6181fcd471e98458" providerId="LiveId" clId="{788BA123-62C9-4DDC-86E5-A6BCA4600216}" dt="2026-04-04T20:43:37.806" v="1756" actId="1076"/>
          <ac:spMkLst>
            <pc:docMk/>
            <pc:sldMk cId="1635094457" sldId="407"/>
            <ac:spMk id="7" creationId="{1AAD541B-27D8-669B-42C7-E635D32472A0}"/>
          </ac:spMkLst>
        </pc:spChg>
        <pc:spChg chg="mod">
          <ac:chgData name="Jacob Wyngaard" userId="6181fcd471e98458" providerId="LiveId" clId="{788BA123-62C9-4DDC-86E5-A6BCA4600216}" dt="2026-04-04T20:43:51.175" v="1758" actId="1076"/>
          <ac:spMkLst>
            <pc:docMk/>
            <pc:sldMk cId="1635094457" sldId="407"/>
            <ac:spMk id="10" creationId="{DCD52134-63B6-C07A-4993-C7C1004C2DD2}"/>
          </ac:spMkLst>
        </pc:spChg>
        <pc:spChg chg="mod">
          <ac:chgData name="Jacob Wyngaard" userId="6181fcd471e98458" providerId="LiveId" clId="{788BA123-62C9-4DDC-86E5-A6BCA4600216}" dt="2026-04-04T20:43:51.175" v="1758" actId="1076"/>
          <ac:spMkLst>
            <pc:docMk/>
            <pc:sldMk cId="1635094457" sldId="407"/>
            <ac:spMk id="11" creationId="{B32C35B1-7824-F68F-39B7-B66DB7381E50}"/>
          </ac:spMkLst>
        </pc:spChg>
        <pc:spChg chg="mod">
          <ac:chgData name="Jacob Wyngaard" userId="6181fcd471e98458" providerId="LiveId" clId="{788BA123-62C9-4DDC-86E5-A6BCA4600216}" dt="2026-04-04T20:43:51.175" v="1758" actId="1076"/>
          <ac:spMkLst>
            <pc:docMk/>
            <pc:sldMk cId="1635094457" sldId="407"/>
            <ac:spMk id="12" creationId="{09B6A33D-EB0B-F67C-1FF5-87B2BBD3627E}"/>
          </ac:spMkLst>
        </pc:spChg>
        <pc:spChg chg="mod">
          <ac:chgData name="Jacob Wyngaard" userId="6181fcd471e98458" providerId="LiveId" clId="{788BA123-62C9-4DDC-86E5-A6BCA4600216}" dt="2026-04-04T20:43:51.175" v="1758" actId="1076"/>
          <ac:spMkLst>
            <pc:docMk/>
            <pc:sldMk cId="1635094457" sldId="407"/>
            <ac:spMk id="13" creationId="{0CAF03BB-BC8A-31AD-6B0E-B165BD3BB510}"/>
          </ac:spMkLst>
        </pc:spChg>
        <pc:spChg chg="mod">
          <ac:chgData name="Jacob Wyngaard" userId="6181fcd471e98458" providerId="LiveId" clId="{788BA123-62C9-4DDC-86E5-A6BCA4600216}" dt="2026-04-04T20:48:45.710" v="1816" actId="1076"/>
          <ac:spMkLst>
            <pc:docMk/>
            <pc:sldMk cId="1635094457" sldId="407"/>
            <ac:spMk id="14" creationId="{5EE4BD6C-E85C-3D3B-1FF9-6E2CC2FDAF07}"/>
          </ac:spMkLst>
        </pc:spChg>
        <pc:spChg chg="mod">
          <ac:chgData name="Jacob Wyngaard" userId="6181fcd471e98458" providerId="LiveId" clId="{788BA123-62C9-4DDC-86E5-A6BCA4600216}" dt="2026-04-04T20:48:45.710" v="1816" actId="1076"/>
          <ac:spMkLst>
            <pc:docMk/>
            <pc:sldMk cId="1635094457" sldId="407"/>
            <ac:spMk id="15" creationId="{1C25A9F9-3AD0-AC7B-27C4-C56199ED7C5B}"/>
          </ac:spMkLst>
        </pc:spChg>
        <pc:spChg chg="mod">
          <ac:chgData name="Jacob Wyngaard" userId="6181fcd471e98458" providerId="LiveId" clId="{788BA123-62C9-4DDC-86E5-A6BCA4600216}" dt="2026-04-04T20:49:05.311" v="1821" actId="14100"/>
          <ac:spMkLst>
            <pc:docMk/>
            <pc:sldMk cId="1635094457" sldId="407"/>
            <ac:spMk id="16" creationId="{A5DA4C87-F6B1-4BB5-7BBC-0789349AA1DC}"/>
          </ac:spMkLst>
        </pc:spChg>
        <pc:spChg chg="mod">
          <ac:chgData name="Jacob Wyngaard" userId="6181fcd471e98458" providerId="LiveId" clId="{788BA123-62C9-4DDC-86E5-A6BCA4600216}" dt="2026-04-04T20:49:15.546" v="1823" actId="14100"/>
          <ac:spMkLst>
            <pc:docMk/>
            <pc:sldMk cId="1635094457" sldId="407"/>
            <ac:spMk id="17" creationId="{B3C279AC-3CE3-024C-740A-7CA5F13F4617}"/>
          </ac:spMkLst>
        </pc:spChg>
        <pc:spChg chg="add mod">
          <ac:chgData name="Jacob Wyngaard" userId="6181fcd471e98458" providerId="LiveId" clId="{788BA123-62C9-4DDC-86E5-A6BCA4600216}" dt="2026-04-04T20:44:28.744" v="1764" actId="1076"/>
          <ac:spMkLst>
            <pc:docMk/>
            <pc:sldMk cId="1635094457" sldId="407"/>
            <ac:spMk id="18" creationId="{BA560332-8CFF-053E-DF3C-76EBEBD0496F}"/>
          </ac:spMkLst>
        </pc:spChg>
        <pc:spChg chg="add mod">
          <ac:chgData name="Jacob Wyngaard" userId="6181fcd471e98458" providerId="LiveId" clId="{788BA123-62C9-4DDC-86E5-A6BCA4600216}" dt="2026-04-04T20:44:33.563" v="1766" actId="1076"/>
          <ac:spMkLst>
            <pc:docMk/>
            <pc:sldMk cId="1635094457" sldId="407"/>
            <ac:spMk id="19" creationId="{1999ADBD-4AD5-7D9F-83E0-C16F29D3BAC3}"/>
          </ac:spMkLst>
        </pc:spChg>
        <pc:spChg chg="add mod">
          <ac:chgData name="Jacob Wyngaard" userId="6181fcd471e98458" providerId="LiveId" clId="{788BA123-62C9-4DDC-86E5-A6BCA4600216}" dt="2026-04-04T20:44:33.563" v="1766" actId="1076"/>
          <ac:spMkLst>
            <pc:docMk/>
            <pc:sldMk cId="1635094457" sldId="407"/>
            <ac:spMk id="20" creationId="{7A4CABB4-AE33-F074-3DA6-6C5B0112E9AA}"/>
          </ac:spMkLst>
        </pc:spChg>
      </pc:sldChg>
      <pc:sldChg chg="addSp delSp modSp add del mod">
        <pc:chgData name="Jacob Wyngaard" userId="6181fcd471e98458" providerId="LiveId" clId="{788BA123-62C9-4DDC-86E5-A6BCA4600216}" dt="2026-04-02T01:48:22.704" v="117" actId="1076"/>
        <pc:sldMkLst>
          <pc:docMk/>
          <pc:sldMk cId="3575157319" sldId="409"/>
        </pc:sldMkLst>
        <pc:spChg chg="add mod">
          <ac:chgData name="Jacob Wyngaard" userId="6181fcd471e98458" providerId="LiveId" clId="{788BA123-62C9-4DDC-86E5-A6BCA4600216}" dt="2026-04-02T01:47:20.389" v="101" actId="1076"/>
          <ac:spMkLst>
            <pc:docMk/>
            <pc:sldMk cId="3575157319" sldId="409"/>
            <ac:spMk id="3" creationId="{6F92B1EB-0C16-F011-5D37-9DC74A8C3187}"/>
          </ac:spMkLst>
        </pc:spChg>
        <pc:spChg chg="mod">
          <ac:chgData name="Jacob Wyngaard" userId="6181fcd471e98458" providerId="LiveId" clId="{788BA123-62C9-4DDC-86E5-A6BCA4600216}" dt="2026-04-02T01:47:03.610" v="94" actId="207"/>
          <ac:spMkLst>
            <pc:docMk/>
            <pc:sldMk cId="3575157319" sldId="409"/>
            <ac:spMk id="9" creationId="{B09302E1-4F11-5AA8-E4C2-B477F6EED43E}"/>
          </ac:spMkLst>
        </pc:spChg>
        <pc:spChg chg="mod">
          <ac:chgData name="Jacob Wyngaard" userId="6181fcd471e98458" providerId="LiveId" clId="{788BA123-62C9-4DDC-86E5-A6BCA4600216}" dt="2026-04-02T01:47:47.588" v="107" actId="14100"/>
          <ac:spMkLst>
            <pc:docMk/>
            <pc:sldMk cId="3575157319" sldId="409"/>
            <ac:spMk id="16" creationId="{2B122B98-41B6-3BA0-6563-EA9B883CADBE}"/>
          </ac:spMkLst>
        </pc:spChg>
        <pc:spChg chg="mod">
          <ac:chgData name="Jacob Wyngaard" userId="6181fcd471e98458" providerId="LiveId" clId="{788BA123-62C9-4DDC-86E5-A6BCA4600216}" dt="2026-04-02T01:47:55.601" v="108" actId="1076"/>
          <ac:spMkLst>
            <pc:docMk/>
            <pc:sldMk cId="3575157319" sldId="409"/>
            <ac:spMk id="17" creationId="{B330388B-FD92-187C-3EE1-1E363DB762BB}"/>
          </ac:spMkLst>
        </pc:spChg>
        <pc:spChg chg="mod">
          <ac:chgData name="Jacob Wyngaard" userId="6181fcd471e98458" providerId="LiveId" clId="{788BA123-62C9-4DDC-86E5-A6BCA4600216}" dt="2026-04-02T01:48:19.274" v="116" actId="1076"/>
          <ac:spMkLst>
            <pc:docMk/>
            <pc:sldMk cId="3575157319" sldId="409"/>
            <ac:spMk id="18" creationId="{21418172-A42F-A62F-A95B-62D8817D3186}"/>
          </ac:spMkLst>
        </pc:spChg>
        <pc:spChg chg="mod">
          <ac:chgData name="Jacob Wyngaard" userId="6181fcd471e98458" providerId="LiveId" clId="{788BA123-62C9-4DDC-86E5-A6BCA4600216}" dt="2026-04-02T01:47:22.618" v="102" actId="1076"/>
          <ac:spMkLst>
            <pc:docMk/>
            <pc:sldMk cId="3575157319" sldId="409"/>
            <ac:spMk id="19" creationId="{21C920BD-1D4A-2FB5-6939-22E7EF4B1052}"/>
          </ac:spMkLst>
        </pc:spChg>
        <pc:spChg chg="mod">
          <ac:chgData name="Jacob Wyngaard" userId="6181fcd471e98458" providerId="LiveId" clId="{788BA123-62C9-4DDC-86E5-A6BCA4600216}" dt="2026-04-02T01:48:22.704" v="117" actId="1076"/>
          <ac:spMkLst>
            <pc:docMk/>
            <pc:sldMk cId="3575157319" sldId="409"/>
            <ac:spMk id="21" creationId="{6F6D10EB-7AB1-B42B-D894-25F851B8520A}"/>
          </ac:spMkLst>
        </pc:spChg>
        <pc:picChg chg="mod">
          <ac:chgData name="Jacob Wyngaard" userId="6181fcd471e98458" providerId="LiveId" clId="{788BA123-62C9-4DDC-86E5-A6BCA4600216}" dt="2026-04-02T01:47:11.234" v="98" actId="14100"/>
          <ac:picMkLst>
            <pc:docMk/>
            <pc:sldMk cId="3575157319" sldId="409"/>
            <ac:picMk id="11" creationId="{6C0924FA-88BF-9391-0DC3-0BDE541B877A}"/>
          </ac:picMkLst>
        </pc:picChg>
        <pc:picChg chg="mod">
          <ac:chgData name="Jacob Wyngaard" userId="6181fcd471e98458" providerId="LiveId" clId="{788BA123-62C9-4DDC-86E5-A6BCA4600216}" dt="2026-04-02T01:47:32.915" v="104" actId="1076"/>
          <ac:picMkLst>
            <pc:docMk/>
            <pc:sldMk cId="3575157319" sldId="409"/>
            <ac:picMk id="13" creationId="{C88EE755-AFD8-3669-D4C0-F38A36CCB649}"/>
          </ac:picMkLst>
        </pc:picChg>
        <pc:picChg chg="mod">
          <ac:chgData name="Jacob Wyngaard" userId="6181fcd471e98458" providerId="LiveId" clId="{788BA123-62C9-4DDC-86E5-A6BCA4600216}" dt="2026-04-02T01:48:10.844" v="113" actId="14100"/>
          <ac:picMkLst>
            <pc:docMk/>
            <pc:sldMk cId="3575157319" sldId="409"/>
            <ac:picMk id="15" creationId="{23C2137A-DFA3-C0B1-6C81-A1A448BCC1EE}"/>
          </ac:picMkLst>
        </pc:picChg>
      </pc:sldChg>
      <pc:sldChg chg="addSp delSp modSp add mod">
        <pc:chgData name="Jacob Wyngaard" userId="6181fcd471e98458" providerId="LiveId" clId="{788BA123-62C9-4DDC-86E5-A6BCA4600216}" dt="2026-04-07T02:26:34.218" v="5130" actId="20577"/>
        <pc:sldMkLst>
          <pc:docMk/>
          <pc:sldMk cId="2527049673" sldId="410"/>
        </pc:sldMkLst>
        <pc:spChg chg="add mod">
          <ac:chgData name="Jacob Wyngaard" userId="6181fcd471e98458" providerId="LiveId" clId="{788BA123-62C9-4DDC-86E5-A6BCA4600216}" dt="2026-04-02T02:00:44.670" v="604" actId="1076"/>
          <ac:spMkLst>
            <pc:docMk/>
            <pc:sldMk cId="2527049673" sldId="410"/>
            <ac:spMk id="3" creationId="{B4B8F1A1-88FF-3546-2C18-43C41B1F2BF4}"/>
          </ac:spMkLst>
        </pc:spChg>
        <pc:spChg chg="add mod">
          <ac:chgData name="Jacob Wyngaard" userId="6181fcd471e98458" providerId="LiveId" clId="{788BA123-62C9-4DDC-86E5-A6BCA4600216}" dt="2026-04-02T02:01:00.534" v="611" actId="1076"/>
          <ac:spMkLst>
            <pc:docMk/>
            <pc:sldMk cId="2527049673" sldId="410"/>
            <ac:spMk id="5" creationId="{AE76154E-046B-136D-A58F-998562617A51}"/>
          </ac:spMkLst>
        </pc:spChg>
        <pc:spChg chg="add mod">
          <ac:chgData name="Jacob Wyngaard" userId="6181fcd471e98458" providerId="LiveId" clId="{788BA123-62C9-4DDC-86E5-A6BCA4600216}" dt="2026-04-07T02:26:34.218" v="5130" actId="20577"/>
          <ac:spMkLst>
            <pc:docMk/>
            <pc:sldMk cId="2527049673" sldId="410"/>
            <ac:spMk id="7" creationId="{80698B03-C892-059C-2E1A-16528ED27DD7}"/>
          </ac:spMkLst>
        </pc:spChg>
        <pc:spChg chg="mod">
          <ac:chgData name="Jacob Wyngaard" userId="6181fcd471e98458" providerId="LiveId" clId="{788BA123-62C9-4DDC-86E5-A6BCA4600216}" dt="2026-04-02T01:44:55.021" v="47" actId="20577"/>
          <ac:spMkLst>
            <pc:docMk/>
            <pc:sldMk cId="2527049673" sldId="410"/>
            <ac:spMk id="9" creationId="{D9B930D1-1D4E-2F82-24FD-38343B3BAE26}"/>
          </ac:spMkLst>
        </pc:spChg>
        <pc:spChg chg="mod">
          <ac:chgData name="Jacob Wyngaard" userId="6181fcd471e98458" providerId="LiveId" clId="{788BA123-62C9-4DDC-86E5-A6BCA4600216}" dt="2026-04-02T01:52:35.677" v="299" actId="1076"/>
          <ac:spMkLst>
            <pc:docMk/>
            <pc:sldMk cId="2527049673" sldId="410"/>
            <ac:spMk id="10" creationId="{1A41C808-A025-7DC9-7BB1-D4E64D69A4A7}"/>
          </ac:spMkLst>
        </pc:spChg>
        <pc:picChg chg="add mod">
          <ac:chgData name="Jacob Wyngaard" userId="6181fcd471e98458" providerId="LiveId" clId="{788BA123-62C9-4DDC-86E5-A6BCA4600216}" dt="2026-04-02T02:01:44.173" v="622" actId="14100"/>
          <ac:picMkLst>
            <pc:docMk/>
            <pc:sldMk cId="2527049673" sldId="410"/>
            <ac:picMk id="12" creationId="{D7E3611D-C74A-34C8-7335-4C685743CC8D}"/>
          </ac:picMkLst>
        </pc:picChg>
      </pc:sldChg>
      <pc:sldChg chg="addSp delSp modSp add mod">
        <pc:chgData name="Jacob Wyngaard" userId="6181fcd471e98458" providerId="LiveId" clId="{788BA123-62C9-4DDC-86E5-A6BCA4600216}" dt="2026-04-04T20:20:49.344" v="1132"/>
        <pc:sldMkLst>
          <pc:docMk/>
          <pc:sldMk cId="3828213724" sldId="411"/>
        </pc:sldMkLst>
        <pc:spChg chg="add mod">
          <ac:chgData name="Jacob Wyngaard" userId="6181fcd471e98458" providerId="LiveId" clId="{788BA123-62C9-4DDC-86E5-A6BCA4600216}" dt="2026-04-04T20:06:49.415" v="861" actId="1076"/>
          <ac:spMkLst>
            <pc:docMk/>
            <pc:sldMk cId="3828213724" sldId="411"/>
            <ac:spMk id="2" creationId="{9F31A1AE-7BD2-73A6-6741-A64C9A93D060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7" creationId="{3F8CE47C-7EA8-582B-84BF-4B6A77B72A85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0" creationId="{55E9D14D-AD44-88ED-749C-8DD813F9CB55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1" creationId="{336AA191-F2F7-1FD1-4B0E-1691EDCD8488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2" creationId="{B9165EE1-2E54-4E28-434B-BCF47C75C048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3" creationId="{E0811962-5709-81EF-752C-E18CEA15CCAC}"/>
          </ac:spMkLst>
        </pc:spChg>
        <pc:spChg chg="add mod">
          <ac:chgData name="Jacob Wyngaard" userId="6181fcd471e98458" providerId="LiveId" clId="{788BA123-62C9-4DDC-86E5-A6BCA4600216}" dt="2026-04-04T20:06:46.355" v="860" actId="1036"/>
          <ac:spMkLst>
            <pc:docMk/>
            <pc:sldMk cId="3828213724" sldId="411"/>
            <ac:spMk id="14" creationId="{C840E6F8-5FE0-9B1E-06E6-3F4F0BDCD292}"/>
          </ac:spMkLst>
        </pc:spChg>
        <pc:spChg chg="add mod">
          <ac:chgData name="Jacob Wyngaard" userId="6181fcd471e98458" providerId="LiveId" clId="{788BA123-62C9-4DDC-86E5-A6BCA4600216}" dt="2026-04-04T20:06:46.355" v="860" actId="1036"/>
          <ac:spMkLst>
            <pc:docMk/>
            <pc:sldMk cId="3828213724" sldId="411"/>
            <ac:spMk id="15" creationId="{FB63348C-7553-11A1-1902-5900DBDC1144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6" creationId="{AD80F9A8-7BE8-B3BA-6AF6-B57C0AAC32A3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8" creationId="{326F6445-C775-12E3-9C8C-CFC54FBB6F8D}"/>
          </ac:spMkLst>
        </pc:spChg>
        <pc:spChg chg="add mod">
          <ac:chgData name="Jacob Wyngaard" userId="6181fcd471e98458" providerId="LiveId" clId="{788BA123-62C9-4DDC-86E5-A6BCA4600216}" dt="2026-04-04T20:06:39.668" v="844" actId="1076"/>
          <ac:spMkLst>
            <pc:docMk/>
            <pc:sldMk cId="3828213724" sldId="411"/>
            <ac:spMk id="19" creationId="{F5D8E4E3-7E72-9C8B-225E-0F955DFD6C62}"/>
          </ac:spMkLst>
        </pc:spChg>
        <pc:spChg chg="add mod">
          <ac:chgData name="Jacob Wyngaard" userId="6181fcd471e98458" providerId="LiveId" clId="{788BA123-62C9-4DDC-86E5-A6BCA4600216}" dt="2026-04-04T20:20:49.344" v="1132"/>
          <ac:spMkLst>
            <pc:docMk/>
            <pc:sldMk cId="3828213724" sldId="411"/>
            <ac:spMk id="23" creationId="{EE26C0B3-5C8E-AD3E-E812-D8055D213237}"/>
          </ac:spMkLst>
        </pc:spChg>
        <pc:graphicFrameChg chg="modGraphic">
          <ac:chgData name="Jacob Wyngaard" userId="6181fcd471e98458" providerId="LiveId" clId="{788BA123-62C9-4DDC-86E5-A6BCA4600216}" dt="2026-04-04T20:06:51.386" v="862" actId="20577"/>
          <ac:graphicFrameMkLst>
            <pc:docMk/>
            <pc:sldMk cId="3828213724" sldId="411"/>
            <ac:graphicFrameMk id="3" creationId="{9B27C0AC-6A2B-7EC0-9CC4-9237DB27E136}"/>
          </ac:graphicFrameMkLst>
        </pc:graphicFrameChg>
        <pc:graphicFrameChg chg="modGraphic">
          <ac:chgData name="Jacob Wyngaard" userId="6181fcd471e98458" providerId="LiveId" clId="{788BA123-62C9-4DDC-86E5-A6BCA4600216}" dt="2026-04-04T20:17:00.142" v="1035" actId="20577"/>
          <ac:graphicFrameMkLst>
            <pc:docMk/>
            <pc:sldMk cId="3828213724" sldId="411"/>
            <ac:graphicFrameMk id="4" creationId="{0937F747-E51E-DB01-19A8-59B5F405B622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4-04T20:20:45.568" v="1130" actId="1076"/>
        <pc:sldMkLst>
          <pc:docMk/>
          <pc:sldMk cId="4192084370" sldId="412"/>
        </pc:sldMkLst>
        <pc:spChg chg="mod">
          <ac:chgData name="Jacob Wyngaard" userId="6181fcd471e98458" providerId="LiveId" clId="{788BA123-62C9-4DDC-86E5-A6BCA4600216}" dt="2026-04-04T20:07:26.973" v="924" actId="1035"/>
          <ac:spMkLst>
            <pc:docMk/>
            <pc:sldMk cId="4192084370" sldId="412"/>
            <ac:spMk id="5" creationId="{6209E91A-13F7-BBE6-35E0-E69722891731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7" creationId="{7BB963FF-8CC3-4516-F4BB-B49B0F3D84BC}"/>
          </ac:spMkLst>
        </pc:spChg>
        <pc:spChg chg="mod">
          <ac:chgData name="Jacob Wyngaard" userId="6181fcd471e98458" providerId="LiveId" clId="{788BA123-62C9-4DDC-86E5-A6BCA4600216}" dt="2026-04-04T20:20:45.568" v="1130" actId="1076"/>
          <ac:spMkLst>
            <pc:docMk/>
            <pc:sldMk cId="4192084370" sldId="412"/>
            <ac:spMk id="9" creationId="{2B53180D-F182-82B1-1413-506848D43F92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0" creationId="{7CBB81D7-92EF-6806-535C-5DA654ADA2DC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1" creationId="{FC824F48-D42E-5136-ECA1-6A6D6EAA3881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3" creationId="{51F2CDB9-604C-8E1E-FDB3-BCD44D422BC7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4" creationId="{8FBE999B-E2BB-9180-3466-78D4EF64333C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5" creationId="{4CDB4D7E-D073-DC3C-ABA3-8A6B35191EAB}"/>
          </ac:spMkLst>
        </pc:spChg>
        <pc:spChg chg="mod">
          <ac:chgData name="Jacob Wyngaard" userId="6181fcd471e98458" providerId="LiveId" clId="{788BA123-62C9-4DDC-86E5-A6BCA4600216}" dt="2026-04-04T20:07:26.973" v="924" actId="1035"/>
          <ac:spMkLst>
            <pc:docMk/>
            <pc:sldMk cId="4192084370" sldId="412"/>
            <ac:spMk id="17" creationId="{AA76E5DB-8F1B-BA32-F8A4-AD81D97935DB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8" creationId="{47FEDD3E-617D-A570-E704-D638BD05AC5E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19" creationId="{3DCA477C-95EA-8556-5636-EC27890C674B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21" creationId="{E1E291F9-0AF7-8E6F-1354-64C9C86ADBA1}"/>
          </ac:spMkLst>
        </pc:spChg>
        <pc:spChg chg="mod">
          <ac:chgData name="Jacob Wyngaard" userId="6181fcd471e98458" providerId="LiveId" clId="{788BA123-62C9-4DDC-86E5-A6BCA4600216}" dt="2026-04-04T20:07:20.516" v="892" actId="1035"/>
          <ac:spMkLst>
            <pc:docMk/>
            <pc:sldMk cId="4192084370" sldId="412"/>
            <ac:spMk id="22" creationId="{E6F48DE8-B171-F2FF-625F-63A39ABF2F00}"/>
          </ac:spMkLst>
        </pc:spChg>
        <pc:spChg chg="add mod">
          <ac:chgData name="Jacob Wyngaard" userId="6181fcd471e98458" providerId="LiveId" clId="{788BA123-62C9-4DDC-86E5-A6BCA4600216}" dt="2026-04-04T20:08:46.630" v="1023" actId="113"/>
          <ac:spMkLst>
            <pc:docMk/>
            <pc:sldMk cId="4192084370" sldId="412"/>
            <ac:spMk id="23" creationId="{3FE8639F-054D-FC1E-D03D-778C2AFBAD29}"/>
          </ac:spMkLst>
        </pc:spChg>
        <pc:spChg chg="add mod">
          <ac:chgData name="Jacob Wyngaard" userId="6181fcd471e98458" providerId="LiveId" clId="{788BA123-62C9-4DDC-86E5-A6BCA4600216}" dt="2026-04-04T20:09:28.232" v="1031" actId="113"/>
          <ac:spMkLst>
            <pc:docMk/>
            <pc:sldMk cId="4192084370" sldId="412"/>
            <ac:spMk id="24" creationId="{7CE159B8-EC8E-E76A-F598-177A89C7CA9E}"/>
          </ac:spMkLst>
        </pc:spChg>
        <pc:spChg chg="add mod">
          <ac:chgData name="Jacob Wyngaard" userId="6181fcd471e98458" providerId="LiveId" clId="{788BA123-62C9-4DDC-86E5-A6BCA4600216}" dt="2026-04-04T20:17:50.452" v="1050" actId="14100"/>
          <ac:spMkLst>
            <pc:docMk/>
            <pc:sldMk cId="4192084370" sldId="412"/>
            <ac:spMk id="25" creationId="{8E685B1E-330B-46B0-F01F-6CB5214DD85C}"/>
          </ac:spMkLst>
        </pc:spChg>
        <pc:spChg chg="add mod">
          <ac:chgData name="Jacob Wyngaard" userId="6181fcd471e98458" providerId="LiveId" clId="{788BA123-62C9-4DDC-86E5-A6BCA4600216}" dt="2026-04-04T20:17:59.091" v="1053" actId="1076"/>
          <ac:spMkLst>
            <pc:docMk/>
            <pc:sldMk cId="4192084370" sldId="412"/>
            <ac:spMk id="27" creationId="{4126E0C9-B736-D3FB-4E6B-FE0EC951D1D8}"/>
          </ac:spMkLst>
        </pc:spChg>
        <pc:spChg chg="add mod">
          <ac:chgData name="Jacob Wyngaard" userId="6181fcd471e98458" providerId="LiveId" clId="{788BA123-62C9-4DDC-86E5-A6BCA4600216}" dt="2026-04-04T20:18:23.279" v="1062" actId="14100"/>
          <ac:spMkLst>
            <pc:docMk/>
            <pc:sldMk cId="4192084370" sldId="412"/>
            <ac:spMk id="28" creationId="{68EC9E20-9BCA-BBC8-B9FB-484FC3744C5F}"/>
          </ac:spMkLst>
        </pc:spChg>
        <pc:spChg chg="add mod">
          <ac:chgData name="Jacob Wyngaard" userId="6181fcd471e98458" providerId="LiveId" clId="{788BA123-62C9-4DDC-86E5-A6BCA4600216}" dt="2026-04-04T20:18:34.036" v="1066" actId="1037"/>
          <ac:spMkLst>
            <pc:docMk/>
            <pc:sldMk cId="4192084370" sldId="412"/>
            <ac:spMk id="29" creationId="{9C37445D-EF06-EDBF-E25A-2FBCF4017DA6}"/>
          </ac:spMkLst>
        </pc:spChg>
        <pc:graphicFrameChg chg="modGraphic">
          <ac:chgData name="Jacob Wyngaard" userId="6181fcd471e98458" providerId="LiveId" clId="{788BA123-62C9-4DDC-86E5-A6BCA4600216}" dt="2026-04-04T20:17:08.549" v="1041" actId="20577"/>
          <ac:graphicFrameMkLst>
            <pc:docMk/>
            <pc:sldMk cId="4192084370" sldId="412"/>
            <ac:graphicFrameMk id="4" creationId="{2742AD13-5B55-F5E0-56B1-5BFB45BE920A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4-07T02:26:56.818" v="5135" actId="20577"/>
        <pc:sldMkLst>
          <pc:docMk/>
          <pc:sldMk cId="1450322037" sldId="413"/>
        </pc:sldMkLst>
        <pc:spChg chg="add mod">
          <ac:chgData name="Jacob Wyngaard" userId="6181fcd471e98458" providerId="LiveId" clId="{788BA123-62C9-4DDC-86E5-A6BCA4600216}" dt="2026-04-04T20:29:34.120" v="1443" actId="1076"/>
          <ac:spMkLst>
            <pc:docMk/>
            <pc:sldMk cId="1450322037" sldId="413"/>
            <ac:spMk id="3" creationId="{C7539785-661B-130F-9495-1A63F44E044C}"/>
          </ac:spMkLst>
        </pc:spChg>
        <pc:spChg chg="mod">
          <ac:chgData name="Jacob Wyngaard" userId="6181fcd471e98458" providerId="LiveId" clId="{788BA123-62C9-4DDC-86E5-A6BCA4600216}" dt="2026-04-04T20:31:49.935" v="1484" actId="1076"/>
          <ac:spMkLst>
            <pc:docMk/>
            <pc:sldMk cId="1450322037" sldId="413"/>
            <ac:spMk id="4" creationId="{A01ECA48-545E-194E-05DB-D2A6BFB8BEC7}"/>
          </ac:spMkLst>
        </pc:spChg>
        <pc:spChg chg="add mod">
          <ac:chgData name="Jacob Wyngaard" userId="6181fcd471e98458" providerId="LiveId" clId="{788BA123-62C9-4DDC-86E5-A6BCA4600216}" dt="2026-04-04T20:29:37.039" v="1444" actId="1076"/>
          <ac:spMkLst>
            <pc:docMk/>
            <pc:sldMk cId="1450322037" sldId="413"/>
            <ac:spMk id="10" creationId="{CDEFD119-8B5F-0B93-882C-E746B143FF0A}"/>
          </ac:spMkLst>
        </pc:spChg>
        <pc:spChg chg="add mod">
          <ac:chgData name="Jacob Wyngaard" userId="6181fcd471e98458" providerId="LiveId" clId="{788BA123-62C9-4DDC-86E5-A6BCA4600216}" dt="2026-04-04T20:31:38.137" v="1482" actId="1076"/>
          <ac:spMkLst>
            <pc:docMk/>
            <pc:sldMk cId="1450322037" sldId="413"/>
            <ac:spMk id="11" creationId="{97B48236-4CE2-FB38-B09C-D905D3C112A2}"/>
          </ac:spMkLst>
        </pc:spChg>
        <pc:spChg chg="add mod">
          <ac:chgData name="Jacob Wyngaard" userId="6181fcd471e98458" providerId="LiveId" clId="{788BA123-62C9-4DDC-86E5-A6BCA4600216}" dt="2026-04-04T20:31:45.752" v="1483" actId="1076"/>
          <ac:spMkLst>
            <pc:docMk/>
            <pc:sldMk cId="1450322037" sldId="413"/>
            <ac:spMk id="12" creationId="{B9D7E555-F445-90C9-4407-92A0DCCF6EF1}"/>
          </ac:spMkLst>
        </pc:spChg>
        <pc:spChg chg="add mod">
          <ac:chgData name="Jacob Wyngaard" userId="6181fcd471e98458" providerId="LiveId" clId="{788BA123-62C9-4DDC-86E5-A6BCA4600216}" dt="2026-04-07T02:26:56.818" v="5135" actId="20577"/>
          <ac:spMkLst>
            <pc:docMk/>
            <pc:sldMk cId="1450322037" sldId="413"/>
            <ac:spMk id="13" creationId="{EEF1D830-1C69-9DA7-0C21-5B5F480F5CCA}"/>
          </ac:spMkLst>
        </pc:spChg>
        <pc:spChg chg="add mod">
          <ac:chgData name="Jacob Wyngaard" userId="6181fcd471e98458" providerId="LiveId" clId="{788BA123-62C9-4DDC-86E5-A6BCA4600216}" dt="2026-04-04T20:30:34.636" v="1469" actId="1076"/>
          <ac:spMkLst>
            <pc:docMk/>
            <pc:sldMk cId="1450322037" sldId="413"/>
            <ac:spMk id="22" creationId="{7338E9F2-A51C-79E2-48F6-E5DA02F6A8BE}"/>
          </ac:spMkLst>
        </pc:spChg>
        <pc:spChg chg="add mod">
          <ac:chgData name="Jacob Wyngaard" userId="6181fcd471e98458" providerId="LiveId" clId="{788BA123-62C9-4DDC-86E5-A6BCA4600216}" dt="2026-04-04T20:30:34.636" v="1469" actId="1076"/>
          <ac:spMkLst>
            <pc:docMk/>
            <pc:sldMk cId="1450322037" sldId="413"/>
            <ac:spMk id="23" creationId="{15440FE4-6280-DC1D-D919-3FB8BDEE527B}"/>
          </ac:spMkLst>
        </pc:spChg>
        <pc:spChg chg="add mod">
          <ac:chgData name="Jacob Wyngaard" userId="6181fcd471e98458" providerId="LiveId" clId="{788BA123-62C9-4DDC-86E5-A6BCA4600216}" dt="2026-04-04T20:30:34.636" v="1469" actId="1076"/>
          <ac:spMkLst>
            <pc:docMk/>
            <pc:sldMk cId="1450322037" sldId="413"/>
            <ac:spMk id="24" creationId="{C07C8D10-29BA-52D7-B773-34B2590EB6DF}"/>
          </ac:spMkLst>
        </pc:spChg>
        <pc:spChg chg="add mod">
          <ac:chgData name="Jacob Wyngaard" userId="6181fcd471e98458" providerId="LiveId" clId="{788BA123-62C9-4DDC-86E5-A6BCA4600216}" dt="2026-04-04T20:30:34.636" v="1469" actId="1076"/>
          <ac:spMkLst>
            <pc:docMk/>
            <pc:sldMk cId="1450322037" sldId="413"/>
            <ac:spMk id="25" creationId="{CA1C8F6A-1B9B-BEF4-5FBA-5F43114956E7}"/>
          </ac:spMkLst>
        </pc:spChg>
        <pc:spChg chg="mod">
          <ac:chgData name="Jacob Wyngaard" userId="6181fcd471e98458" providerId="LiveId" clId="{788BA123-62C9-4DDC-86E5-A6BCA4600216}" dt="2026-04-05T01:48:59.538" v="3472" actId="1076"/>
          <ac:spMkLst>
            <pc:docMk/>
            <pc:sldMk cId="1450322037" sldId="413"/>
            <ac:spMk id="26" creationId="{83C20052-A1B3-A6E1-2CBB-35A1D4F23A91}"/>
          </ac:spMkLst>
        </pc:spChg>
        <pc:spChg chg="add mod">
          <ac:chgData name="Jacob Wyngaard" userId="6181fcd471e98458" providerId="LiveId" clId="{788BA123-62C9-4DDC-86E5-A6BCA4600216}" dt="2026-04-05T01:49:19.221" v="3483" actId="1076"/>
          <ac:spMkLst>
            <pc:docMk/>
            <pc:sldMk cId="1450322037" sldId="413"/>
            <ac:spMk id="28" creationId="{5BDE8909-848C-9426-93EF-51CC7488BA4A}"/>
          </ac:spMkLst>
        </pc:spChg>
        <pc:spChg chg="add mod">
          <ac:chgData name="Jacob Wyngaard" userId="6181fcd471e98458" providerId="LiveId" clId="{788BA123-62C9-4DDC-86E5-A6BCA4600216}" dt="2026-04-04T20:31:03.754" v="1473" actId="1076"/>
          <ac:spMkLst>
            <pc:docMk/>
            <pc:sldMk cId="1450322037" sldId="413"/>
            <ac:spMk id="30" creationId="{42D89DCE-014F-3D81-31B1-9C6203BF8279}"/>
          </ac:spMkLst>
        </pc:spChg>
        <pc:spChg chg="add mod">
          <ac:chgData name="Jacob Wyngaard" userId="6181fcd471e98458" providerId="LiveId" clId="{788BA123-62C9-4DDC-86E5-A6BCA4600216}" dt="2026-04-04T20:31:03.754" v="1473" actId="1076"/>
          <ac:spMkLst>
            <pc:docMk/>
            <pc:sldMk cId="1450322037" sldId="413"/>
            <ac:spMk id="31" creationId="{6F16D728-7DAA-76FD-EDC8-26E2B9111466}"/>
          </ac:spMkLst>
        </pc:spChg>
        <pc:spChg chg="add mod">
          <ac:chgData name="Jacob Wyngaard" userId="6181fcd471e98458" providerId="LiveId" clId="{788BA123-62C9-4DDC-86E5-A6BCA4600216}" dt="2026-04-04T20:31:03.754" v="1473" actId="1076"/>
          <ac:spMkLst>
            <pc:docMk/>
            <pc:sldMk cId="1450322037" sldId="413"/>
            <ac:spMk id="32" creationId="{7B93B0B8-0290-3743-895E-858417DB009E}"/>
          </ac:spMkLst>
        </pc:spChg>
        <pc:spChg chg="add mod">
          <ac:chgData name="Jacob Wyngaard" userId="6181fcd471e98458" providerId="LiveId" clId="{788BA123-62C9-4DDC-86E5-A6BCA4600216}" dt="2026-04-04T20:31:03.754" v="1473" actId="1076"/>
          <ac:spMkLst>
            <pc:docMk/>
            <pc:sldMk cId="1450322037" sldId="413"/>
            <ac:spMk id="33" creationId="{7A96971E-2D29-1FC5-3385-935F15A5B8A3}"/>
          </ac:spMkLst>
        </pc:spChg>
        <pc:spChg chg="add mod">
          <ac:chgData name="Jacob Wyngaard" userId="6181fcd471e98458" providerId="LiveId" clId="{788BA123-62C9-4DDC-86E5-A6BCA4600216}" dt="2026-04-05T01:49:07.010" v="3476" actId="1076"/>
          <ac:spMkLst>
            <pc:docMk/>
            <pc:sldMk cId="1450322037" sldId="413"/>
            <ac:spMk id="34" creationId="{5DDC2E82-ACC4-89D6-A651-440FC9F8B18C}"/>
          </ac:spMkLst>
        </pc:spChg>
        <pc:spChg chg="add mod">
          <ac:chgData name="Jacob Wyngaard" userId="6181fcd471e98458" providerId="LiveId" clId="{788BA123-62C9-4DDC-86E5-A6BCA4600216}" dt="2026-04-05T01:49:25.493" v="3484" actId="1076"/>
          <ac:spMkLst>
            <pc:docMk/>
            <pc:sldMk cId="1450322037" sldId="413"/>
            <ac:spMk id="36" creationId="{AEB4772C-E0DD-059F-896F-27D45924BC38}"/>
          </ac:spMkLst>
        </pc:spChg>
        <pc:spChg chg="add mod">
          <ac:chgData name="Jacob Wyngaard" userId="6181fcd471e98458" providerId="LiveId" clId="{788BA123-62C9-4DDC-86E5-A6BCA4600216}" dt="2026-04-04T20:31:13.575" v="1476" actId="1076"/>
          <ac:spMkLst>
            <pc:docMk/>
            <pc:sldMk cId="1450322037" sldId="413"/>
            <ac:spMk id="41" creationId="{D8004EEF-7382-594B-4121-7B4E306C0153}"/>
          </ac:spMkLst>
        </pc:spChg>
        <pc:spChg chg="add mod">
          <ac:chgData name="Jacob Wyngaard" userId="6181fcd471e98458" providerId="LiveId" clId="{788BA123-62C9-4DDC-86E5-A6BCA4600216}" dt="2026-04-04T20:31:27.404" v="1480" actId="20577"/>
          <ac:spMkLst>
            <pc:docMk/>
            <pc:sldMk cId="1450322037" sldId="413"/>
            <ac:spMk id="48" creationId="{8FD34DE4-628C-23DA-B3D0-6494C5711F6B}"/>
          </ac:spMkLst>
        </pc:spChg>
        <pc:graphicFrameChg chg="mod modGraphic">
          <ac:chgData name="Jacob Wyngaard" userId="6181fcd471e98458" providerId="LiveId" clId="{788BA123-62C9-4DDC-86E5-A6BCA4600216}" dt="2026-04-05T01:49:16.710" v="3482" actId="20577"/>
          <ac:graphicFrameMkLst>
            <pc:docMk/>
            <pc:sldMk cId="1450322037" sldId="413"/>
            <ac:graphicFrameMk id="14" creationId="{05E09A68-4A8F-347E-E01C-0F397951D446}"/>
          </ac:graphicFrameMkLst>
        </pc:graphicFrameChg>
        <pc:graphicFrameChg chg="mod modGraphic">
          <ac:chgData name="Jacob Wyngaard" userId="6181fcd471e98458" providerId="LiveId" clId="{788BA123-62C9-4DDC-86E5-A6BCA4600216}" dt="2026-04-05T01:49:03.648" v="3475" actId="20577"/>
          <ac:graphicFrameMkLst>
            <pc:docMk/>
            <pc:sldMk cId="1450322037" sldId="413"/>
            <ac:graphicFrameMk id="15" creationId="{717444CE-25A4-BC7C-0613-73AB7C4E4779}"/>
          </ac:graphicFrameMkLst>
        </pc:graphicFrameChg>
      </pc:sldChg>
      <pc:sldChg chg="modSp add mod ord">
        <pc:chgData name="Jacob Wyngaard" userId="6181fcd471e98458" providerId="LiveId" clId="{788BA123-62C9-4DDC-86E5-A6BCA4600216}" dt="2026-04-04T20:41:23.760" v="1673" actId="20577"/>
        <pc:sldMkLst>
          <pc:docMk/>
          <pc:sldMk cId="1090933446" sldId="414"/>
        </pc:sldMkLst>
        <pc:spChg chg="mod">
          <ac:chgData name="Jacob Wyngaard" userId="6181fcd471e98458" providerId="LiveId" clId="{788BA123-62C9-4DDC-86E5-A6BCA4600216}" dt="2026-04-04T20:34:11.420" v="1498" actId="20577"/>
          <ac:spMkLst>
            <pc:docMk/>
            <pc:sldMk cId="1090933446" sldId="414"/>
            <ac:spMk id="2" creationId="{3BC484EC-2E06-41F6-C568-36D9E1AB4213}"/>
          </ac:spMkLst>
        </pc:spChg>
        <pc:spChg chg="mod">
          <ac:chgData name="Jacob Wyngaard" userId="6181fcd471e98458" providerId="LiveId" clId="{788BA123-62C9-4DDC-86E5-A6BCA4600216}" dt="2026-04-04T20:34:46.866" v="1499" actId="20577"/>
          <ac:spMkLst>
            <pc:docMk/>
            <pc:sldMk cId="1090933446" sldId="414"/>
            <ac:spMk id="4" creationId="{296FE83B-A28A-3E90-8492-723E37E90D0C}"/>
          </ac:spMkLst>
        </pc:spChg>
        <pc:spChg chg="mod">
          <ac:chgData name="Jacob Wyngaard" userId="6181fcd471e98458" providerId="LiveId" clId="{788BA123-62C9-4DDC-86E5-A6BCA4600216}" dt="2026-04-04T20:41:23.760" v="1673" actId="20577"/>
          <ac:spMkLst>
            <pc:docMk/>
            <pc:sldMk cId="1090933446" sldId="414"/>
            <ac:spMk id="5" creationId="{5F037E2B-123D-DAE7-B34B-433203F107FF}"/>
          </ac:spMkLst>
        </pc:spChg>
        <pc:spChg chg="mod">
          <ac:chgData name="Jacob Wyngaard" userId="6181fcd471e98458" providerId="LiveId" clId="{788BA123-62C9-4DDC-86E5-A6BCA4600216}" dt="2026-04-04T20:32:39.823" v="1491" actId="20577"/>
          <ac:spMkLst>
            <pc:docMk/>
            <pc:sldMk cId="1090933446" sldId="414"/>
            <ac:spMk id="51" creationId="{AEE6ABE4-8FC5-5A5D-F0EC-E335700446B5}"/>
          </ac:spMkLst>
        </pc:spChg>
      </pc:sldChg>
      <pc:sldChg chg="addSp delSp modSp add mod">
        <pc:chgData name="Jacob Wyngaard" userId="6181fcd471e98458" providerId="LiveId" clId="{788BA123-62C9-4DDC-86E5-A6BCA4600216}" dt="2026-04-04T20:47:58.357" v="1804" actId="1076"/>
        <pc:sldMkLst>
          <pc:docMk/>
          <pc:sldMk cId="1245238732" sldId="415"/>
        </pc:sldMkLst>
        <pc:spChg chg="mod">
          <ac:chgData name="Jacob Wyngaard" userId="6181fcd471e98458" providerId="LiveId" clId="{788BA123-62C9-4DDC-86E5-A6BCA4600216}" dt="2026-04-04T20:47:31.724" v="1796" actId="404"/>
          <ac:spMkLst>
            <pc:docMk/>
            <pc:sldMk cId="1245238732" sldId="415"/>
            <ac:spMk id="2" creationId="{5B60BC76-91DD-BABE-DCF0-3028682D257C}"/>
          </ac:spMkLst>
        </pc:spChg>
        <pc:spChg chg="add mod">
          <ac:chgData name="Jacob Wyngaard" userId="6181fcd471e98458" providerId="LiveId" clId="{788BA123-62C9-4DDC-86E5-A6BCA4600216}" dt="2026-04-04T20:38:57.354" v="1580" actId="20577"/>
          <ac:spMkLst>
            <pc:docMk/>
            <pc:sldMk cId="1245238732" sldId="415"/>
            <ac:spMk id="3" creationId="{B602A1A6-669E-AA70-1E88-5D48DD00B99B}"/>
          </ac:spMkLst>
        </pc:spChg>
        <pc:spChg chg="mod">
          <ac:chgData name="Jacob Wyngaard" userId="6181fcd471e98458" providerId="LiveId" clId="{788BA123-62C9-4DDC-86E5-A6BCA4600216}" dt="2026-04-04T20:47:58.357" v="1804" actId="1076"/>
          <ac:spMkLst>
            <pc:docMk/>
            <pc:sldMk cId="1245238732" sldId="415"/>
            <ac:spMk id="5" creationId="{36439A7A-6F28-012C-F741-BF0F4D486A5C}"/>
          </ac:spMkLst>
        </pc:spChg>
        <pc:spChg chg="add mod">
          <ac:chgData name="Jacob Wyngaard" userId="6181fcd471e98458" providerId="LiveId" clId="{788BA123-62C9-4DDC-86E5-A6BCA4600216}" dt="2026-04-04T20:40:01.636" v="1612" actId="20577"/>
          <ac:spMkLst>
            <pc:docMk/>
            <pc:sldMk cId="1245238732" sldId="415"/>
            <ac:spMk id="9" creationId="{5CF3CCD9-7217-E57A-F5F2-E0C99347C8E1}"/>
          </ac:spMkLst>
        </pc:spChg>
        <pc:spChg chg="add mod">
          <ac:chgData name="Jacob Wyngaard" userId="6181fcd471e98458" providerId="LiveId" clId="{788BA123-62C9-4DDC-86E5-A6BCA4600216}" dt="2026-04-04T20:38:03.816" v="1570" actId="1076"/>
          <ac:spMkLst>
            <pc:docMk/>
            <pc:sldMk cId="1245238732" sldId="415"/>
            <ac:spMk id="11" creationId="{132D18D3-51EE-DC8A-A48B-297BBAB524E0}"/>
          </ac:spMkLst>
        </pc:spChg>
        <pc:spChg chg="add mod">
          <ac:chgData name="Jacob Wyngaard" userId="6181fcd471e98458" providerId="LiveId" clId="{788BA123-62C9-4DDC-86E5-A6BCA4600216}" dt="2026-04-04T20:40:57.245" v="1664" actId="20577"/>
          <ac:spMkLst>
            <pc:docMk/>
            <pc:sldMk cId="1245238732" sldId="415"/>
            <ac:spMk id="12" creationId="{2CC7176A-ABF7-5C47-0033-7F18F2427491}"/>
          </ac:spMkLst>
        </pc:spChg>
      </pc:sldChg>
      <pc:sldChg chg="addSp delSp modSp add mod">
        <pc:chgData name="Jacob Wyngaard" userId="6181fcd471e98458" providerId="LiveId" clId="{788BA123-62C9-4DDC-86E5-A6BCA4600216}" dt="2026-04-04T20:46:46.105" v="1789" actId="1076"/>
        <pc:sldMkLst>
          <pc:docMk/>
          <pc:sldMk cId="999372449" sldId="416"/>
        </pc:sldMkLst>
        <pc:spChg chg="add mod">
          <ac:chgData name="Jacob Wyngaard" userId="6181fcd471e98458" providerId="LiveId" clId="{788BA123-62C9-4DDC-86E5-A6BCA4600216}" dt="2026-04-04T20:46:46.105" v="1789" actId="1076"/>
          <ac:spMkLst>
            <pc:docMk/>
            <pc:sldMk cId="999372449" sldId="416"/>
            <ac:spMk id="9" creationId="{F6DEF240-C238-04BD-2D63-6A838B5BB516}"/>
          </ac:spMkLst>
        </pc:spChg>
        <pc:spChg chg="mod">
          <ac:chgData name="Jacob Wyngaard" userId="6181fcd471e98458" providerId="LiveId" clId="{788BA123-62C9-4DDC-86E5-A6BCA4600216}" dt="2026-04-04T20:44:54.282" v="1771" actId="1076"/>
          <ac:spMkLst>
            <pc:docMk/>
            <pc:sldMk cId="999372449" sldId="416"/>
            <ac:spMk id="14" creationId="{9B1AB971-C466-CC00-0631-383B1AD0A49C}"/>
          </ac:spMkLst>
        </pc:spChg>
        <pc:spChg chg="mod">
          <ac:chgData name="Jacob Wyngaard" userId="6181fcd471e98458" providerId="LiveId" clId="{788BA123-62C9-4DDC-86E5-A6BCA4600216}" dt="2026-04-04T20:44:54.282" v="1771" actId="1076"/>
          <ac:spMkLst>
            <pc:docMk/>
            <pc:sldMk cId="999372449" sldId="416"/>
            <ac:spMk id="15" creationId="{9883B482-30F8-EC46-ABB5-B391F7CB26B0}"/>
          </ac:spMkLst>
        </pc:spChg>
        <pc:spChg chg="mod">
          <ac:chgData name="Jacob Wyngaard" userId="6181fcd471e98458" providerId="LiveId" clId="{788BA123-62C9-4DDC-86E5-A6BCA4600216}" dt="2026-04-04T20:44:54.282" v="1771" actId="1076"/>
          <ac:spMkLst>
            <pc:docMk/>
            <pc:sldMk cId="999372449" sldId="416"/>
            <ac:spMk id="16" creationId="{C06A69BC-01EA-6C3B-F5FE-2121BEC9B108}"/>
          </ac:spMkLst>
        </pc:spChg>
        <pc:spChg chg="mod">
          <ac:chgData name="Jacob Wyngaard" userId="6181fcd471e98458" providerId="LiveId" clId="{788BA123-62C9-4DDC-86E5-A6BCA4600216}" dt="2026-04-04T20:44:54.282" v="1771" actId="1076"/>
          <ac:spMkLst>
            <pc:docMk/>
            <pc:sldMk cId="999372449" sldId="416"/>
            <ac:spMk id="17" creationId="{43F0AC74-6EFA-230E-CEB5-B6AB16017B9E}"/>
          </ac:spMkLst>
        </pc:spChg>
        <pc:spChg chg="add mod">
          <ac:chgData name="Jacob Wyngaard" userId="6181fcd471e98458" providerId="LiveId" clId="{788BA123-62C9-4DDC-86E5-A6BCA4600216}" dt="2026-04-04T20:46:46.105" v="1789" actId="1076"/>
          <ac:spMkLst>
            <pc:docMk/>
            <pc:sldMk cId="999372449" sldId="416"/>
            <ac:spMk id="21" creationId="{BEA9A242-86E6-DB7D-E7A0-C4545FDBDFA0}"/>
          </ac:spMkLst>
        </pc:spChg>
        <pc:spChg chg="add mod">
          <ac:chgData name="Jacob Wyngaard" userId="6181fcd471e98458" providerId="LiveId" clId="{788BA123-62C9-4DDC-86E5-A6BCA4600216}" dt="2026-04-04T20:46:46.105" v="1789" actId="1076"/>
          <ac:spMkLst>
            <pc:docMk/>
            <pc:sldMk cId="999372449" sldId="416"/>
            <ac:spMk id="22" creationId="{F7707530-DDAC-8AE8-2BD8-7EE31E9C802B}"/>
          </ac:spMkLst>
        </pc:spChg>
        <pc:spChg chg="add mod">
          <ac:chgData name="Jacob Wyngaard" userId="6181fcd471e98458" providerId="LiveId" clId="{788BA123-62C9-4DDC-86E5-A6BCA4600216}" dt="2026-04-04T20:46:46.105" v="1789" actId="1076"/>
          <ac:spMkLst>
            <pc:docMk/>
            <pc:sldMk cId="999372449" sldId="416"/>
            <ac:spMk id="23" creationId="{89E6F958-2F0B-F3EF-2E33-C3B295835AAB}"/>
          </ac:spMkLst>
        </pc:spChg>
      </pc:sldChg>
      <pc:sldChg chg="addSp delSp modSp add mod">
        <pc:chgData name="Jacob Wyngaard" userId="6181fcd471e98458" providerId="LiveId" clId="{788BA123-62C9-4DDC-86E5-A6BCA4600216}" dt="2026-04-04T21:26:15.694" v="2452" actId="20577"/>
        <pc:sldMkLst>
          <pc:docMk/>
          <pc:sldMk cId="1586311492" sldId="417"/>
        </pc:sldMkLst>
        <pc:spChg chg="add mod">
          <ac:chgData name="Jacob Wyngaard" userId="6181fcd471e98458" providerId="LiveId" clId="{788BA123-62C9-4DDC-86E5-A6BCA4600216}" dt="2026-04-04T21:26:15.694" v="2452" actId="20577"/>
          <ac:spMkLst>
            <pc:docMk/>
            <pc:sldMk cId="1586311492" sldId="417"/>
            <ac:spMk id="9" creationId="{E828CAE5-31FF-27F3-9A7A-9BCC0B32DDD0}"/>
          </ac:spMkLst>
        </pc:spChg>
        <pc:spChg chg="add mod">
          <ac:chgData name="Jacob Wyngaard" userId="6181fcd471e98458" providerId="LiveId" clId="{788BA123-62C9-4DDC-86E5-A6BCA4600216}" dt="2026-04-04T21:17:09.413" v="2080" actId="1076"/>
          <ac:spMkLst>
            <pc:docMk/>
            <pc:sldMk cId="1586311492" sldId="417"/>
            <ac:spMk id="21" creationId="{6D13ED5C-691F-FCB1-D752-AA8F356610BA}"/>
          </ac:spMkLst>
        </pc:spChg>
      </pc:sldChg>
      <pc:sldChg chg="addSp delSp modSp add mod">
        <pc:chgData name="Jacob Wyngaard" userId="6181fcd471e98458" providerId="LiveId" clId="{788BA123-62C9-4DDC-86E5-A6BCA4600216}" dt="2026-04-04T21:22:21.298" v="2318" actId="20577"/>
        <pc:sldMkLst>
          <pc:docMk/>
          <pc:sldMk cId="1180106159" sldId="419"/>
        </pc:sldMkLst>
        <pc:spChg chg="add mod">
          <ac:chgData name="Jacob Wyngaard" userId="6181fcd471e98458" providerId="LiveId" clId="{788BA123-62C9-4DDC-86E5-A6BCA4600216}" dt="2026-04-04T21:19:56.737" v="2246" actId="1076"/>
          <ac:spMkLst>
            <pc:docMk/>
            <pc:sldMk cId="1180106159" sldId="419"/>
            <ac:spMk id="4" creationId="{0F861DBA-6293-7B0C-E1C8-FEEDBE7FFFE7}"/>
          </ac:spMkLst>
        </pc:spChg>
        <pc:spChg chg="add mod">
          <ac:chgData name="Jacob Wyngaard" userId="6181fcd471e98458" providerId="LiveId" clId="{788BA123-62C9-4DDC-86E5-A6BCA4600216}" dt="2026-04-04T21:21:51.754" v="2300" actId="1076"/>
          <ac:spMkLst>
            <pc:docMk/>
            <pc:sldMk cId="1180106159" sldId="419"/>
            <ac:spMk id="7" creationId="{FE2A3081-878D-F1A6-54D7-7726589984FF}"/>
          </ac:spMkLst>
        </pc:spChg>
        <pc:spChg chg="add mod">
          <ac:chgData name="Jacob Wyngaard" userId="6181fcd471e98458" providerId="LiveId" clId="{788BA123-62C9-4DDC-86E5-A6BCA4600216}" dt="2026-04-04T21:22:16.015" v="2314" actId="20577"/>
          <ac:spMkLst>
            <pc:docMk/>
            <pc:sldMk cId="1180106159" sldId="419"/>
            <ac:spMk id="11" creationId="{9A8D9ACD-5C66-585D-7061-C31B0D66DA8B}"/>
          </ac:spMkLst>
        </pc:spChg>
        <pc:spChg chg="add mod">
          <ac:chgData name="Jacob Wyngaard" userId="6181fcd471e98458" providerId="LiveId" clId="{788BA123-62C9-4DDC-86E5-A6BCA4600216}" dt="2026-04-04T21:22:21.298" v="2318" actId="20577"/>
          <ac:spMkLst>
            <pc:docMk/>
            <pc:sldMk cId="1180106159" sldId="419"/>
            <ac:spMk id="12" creationId="{2499F483-57ED-F581-2B9A-175F86E9AB30}"/>
          </ac:spMkLst>
        </pc:spChg>
        <pc:spChg chg="mod">
          <ac:chgData name="Jacob Wyngaard" userId="6181fcd471e98458" providerId="LiveId" clId="{788BA123-62C9-4DDC-86E5-A6BCA4600216}" dt="2026-04-04T21:18:29.501" v="2198" actId="20577"/>
          <ac:spMkLst>
            <pc:docMk/>
            <pc:sldMk cId="1180106159" sldId="419"/>
            <ac:spMk id="21" creationId="{0E7A0001-0A9E-A0C5-5F1B-A2A46E1D6282}"/>
          </ac:spMkLst>
        </pc:spChg>
      </pc:sldChg>
      <pc:sldChg chg="modSp add mod ord">
        <pc:chgData name="Jacob Wyngaard" userId="6181fcd471e98458" providerId="LiveId" clId="{788BA123-62C9-4DDC-86E5-A6BCA4600216}" dt="2026-04-04T21:26:11.961" v="2451" actId="20577"/>
        <pc:sldMkLst>
          <pc:docMk/>
          <pc:sldMk cId="3179576945" sldId="420"/>
        </pc:sldMkLst>
        <pc:spChg chg="mod">
          <ac:chgData name="Jacob Wyngaard" userId="6181fcd471e98458" providerId="LiveId" clId="{788BA123-62C9-4DDC-86E5-A6BCA4600216}" dt="2026-04-04T21:26:11.961" v="2451" actId="20577"/>
          <ac:spMkLst>
            <pc:docMk/>
            <pc:sldMk cId="3179576945" sldId="420"/>
            <ac:spMk id="9" creationId="{AF85AD5D-50B3-DBE0-159B-14BD0987626F}"/>
          </ac:spMkLst>
        </pc:spChg>
        <pc:spChg chg="mod">
          <ac:chgData name="Jacob Wyngaard" userId="6181fcd471e98458" providerId="LiveId" clId="{788BA123-62C9-4DDC-86E5-A6BCA4600216}" dt="2026-04-04T21:22:50.059" v="2355" actId="1076"/>
          <ac:spMkLst>
            <pc:docMk/>
            <pc:sldMk cId="3179576945" sldId="420"/>
            <ac:spMk id="21" creationId="{2BBEA9B0-F66D-C784-1233-B53AD9E75B93}"/>
          </ac:spMkLst>
        </pc:spChg>
      </pc:sldChg>
      <pc:sldChg chg="addSp modSp add mod">
        <pc:chgData name="Jacob Wyngaard" userId="6181fcd471e98458" providerId="LiveId" clId="{788BA123-62C9-4DDC-86E5-A6BCA4600216}" dt="2026-04-04T21:40:59.134" v="2556" actId="1037"/>
        <pc:sldMkLst>
          <pc:docMk/>
          <pc:sldMk cId="1952072888" sldId="421"/>
        </pc:sldMkLst>
        <pc:spChg chg="add mod">
          <ac:chgData name="Jacob Wyngaard" userId="6181fcd471e98458" providerId="LiveId" clId="{788BA123-62C9-4DDC-86E5-A6BCA4600216}" dt="2026-04-04T21:37:25.462" v="2456" actId="1076"/>
          <ac:spMkLst>
            <pc:docMk/>
            <pc:sldMk cId="1952072888" sldId="421"/>
            <ac:spMk id="3" creationId="{9CEDEFE4-E7BA-9B7A-11A3-1BE8957EFA44}"/>
          </ac:spMkLst>
        </pc:spChg>
        <pc:spChg chg="add mod">
          <ac:chgData name="Jacob Wyngaard" userId="6181fcd471e98458" providerId="LiveId" clId="{788BA123-62C9-4DDC-86E5-A6BCA4600216}" dt="2026-04-04T21:37:30.398" v="2457" actId="1076"/>
          <ac:spMkLst>
            <pc:docMk/>
            <pc:sldMk cId="1952072888" sldId="421"/>
            <ac:spMk id="4" creationId="{23B00D61-74F1-5F95-7A5B-8A5B3BA66620}"/>
          </ac:spMkLst>
        </pc:spChg>
        <pc:spChg chg="add mod">
          <ac:chgData name="Jacob Wyngaard" userId="6181fcd471e98458" providerId="LiveId" clId="{788BA123-62C9-4DDC-86E5-A6BCA4600216}" dt="2026-04-04T21:40:24.243" v="2524" actId="1076"/>
          <ac:spMkLst>
            <pc:docMk/>
            <pc:sldMk cId="1952072888" sldId="421"/>
            <ac:spMk id="5" creationId="{70C8569E-F261-2319-479F-1EE0E86107A2}"/>
          </ac:spMkLst>
        </pc:spChg>
        <pc:spChg chg="add mod">
          <ac:chgData name="Jacob Wyngaard" userId="6181fcd471e98458" providerId="LiveId" clId="{788BA123-62C9-4DDC-86E5-A6BCA4600216}" dt="2026-04-04T21:40:52.698" v="2542" actId="1038"/>
          <ac:spMkLst>
            <pc:docMk/>
            <pc:sldMk cId="1952072888" sldId="421"/>
            <ac:spMk id="7" creationId="{FA97084E-07FC-F120-E0F5-3AE7D904FE38}"/>
          </ac:spMkLst>
        </pc:spChg>
        <pc:spChg chg="mod">
          <ac:chgData name="Jacob Wyngaard" userId="6181fcd471e98458" providerId="LiveId" clId="{788BA123-62C9-4DDC-86E5-A6BCA4600216}" dt="2026-04-04T21:37:35.195" v="2458" actId="1076"/>
          <ac:spMkLst>
            <pc:docMk/>
            <pc:sldMk cId="1952072888" sldId="421"/>
            <ac:spMk id="9" creationId="{B2772401-5FE5-D923-8935-2AE229395284}"/>
          </ac:spMkLst>
        </pc:spChg>
        <pc:spChg chg="add mod">
          <ac:chgData name="Jacob Wyngaard" userId="6181fcd471e98458" providerId="LiveId" clId="{788BA123-62C9-4DDC-86E5-A6BCA4600216}" dt="2026-04-04T21:40:59.134" v="2556" actId="1037"/>
          <ac:spMkLst>
            <pc:docMk/>
            <pc:sldMk cId="1952072888" sldId="421"/>
            <ac:spMk id="10" creationId="{7C298368-D3CF-BE6F-4996-E1C05C65BF53}"/>
          </ac:spMkLst>
        </pc:spChg>
        <pc:spChg chg="add mod">
          <ac:chgData name="Jacob Wyngaard" userId="6181fcd471e98458" providerId="LiveId" clId="{788BA123-62C9-4DDC-86E5-A6BCA4600216}" dt="2026-04-04T21:40:44.954" v="2530" actId="1076"/>
          <ac:spMkLst>
            <pc:docMk/>
            <pc:sldMk cId="1952072888" sldId="421"/>
            <ac:spMk id="11" creationId="{1B04A25F-0DF9-19D5-B26C-35FFD141E2E2}"/>
          </ac:spMkLst>
        </pc:spChg>
        <pc:spChg chg="add mod">
          <ac:chgData name="Jacob Wyngaard" userId="6181fcd471e98458" providerId="LiveId" clId="{788BA123-62C9-4DDC-86E5-A6BCA4600216}" dt="2026-04-04T21:40:19.431" v="2522" actId="1076"/>
          <ac:spMkLst>
            <pc:docMk/>
            <pc:sldMk cId="1952072888" sldId="421"/>
            <ac:spMk id="12" creationId="{00E187C6-8B6C-4A86-521C-38989BECEC61}"/>
          </ac:spMkLst>
        </pc:spChg>
        <pc:spChg chg="mod">
          <ac:chgData name="Jacob Wyngaard" userId="6181fcd471e98458" providerId="LiveId" clId="{788BA123-62C9-4DDC-86E5-A6BCA4600216}" dt="2026-04-04T21:37:21.976" v="2455" actId="1076"/>
          <ac:spMkLst>
            <pc:docMk/>
            <pc:sldMk cId="1952072888" sldId="421"/>
            <ac:spMk id="21" creationId="{D3D0DCCB-2F66-088E-43A1-662FCDEF814B}"/>
          </ac:spMkLst>
        </pc:spChg>
      </pc:sldChg>
      <pc:sldChg chg="addSp delSp modSp add mod">
        <pc:chgData name="Jacob Wyngaard" userId="6181fcd471e98458" providerId="LiveId" clId="{788BA123-62C9-4DDC-86E5-A6BCA4600216}" dt="2026-04-04T21:59:27.219" v="3010"/>
        <pc:sldMkLst>
          <pc:docMk/>
          <pc:sldMk cId="406178418" sldId="422"/>
        </pc:sldMkLst>
        <pc:spChg chg="add mod">
          <ac:chgData name="Jacob Wyngaard" userId="6181fcd471e98458" providerId="LiveId" clId="{788BA123-62C9-4DDC-86E5-A6BCA4600216}" dt="2026-04-04T21:47:45.633" v="2724"/>
          <ac:spMkLst>
            <pc:docMk/>
            <pc:sldMk cId="406178418" sldId="422"/>
            <ac:spMk id="14" creationId="{02388A4E-3292-CB56-969D-06D6744E8CEF}"/>
          </ac:spMkLst>
        </pc:spChg>
        <pc:spChg chg="add mod">
          <ac:chgData name="Jacob Wyngaard" userId="6181fcd471e98458" providerId="LiveId" clId="{788BA123-62C9-4DDC-86E5-A6BCA4600216}" dt="2026-04-04T21:59:27.219" v="3010"/>
          <ac:spMkLst>
            <pc:docMk/>
            <pc:sldMk cId="406178418" sldId="422"/>
            <ac:spMk id="15" creationId="{4B22572A-FA43-AC2A-2EB5-AF5DB6E33FFB}"/>
          </ac:spMkLst>
        </pc:spChg>
        <pc:picChg chg="add mod">
          <ac:chgData name="Jacob Wyngaard" userId="6181fcd471e98458" providerId="LiveId" clId="{788BA123-62C9-4DDC-86E5-A6BCA4600216}" dt="2026-04-04T21:44:40.058" v="2568" actId="1076"/>
          <ac:picMkLst>
            <pc:docMk/>
            <pc:sldMk cId="406178418" sldId="422"/>
            <ac:picMk id="13" creationId="{C1092546-E209-F4BE-0C6F-6D7B34B2323B}"/>
          </ac:picMkLst>
        </pc:picChg>
      </pc:sldChg>
      <pc:sldChg chg="addSp delSp modSp add mod ord">
        <pc:chgData name="Jacob Wyngaard" userId="6181fcd471e98458" providerId="LiveId" clId="{788BA123-62C9-4DDC-86E5-A6BCA4600216}" dt="2026-04-04T23:31:24.516" v="3281" actId="20577"/>
        <pc:sldMkLst>
          <pc:docMk/>
          <pc:sldMk cId="3836299422" sldId="423"/>
        </pc:sldMkLst>
        <pc:spChg chg="mod">
          <ac:chgData name="Jacob Wyngaard" userId="6181fcd471e98458" providerId="LiveId" clId="{788BA123-62C9-4DDC-86E5-A6BCA4600216}" dt="2026-04-04T23:31:24.516" v="3281" actId="20577"/>
          <ac:spMkLst>
            <pc:docMk/>
            <pc:sldMk cId="3836299422" sldId="423"/>
            <ac:spMk id="2" creationId="{A7BD7E17-7D0C-F362-14D1-00021D771AA0}"/>
          </ac:spMkLst>
        </pc:spChg>
        <pc:spChg chg="add mod">
          <ac:chgData name="Jacob Wyngaard" userId="6181fcd471e98458" providerId="LiveId" clId="{788BA123-62C9-4DDC-86E5-A6BCA4600216}" dt="2026-04-04T22:03:21.118" v="3064" actId="1076"/>
          <ac:spMkLst>
            <pc:docMk/>
            <pc:sldMk cId="3836299422" sldId="423"/>
            <ac:spMk id="7" creationId="{7240F008-002D-310F-781C-07B3C8A1507C}"/>
          </ac:spMkLst>
        </pc:spChg>
        <pc:spChg chg="add mod">
          <ac:chgData name="Jacob Wyngaard" userId="6181fcd471e98458" providerId="LiveId" clId="{788BA123-62C9-4DDC-86E5-A6BCA4600216}" dt="2026-04-04T22:03:38.586" v="3102" actId="1076"/>
          <ac:spMkLst>
            <pc:docMk/>
            <pc:sldMk cId="3836299422" sldId="423"/>
            <ac:spMk id="9" creationId="{AEC471AE-0080-3154-2250-BD64B586D5DC}"/>
          </ac:spMkLst>
        </pc:spChg>
        <pc:spChg chg="add mod">
          <ac:chgData name="Jacob Wyngaard" userId="6181fcd471e98458" providerId="LiveId" clId="{788BA123-62C9-4DDC-86E5-A6BCA4600216}" dt="2026-04-04T22:04:14.517" v="3120" actId="1076"/>
          <ac:spMkLst>
            <pc:docMk/>
            <pc:sldMk cId="3836299422" sldId="423"/>
            <ac:spMk id="11" creationId="{14662D79-EA1C-63A2-F38C-1A1925736C28}"/>
          </ac:spMkLst>
        </pc:spChg>
        <pc:spChg chg="add mod">
          <ac:chgData name="Jacob Wyngaard" userId="6181fcd471e98458" providerId="LiveId" clId="{788BA123-62C9-4DDC-86E5-A6BCA4600216}" dt="2026-04-04T22:05:23.908" v="3152" actId="1076"/>
          <ac:spMkLst>
            <pc:docMk/>
            <pc:sldMk cId="3836299422" sldId="423"/>
            <ac:spMk id="12" creationId="{9C33269A-D17F-9F52-8572-57FF8FA2B3EC}"/>
          </ac:spMkLst>
        </pc:spChg>
        <pc:spChg chg="add mod">
          <ac:chgData name="Jacob Wyngaard" userId="6181fcd471e98458" providerId="LiveId" clId="{788BA123-62C9-4DDC-86E5-A6BCA4600216}" dt="2026-04-04T22:05:43.038" v="3160" actId="20577"/>
          <ac:spMkLst>
            <pc:docMk/>
            <pc:sldMk cId="3836299422" sldId="423"/>
            <ac:spMk id="16" creationId="{AF5585D2-C752-BC31-A671-7B1BC6E5FBAF}"/>
          </ac:spMkLst>
        </pc:spChg>
        <pc:spChg chg="add mod">
          <ac:chgData name="Jacob Wyngaard" userId="6181fcd471e98458" providerId="LiveId" clId="{788BA123-62C9-4DDC-86E5-A6BCA4600216}" dt="2026-04-04T22:05:02.340" v="3149" actId="14100"/>
          <ac:spMkLst>
            <pc:docMk/>
            <pc:sldMk cId="3836299422" sldId="423"/>
            <ac:spMk id="17" creationId="{7AF34E26-1614-E9CF-BA64-77DE2F9AA9DC}"/>
          </ac:spMkLst>
        </pc:spChg>
        <pc:picChg chg="add mod">
          <ac:chgData name="Jacob Wyngaard" userId="6181fcd471e98458" providerId="LiveId" clId="{788BA123-62C9-4DDC-86E5-A6BCA4600216}" dt="2026-04-04T22:02:59.502" v="3055" actId="1076"/>
          <ac:picMkLst>
            <pc:docMk/>
            <pc:sldMk cId="3836299422" sldId="423"/>
            <ac:picMk id="4" creationId="{7048FE6A-AC65-8513-392A-5BE3D8D2A22C}"/>
          </ac:picMkLst>
        </pc:picChg>
        <pc:picChg chg="add mod">
          <ac:chgData name="Jacob Wyngaard" userId="6181fcd471e98458" providerId="LiveId" clId="{788BA123-62C9-4DDC-86E5-A6BCA4600216}" dt="2026-04-04T22:05:31.120" v="3154" actId="1076"/>
          <ac:picMkLst>
            <pc:docMk/>
            <pc:sldMk cId="3836299422" sldId="423"/>
            <ac:picMk id="19" creationId="{C1845C2F-AF6A-1661-8DCE-CA0CF72461B8}"/>
          </ac:picMkLst>
        </pc:picChg>
        <pc:picChg chg="add mod">
          <ac:chgData name="Jacob Wyngaard" userId="6181fcd471e98458" providerId="LiveId" clId="{788BA123-62C9-4DDC-86E5-A6BCA4600216}" dt="2026-04-04T22:05:34.913" v="3156" actId="1076"/>
          <ac:picMkLst>
            <pc:docMk/>
            <pc:sldMk cId="3836299422" sldId="423"/>
            <ac:picMk id="20" creationId="{B6DEEF29-6BBD-8A3A-EC1E-CC81705B7450}"/>
          </ac:picMkLst>
        </pc:picChg>
      </pc:sldChg>
      <pc:sldChg chg="addSp delSp modSp add mod">
        <pc:chgData name="Jacob Wyngaard" userId="6181fcd471e98458" providerId="LiveId" clId="{788BA123-62C9-4DDC-86E5-A6BCA4600216}" dt="2026-04-04T23:31:29.141" v="3283" actId="6549"/>
        <pc:sldMkLst>
          <pc:docMk/>
          <pc:sldMk cId="2342631970" sldId="428"/>
        </pc:sldMkLst>
        <pc:spChg chg="mod">
          <ac:chgData name="Jacob Wyngaard" userId="6181fcd471e98458" providerId="LiveId" clId="{788BA123-62C9-4DDC-86E5-A6BCA4600216}" dt="2026-04-04T23:31:29.141" v="3283" actId="6549"/>
          <ac:spMkLst>
            <pc:docMk/>
            <pc:sldMk cId="2342631970" sldId="428"/>
            <ac:spMk id="2" creationId="{DB8B555A-37BF-5D9A-BD56-5D1C7C0B11E5}"/>
          </ac:spMkLst>
        </pc:spChg>
        <pc:spChg chg="mod">
          <ac:chgData name="Jacob Wyngaard" userId="6181fcd471e98458" providerId="LiveId" clId="{788BA123-62C9-4DDC-86E5-A6BCA4600216}" dt="2026-04-04T23:28:44.928" v="3237" actId="20577"/>
          <ac:spMkLst>
            <pc:docMk/>
            <pc:sldMk cId="2342631970" sldId="428"/>
            <ac:spMk id="7" creationId="{E7F3CF12-4DB2-AD01-4176-F73139260B7F}"/>
          </ac:spMkLst>
        </pc:spChg>
        <pc:spChg chg="mod">
          <ac:chgData name="Jacob Wyngaard" userId="6181fcd471e98458" providerId="LiveId" clId="{788BA123-62C9-4DDC-86E5-A6BCA4600216}" dt="2026-04-04T23:29:27.779" v="3252" actId="20577"/>
          <ac:spMkLst>
            <pc:docMk/>
            <pc:sldMk cId="2342631970" sldId="428"/>
            <ac:spMk id="12" creationId="{03B9FD1A-75C8-902F-361F-9DE505C9E3D6}"/>
          </ac:spMkLst>
        </pc:spChg>
        <pc:spChg chg="mod">
          <ac:chgData name="Jacob Wyngaard" userId="6181fcd471e98458" providerId="LiveId" clId="{788BA123-62C9-4DDC-86E5-A6BCA4600216}" dt="2026-04-04T23:29:30.033" v="3254" actId="20577"/>
          <ac:spMkLst>
            <pc:docMk/>
            <pc:sldMk cId="2342631970" sldId="428"/>
            <ac:spMk id="16" creationId="{63B852A4-C122-2111-7B51-2191019D818A}"/>
          </ac:spMkLst>
        </pc:spChg>
        <pc:picChg chg="mod">
          <ac:chgData name="Jacob Wyngaard" userId="6181fcd471e98458" providerId="LiveId" clId="{788BA123-62C9-4DDC-86E5-A6BCA4600216}" dt="2026-04-04T23:28:41.615" v="3235" actId="14826"/>
          <ac:picMkLst>
            <pc:docMk/>
            <pc:sldMk cId="2342631970" sldId="428"/>
            <ac:picMk id="4" creationId="{58B0C7A3-3BF0-2EFF-D8A7-499E4CA01C1B}"/>
          </ac:picMkLst>
        </pc:picChg>
        <pc:picChg chg="add mod">
          <ac:chgData name="Jacob Wyngaard" userId="6181fcd471e98458" providerId="LiveId" clId="{788BA123-62C9-4DDC-86E5-A6BCA4600216}" dt="2026-04-04T23:29:16.328" v="3244" actId="1076"/>
          <ac:picMkLst>
            <pc:docMk/>
            <pc:sldMk cId="2342631970" sldId="428"/>
            <ac:picMk id="5" creationId="{B4C1BCE7-BD14-FD0B-3D6E-4603B040233C}"/>
          </ac:picMkLst>
        </pc:picChg>
        <pc:picChg chg="add mod">
          <ac:chgData name="Jacob Wyngaard" userId="6181fcd471e98458" providerId="LiveId" clId="{788BA123-62C9-4DDC-86E5-A6BCA4600216}" dt="2026-04-04T23:29:20.602" v="3246" actId="1076"/>
          <ac:picMkLst>
            <pc:docMk/>
            <pc:sldMk cId="2342631970" sldId="428"/>
            <ac:picMk id="10" creationId="{B146CDBC-728F-F61B-77BC-07C926611346}"/>
          </ac:picMkLst>
        </pc:picChg>
      </pc:sldChg>
      <pc:sldChg chg="modSp add mod">
        <pc:chgData name="Jacob Wyngaard" userId="6181fcd471e98458" providerId="LiveId" clId="{788BA123-62C9-4DDC-86E5-A6BCA4600216}" dt="2026-04-04T23:31:11.460" v="3275" actId="20577"/>
        <pc:sldMkLst>
          <pc:docMk/>
          <pc:sldMk cId="425057087" sldId="429"/>
        </pc:sldMkLst>
        <pc:spChg chg="mod">
          <ac:chgData name="Jacob Wyngaard" userId="6181fcd471e98458" providerId="LiveId" clId="{788BA123-62C9-4DDC-86E5-A6BCA4600216}" dt="2026-04-04T23:31:11.460" v="3275" actId="20577"/>
          <ac:spMkLst>
            <pc:docMk/>
            <pc:sldMk cId="425057087" sldId="429"/>
            <ac:spMk id="2" creationId="{E14BE11B-C860-7F62-93B6-D695BFA5DEAC}"/>
          </ac:spMkLst>
        </pc:spChg>
        <pc:spChg chg="mod">
          <ac:chgData name="Jacob Wyngaard" userId="6181fcd471e98458" providerId="LiveId" clId="{788BA123-62C9-4DDC-86E5-A6BCA4600216}" dt="2026-04-04T23:29:59.806" v="3262" actId="20577"/>
          <ac:spMkLst>
            <pc:docMk/>
            <pc:sldMk cId="425057087" sldId="429"/>
            <ac:spMk id="7" creationId="{F8E32FB2-B9B5-DC2F-91E3-D3D619C1C298}"/>
          </ac:spMkLst>
        </pc:spChg>
        <pc:spChg chg="mod">
          <ac:chgData name="Jacob Wyngaard" userId="6181fcd471e98458" providerId="LiveId" clId="{788BA123-62C9-4DDC-86E5-A6BCA4600216}" dt="2026-04-04T23:29:54.992" v="3258" actId="20577"/>
          <ac:spMkLst>
            <pc:docMk/>
            <pc:sldMk cId="425057087" sldId="429"/>
            <ac:spMk id="12" creationId="{137D3370-3811-6F13-0CE6-30CA3AA789C8}"/>
          </ac:spMkLst>
        </pc:spChg>
        <pc:spChg chg="mod">
          <ac:chgData name="Jacob Wyngaard" userId="6181fcd471e98458" providerId="LiveId" clId="{788BA123-62C9-4DDC-86E5-A6BCA4600216}" dt="2026-04-04T23:29:57.227" v="3260" actId="20577"/>
          <ac:spMkLst>
            <pc:docMk/>
            <pc:sldMk cId="425057087" sldId="429"/>
            <ac:spMk id="16" creationId="{DD2390A0-022E-8F49-7129-EACCAC8D579D}"/>
          </ac:spMkLst>
        </pc:spChg>
        <pc:picChg chg="mod">
          <ac:chgData name="Jacob Wyngaard" userId="6181fcd471e98458" providerId="LiveId" clId="{788BA123-62C9-4DDC-86E5-A6BCA4600216}" dt="2026-04-04T23:29:50.599" v="3256" actId="14826"/>
          <ac:picMkLst>
            <pc:docMk/>
            <pc:sldMk cId="425057087" sldId="429"/>
            <ac:picMk id="4" creationId="{5916854D-8CDB-268C-1D20-C44A1E8864C7}"/>
          </ac:picMkLst>
        </pc:picChg>
      </pc:sldChg>
      <pc:sldChg chg="addSp delSp modSp add mod">
        <pc:chgData name="Jacob Wyngaard" userId="6181fcd471e98458" providerId="LiveId" clId="{788BA123-62C9-4DDC-86E5-A6BCA4600216}" dt="2026-04-05T02:52:24.418" v="4238" actId="20577"/>
        <pc:sldMkLst>
          <pc:docMk/>
          <pc:sldMk cId="1718318596" sldId="430"/>
        </pc:sldMkLst>
        <pc:spChg chg="mod">
          <ac:chgData name="Jacob Wyngaard" userId="6181fcd471e98458" providerId="LiveId" clId="{788BA123-62C9-4DDC-86E5-A6BCA4600216}" dt="2026-04-05T01:36:16.152" v="3284" actId="20577"/>
          <ac:spMkLst>
            <pc:docMk/>
            <pc:sldMk cId="1718318596" sldId="430"/>
            <ac:spMk id="2" creationId="{00F2D830-14B1-2191-8F51-37A05B9296C1}"/>
          </ac:spMkLst>
        </pc:spChg>
        <pc:spChg chg="add mod">
          <ac:chgData name="Jacob Wyngaard" userId="6181fcd471e98458" providerId="LiveId" clId="{788BA123-62C9-4DDC-86E5-A6BCA4600216}" dt="2026-04-05T02:52:17.209" v="4231"/>
          <ac:spMkLst>
            <pc:docMk/>
            <pc:sldMk cId="1718318596" sldId="430"/>
            <ac:spMk id="15" creationId="{E4D81974-783C-0B02-40C8-43300512596C}"/>
          </ac:spMkLst>
        </pc:spChg>
        <pc:spChg chg="add mod">
          <ac:chgData name="Jacob Wyngaard" userId="6181fcd471e98458" providerId="LiveId" clId="{788BA123-62C9-4DDC-86E5-A6BCA4600216}" dt="2026-04-05T02:52:24.418" v="4238" actId="20577"/>
          <ac:spMkLst>
            <pc:docMk/>
            <pc:sldMk cId="1718318596" sldId="430"/>
            <ac:spMk id="18" creationId="{334339D0-EC4F-01BC-C36B-ECE8132137F2}"/>
          </ac:spMkLst>
        </pc:spChg>
        <pc:spChg chg="add mod">
          <ac:chgData name="Jacob Wyngaard" userId="6181fcd471e98458" providerId="LiveId" clId="{788BA123-62C9-4DDC-86E5-A6BCA4600216}" dt="2026-04-05T02:52:17.209" v="4231"/>
          <ac:spMkLst>
            <pc:docMk/>
            <pc:sldMk cId="1718318596" sldId="430"/>
            <ac:spMk id="19" creationId="{B175D482-181A-F02C-986F-3B6D65E25CDE}"/>
          </ac:spMkLst>
        </pc:spChg>
        <pc:picChg chg="add mod">
          <ac:chgData name="Jacob Wyngaard" userId="6181fcd471e98458" providerId="LiveId" clId="{788BA123-62C9-4DDC-86E5-A6BCA4600216}" dt="2026-04-05T01:40:22.125" v="3286" actId="1076"/>
          <ac:picMkLst>
            <pc:docMk/>
            <pc:sldMk cId="1718318596" sldId="430"/>
            <ac:picMk id="13" creationId="{108A6A25-2068-DCF9-738C-57F18F7D9D3D}"/>
          </ac:picMkLst>
        </pc:picChg>
      </pc:sldChg>
      <pc:sldChg chg="modSp add mod">
        <pc:chgData name="Jacob Wyngaard" userId="6181fcd471e98458" providerId="LiveId" clId="{788BA123-62C9-4DDC-86E5-A6BCA4600216}" dt="2026-04-05T01:45:49.500" v="3308" actId="1076"/>
        <pc:sldMkLst>
          <pc:docMk/>
          <pc:sldMk cId="724269973" sldId="431"/>
        </pc:sldMkLst>
        <pc:spChg chg="mod">
          <ac:chgData name="Jacob Wyngaard" userId="6181fcd471e98458" providerId="LiveId" clId="{788BA123-62C9-4DDC-86E5-A6BCA4600216}" dt="2026-04-05T01:45:49.500" v="3308" actId="1076"/>
          <ac:spMkLst>
            <pc:docMk/>
            <pc:sldMk cId="724269973" sldId="431"/>
            <ac:spMk id="9" creationId="{6F064B8B-2498-0EED-820A-7AB7AC0E6ADD}"/>
          </ac:spMkLst>
        </pc:spChg>
        <pc:spChg chg="mod">
          <ac:chgData name="Jacob Wyngaard" userId="6181fcd471e98458" providerId="LiveId" clId="{788BA123-62C9-4DDC-86E5-A6BCA4600216}" dt="2026-04-05T01:45:49.500" v="3308" actId="1076"/>
          <ac:spMkLst>
            <pc:docMk/>
            <pc:sldMk cId="724269973" sldId="431"/>
            <ac:spMk id="11" creationId="{43FC4808-BFDE-CAD3-B196-95A3802810C5}"/>
          </ac:spMkLst>
        </pc:spChg>
        <pc:spChg chg="mod">
          <ac:chgData name="Jacob Wyngaard" userId="6181fcd471e98458" providerId="LiveId" clId="{788BA123-62C9-4DDC-86E5-A6BCA4600216}" dt="2026-04-05T01:45:49.500" v="3308" actId="1076"/>
          <ac:spMkLst>
            <pc:docMk/>
            <pc:sldMk cId="724269973" sldId="431"/>
            <ac:spMk id="14" creationId="{10A821FF-F2E6-3B89-77DC-7C818C873131}"/>
          </ac:spMkLst>
        </pc:spChg>
        <pc:picChg chg="mod">
          <ac:chgData name="Jacob Wyngaard" userId="6181fcd471e98458" providerId="LiveId" clId="{788BA123-62C9-4DDC-86E5-A6BCA4600216}" dt="2026-04-05T01:45:34.977" v="3305" actId="14826"/>
          <ac:picMkLst>
            <pc:docMk/>
            <pc:sldMk cId="724269973" sldId="431"/>
            <ac:picMk id="13" creationId="{C37FA72B-9C32-6553-62BE-5E2A7596546E}"/>
          </ac:picMkLst>
        </pc:picChg>
      </pc:sldChg>
      <pc:sldChg chg="modSp add mod">
        <pc:chgData name="Jacob Wyngaard" userId="6181fcd471e98458" providerId="LiveId" clId="{788BA123-62C9-4DDC-86E5-A6BCA4600216}" dt="2026-04-05T01:50:03.531" v="3490" actId="20577"/>
        <pc:sldMkLst>
          <pc:docMk/>
          <pc:sldMk cId="3217758069" sldId="432"/>
        </pc:sldMkLst>
        <pc:spChg chg="mod">
          <ac:chgData name="Jacob Wyngaard" userId="6181fcd471e98458" providerId="LiveId" clId="{788BA123-62C9-4DDC-86E5-A6BCA4600216}" dt="2026-04-05T01:47:50.152" v="3458" actId="14100"/>
          <ac:spMkLst>
            <pc:docMk/>
            <pc:sldMk cId="3217758069" sldId="432"/>
            <ac:spMk id="2" creationId="{F61305A1-5178-12F0-E358-6F454A9D7A6D}"/>
          </ac:spMkLst>
        </pc:spChg>
        <pc:spChg chg="mod">
          <ac:chgData name="Jacob Wyngaard" userId="6181fcd471e98458" providerId="LiveId" clId="{788BA123-62C9-4DDC-86E5-A6BCA4600216}" dt="2026-04-05T01:47:05.611" v="3342" actId="1076"/>
          <ac:spMkLst>
            <pc:docMk/>
            <pc:sldMk cId="3217758069" sldId="432"/>
            <ac:spMk id="23" creationId="{57206F4A-3BCC-76C7-4EEA-D8D43B56D056}"/>
          </ac:spMkLst>
        </pc:spChg>
        <pc:graphicFrameChg chg="modGraphic">
          <ac:chgData name="Jacob Wyngaard" userId="6181fcd471e98458" providerId="LiveId" clId="{788BA123-62C9-4DDC-86E5-A6BCA4600216}" dt="2026-04-05T01:50:03.531" v="3490" actId="20577"/>
          <ac:graphicFrameMkLst>
            <pc:docMk/>
            <pc:sldMk cId="3217758069" sldId="432"/>
            <ac:graphicFrameMk id="4" creationId="{59E06D1F-5939-D6A4-EADD-D25BE173A522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4-05T01:51:38.785" v="3549"/>
        <pc:sldMkLst>
          <pc:docMk/>
          <pc:sldMk cId="3755461836" sldId="433"/>
        </pc:sldMkLst>
        <pc:spChg chg="add mod">
          <ac:chgData name="Jacob Wyngaard" userId="6181fcd471e98458" providerId="LiveId" clId="{788BA123-62C9-4DDC-86E5-A6BCA4600216}" dt="2026-04-05T01:51:38.785" v="3549"/>
          <ac:spMkLst>
            <pc:docMk/>
            <pc:sldMk cId="3755461836" sldId="433"/>
            <ac:spMk id="2" creationId="{00F7237F-6B4E-6EB9-48FB-C3F953040960}"/>
          </ac:spMkLst>
        </pc:spChg>
        <pc:spChg chg="mod">
          <ac:chgData name="Jacob Wyngaard" userId="6181fcd471e98458" providerId="LiveId" clId="{788BA123-62C9-4DDC-86E5-A6BCA4600216}" dt="2026-04-05T01:50:23.863" v="3535" actId="20577"/>
          <ac:spMkLst>
            <pc:docMk/>
            <pc:sldMk cId="3755461836" sldId="433"/>
            <ac:spMk id="24" creationId="{1E623549-C7B2-3961-C552-C84E17559F87}"/>
          </ac:spMkLst>
        </pc:spChg>
        <pc:graphicFrameChg chg="modGraphic">
          <ac:chgData name="Jacob Wyngaard" userId="6181fcd471e98458" providerId="LiveId" clId="{788BA123-62C9-4DDC-86E5-A6BCA4600216}" dt="2026-04-05T01:49:51.773" v="3488" actId="20577"/>
          <ac:graphicFrameMkLst>
            <pc:docMk/>
            <pc:sldMk cId="3755461836" sldId="433"/>
            <ac:graphicFrameMk id="4" creationId="{DC50728B-75D3-A346-DFFD-B007FA043284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4-07T01:06:17.712" v="4447" actId="1076"/>
        <pc:sldMkLst>
          <pc:docMk/>
          <pc:sldMk cId="3856064266" sldId="434"/>
        </pc:sldMkLst>
        <pc:spChg chg="mod">
          <ac:chgData name="Jacob Wyngaard" userId="6181fcd471e98458" providerId="LiveId" clId="{788BA123-62C9-4DDC-86E5-A6BCA4600216}" dt="2026-04-05T02:33:48.763" v="4059" actId="20577"/>
          <ac:spMkLst>
            <pc:docMk/>
            <pc:sldMk cId="3856064266" sldId="434"/>
            <ac:spMk id="5" creationId="{6509666E-C2D3-4A12-06DE-2E127966651D}"/>
          </ac:spMkLst>
        </pc:spChg>
        <pc:spChg chg="add mod">
          <ac:chgData name="Jacob Wyngaard" userId="6181fcd471e98458" providerId="LiveId" clId="{788BA123-62C9-4DDC-86E5-A6BCA4600216}" dt="2026-04-05T01:54:44.566" v="3589" actId="1076"/>
          <ac:spMkLst>
            <pc:docMk/>
            <pc:sldMk cId="3856064266" sldId="434"/>
            <ac:spMk id="10" creationId="{CC825427-5A79-6BA0-0E0C-2243EC04A0F6}"/>
          </ac:spMkLst>
        </pc:spChg>
        <pc:spChg chg="add mod">
          <ac:chgData name="Jacob Wyngaard" userId="6181fcd471e98458" providerId="LiveId" clId="{788BA123-62C9-4DDC-86E5-A6BCA4600216}" dt="2026-04-05T01:54:48.798" v="3590" actId="1076"/>
          <ac:spMkLst>
            <pc:docMk/>
            <pc:sldMk cId="3856064266" sldId="434"/>
            <ac:spMk id="11" creationId="{E0939E56-7E21-2E03-30E5-BEC021032603}"/>
          </ac:spMkLst>
        </pc:spChg>
        <pc:spChg chg="add mod">
          <ac:chgData name="Jacob Wyngaard" userId="6181fcd471e98458" providerId="LiveId" clId="{788BA123-62C9-4DDC-86E5-A6BCA4600216}" dt="2026-04-05T01:54:40.597" v="3588" actId="1076"/>
          <ac:spMkLst>
            <pc:docMk/>
            <pc:sldMk cId="3856064266" sldId="434"/>
            <ac:spMk id="12" creationId="{086BA566-BE63-0607-3688-7000C63E4773}"/>
          </ac:spMkLst>
        </pc:spChg>
        <pc:spChg chg="add mod">
          <ac:chgData name="Jacob Wyngaard" userId="6181fcd471e98458" providerId="LiveId" clId="{788BA123-62C9-4DDC-86E5-A6BCA4600216}" dt="2026-04-05T01:54:35.605" v="3587" actId="1076"/>
          <ac:spMkLst>
            <pc:docMk/>
            <pc:sldMk cId="3856064266" sldId="434"/>
            <ac:spMk id="13" creationId="{CF8121B5-1DAE-42E7-8C80-47000D3DA5DA}"/>
          </ac:spMkLst>
        </pc:spChg>
        <pc:spChg chg="add mod">
          <ac:chgData name="Jacob Wyngaard" userId="6181fcd471e98458" providerId="LiveId" clId="{788BA123-62C9-4DDC-86E5-A6BCA4600216}" dt="2026-04-05T02:33:42.274" v="4057" actId="20577"/>
          <ac:spMkLst>
            <pc:docMk/>
            <pc:sldMk cId="3856064266" sldId="434"/>
            <ac:spMk id="16" creationId="{8739CE0C-70D2-20AE-5C01-F98AC30B52A2}"/>
          </ac:spMkLst>
        </pc:spChg>
        <pc:spChg chg="add mod">
          <ac:chgData name="Jacob Wyngaard" userId="6181fcd471e98458" providerId="LiveId" clId="{788BA123-62C9-4DDC-86E5-A6BCA4600216}" dt="2026-04-05T01:54:57.317" v="3596" actId="1076"/>
          <ac:spMkLst>
            <pc:docMk/>
            <pc:sldMk cId="3856064266" sldId="434"/>
            <ac:spMk id="17" creationId="{C6EE941A-264C-C2DD-236D-9C6D1253B205}"/>
          </ac:spMkLst>
        </pc:spChg>
        <pc:spChg chg="add mod">
          <ac:chgData name="Jacob Wyngaard" userId="6181fcd471e98458" providerId="LiveId" clId="{788BA123-62C9-4DDC-86E5-A6BCA4600216}" dt="2026-04-07T01:06:07.844" v="4442"/>
          <ac:spMkLst>
            <pc:docMk/>
            <pc:sldMk cId="3856064266" sldId="434"/>
            <ac:spMk id="18" creationId="{4EE64D43-1D21-D5AA-4833-9E4C63BEA941}"/>
          </ac:spMkLst>
        </pc:spChg>
        <pc:spChg chg="add mod">
          <ac:chgData name="Jacob Wyngaard" userId="6181fcd471e98458" providerId="LiveId" clId="{788BA123-62C9-4DDC-86E5-A6BCA4600216}" dt="2026-04-07T01:06:17.712" v="4447" actId="1076"/>
          <ac:spMkLst>
            <pc:docMk/>
            <pc:sldMk cId="3856064266" sldId="434"/>
            <ac:spMk id="19" creationId="{14FBEBE2-5A2F-D351-9E29-65A6B4266B42}"/>
          </ac:spMkLst>
        </pc:spChg>
        <pc:spChg chg="add mod">
          <ac:chgData name="Jacob Wyngaard" userId="6181fcd471e98458" providerId="LiveId" clId="{788BA123-62C9-4DDC-86E5-A6BCA4600216}" dt="2026-04-05T02:28:59.269" v="3993"/>
          <ac:spMkLst>
            <pc:docMk/>
            <pc:sldMk cId="3856064266" sldId="434"/>
            <ac:spMk id="20" creationId="{E0C5566E-32CD-8A70-9D64-2BD6FB16B382}"/>
          </ac:spMkLst>
        </pc:spChg>
        <pc:graphicFrameChg chg="add mod modGraphic">
          <ac:chgData name="Jacob Wyngaard" userId="6181fcd471e98458" providerId="LiveId" clId="{788BA123-62C9-4DDC-86E5-A6BCA4600216}" dt="2026-04-05T01:54:27.362" v="3586" actId="14100"/>
          <ac:graphicFrameMkLst>
            <pc:docMk/>
            <pc:sldMk cId="3856064266" sldId="434"/>
            <ac:graphicFrameMk id="3" creationId="{29D83DDC-DCA8-8804-6787-8E1A5F5D367A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4-07T01:09:14.209" v="4484" actId="1076"/>
        <pc:sldMkLst>
          <pc:docMk/>
          <pc:sldMk cId="1788658678" sldId="435"/>
        </pc:sldMkLst>
        <pc:spChg chg="add mod">
          <ac:chgData name="Jacob Wyngaard" userId="6181fcd471e98458" providerId="LiveId" clId="{788BA123-62C9-4DDC-86E5-A6BCA4600216}" dt="2026-04-07T01:09:05.599" v="4482" actId="1076"/>
          <ac:spMkLst>
            <pc:docMk/>
            <pc:sldMk cId="1788658678" sldId="435"/>
            <ac:spMk id="2" creationId="{4CCDCFDD-EB50-601F-4A47-C333B7262E30}"/>
          </ac:spMkLst>
        </pc:spChg>
        <pc:spChg chg="mod">
          <ac:chgData name="Jacob Wyngaard" userId="6181fcd471e98458" providerId="LiveId" clId="{788BA123-62C9-4DDC-86E5-A6BCA4600216}" dt="2026-04-05T02:04:55.369" v="3686" actId="1076"/>
          <ac:spMkLst>
            <pc:docMk/>
            <pc:sldMk cId="1788658678" sldId="435"/>
            <ac:spMk id="5" creationId="{DF01474C-C744-ECA5-2135-9139FDCDE14F}"/>
          </ac:spMkLst>
        </pc:spChg>
        <pc:spChg chg="add mod">
          <ac:chgData name="Jacob Wyngaard" userId="6181fcd471e98458" providerId="LiveId" clId="{788BA123-62C9-4DDC-86E5-A6BCA4600216}" dt="2026-04-05T02:04:52.045" v="3685" actId="1076"/>
          <ac:spMkLst>
            <pc:docMk/>
            <pc:sldMk cId="1788658678" sldId="435"/>
            <ac:spMk id="9" creationId="{6D3843E8-E459-5D92-BD24-0672EDC79F66}"/>
          </ac:spMkLst>
        </pc:spChg>
        <pc:spChg chg="mod">
          <ac:chgData name="Jacob Wyngaard" userId="6181fcd471e98458" providerId="LiveId" clId="{788BA123-62C9-4DDC-86E5-A6BCA4600216}" dt="2026-04-05T02:05:17.660" v="3692" actId="1076"/>
          <ac:spMkLst>
            <pc:docMk/>
            <pc:sldMk cId="1788658678" sldId="435"/>
            <ac:spMk id="14" creationId="{82FFF396-04CC-7D30-DFB9-2406755F368D}"/>
          </ac:spMkLst>
        </pc:spChg>
        <pc:spChg chg="mod">
          <ac:chgData name="Jacob Wyngaard" userId="6181fcd471e98458" providerId="LiveId" clId="{788BA123-62C9-4DDC-86E5-A6BCA4600216}" dt="2026-04-05T02:05:24.627" v="3694" actId="1076"/>
          <ac:spMkLst>
            <pc:docMk/>
            <pc:sldMk cId="1788658678" sldId="435"/>
            <ac:spMk id="15" creationId="{7F428D0F-EAD4-F98E-91A6-BD29A64BD957}"/>
          </ac:spMkLst>
        </pc:spChg>
        <pc:spChg chg="mod">
          <ac:chgData name="Jacob Wyngaard" userId="6181fcd471e98458" providerId="LiveId" clId="{788BA123-62C9-4DDC-86E5-A6BCA4600216}" dt="2026-04-07T01:09:14.209" v="4484" actId="1076"/>
          <ac:spMkLst>
            <pc:docMk/>
            <pc:sldMk cId="1788658678" sldId="435"/>
            <ac:spMk id="16" creationId="{933F7ECA-956B-9908-94A5-05CD43C5C835}"/>
          </ac:spMkLst>
        </pc:spChg>
        <pc:spChg chg="mod">
          <ac:chgData name="Jacob Wyngaard" userId="6181fcd471e98458" providerId="LiveId" clId="{788BA123-62C9-4DDC-86E5-A6BCA4600216}" dt="2026-04-05T02:04:58.693" v="3687" actId="1076"/>
          <ac:spMkLst>
            <pc:docMk/>
            <pc:sldMk cId="1788658678" sldId="435"/>
            <ac:spMk id="18" creationId="{CC7FA001-686D-9C56-B80E-9D9360392C44}"/>
          </ac:spMkLst>
        </pc:spChg>
        <pc:spChg chg="mod">
          <ac:chgData name="Jacob Wyngaard" userId="6181fcd471e98458" providerId="LiveId" clId="{788BA123-62C9-4DDC-86E5-A6BCA4600216}" dt="2026-04-07T01:08:59.098" v="4479" actId="1035"/>
          <ac:spMkLst>
            <pc:docMk/>
            <pc:sldMk cId="1788658678" sldId="435"/>
            <ac:spMk id="19" creationId="{158EAD14-C1C9-D489-B40A-A990AB51A802}"/>
          </ac:spMkLst>
        </pc:spChg>
        <pc:spChg chg="del mod">
          <ac:chgData name="Jacob Wyngaard" userId="6181fcd471e98458" providerId="LiveId" clId="{788BA123-62C9-4DDC-86E5-A6BCA4600216}" dt="2026-04-07T01:09:00.802" v="4480" actId="478"/>
          <ac:spMkLst>
            <pc:docMk/>
            <pc:sldMk cId="1788658678" sldId="435"/>
            <ac:spMk id="20" creationId="{D46541F1-6AFE-0F4A-8822-9B9CC23A27BD}"/>
          </ac:spMkLst>
        </pc:spChg>
        <pc:spChg chg="add mod">
          <ac:chgData name="Jacob Wyngaard" userId="6181fcd471e98458" providerId="LiveId" clId="{788BA123-62C9-4DDC-86E5-A6BCA4600216}" dt="2026-04-05T02:04:52.045" v="3685" actId="1076"/>
          <ac:spMkLst>
            <pc:docMk/>
            <pc:sldMk cId="1788658678" sldId="435"/>
            <ac:spMk id="21" creationId="{F9DFBF95-CC27-E96C-3101-B19768B65EE6}"/>
          </ac:spMkLst>
        </pc:spChg>
        <pc:spChg chg="add mod">
          <ac:chgData name="Jacob Wyngaard" userId="6181fcd471e98458" providerId="LiveId" clId="{788BA123-62C9-4DDC-86E5-A6BCA4600216}" dt="2026-04-05T02:04:52.045" v="3685" actId="1076"/>
          <ac:spMkLst>
            <pc:docMk/>
            <pc:sldMk cId="1788658678" sldId="435"/>
            <ac:spMk id="22" creationId="{8FA1216A-C101-8879-BC14-C2902E9AF30F}"/>
          </ac:spMkLst>
        </pc:spChg>
        <pc:spChg chg="add mod">
          <ac:chgData name="Jacob Wyngaard" userId="6181fcd471e98458" providerId="LiveId" clId="{788BA123-62C9-4DDC-86E5-A6BCA4600216}" dt="2026-04-05T02:04:52.045" v="3685" actId="1076"/>
          <ac:spMkLst>
            <pc:docMk/>
            <pc:sldMk cId="1788658678" sldId="435"/>
            <ac:spMk id="23" creationId="{303C74CA-1C96-5F56-F73B-27667B21A68F}"/>
          </ac:spMkLst>
        </pc:spChg>
        <pc:spChg chg="add mod">
          <ac:chgData name="Jacob Wyngaard" userId="6181fcd471e98458" providerId="LiveId" clId="{788BA123-62C9-4DDC-86E5-A6BCA4600216}" dt="2026-04-07T01:09:09.177" v="4483" actId="1076"/>
          <ac:spMkLst>
            <pc:docMk/>
            <pc:sldMk cId="1788658678" sldId="435"/>
            <ac:spMk id="24" creationId="{8D5F66D2-7DF4-63CC-8210-8783AE082264}"/>
          </ac:spMkLst>
        </pc:spChg>
        <pc:spChg chg="add mod">
          <ac:chgData name="Jacob Wyngaard" userId="6181fcd471e98458" providerId="LiveId" clId="{788BA123-62C9-4DDC-86E5-A6BCA4600216}" dt="2026-04-05T02:29:03.537" v="3995"/>
          <ac:spMkLst>
            <pc:docMk/>
            <pc:sldMk cId="1788658678" sldId="435"/>
            <ac:spMk id="25" creationId="{BBAFED41-BA6F-5C05-EB28-F29C16AA72A8}"/>
          </ac:spMkLst>
        </pc:spChg>
      </pc:sldChg>
      <pc:sldChg chg="addSp delSp modSp add mod">
        <pc:chgData name="Jacob Wyngaard" userId="6181fcd471e98458" providerId="LiveId" clId="{788BA123-62C9-4DDC-86E5-A6BCA4600216}" dt="2026-04-07T01:36:34.020" v="4858" actId="20577"/>
        <pc:sldMkLst>
          <pc:docMk/>
          <pc:sldMk cId="1111491283" sldId="436"/>
        </pc:sldMkLst>
        <pc:spChg chg="mod">
          <ac:chgData name="Jacob Wyngaard" userId="6181fcd471e98458" providerId="LiveId" clId="{788BA123-62C9-4DDC-86E5-A6BCA4600216}" dt="2026-04-07T01:27:40.364" v="4666"/>
          <ac:spMkLst>
            <pc:docMk/>
            <pc:sldMk cId="1111491283" sldId="436"/>
            <ac:spMk id="2" creationId="{9DBC227B-16D6-09E8-BE7B-F655AB462876}"/>
          </ac:spMkLst>
        </pc:spChg>
        <pc:spChg chg="add mod">
          <ac:chgData name="Jacob Wyngaard" userId="6181fcd471e98458" providerId="LiveId" clId="{788BA123-62C9-4DDC-86E5-A6BCA4600216}" dt="2026-04-07T01:36:18.633" v="4852" actId="14100"/>
          <ac:spMkLst>
            <pc:docMk/>
            <pc:sldMk cId="1111491283" sldId="436"/>
            <ac:spMk id="3" creationId="{403F9D00-992E-9F99-02BC-05B8087D8075}"/>
          </ac:spMkLst>
        </pc:spChg>
        <pc:spChg chg="add mod">
          <ac:chgData name="Jacob Wyngaard" userId="6181fcd471e98458" providerId="LiveId" clId="{788BA123-62C9-4DDC-86E5-A6BCA4600216}" dt="2026-04-07T01:36:22.688" v="4854" actId="1076"/>
          <ac:spMkLst>
            <pc:docMk/>
            <pc:sldMk cId="1111491283" sldId="436"/>
            <ac:spMk id="4" creationId="{BDF79356-7B0A-CBFA-1CEE-7E144E9CE9D9}"/>
          </ac:spMkLst>
        </pc:spChg>
        <pc:spChg chg="add mod">
          <ac:chgData name="Jacob Wyngaard" userId="6181fcd471e98458" providerId="LiveId" clId="{788BA123-62C9-4DDC-86E5-A6BCA4600216}" dt="2026-04-07T01:36:34.020" v="4858" actId="20577"/>
          <ac:spMkLst>
            <pc:docMk/>
            <pc:sldMk cId="1111491283" sldId="436"/>
            <ac:spMk id="5" creationId="{4594E982-A87A-B7C4-EABE-692C57EDC643}"/>
          </ac:spMkLst>
        </pc:spChg>
        <pc:spChg chg="mod">
          <ac:chgData name="Jacob Wyngaard" userId="6181fcd471e98458" providerId="LiveId" clId="{788BA123-62C9-4DDC-86E5-A6BCA4600216}" dt="2026-04-05T02:43:23.179" v="4143" actId="1076"/>
          <ac:spMkLst>
            <pc:docMk/>
            <pc:sldMk cId="1111491283" sldId="436"/>
            <ac:spMk id="6" creationId="{7A308E34-F0E6-B5B6-02AC-534B8F7DD2FE}"/>
          </ac:spMkLst>
        </pc:spChg>
        <pc:spChg chg="add del mod">
          <ac:chgData name="Jacob Wyngaard" userId="6181fcd471e98458" providerId="LiveId" clId="{788BA123-62C9-4DDC-86E5-A6BCA4600216}" dt="2026-04-07T01:14:45.894" v="4515" actId="478"/>
          <ac:spMkLst>
            <pc:docMk/>
            <pc:sldMk cId="1111491283" sldId="436"/>
            <ac:spMk id="32" creationId="{1BA07C7F-49EC-6F07-6657-9EFB7D635D50}"/>
          </ac:spMkLst>
        </pc:spChg>
        <pc:spChg chg="add del mod">
          <ac:chgData name="Jacob Wyngaard" userId="6181fcd471e98458" providerId="LiveId" clId="{788BA123-62C9-4DDC-86E5-A6BCA4600216}" dt="2026-04-07T01:14:45.894" v="4515" actId="478"/>
          <ac:spMkLst>
            <pc:docMk/>
            <pc:sldMk cId="1111491283" sldId="436"/>
            <ac:spMk id="33" creationId="{F025B9D8-A816-DC5B-7A0C-60E561A07C27}"/>
          </ac:spMkLst>
        </pc:spChg>
        <pc:spChg chg="add del mod">
          <ac:chgData name="Jacob Wyngaard" userId="6181fcd471e98458" providerId="LiveId" clId="{788BA123-62C9-4DDC-86E5-A6BCA4600216}" dt="2026-04-07T01:14:45.894" v="4515" actId="478"/>
          <ac:spMkLst>
            <pc:docMk/>
            <pc:sldMk cId="1111491283" sldId="436"/>
            <ac:spMk id="34" creationId="{40A543C8-6C48-90D7-2735-A05ECB5793B2}"/>
          </ac:spMkLst>
        </pc:spChg>
        <pc:spChg chg="add mod">
          <ac:chgData name="Jacob Wyngaard" userId="6181fcd471e98458" providerId="LiveId" clId="{788BA123-62C9-4DDC-86E5-A6BCA4600216}" dt="2026-04-05T02:45:10.383" v="4165" actId="1076"/>
          <ac:spMkLst>
            <pc:docMk/>
            <pc:sldMk cId="1111491283" sldId="436"/>
            <ac:spMk id="35" creationId="{A4BBB3A6-77B1-F8E4-3043-55AC844159C2}"/>
          </ac:spMkLst>
        </pc:spChg>
        <pc:spChg chg="add mod">
          <ac:chgData name="Jacob Wyngaard" userId="6181fcd471e98458" providerId="LiveId" clId="{788BA123-62C9-4DDC-86E5-A6BCA4600216}" dt="2026-04-07T01:19:28.516" v="4595" actId="20577"/>
          <ac:spMkLst>
            <pc:docMk/>
            <pc:sldMk cId="1111491283" sldId="436"/>
            <ac:spMk id="36" creationId="{E56C6DE8-8CA5-C3FE-FDD0-4749AF13F6B5}"/>
          </ac:spMkLst>
        </pc:spChg>
      </pc:sldChg>
      <pc:sldChg chg="modSp add mod ord">
        <pc:chgData name="Jacob Wyngaard" userId="6181fcd471e98458" providerId="LiveId" clId="{788BA123-62C9-4DDC-86E5-A6BCA4600216}" dt="2026-04-07T01:19:15.781" v="4590" actId="20577"/>
        <pc:sldMkLst>
          <pc:docMk/>
          <pc:sldMk cId="460314725" sldId="439"/>
        </pc:sldMkLst>
        <pc:spChg chg="mod">
          <ac:chgData name="Jacob Wyngaard" userId="6181fcd471e98458" providerId="LiveId" clId="{788BA123-62C9-4DDC-86E5-A6BCA4600216}" dt="2026-04-07T01:12:10.425" v="4495" actId="20577"/>
          <ac:spMkLst>
            <pc:docMk/>
            <pc:sldMk cId="460314725" sldId="439"/>
            <ac:spMk id="2" creationId="{884A7249-C590-58C2-E3F1-19B2E8AD8E68}"/>
          </ac:spMkLst>
        </pc:spChg>
        <pc:spChg chg="mod">
          <ac:chgData name="Jacob Wyngaard" userId="6181fcd471e98458" providerId="LiveId" clId="{788BA123-62C9-4DDC-86E5-A6BCA4600216}" dt="2026-04-07T01:11:15.552" v="4486" actId="14100"/>
          <ac:spMkLst>
            <pc:docMk/>
            <pc:sldMk cId="460314725" sldId="439"/>
            <ac:spMk id="32" creationId="{DF1781E6-A38D-8FB8-9D61-FE92BFACCBEA}"/>
          </ac:spMkLst>
        </pc:spChg>
        <pc:spChg chg="mod">
          <ac:chgData name="Jacob Wyngaard" userId="6181fcd471e98458" providerId="LiveId" clId="{788BA123-62C9-4DDC-86E5-A6BCA4600216}" dt="2026-04-07T01:12:55.380" v="4504" actId="1076"/>
          <ac:spMkLst>
            <pc:docMk/>
            <pc:sldMk cId="460314725" sldId="439"/>
            <ac:spMk id="33" creationId="{A99DB26E-55B8-A0E0-1212-53AD30FE7F6F}"/>
          </ac:spMkLst>
        </pc:spChg>
        <pc:spChg chg="mod">
          <ac:chgData name="Jacob Wyngaard" userId="6181fcd471e98458" providerId="LiveId" clId="{788BA123-62C9-4DDC-86E5-A6BCA4600216}" dt="2026-04-07T01:19:13.399" v="4588" actId="20577"/>
          <ac:spMkLst>
            <pc:docMk/>
            <pc:sldMk cId="460314725" sldId="439"/>
            <ac:spMk id="34" creationId="{5CEB58D7-71E7-9413-000F-0224BC069D04}"/>
          </ac:spMkLst>
        </pc:spChg>
        <pc:spChg chg="mod">
          <ac:chgData name="Jacob Wyngaard" userId="6181fcd471e98458" providerId="LiveId" clId="{788BA123-62C9-4DDC-86E5-A6BCA4600216}" dt="2026-04-07T01:19:15.781" v="4590" actId="20577"/>
          <ac:spMkLst>
            <pc:docMk/>
            <pc:sldMk cId="460314725" sldId="439"/>
            <ac:spMk id="36" creationId="{3EB832D4-C1D8-28EB-168B-91C13A6D9DA8}"/>
          </ac:spMkLst>
        </pc:spChg>
      </pc:sldChg>
      <pc:sldChg chg="modSp add mod ord">
        <pc:chgData name="Jacob Wyngaard" userId="6181fcd471e98458" providerId="LiveId" clId="{788BA123-62C9-4DDC-86E5-A6BCA4600216}" dt="2026-04-05T02:57:42.337" v="4258" actId="20577"/>
        <pc:sldMkLst>
          <pc:docMk/>
          <pc:sldMk cId="4023793019" sldId="440"/>
        </pc:sldMkLst>
        <pc:spChg chg="mod">
          <ac:chgData name="Jacob Wyngaard" userId="6181fcd471e98458" providerId="LiveId" clId="{788BA123-62C9-4DDC-86E5-A6BCA4600216}" dt="2026-04-05T02:57:42.337" v="4258" actId="20577"/>
          <ac:spMkLst>
            <pc:docMk/>
            <pc:sldMk cId="4023793019" sldId="440"/>
            <ac:spMk id="11" creationId="{7DD5F33A-BF8D-480D-BAC2-D92D75DE6FE1}"/>
          </ac:spMkLst>
        </pc:spChg>
        <pc:picChg chg="mod">
          <ac:chgData name="Jacob Wyngaard" userId="6181fcd471e98458" providerId="LiveId" clId="{788BA123-62C9-4DDC-86E5-A6BCA4600216}" dt="2026-04-05T02:57:33.993" v="4251" actId="14826"/>
          <ac:picMkLst>
            <pc:docMk/>
            <pc:sldMk cId="4023793019" sldId="440"/>
            <ac:picMk id="13" creationId="{6343191F-C05C-2882-6666-E36D8006F397}"/>
          </ac:picMkLst>
        </pc:picChg>
      </pc:sldChg>
      <pc:sldChg chg="addSp delSp modSp add mod">
        <pc:chgData name="Jacob Wyngaard" userId="6181fcd471e98458" providerId="LiveId" clId="{788BA123-62C9-4DDC-86E5-A6BCA4600216}" dt="2026-04-07T01:20:55.851" v="4602" actId="20577"/>
        <pc:sldMkLst>
          <pc:docMk/>
          <pc:sldMk cId="4188240575" sldId="441"/>
        </pc:sldMkLst>
        <pc:spChg chg="add mod">
          <ac:chgData name="Jacob Wyngaard" userId="6181fcd471e98458" providerId="LiveId" clId="{788BA123-62C9-4DDC-86E5-A6BCA4600216}" dt="2026-04-05T02:55:23" v="4244"/>
          <ac:spMkLst>
            <pc:docMk/>
            <pc:sldMk cId="4188240575" sldId="441"/>
            <ac:spMk id="3" creationId="{3BC03B06-A162-5EB2-FDA3-4191803C8097}"/>
          </ac:spMkLst>
        </pc:spChg>
        <pc:spChg chg="mod">
          <ac:chgData name="Jacob Wyngaard" userId="6181fcd471e98458" providerId="LiveId" clId="{788BA123-62C9-4DDC-86E5-A6BCA4600216}" dt="2026-04-07T01:20:55.851" v="4602" actId="20577"/>
          <ac:spMkLst>
            <pc:docMk/>
            <pc:sldMk cId="4188240575" sldId="441"/>
            <ac:spMk id="15" creationId="{745637B9-E78B-D2F3-5D85-C3590BEAF25E}"/>
          </ac:spMkLst>
        </pc:spChg>
      </pc:sldChg>
      <pc:sldChg chg="modSp add mod">
        <pc:chgData name="Jacob Wyngaard" userId="6181fcd471e98458" providerId="LiveId" clId="{788BA123-62C9-4DDC-86E5-A6BCA4600216}" dt="2026-04-05T03:02:55.276" v="4261" actId="14826"/>
        <pc:sldMkLst>
          <pc:docMk/>
          <pc:sldMk cId="2901891623" sldId="442"/>
        </pc:sldMkLst>
        <pc:picChg chg="mod">
          <ac:chgData name="Jacob Wyngaard" userId="6181fcd471e98458" providerId="LiveId" clId="{788BA123-62C9-4DDC-86E5-A6BCA4600216}" dt="2026-04-05T03:02:55.276" v="4261" actId="14826"/>
          <ac:picMkLst>
            <pc:docMk/>
            <pc:sldMk cId="2901891623" sldId="442"/>
            <ac:picMk id="13" creationId="{BC3CBF18-6011-402D-8AFF-E6C81000AB25}"/>
          </ac:picMkLst>
        </pc:picChg>
      </pc:sldChg>
      <pc:sldChg chg="modSp add mod">
        <pc:chgData name="Jacob Wyngaard" userId="6181fcd471e98458" providerId="LiveId" clId="{788BA123-62C9-4DDC-86E5-A6BCA4600216}" dt="2026-04-07T02:10:47.973" v="4963" actId="20577"/>
        <pc:sldMkLst>
          <pc:docMk/>
          <pc:sldMk cId="1904361733" sldId="443"/>
        </pc:sldMkLst>
        <pc:spChg chg="mod">
          <ac:chgData name="Jacob Wyngaard" userId="6181fcd471e98458" providerId="LiveId" clId="{788BA123-62C9-4DDC-86E5-A6BCA4600216}" dt="2026-04-07T00:57:45.848" v="4359" actId="20577"/>
          <ac:spMkLst>
            <pc:docMk/>
            <pc:sldMk cId="1904361733" sldId="443"/>
            <ac:spMk id="2" creationId="{12191DAF-EE3A-FC24-1F7B-E9C307CFE694}"/>
          </ac:spMkLst>
        </pc:spChg>
        <pc:graphicFrameChg chg="modGraphic">
          <ac:chgData name="Jacob Wyngaard" userId="6181fcd471e98458" providerId="LiveId" clId="{788BA123-62C9-4DDC-86E5-A6BCA4600216}" dt="2026-04-07T02:10:47.973" v="4963" actId="20577"/>
          <ac:graphicFrameMkLst>
            <pc:docMk/>
            <pc:sldMk cId="1904361733" sldId="443"/>
            <ac:graphicFrameMk id="3" creationId="{A8CC73B0-8A5E-1116-81A3-B9DC5E42A9A9}"/>
          </ac:graphicFrameMkLst>
        </pc:graphicFrameChg>
        <pc:graphicFrameChg chg="modGraphic">
          <ac:chgData name="Jacob Wyngaard" userId="6181fcd471e98458" providerId="LiveId" clId="{788BA123-62C9-4DDC-86E5-A6BCA4600216}" dt="2026-04-07T01:24:25.447" v="4622" actId="20577"/>
          <ac:graphicFrameMkLst>
            <pc:docMk/>
            <pc:sldMk cId="1904361733" sldId="443"/>
            <ac:graphicFrameMk id="4" creationId="{4145C499-B588-95BB-EF65-8A15FA3F4019}"/>
          </ac:graphicFrameMkLst>
        </pc:graphicFrameChg>
      </pc:sldChg>
      <pc:sldChg chg="modSp add mod">
        <pc:chgData name="Jacob Wyngaard" userId="6181fcd471e98458" providerId="LiveId" clId="{788BA123-62C9-4DDC-86E5-A6BCA4600216}" dt="2026-04-07T02:17:45.088" v="5020" actId="20577"/>
        <pc:sldMkLst>
          <pc:docMk/>
          <pc:sldMk cId="1786655965" sldId="444"/>
        </pc:sldMkLst>
        <pc:spChg chg="mod">
          <ac:chgData name="Jacob Wyngaard" userId="6181fcd471e98458" providerId="LiveId" clId="{788BA123-62C9-4DDC-86E5-A6BCA4600216}" dt="2026-04-07T02:12:38.241" v="4987" actId="20577"/>
          <ac:spMkLst>
            <pc:docMk/>
            <pc:sldMk cId="1786655965" sldId="444"/>
            <ac:spMk id="5" creationId="{858B6883-7779-0917-6508-049B96D5BFF8}"/>
          </ac:spMkLst>
        </pc:spChg>
        <pc:spChg chg="mod">
          <ac:chgData name="Jacob Wyngaard" userId="6181fcd471e98458" providerId="LiveId" clId="{788BA123-62C9-4DDC-86E5-A6BCA4600216}" dt="2026-04-07T02:12:45.477" v="4991" actId="20577"/>
          <ac:spMkLst>
            <pc:docMk/>
            <pc:sldMk cId="1786655965" sldId="444"/>
            <ac:spMk id="16" creationId="{313901DD-6FB5-55E0-D094-F71FF7680EE0}"/>
          </ac:spMkLst>
        </pc:spChg>
        <pc:spChg chg="mod">
          <ac:chgData name="Jacob Wyngaard" userId="6181fcd471e98458" providerId="LiveId" clId="{788BA123-62C9-4DDC-86E5-A6BCA4600216}" dt="2026-04-07T00:58:13.536" v="4363" actId="207"/>
          <ac:spMkLst>
            <pc:docMk/>
            <pc:sldMk cId="1786655965" sldId="444"/>
            <ac:spMk id="17" creationId="{5252B4D5-C09B-0C4E-D581-67720E4EB2EC}"/>
          </ac:spMkLst>
        </pc:spChg>
        <pc:spChg chg="mod">
          <ac:chgData name="Jacob Wyngaard" userId="6181fcd471e98458" providerId="LiveId" clId="{788BA123-62C9-4DDC-86E5-A6BCA4600216}" dt="2026-04-07T02:17:34.240" v="5010" actId="20577"/>
          <ac:spMkLst>
            <pc:docMk/>
            <pc:sldMk cId="1786655965" sldId="444"/>
            <ac:spMk id="18" creationId="{8B9DEDC8-CCE1-4A31-7A1C-5B01B8515818}"/>
          </ac:spMkLst>
        </pc:spChg>
        <pc:spChg chg="mod">
          <ac:chgData name="Jacob Wyngaard" userId="6181fcd471e98458" providerId="LiveId" clId="{788BA123-62C9-4DDC-86E5-A6BCA4600216}" dt="2026-04-07T02:17:45.088" v="5020" actId="20577"/>
          <ac:spMkLst>
            <pc:docMk/>
            <pc:sldMk cId="1786655965" sldId="444"/>
            <ac:spMk id="19" creationId="{7CA1D586-6A36-A635-397A-E3610B24759F}"/>
          </ac:spMkLst>
        </pc:spChg>
        <pc:graphicFrameChg chg="modGraphic">
          <ac:chgData name="Jacob Wyngaard" userId="6181fcd471e98458" providerId="LiveId" clId="{788BA123-62C9-4DDC-86E5-A6BCA4600216}" dt="2026-04-07T02:10:57.113" v="4967" actId="20577"/>
          <ac:graphicFrameMkLst>
            <pc:docMk/>
            <pc:sldMk cId="1786655965" sldId="444"/>
            <ac:graphicFrameMk id="3" creationId="{671CD4D6-59A0-543C-105A-AEF59B572EF7}"/>
          </ac:graphicFrameMkLst>
        </pc:graphicFrameChg>
      </pc:sldChg>
      <pc:sldChg chg="modSp add mod">
        <pc:chgData name="Jacob Wyngaard" userId="6181fcd471e98458" providerId="LiveId" clId="{788BA123-62C9-4DDC-86E5-A6BCA4600216}" dt="2026-04-07T01:24:49.052" v="4627" actId="1076"/>
        <pc:sldMkLst>
          <pc:docMk/>
          <pc:sldMk cId="143248715" sldId="445"/>
        </pc:sldMkLst>
        <pc:spChg chg="mod">
          <ac:chgData name="Jacob Wyngaard" userId="6181fcd471e98458" providerId="LiveId" clId="{788BA123-62C9-4DDC-86E5-A6BCA4600216}" dt="2026-04-07T01:24:03.740" v="4616" actId="20577"/>
          <ac:spMkLst>
            <pc:docMk/>
            <pc:sldMk cId="143248715" sldId="445"/>
            <ac:spMk id="16" creationId="{CE3A3464-1EF1-A5D5-685C-46F8F771E20F}"/>
          </ac:spMkLst>
        </pc:spChg>
        <pc:spChg chg="mod">
          <ac:chgData name="Jacob Wyngaard" userId="6181fcd471e98458" providerId="LiveId" clId="{788BA123-62C9-4DDC-86E5-A6BCA4600216}" dt="2026-04-07T01:24:35.291" v="4623"/>
          <ac:spMkLst>
            <pc:docMk/>
            <pc:sldMk cId="143248715" sldId="445"/>
            <ac:spMk id="18" creationId="{B4DF1999-2180-8042-BE21-34C366B8906B}"/>
          </ac:spMkLst>
        </pc:spChg>
        <pc:spChg chg="mod">
          <ac:chgData name="Jacob Wyngaard" userId="6181fcd471e98458" providerId="LiveId" clId="{788BA123-62C9-4DDC-86E5-A6BCA4600216}" dt="2026-04-07T01:24:49.052" v="4627" actId="1076"/>
          <ac:spMkLst>
            <pc:docMk/>
            <pc:sldMk cId="143248715" sldId="445"/>
            <ac:spMk id="19" creationId="{AB54B033-E196-9D65-4112-453A867DB301}"/>
          </ac:spMkLst>
        </pc:spChg>
      </pc:sldChg>
      <pc:sldChg chg="add del">
        <pc:chgData name="Jacob Wyngaard" userId="6181fcd471e98458" providerId="LiveId" clId="{788BA123-62C9-4DDC-86E5-A6BCA4600216}" dt="2026-04-07T01:18:16.398" v="4575" actId="47"/>
        <pc:sldMkLst>
          <pc:docMk/>
          <pc:sldMk cId="3162999815" sldId="446"/>
        </pc:sldMkLst>
      </pc:sldChg>
      <pc:sldChg chg="addSp delSp modSp add mod">
        <pc:chgData name="Jacob Wyngaard" userId="6181fcd471e98458" providerId="LiveId" clId="{788BA123-62C9-4DDC-86E5-A6BCA4600216}" dt="2026-04-07T02:18:09.410" v="5036" actId="20577"/>
        <pc:sldMkLst>
          <pc:docMk/>
          <pc:sldMk cId="3838681732" sldId="446"/>
        </pc:sldMkLst>
        <pc:spChg chg="del">
          <ac:chgData name="Jacob Wyngaard" userId="6181fcd471e98458" providerId="LiveId" clId="{788BA123-62C9-4DDC-86E5-A6BCA4600216}" dt="2026-04-07T01:24:59.286" v="4629" actId="478"/>
          <ac:spMkLst>
            <pc:docMk/>
            <pc:sldMk cId="3838681732" sldId="446"/>
            <ac:spMk id="5" creationId="{360CB2BF-180F-7074-4561-8E0DD9F43866}"/>
          </ac:spMkLst>
        </pc:spChg>
        <pc:spChg chg="add mod">
          <ac:chgData name="Jacob Wyngaard" userId="6181fcd471e98458" providerId="LiveId" clId="{788BA123-62C9-4DDC-86E5-A6BCA4600216}" dt="2026-04-07T02:18:00.698" v="5028" actId="20577"/>
          <ac:spMkLst>
            <pc:docMk/>
            <pc:sldMk cId="3838681732" sldId="446"/>
            <ac:spMk id="10" creationId="{8BE08878-4B2F-E9F3-91C8-DA9CFAD52EFC}"/>
          </ac:spMkLst>
        </pc:spChg>
        <pc:spChg chg="add mod">
          <ac:chgData name="Jacob Wyngaard" userId="6181fcd471e98458" providerId="LiveId" clId="{788BA123-62C9-4DDC-86E5-A6BCA4600216}" dt="2026-04-07T01:25:09.927" v="4634" actId="1076"/>
          <ac:spMkLst>
            <pc:docMk/>
            <pc:sldMk cId="3838681732" sldId="446"/>
            <ac:spMk id="11" creationId="{7C135BA9-E52F-0A11-0757-E6FA74AA34E7}"/>
          </ac:spMkLst>
        </pc:spChg>
        <pc:spChg chg="add mod">
          <ac:chgData name="Jacob Wyngaard" userId="6181fcd471e98458" providerId="LiveId" clId="{788BA123-62C9-4DDC-86E5-A6BCA4600216}" dt="2026-04-07T02:18:09.410" v="5036" actId="20577"/>
          <ac:spMkLst>
            <pc:docMk/>
            <pc:sldMk cId="3838681732" sldId="446"/>
            <ac:spMk id="12" creationId="{A8DA7600-0BE6-9DD6-F354-452D8DA5B0B2}"/>
          </ac:spMkLst>
        </pc:spChg>
        <pc:spChg chg="add mod">
          <ac:chgData name="Jacob Wyngaard" userId="6181fcd471e98458" providerId="LiveId" clId="{788BA123-62C9-4DDC-86E5-A6BCA4600216}" dt="2026-04-07T01:25:09.927" v="4634" actId="1076"/>
          <ac:spMkLst>
            <pc:docMk/>
            <pc:sldMk cId="3838681732" sldId="446"/>
            <ac:spMk id="13" creationId="{094A9822-6B91-97DE-D665-6142305566A4}"/>
          </ac:spMkLst>
        </pc:spChg>
        <pc:spChg chg="del">
          <ac:chgData name="Jacob Wyngaard" userId="6181fcd471e98458" providerId="LiveId" clId="{788BA123-62C9-4DDC-86E5-A6BCA4600216}" dt="2026-04-07T01:25:00.017" v="4630" actId="478"/>
          <ac:spMkLst>
            <pc:docMk/>
            <pc:sldMk cId="3838681732" sldId="446"/>
            <ac:spMk id="14" creationId="{522CD38D-C49A-2778-A7CE-69F97502D975}"/>
          </ac:spMkLst>
        </pc:spChg>
        <pc:spChg chg="del">
          <ac:chgData name="Jacob Wyngaard" userId="6181fcd471e98458" providerId="LiveId" clId="{788BA123-62C9-4DDC-86E5-A6BCA4600216}" dt="2026-04-07T01:25:01.286" v="4631" actId="478"/>
          <ac:spMkLst>
            <pc:docMk/>
            <pc:sldMk cId="3838681732" sldId="446"/>
            <ac:spMk id="15" creationId="{28F1E935-0E36-7294-443E-EEF568146F34}"/>
          </ac:spMkLst>
        </pc:spChg>
        <pc:spChg chg="del">
          <ac:chgData name="Jacob Wyngaard" userId="6181fcd471e98458" providerId="LiveId" clId="{788BA123-62C9-4DDC-86E5-A6BCA4600216}" dt="2026-04-07T01:25:01.781" v="4632" actId="478"/>
          <ac:spMkLst>
            <pc:docMk/>
            <pc:sldMk cId="3838681732" sldId="446"/>
            <ac:spMk id="18" creationId="{B11CAF35-C341-FB32-1A47-4FA4204F6AB3}"/>
          </ac:spMkLst>
        </pc:spChg>
      </pc:sldChg>
      <pc:sldChg chg="add del">
        <pc:chgData name="Jacob Wyngaard" userId="6181fcd471e98458" providerId="LiveId" clId="{788BA123-62C9-4DDC-86E5-A6BCA4600216}" dt="2026-04-07T01:27:47.911" v="4668" actId="2890"/>
        <pc:sldMkLst>
          <pc:docMk/>
          <pc:sldMk cId="860258330" sldId="447"/>
        </pc:sldMkLst>
      </pc:sldChg>
      <pc:sldChg chg="addSp delSp modSp add mod">
        <pc:chgData name="Jacob Wyngaard" userId="6181fcd471e98458" providerId="LiveId" clId="{788BA123-62C9-4DDC-86E5-A6BCA4600216}" dt="2026-04-07T02:29:05.082" v="5138" actId="14100"/>
        <pc:sldMkLst>
          <pc:docMk/>
          <pc:sldMk cId="2414092580" sldId="447"/>
        </pc:sldMkLst>
        <pc:spChg chg="del">
          <ac:chgData name="Jacob Wyngaard" userId="6181fcd471e98458" providerId="LiveId" clId="{788BA123-62C9-4DDC-86E5-A6BCA4600216}" dt="2026-04-07T01:29:42.350" v="4733" actId="478"/>
          <ac:spMkLst>
            <pc:docMk/>
            <pc:sldMk cId="2414092580" sldId="447"/>
            <ac:spMk id="3" creationId="{E04908E0-7642-510B-56DA-434BE66EDE09}"/>
          </ac:spMkLst>
        </pc:spChg>
        <pc:spChg chg="del">
          <ac:chgData name="Jacob Wyngaard" userId="6181fcd471e98458" providerId="LiveId" clId="{788BA123-62C9-4DDC-86E5-A6BCA4600216}" dt="2026-04-07T01:29:41.676" v="4732" actId="478"/>
          <ac:spMkLst>
            <pc:docMk/>
            <pc:sldMk cId="2414092580" sldId="447"/>
            <ac:spMk id="4" creationId="{1D2F80FD-33E8-77C8-5910-04D8D739A3C0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7" creationId="{985EB3A5-64D6-AF8F-17A2-C4B3D74D0E8D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9" creationId="{686D3423-90DF-D74D-8F24-CF56689AC43E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10" creationId="{D618F0C0-A2AB-ECFA-3D4A-744AE85743F9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11" creationId="{9671B0A7-18E8-00B9-A57E-2010DECCA8D0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12" creationId="{8ABD652F-AD71-1E20-BDE4-BA41A1D200A1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13" creationId="{CE5E38BE-7385-5DEB-115A-7C2471231E1E}"/>
          </ac:spMkLst>
        </pc:spChg>
        <pc:spChg chg="add del">
          <ac:chgData name="Jacob Wyngaard" userId="6181fcd471e98458" providerId="LiveId" clId="{788BA123-62C9-4DDC-86E5-A6BCA4600216}" dt="2026-04-07T01:28:21.442" v="4714" actId="22"/>
          <ac:spMkLst>
            <pc:docMk/>
            <pc:sldMk cId="2414092580" sldId="447"/>
            <ac:spMk id="14" creationId="{7997CAA1-AEBA-3710-1771-45901ED2D07B}"/>
          </ac:spMkLst>
        </pc:spChg>
        <pc:spChg chg="add mod">
          <ac:chgData name="Jacob Wyngaard" userId="6181fcd471e98458" providerId="LiveId" clId="{788BA123-62C9-4DDC-86E5-A6BCA4600216}" dt="2026-04-07T01:28:20.067" v="4713" actId="571"/>
          <ac:spMkLst>
            <pc:docMk/>
            <pc:sldMk cId="2414092580" sldId="447"/>
            <ac:spMk id="15" creationId="{FE91A1C0-45E2-DE44-03D0-60B8AA34F7F3}"/>
          </ac:spMkLst>
        </pc:spChg>
        <pc:spChg chg="add mod">
          <ac:chgData name="Jacob Wyngaard" userId="6181fcd471e98458" providerId="LiveId" clId="{788BA123-62C9-4DDC-86E5-A6BCA4600216}" dt="2026-04-07T01:30:26.707" v="4748" actId="20577"/>
          <ac:spMkLst>
            <pc:docMk/>
            <pc:sldMk cId="2414092580" sldId="447"/>
            <ac:spMk id="18" creationId="{07213958-29B6-565B-C19D-741EB8F9F4FB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19" creationId="{6DCFC901-A3E6-A642-3B32-2BDC4DA1E53F}"/>
          </ac:spMkLst>
        </pc:spChg>
        <pc:spChg chg="add mod">
          <ac:chgData name="Jacob Wyngaard" userId="6181fcd471e98458" providerId="LiveId" clId="{788BA123-62C9-4DDC-86E5-A6BCA4600216}" dt="2026-04-07T01:30:05.458" v="4738" actId="1076"/>
          <ac:spMkLst>
            <pc:docMk/>
            <pc:sldMk cId="2414092580" sldId="447"/>
            <ac:spMk id="20" creationId="{B6C656A6-74B7-8CE8-0F87-DA4A8BBF5540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22" creationId="{C1B8E256-81A0-027F-3B39-757FCD3BD017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23" creationId="{0B8110E4-BF84-CEFB-57C9-7E4595244558}"/>
          </ac:spMkLst>
        </pc:spChg>
        <pc:spChg chg="del">
          <ac:chgData name="Jacob Wyngaard" userId="6181fcd471e98458" providerId="LiveId" clId="{788BA123-62C9-4DDC-86E5-A6BCA4600216}" dt="2026-04-07T01:29:44.599" v="4734" actId="478"/>
          <ac:spMkLst>
            <pc:docMk/>
            <pc:sldMk cId="2414092580" sldId="447"/>
            <ac:spMk id="24" creationId="{9A34A0BC-196A-D2F1-4212-6A0658CF02CA}"/>
          </ac:spMkLst>
        </pc:spChg>
        <pc:spChg chg="mod">
          <ac:chgData name="Jacob Wyngaard" userId="6181fcd471e98458" providerId="LiveId" clId="{788BA123-62C9-4DDC-86E5-A6BCA4600216}" dt="2026-04-07T01:28:05.506" v="4710" actId="20577"/>
          <ac:spMkLst>
            <pc:docMk/>
            <pc:sldMk cId="2414092580" sldId="447"/>
            <ac:spMk id="25" creationId="{94914B29-40A6-8307-2A16-E1F1A24E2179}"/>
          </ac:spMkLst>
        </pc:spChg>
        <pc:spChg chg="add mod">
          <ac:chgData name="Jacob Wyngaard" userId="6181fcd471e98458" providerId="LiveId" clId="{788BA123-62C9-4DDC-86E5-A6BCA4600216}" dt="2026-04-07T01:30:05.458" v="4738" actId="1076"/>
          <ac:spMkLst>
            <pc:docMk/>
            <pc:sldMk cId="2414092580" sldId="447"/>
            <ac:spMk id="26" creationId="{9601B88E-F669-BF94-844E-B458054C5D16}"/>
          </ac:spMkLst>
        </pc:spChg>
        <pc:spChg chg="add mod">
          <ac:chgData name="Jacob Wyngaard" userId="6181fcd471e98458" providerId="LiveId" clId="{788BA123-62C9-4DDC-86E5-A6BCA4600216}" dt="2026-04-07T02:19:35.275" v="5060" actId="20577"/>
          <ac:spMkLst>
            <pc:docMk/>
            <pc:sldMk cId="2414092580" sldId="447"/>
            <ac:spMk id="27" creationId="{EE517926-072D-6C21-C515-7D9D40BC7C4B}"/>
          </ac:spMkLst>
        </pc:spChg>
        <pc:spChg chg="add mod">
          <ac:chgData name="Jacob Wyngaard" userId="6181fcd471e98458" providerId="LiveId" clId="{788BA123-62C9-4DDC-86E5-A6BCA4600216}" dt="2026-04-07T01:43:39.255" v="4912" actId="1076"/>
          <ac:spMkLst>
            <pc:docMk/>
            <pc:sldMk cId="2414092580" sldId="447"/>
            <ac:spMk id="28" creationId="{0AB832E7-1C8C-BD03-553B-8416D1DB637E}"/>
          </ac:spMkLst>
        </pc:spChg>
        <pc:spChg chg="add del mod">
          <ac:chgData name="Jacob Wyngaard" userId="6181fcd471e98458" providerId="LiveId" clId="{788BA123-62C9-4DDC-86E5-A6BCA4600216}" dt="2026-04-07T01:43:31.332" v="4908" actId="478"/>
          <ac:spMkLst>
            <pc:docMk/>
            <pc:sldMk cId="2414092580" sldId="447"/>
            <ac:spMk id="29" creationId="{71E57D38-FAEA-E2AD-D77C-D061EF75E907}"/>
          </ac:spMkLst>
        </pc:spChg>
        <pc:spChg chg="add mod">
          <ac:chgData name="Jacob Wyngaard" userId="6181fcd471e98458" providerId="LiveId" clId="{788BA123-62C9-4DDC-86E5-A6BCA4600216}" dt="2026-04-07T02:19:02.900" v="5048" actId="14100"/>
          <ac:spMkLst>
            <pc:docMk/>
            <pc:sldMk cId="2414092580" sldId="447"/>
            <ac:spMk id="30" creationId="{EE7E76FD-461F-54EE-D12D-8014B0715977}"/>
          </ac:spMkLst>
        </pc:spChg>
        <pc:spChg chg="add mod">
          <ac:chgData name="Jacob Wyngaard" userId="6181fcd471e98458" providerId="LiveId" clId="{788BA123-62C9-4DDC-86E5-A6BCA4600216}" dt="2026-04-07T02:19:05.333" v="5049" actId="20577"/>
          <ac:spMkLst>
            <pc:docMk/>
            <pc:sldMk cId="2414092580" sldId="447"/>
            <ac:spMk id="31" creationId="{385E1B6C-145D-8969-1761-5AD866C7551F}"/>
          </ac:spMkLst>
        </pc:spChg>
        <pc:picChg chg="add mod">
          <ac:chgData name="Jacob Wyngaard" userId="6181fcd471e98458" providerId="LiveId" clId="{788BA123-62C9-4DDC-86E5-A6BCA4600216}" dt="2026-04-07T02:29:05.082" v="5138" actId="14100"/>
          <ac:picMkLst>
            <pc:docMk/>
            <pc:sldMk cId="2414092580" sldId="447"/>
            <ac:picMk id="3" creationId="{473428B5-DBF1-89DF-34E4-B605E339939B}"/>
          </ac:picMkLst>
        </pc:picChg>
        <pc:picChg chg="add del mod">
          <ac:chgData name="Jacob Wyngaard" userId="6181fcd471e98458" providerId="LiveId" clId="{788BA123-62C9-4DDC-86E5-A6BCA4600216}" dt="2026-04-07T01:47:14.129" v="4936" actId="478"/>
          <ac:picMkLst>
            <pc:docMk/>
            <pc:sldMk cId="2414092580" sldId="447"/>
            <ac:picMk id="33" creationId="{6CE5F6A9-89EE-A927-5FB4-F3037264C119}"/>
          </ac:picMkLst>
        </pc:picChg>
        <pc:picChg chg="add del mod">
          <ac:chgData name="Jacob Wyngaard" userId="6181fcd471e98458" providerId="LiveId" clId="{788BA123-62C9-4DDC-86E5-A6BCA4600216}" dt="2026-04-07T02:20:23.832" v="5077" actId="478"/>
          <ac:picMkLst>
            <pc:docMk/>
            <pc:sldMk cId="2414092580" sldId="447"/>
            <ac:picMk id="35" creationId="{56086933-3AE6-3254-CDC7-A8AF8C2DD23E}"/>
          </ac:picMkLst>
        </pc:picChg>
      </pc:sldChg>
      <pc:sldChg chg="add del">
        <pc:chgData name="Jacob Wyngaard" userId="6181fcd471e98458" providerId="LiveId" clId="{788BA123-62C9-4DDC-86E5-A6BCA4600216}" dt="2026-04-07T01:18:16.398" v="4575" actId="47"/>
        <pc:sldMkLst>
          <pc:docMk/>
          <pc:sldMk cId="4111927561" sldId="447"/>
        </pc:sldMkLst>
      </pc:sldChg>
      <pc:sldChg chg="addSp delSp modSp add mod">
        <pc:chgData name="Jacob Wyngaard" userId="6181fcd471e98458" providerId="LiveId" clId="{788BA123-62C9-4DDC-86E5-A6BCA4600216}" dt="2026-04-07T02:29:27.686" v="5142" actId="732"/>
        <pc:sldMkLst>
          <pc:docMk/>
          <pc:sldMk cId="3141434508" sldId="448"/>
        </pc:sldMkLst>
        <pc:spChg chg="add mod">
          <ac:chgData name="Jacob Wyngaard" userId="6181fcd471e98458" providerId="LiveId" clId="{788BA123-62C9-4DDC-86E5-A6BCA4600216}" dt="2026-04-07T01:43:44.740" v="4915"/>
          <ac:spMkLst>
            <pc:docMk/>
            <pc:sldMk cId="3141434508" sldId="448"/>
            <ac:spMk id="2" creationId="{F736351A-BBEB-ACEA-75D5-7AF00BB84963}"/>
          </ac:spMkLst>
        </pc:spChg>
        <pc:spChg chg="mod">
          <ac:chgData name="Jacob Wyngaard" userId="6181fcd471e98458" providerId="LiveId" clId="{788BA123-62C9-4DDC-86E5-A6BCA4600216}" dt="2026-04-07T01:33:30.711" v="4802" actId="20577"/>
          <ac:spMkLst>
            <pc:docMk/>
            <pc:sldMk cId="3141434508" sldId="448"/>
            <ac:spMk id="18" creationId="{C8CA294F-AEA9-6BDB-D5B6-F9E3849B4894}"/>
          </ac:spMkLst>
        </pc:spChg>
        <pc:spChg chg="mod">
          <ac:chgData name="Jacob Wyngaard" userId="6181fcd471e98458" providerId="LiveId" clId="{788BA123-62C9-4DDC-86E5-A6BCA4600216}" dt="2026-04-07T02:20:10.952" v="5076" actId="20577"/>
          <ac:spMkLst>
            <pc:docMk/>
            <pc:sldMk cId="3141434508" sldId="448"/>
            <ac:spMk id="27" creationId="{F6C07F8C-601F-235F-FA3C-569AA03B5F29}"/>
          </ac:spMkLst>
        </pc:spChg>
        <pc:spChg chg="del">
          <ac:chgData name="Jacob Wyngaard" userId="6181fcd471e98458" providerId="LiveId" clId="{788BA123-62C9-4DDC-86E5-A6BCA4600216}" dt="2026-04-07T01:43:42.914" v="4913" actId="478"/>
          <ac:spMkLst>
            <pc:docMk/>
            <pc:sldMk cId="3141434508" sldId="448"/>
            <ac:spMk id="28" creationId="{B0A57308-811E-61E8-6807-6CFADF20DC85}"/>
          </ac:spMkLst>
        </pc:spChg>
        <pc:spChg chg="del">
          <ac:chgData name="Jacob Wyngaard" userId="6181fcd471e98458" providerId="LiveId" clId="{788BA123-62C9-4DDC-86E5-A6BCA4600216}" dt="2026-04-07T01:43:43.691" v="4914" actId="478"/>
          <ac:spMkLst>
            <pc:docMk/>
            <pc:sldMk cId="3141434508" sldId="448"/>
            <ac:spMk id="29" creationId="{DE0B4AD9-A6CA-6B1F-1305-A6E7059C632C}"/>
          </ac:spMkLst>
        </pc:spChg>
        <pc:spChg chg="mod">
          <ac:chgData name="Jacob Wyngaard" userId="6181fcd471e98458" providerId="LiveId" clId="{788BA123-62C9-4DDC-86E5-A6BCA4600216}" dt="2026-04-07T02:19:48.843" v="5064" actId="20577"/>
          <ac:spMkLst>
            <pc:docMk/>
            <pc:sldMk cId="3141434508" sldId="448"/>
            <ac:spMk id="30" creationId="{28D9C5FE-FBE6-DBEF-9896-3E051EFAADED}"/>
          </ac:spMkLst>
        </pc:spChg>
        <pc:spChg chg="mod">
          <ac:chgData name="Jacob Wyngaard" userId="6181fcd471e98458" providerId="LiveId" clId="{788BA123-62C9-4DDC-86E5-A6BCA4600216}" dt="2026-04-07T02:19:50.649" v="5066" actId="20577"/>
          <ac:spMkLst>
            <pc:docMk/>
            <pc:sldMk cId="3141434508" sldId="448"/>
            <ac:spMk id="31" creationId="{3460C6DD-ADB6-BE45-67ED-0B866D12ADCF}"/>
          </ac:spMkLst>
        </pc:spChg>
        <pc:picChg chg="add mod modCrop">
          <ac:chgData name="Jacob Wyngaard" userId="6181fcd471e98458" providerId="LiveId" clId="{788BA123-62C9-4DDC-86E5-A6BCA4600216}" dt="2026-04-07T02:29:27.686" v="5142" actId="732"/>
          <ac:picMkLst>
            <pc:docMk/>
            <pc:sldMk cId="3141434508" sldId="448"/>
            <ac:picMk id="4" creationId="{3473C42B-2319-08A4-23F8-952FCC9E5F78}"/>
          </ac:picMkLst>
        </pc:picChg>
        <pc:picChg chg="add del mod">
          <ac:chgData name="Jacob Wyngaard" userId="6181fcd471e98458" providerId="LiveId" clId="{788BA123-62C9-4DDC-86E5-A6BCA4600216}" dt="2026-04-07T01:47:15.967" v="4937" actId="478"/>
          <ac:picMkLst>
            <pc:docMk/>
            <pc:sldMk cId="3141434508" sldId="448"/>
            <ac:picMk id="4" creationId="{B9FE2ACD-71C5-3CE6-0593-8E8A9F82EEA0}"/>
          </ac:picMkLst>
        </pc:picChg>
        <pc:picChg chg="add del mod">
          <ac:chgData name="Jacob Wyngaard" userId="6181fcd471e98458" providerId="LiveId" clId="{788BA123-62C9-4DDC-86E5-A6BCA4600216}" dt="2026-04-07T02:20:25.462" v="5078" actId="478"/>
          <ac:picMkLst>
            <pc:docMk/>
            <pc:sldMk cId="3141434508" sldId="448"/>
            <ac:picMk id="7" creationId="{2F95385E-B05F-999C-77FF-E30C73B109CF}"/>
          </ac:picMkLst>
        </pc:picChg>
      </pc:sldChg>
      <pc:sldChg chg="addSp delSp modSp add mod">
        <pc:chgData name="Jacob Wyngaard" userId="6181fcd471e98458" providerId="LiveId" clId="{788BA123-62C9-4DDC-86E5-A6BCA4600216}" dt="2026-04-07T02:29:53.723" v="5149" actId="1076"/>
        <pc:sldMkLst>
          <pc:docMk/>
          <pc:sldMk cId="299300763" sldId="449"/>
        </pc:sldMkLst>
        <pc:spChg chg="add mod">
          <ac:chgData name="Jacob Wyngaard" userId="6181fcd471e98458" providerId="LiveId" clId="{788BA123-62C9-4DDC-86E5-A6BCA4600216}" dt="2026-04-07T01:38:41.336" v="4902"/>
          <ac:spMkLst>
            <pc:docMk/>
            <pc:sldMk cId="299300763" sldId="449"/>
            <ac:spMk id="2" creationId="{260ED13F-B6DF-BF35-4258-846E720DA3A6}"/>
          </ac:spMkLst>
        </pc:spChg>
        <pc:spChg chg="add mod">
          <ac:chgData name="Jacob Wyngaard" userId="6181fcd471e98458" providerId="LiveId" clId="{788BA123-62C9-4DDC-86E5-A6BCA4600216}" dt="2026-04-07T01:38:41.336" v="4902"/>
          <ac:spMkLst>
            <pc:docMk/>
            <pc:sldMk cId="299300763" sldId="449"/>
            <ac:spMk id="3" creationId="{AB25426E-CB52-2996-BD64-C1379602757E}"/>
          </ac:spMkLst>
        </pc:spChg>
        <pc:spChg chg="add mod">
          <ac:chgData name="Jacob Wyngaard" userId="6181fcd471e98458" providerId="LiveId" clId="{788BA123-62C9-4DDC-86E5-A6BCA4600216}" dt="2026-04-07T01:54:59.172" v="4955"/>
          <ac:spMkLst>
            <pc:docMk/>
            <pc:sldMk cId="299300763" sldId="449"/>
            <ac:spMk id="10" creationId="{C8A819C7-C998-CE0D-F4D2-C6D6FAEE9446}"/>
          </ac:spMkLst>
        </pc:spChg>
        <pc:spChg chg="mod">
          <ac:chgData name="Jacob Wyngaard" userId="6181fcd471e98458" providerId="LiveId" clId="{788BA123-62C9-4DDC-86E5-A6BCA4600216}" dt="2026-04-07T01:38:21.911" v="4891" actId="20577"/>
          <ac:spMkLst>
            <pc:docMk/>
            <pc:sldMk cId="299300763" sldId="449"/>
            <ac:spMk id="18" creationId="{87EB5648-E50E-B047-DCC5-1B5219191428}"/>
          </ac:spMkLst>
        </pc:spChg>
        <pc:spChg chg="del">
          <ac:chgData name="Jacob Wyngaard" userId="6181fcd471e98458" providerId="LiveId" clId="{788BA123-62C9-4DDC-86E5-A6BCA4600216}" dt="2026-04-07T01:38:39.973" v="4900" actId="478"/>
          <ac:spMkLst>
            <pc:docMk/>
            <pc:sldMk cId="299300763" sldId="449"/>
            <ac:spMk id="20" creationId="{92CADC91-BFD3-7368-3487-137892A9B791}"/>
          </ac:spMkLst>
        </pc:spChg>
        <pc:spChg chg="del">
          <ac:chgData name="Jacob Wyngaard" userId="6181fcd471e98458" providerId="LiveId" clId="{788BA123-62C9-4DDC-86E5-A6BCA4600216}" dt="2026-04-07T01:38:40.563" v="4901" actId="478"/>
          <ac:spMkLst>
            <pc:docMk/>
            <pc:sldMk cId="299300763" sldId="449"/>
            <ac:spMk id="26" creationId="{5C35E2EB-E159-76F0-9AF1-173BB7F221FD}"/>
          </ac:spMkLst>
        </pc:spChg>
        <pc:spChg chg="mod">
          <ac:chgData name="Jacob Wyngaard" userId="6181fcd471e98458" providerId="LiveId" clId="{788BA123-62C9-4DDC-86E5-A6BCA4600216}" dt="2026-04-07T02:21:43.114" v="5121" actId="20577"/>
          <ac:spMkLst>
            <pc:docMk/>
            <pc:sldMk cId="299300763" sldId="449"/>
            <ac:spMk id="27" creationId="{F76ED9B0-C64E-1083-24D9-5537A59A0C50}"/>
          </ac:spMkLst>
        </pc:spChg>
        <pc:spChg chg="del">
          <ac:chgData name="Jacob Wyngaard" userId="6181fcd471e98458" providerId="LiveId" clId="{788BA123-62C9-4DDC-86E5-A6BCA4600216}" dt="2026-04-07T01:46:16.504" v="4929" actId="478"/>
          <ac:spMkLst>
            <pc:docMk/>
            <pc:sldMk cId="299300763" sldId="449"/>
            <ac:spMk id="28" creationId="{B1AE2995-992E-4CBE-B52A-806B2C5ECB28}"/>
          </ac:spMkLst>
        </pc:spChg>
        <pc:spChg chg="del">
          <ac:chgData name="Jacob Wyngaard" userId="6181fcd471e98458" providerId="LiveId" clId="{788BA123-62C9-4DDC-86E5-A6BCA4600216}" dt="2026-04-07T01:46:17.378" v="4930" actId="478"/>
          <ac:spMkLst>
            <pc:docMk/>
            <pc:sldMk cId="299300763" sldId="449"/>
            <ac:spMk id="29" creationId="{5BEE71F6-346F-634D-54F3-CDB95BC9ED89}"/>
          </ac:spMkLst>
        </pc:spChg>
        <pc:spChg chg="mod">
          <ac:chgData name="Jacob Wyngaard" userId="6181fcd471e98458" providerId="LiveId" clId="{788BA123-62C9-4DDC-86E5-A6BCA4600216}" dt="2026-04-07T02:21:22.535" v="5110" actId="20577"/>
          <ac:spMkLst>
            <pc:docMk/>
            <pc:sldMk cId="299300763" sldId="449"/>
            <ac:spMk id="30" creationId="{1D5FBCF9-26BF-DB27-12D9-8A1E0816E33B}"/>
          </ac:spMkLst>
        </pc:spChg>
        <pc:spChg chg="mod">
          <ac:chgData name="Jacob Wyngaard" userId="6181fcd471e98458" providerId="LiveId" clId="{788BA123-62C9-4DDC-86E5-A6BCA4600216}" dt="2026-04-07T02:21:23.974" v="5111" actId="20577"/>
          <ac:spMkLst>
            <pc:docMk/>
            <pc:sldMk cId="299300763" sldId="449"/>
            <ac:spMk id="31" creationId="{0088C687-55D6-36E6-6E13-632E807DB089}"/>
          </ac:spMkLst>
        </pc:spChg>
        <pc:picChg chg="add del mod">
          <ac:chgData name="Jacob Wyngaard" userId="6181fcd471e98458" providerId="LiveId" clId="{788BA123-62C9-4DDC-86E5-A6BCA4600216}" dt="2026-04-07T01:47:22.130" v="4939" actId="478"/>
          <ac:picMkLst>
            <pc:docMk/>
            <pc:sldMk cId="299300763" sldId="449"/>
            <ac:picMk id="5" creationId="{3D01D53E-3E1B-C97E-A285-E0BB1FF52B1C}"/>
          </ac:picMkLst>
        </pc:picChg>
        <pc:picChg chg="add mod">
          <ac:chgData name="Jacob Wyngaard" userId="6181fcd471e98458" providerId="LiveId" clId="{788BA123-62C9-4DDC-86E5-A6BCA4600216}" dt="2026-04-07T02:29:53.723" v="5149" actId="1076"/>
          <ac:picMkLst>
            <pc:docMk/>
            <pc:sldMk cId="299300763" sldId="449"/>
            <ac:picMk id="5" creationId="{57216C2A-1D68-0471-E5AD-C563286D7C44}"/>
          </ac:picMkLst>
        </pc:picChg>
        <pc:picChg chg="add del mod">
          <ac:chgData name="Jacob Wyngaard" userId="6181fcd471e98458" providerId="LiveId" clId="{788BA123-62C9-4DDC-86E5-A6BCA4600216}" dt="2026-04-07T02:20:28.622" v="5080" actId="478"/>
          <ac:picMkLst>
            <pc:docMk/>
            <pc:sldMk cId="299300763" sldId="449"/>
            <ac:picMk id="9" creationId="{21CE97A0-B4BB-A566-D4A2-987C8647539F}"/>
          </ac:picMkLst>
        </pc:picChg>
      </pc:sldChg>
      <pc:sldChg chg="addSp delSp modSp add mod ord">
        <pc:chgData name="Jacob Wyngaard" userId="6181fcd471e98458" providerId="LiveId" clId="{788BA123-62C9-4DDC-86E5-A6BCA4600216}" dt="2026-04-07T02:29:39.987" v="5145" actId="14100"/>
        <pc:sldMkLst>
          <pc:docMk/>
          <pc:sldMk cId="4073166838" sldId="450"/>
        </pc:sldMkLst>
        <pc:spChg chg="add mod">
          <ac:chgData name="Jacob Wyngaard" userId="6181fcd471e98458" providerId="LiveId" clId="{788BA123-62C9-4DDC-86E5-A6BCA4600216}" dt="2026-04-07T01:47:19.958" v="4938"/>
          <ac:spMkLst>
            <pc:docMk/>
            <pc:sldMk cId="4073166838" sldId="450"/>
            <ac:spMk id="2" creationId="{CC5923EC-AEAD-6A2B-DC6A-AB51146BA556}"/>
          </ac:spMkLst>
        </pc:spChg>
        <pc:spChg chg="mod">
          <ac:chgData name="Jacob Wyngaard" userId="6181fcd471e98458" providerId="LiveId" clId="{788BA123-62C9-4DDC-86E5-A6BCA4600216}" dt="2026-04-07T01:37:04.599" v="4864" actId="20577"/>
          <ac:spMkLst>
            <pc:docMk/>
            <pc:sldMk cId="4073166838" sldId="450"/>
            <ac:spMk id="18" creationId="{3BDB21EE-7C08-966D-8C1C-9454101CF200}"/>
          </ac:spMkLst>
        </pc:spChg>
        <pc:spChg chg="mod">
          <ac:chgData name="Jacob Wyngaard" userId="6181fcd471e98458" providerId="LiveId" clId="{788BA123-62C9-4DDC-86E5-A6BCA4600216}" dt="2026-04-07T01:38:28.335" v="4893" actId="20577"/>
          <ac:spMkLst>
            <pc:docMk/>
            <pc:sldMk cId="4073166838" sldId="450"/>
            <ac:spMk id="20" creationId="{DD3CEE7B-2E8A-F86E-ED9A-B723A4560573}"/>
          </ac:spMkLst>
        </pc:spChg>
        <pc:spChg chg="mod">
          <ac:chgData name="Jacob Wyngaard" userId="6181fcd471e98458" providerId="LiveId" clId="{788BA123-62C9-4DDC-86E5-A6BCA4600216}" dt="2026-04-07T01:38:30.525" v="4895" actId="20577"/>
          <ac:spMkLst>
            <pc:docMk/>
            <pc:sldMk cId="4073166838" sldId="450"/>
            <ac:spMk id="26" creationId="{33204D4D-1F6B-3403-6626-C68B784724AA}"/>
          </ac:spMkLst>
        </pc:spChg>
        <pc:spChg chg="mod">
          <ac:chgData name="Jacob Wyngaard" userId="6181fcd471e98458" providerId="LiveId" clId="{788BA123-62C9-4DDC-86E5-A6BCA4600216}" dt="2026-04-07T02:21:10.441" v="5105" actId="20577"/>
          <ac:spMkLst>
            <pc:docMk/>
            <pc:sldMk cId="4073166838" sldId="450"/>
            <ac:spMk id="27" creationId="{4F110F2C-DD5A-2DD9-84DA-54EB1196A7BA}"/>
          </ac:spMkLst>
        </pc:spChg>
        <pc:spChg chg="del">
          <ac:chgData name="Jacob Wyngaard" userId="6181fcd471e98458" providerId="LiveId" clId="{788BA123-62C9-4DDC-86E5-A6BCA4600216}" dt="2026-04-07T01:46:13.203" v="4927" actId="478"/>
          <ac:spMkLst>
            <pc:docMk/>
            <pc:sldMk cId="4073166838" sldId="450"/>
            <ac:spMk id="28" creationId="{45B6C121-E110-0E38-2CF9-2C092C991BF9}"/>
          </ac:spMkLst>
        </pc:spChg>
        <pc:spChg chg="del">
          <ac:chgData name="Jacob Wyngaard" userId="6181fcd471e98458" providerId="LiveId" clId="{788BA123-62C9-4DDC-86E5-A6BCA4600216}" dt="2026-04-07T01:46:14.099" v="4928" actId="478"/>
          <ac:spMkLst>
            <pc:docMk/>
            <pc:sldMk cId="4073166838" sldId="450"/>
            <ac:spMk id="29" creationId="{F2A775A1-A044-96DA-7FFD-856E278453D3}"/>
          </ac:spMkLst>
        </pc:spChg>
        <pc:spChg chg="mod">
          <ac:chgData name="Jacob Wyngaard" userId="6181fcd471e98458" providerId="LiveId" clId="{788BA123-62C9-4DDC-86E5-A6BCA4600216}" dt="2026-04-07T02:20:53.161" v="5095" actId="1038"/>
          <ac:spMkLst>
            <pc:docMk/>
            <pc:sldMk cId="4073166838" sldId="450"/>
            <ac:spMk id="30" creationId="{278551F0-9A39-FDBB-A741-F861A1B3822E}"/>
          </ac:spMkLst>
        </pc:spChg>
        <pc:spChg chg="mod">
          <ac:chgData name="Jacob Wyngaard" userId="6181fcd471e98458" providerId="LiveId" clId="{788BA123-62C9-4DDC-86E5-A6BCA4600216}" dt="2026-04-07T02:20:53.161" v="5095" actId="1038"/>
          <ac:spMkLst>
            <pc:docMk/>
            <pc:sldMk cId="4073166838" sldId="450"/>
            <ac:spMk id="31" creationId="{FCBFA841-805A-B637-B824-0FF45C0390EC}"/>
          </ac:spMkLst>
        </pc:spChg>
        <pc:picChg chg="add mod">
          <ac:chgData name="Jacob Wyngaard" userId="6181fcd471e98458" providerId="LiveId" clId="{788BA123-62C9-4DDC-86E5-A6BCA4600216}" dt="2026-04-07T02:29:39.987" v="5145" actId="14100"/>
          <ac:picMkLst>
            <pc:docMk/>
            <pc:sldMk cId="4073166838" sldId="450"/>
            <ac:picMk id="4" creationId="{82CA0E3E-CF6A-E258-FE78-9F3F1883A8DD}"/>
          </ac:picMkLst>
        </pc:picChg>
        <pc:picChg chg="add del mod">
          <ac:chgData name="Jacob Wyngaard" userId="6181fcd471e98458" providerId="LiveId" clId="{788BA123-62C9-4DDC-86E5-A6BCA4600216}" dt="2026-04-07T02:20:26.837" v="5079" actId="478"/>
          <ac:picMkLst>
            <pc:docMk/>
            <pc:sldMk cId="4073166838" sldId="450"/>
            <ac:picMk id="4" creationId="{AAA2F3A0-9430-44AE-BBF2-C045A09B142A}"/>
          </ac:picMkLst>
        </pc:picChg>
      </pc:sldChg>
      <pc:sldChg chg="addSp modSp add mod ord">
        <pc:chgData name="Jacob Wyngaard" userId="6181fcd471e98458" providerId="LiveId" clId="{788BA123-62C9-4DDC-86E5-A6BCA4600216}" dt="2026-04-07T02:30:29.467" v="5165" actId="1076"/>
        <pc:sldMkLst>
          <pc:docMk/>
          <pc:sldMk cId="3620071359" sldId="451"/>
        </pc:sldMkLst>
        <pc:spChg chg="add mod">
          <ac:chgData name="Jacob Wyngaard" userId="6181fcd471e98458" providerId="LiveId" clId="{788BA123-62C9-4DDC-86E5-A6BCA4600216}" dt="2026-04-07T02:30:29.467" v="5165" actId="1076"/>
          <ac:spMkLst>
            <pc:docMk/>
            <pc:sldMk cId="3620071359" sldId="451"/>
            <ac:spMk id="3" creationId="{60652858-6259-9783-FBF4-56D2633B489B}"/>
          </ac:spMkLst>
        </pc:spChg>
        <pc:spChg chg="mod">
          <ac:chgData name="Jacob Wyngaard" userId="6181fcd471e98458" providerId="LiveId" clId="{788BA123-62C9-4DDC-86E5-A6BCA4600216}" dt="2026-04-07T02:30:22.855" v="5157" actId="20577"/>
          <ac:spMkLst>
            <pc:docMk/>
            <pc:sldMk cId="3620071359" sldId="451"/>
            <ac:spMk id="11" creationId="{6E7C9B7D-CDB4-F7A9-82BD-FE6BEC394976}"/>
          </ac:spMkLst>
        </pc:spChg>
        <pc:picChg chg="mod">
          <ac:chgData name="Jacob Wyngaard" userId="6181fcd471e98458" providerId="LiveId" clId="{788BA123-62C9-4DDC-86E5-A6BCA4600216}" dt="2026-04-07T02:30:14.697" v="5153" actId="14826"/>
          <ac:picMkLst>
            <pc:docMk/>
            <pc:sldMk cId="3620071359" sldId="451"/>
            <ac:picMk id="13" creationId="{A57FA042-E041-1A09-174F-C7BB4F74A7B2}"/>
          </ac:picMkLst>
        </pc:picChg>
      </pc:sldChg>
      <pc:sldChg chg="modSp add mod">
        <pc:chgData name="Jacob Wyngaard" userId="6181fcd471e98458" providerId="LiveId" clId="{788BA123-62C9-4DDC-86E5-A6BCA4600216}" dt="2026-04-07T02:37:53.634" v="5269" actId="20577"/>
        <pc:sldMkLst>
          <pc:docMk/>
          <pc:sldMk cId="3839078269" sldId="452"/>
        </pc:sldMkLst>
        <pc:spChg chg="mod">
          <ac:chgData name="Jacob Wyngaard" userId="6181fcd471e98458" providerId="LiveId" clId="{788BA123-62C9-4DDC-86E5-A6BCA4600216}" dt="2026-04-07T02:37:53.634" v="5269" actId="20577"/>
          <ac:spMkLst>
            <pc:docMk/>
            <pc:sldMk cId="3839078269" sldId="452"/>
            <ac:spMk id="3" creationId="{66E7B5F0-F503-EBD9-93C9-E6C2441185C5}"/>
          </ac:spMkLst>
        </pc:spChg>
        <pc:picChg chg="mod">
          <ac:chgData name="Jacob Wyngaard" userId="6181fcd471e98458" providerId="LiveId" clId="{788BA123-62C9-4DDC-86E5-A6BCA4600216}" dt="2026-04-07T02:36:25.191" v="5167" actId="14826"/>
          <ac:picMkLst>
            <pc:docMk/>
            <pc:sldMk cId="3839078269" sldId="452"/>
            <ac:picMk id="13" creationId="{08FF5B87-8EC6-2FC1-05E7-452D35D50D8B}"/>
          </ac:picMkLst>
        </pc:picChg>
      </pc:sldChg>
      <pc:sldChg chg="delSp modSp add mod">
        <pc:chgData name="Jacob Wyngaard" userId="6181fcd471e98458" providerId="LiveId" clId="{788BA123-62C9-4DDC-86E5-A6BCA4600216}" dt="2026-04-07T02:39:05.270" v="5306" actId="20577"/>
        <pc:sldMkLst>
          <pc:docMk/>
          <pc:sldMk cId="3646626613" sldId="453"/>
        </pc:sldMkLst>
        <pc:spChg chg="mod">
          <ac:chgData name="Jacob Wyngaard" userId="6181fcd471e98458" providerId="LiveId" clId="{788BA123-62C9-4DDC-86E5-A6BCA4600216}" dt="2026-04-07T02:39:05.270" v="5306" actId="20577"/>
          <ac:spMkLst>
            <pc:docMk/>
            <pc:sldMk cId="3646626613" sldId="453"/>
            <ac:spMk id="3" creationId="{4DF0C96F-AEF8-C80B-262E-3B81614BCCF6}"/>
          </ac:spMkLst>
        </pc:spChg>
        <pc:picChg chg="del">
          <ac:chgData name="Jacob Wyngaard" userId="6181fcd471e98458" providerId="LiveId" clId="{788BA123-62C9-4DDC-86E5-A6BCA4600216}" dt="2026-04-07T02:38:51.128" v="5271" actId="478"/>
          <ac:picMkLst>
            <pc:docMk/>
            <pc:sldMk cId="3646626613" sldId="453"/>
            <ac:picMk id="13" creationId="{06AC5E92-80A5-D9EE-7742-5AB7651C3F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DDADE-AE6E-6360-536C-0BBC5FEDB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6D302-6714-11A4-48B9-062D3C4A0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27FDF-8746-637F-6BAE-3A153D239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9B50D-C2E9-5199-DE76-99158FF2D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06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3189-7735-5C32-8350-49701F9F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11FBD-A1C6-D121-565A-B80D21D92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6CC0B-F843-23DE-235F-3AF3C29D2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24A50-4058-2A5F-AF69-57666DF11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16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7AE2-F5A4-2082-473A-B75047A55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1A657-35EF-ABF2-51A6-3B4441BA9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BB752-E8E2-8E10-3DEA-2C9E2FB4D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8C82B-3CA0-2FA9-784D-4EEF3FCF2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73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B87E9-B46B-8360-60F3-3AE922B24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E823E-DF72-6D3C-C7B4-58FF1BCC9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42989-A699-304C-5603-48C304977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5C2BE-4C39-BE04-1540-8ED76A6D5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69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C5465-89FF-1DAB-3CCC-D4D6AA9D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697A9-B8B4-C5DF-BB04-C60DC89BB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2DFD7-45C8-FD54-0648-EDFB434BB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9A44A-EA45-C11F-0A70-B0AA67967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37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749A3-9B1A-54D5-93D5-C3C01C7B7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51E7B-787F-6C3B-29A9-19E7B747D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0954E-B8C0-2DEF-5F0E-17E15176A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5478C-4613-058E-B3CB-912A9A1AD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85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1A2D-AB0E-8C42-8EE5-CAA18E79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74FA8-98F4-BCEC-6A72-89DDC18CD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D5DA8-0BA9-2364-C424-81E0F3F90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F1316-A3BF-81B9-C48D-348F8DA4A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B9D2B-B0EF-132D-CBCA-2F83CC64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2C200-9679-8A0A-FA5B-6DDBBA7AD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13373-2CF8-9839-D3EC-F89DBBBF4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4FF29-D616-2AF5-A692-ACF1DB593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08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9E177-92DD-F6BD-1B22-16F7BE8C6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14C89-741F-5139-DBC9-FEB25E96E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312EC-02E2-C2AA-6F88-08313940B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8D78B-41F0-9DB9-111D-E0FF96F3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17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A8814-2852-FD9D-AF0E-2A01FE5A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93BCB-5140-70CF-C8FD-AFA902806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515BB-4258-06D7-78D2-F2384A19E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DA776-889B-A0AF-9DD5-B835F8435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47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1137B-4D9E-4DBD-5100-079AD719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6ED81-6248-9C61-F28C-EC303B588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43F68-D041-444A-EA9E-F2B91B5CC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90FFC-1B63-461A-F06A-1DDD8D31B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081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4CF3-72A3-D643-A4ED-EB6AB0D32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ACA780-F096-C293-1A97-284E728C4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F713A-BBDC-426F-CD26-5868CB713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EEDD5-E546-3CF6-CF41-8E245064A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8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E2C09-EAC5-A6A5-FB6A-27AA36B1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E92A2-0EC7-4800-961E-5D1E98AEF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E4548-32A8-2F6C-ED07-5236084C4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743ED-DD71-F0B5-1F90-BE0086BBD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6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A2F7-F608-FEAE-08AD-0C2CD4FC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3653A-C4F2-698A-8DCE-D0968588B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1A751-2BC5-925E-9C89-9DA99B7EF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555FA-F5A1-8BE9-2577-9DE2EF4C3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41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39EF-1ECD-DF0C-A399-E826C9459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C411F-64A5-A30C-0E50-6C4E57E0B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2727D-B803-DDD2-417B-EAD8136EE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9F2A6-6978-ADCF-04AF-A16C4E410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10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16669-0C4F-B61C-81E4-6D4D0077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9DF5B-7B8D-429F-895B-0CF9F9F74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FCEAD-17DF-FE66-01B6-9623220D0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897A5-10E5-0BAB-6F28-047566304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5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02BEF-30C2-D4F9-C0A5-187A5FD9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57822-D2E4-FFAB-4B19-8E26E9F76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460EE-E9FC-8BD1-5BED-70CB02819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9A6C0-A157-4DBE-1464-3B6A39CD8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61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788C4-BAEA-C621-B0C7-593E7E93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D247B-6B12-2445-31B4-6DEF31C67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82DEE-6A32-1D44-CBA1-BE9796071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ECEB3-6030-6094-2467-DF12C38FA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956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DB11F-9229-E8A5-914E-43F8719C4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C19C8-606F-74B5-3533-C326FDDBC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D60E6-BD6F-C213-24C7-64478EDDF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94E99-5C2E-2C03-F77C-2BE38D1A8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30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76098-F4EA-7077-B837-C4409FF31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CBD20-C269-FC11-4BB6-6315356FA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36D8C-6EA3-D11D-5E61-5B0094304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4443E-6A03-483F-85CA-690ECD36D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92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073CE-053C-7E8E-6667-18229C25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674F4-911C-4A9A-7AB5-6399E3E0E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2DCDB-60AC-9F3A-05E5-6CD042B2E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D125-3783-A230-0F8D-6E5B94688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56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1403-1BE3-40AA-C0EF-DB77E4B7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D2780-8167-B552-3FAA-12F90E1CE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57F2A-7D3B-9C68-D515-DE0B2C257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F50D0-A204-0285-18B7-9BA4B5505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954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4556-A048-7839-66BC-FE40EB55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AFA1E-C532-DA5A-24DC-EE34CB715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D4C4D-67E9-1C88-C13B-75F33821E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FC22E-D5A7-639D-867E-EB2EC35D4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207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5CE93-F52C-14DB-DF81-ADFE7676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114EE-BC30-9B5D-AF52-D88CBA944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739AB-ACC9-F4DA-2455-73AF4B2EA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B9371-539E-F7B8-1B4E-BAD2ACED4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288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EC6BD-6248-CAAC-180B-FE4D2F9B6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12AC8-059D-13F0-D425-CC475A479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18043-40F6-7949-07A6-4E025A01A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779EF-BFEA-C305-1320-90428C1A5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754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012A7-D5A5-A955-F82F-800940697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8DB3E-5D9D-7D6F-9220-EFA88D450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61ADF-322F-2F09-697B-B794869C0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465F6-24C1-D2FD-7660-4CA886774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206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9015B-F3C0-84CD-E08F-87F95106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CF491-C7BD-6194-86F6-CBC381CDD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1B4EE-09EA-34AA-A43A-151D3EFBA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2978E-55F2-85A9-6D00-80FD0DEF7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401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875F7-AE9F-A3C3-12E3-A53925D0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F5026-5DE6-C398-564E-01BFFE8FD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8A8C9-12CE-7644-06F6-0263D7ADA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9E071-F70E-90D6-8CAA-E0AD4F5C6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937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70173-3775-1A23-D45F-18564A0DC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D0F8D-3A84-D3A1-0AFE-C09E0D4BB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19086-0A09-EB50-FDCD-323C331E4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D6148-9E76-396A-3251-A1DEA824F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555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282E-E9E0-4BFA-AAE9-A8F67BF7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8E5D9-6D00-D08C-F101-6F429F134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694D7-DFBF-4514-9FFB-E74F830ED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A46C3-6B80-874A-1C45-C43A1C347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471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9AB7-5504-3F56-D709-258E3819B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76688-BF64-8F18-E864-884ED91AE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00CCA-8C27-E32B-F515-9F4960D60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43ADB-76B2-1C23-7CCC-47796B4C2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719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E7E3-1DDB-530B-52D1-B71433A5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3C32E-5D1E-389B-BC5B-BCB440381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9C08A-EBA4-A87B-1409-B87209652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6283E-B12A-8692-BB75-DDC00A941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4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A91A1-4A16-8996-EA54-5D691921F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2AA91-A526-0BEC-2959-245E48CBC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827CA-C95D-52DC-546B-05A8D8229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23C03-CA75-088B-8992-7902B12F1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256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EF2FA-63CC-E359-37E5-9D7C94D6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6EAD6-3FBF-4330-6F43-3F0E97D5E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521B4-9BA5-BE77-1C38-03ABC00ED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7E048-22B0-8F34-2FD5-DE2BB4374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153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ED776-60C4-FEBE-80D3-5DE6B18B2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56A72-6E96-38E0-CC64-2E96F712D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100F0-78FF-B2EB-29DF-EC1B18021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04ED0-0C49-CF9E-66EE-3C6DA9BD6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899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E6EE0-8486-72A3-0D25-5B4519100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AB752-79B9-C222-9011-D431AAD36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833C3-F3E6-63F6-1067-F0B7902B5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7F0FD-13EC-52F2-9D47-AEB7D163D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218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3A9B-951D-3A2C-4F59-D64E52DC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AD658-3DC1-7C81-16DC-569919AC1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71DEA-0D5B-894B-91DA-A827F594D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DE0D4-5833-E03A-CE19-81884D82B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702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E6249-317A-644D-18B3-5C77BBFD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06739-F033-3F00-1664-52F9BEC5F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01C2B-0CEB-317C-19AB-B4F37D7FB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B7337-A834-0E6D-11EE-9B63FFD0D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133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CE509-36B3-703A-E567-85D5D576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80638-2EFC-1837-40BE-ECA32E470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76955-9FCA-5538-5C0E-56583D6A5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56162-16C8-A682-D5C4-7D870D4D2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129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7A67F-D1AD-2E8E-12E6-B1A705B43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BB0AD-2379-F2F7-365B-F636DF462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3BE71-8D05-2BB1-72E7-09F850847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0EE0B-DBFC-2DEC-516E-0ABF17FDF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18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26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1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0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61.png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89.png"/><Relationship Id="rId3" Type="http://schemas.openxmlformats.org/officeDocument/2006/relationships/image" Target="../media/image25.png"/><Relationship Id="rId7" Type="http://schemas.openxmlformats.org/officeDocument/2006/relationships/image" Target="../media/image84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82.png"/><Relationship Id="rId10" Type="http://schemas.openxmlformats.org/officeDocument/2006/relationships/image" Target="../media/image86.png"/><Relationship Id="rId4" Type="http://schemas.openxmlformats.org/officeDocument/2006/relationships/image" Target="../media/image26.png"/><Relationship Id="rId9" Type="http://schemas.openxmlformats.org/officeDocument/2006/relationships/image" Target="../media/image8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5" Type="http://schemas.openxmlformats.org/officeDocument/2006/relationships/image" Target="../media/image80.png"/><Relationship Id="rId4" Type="http://schemas.openxmlformats.org/officeDocument/2006/relationships/image" Target="../media/image10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89.png"/><Relationship Id="rId3" Type="http://schemas.openxmlformats.org/officeDocument/2006/relationships/image" Target="../media/image25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87.png"/><Relationship Id="rId5" Type="http://schemas.openxmlformats.org/officeDocument/2006/relationships/image" Target="../media/image84.png"/><Relationship Id="rId15" Type="http://schemas.openxmlformats.org/officeDocument/2006/relationships/image" Target="../media/image110.png"/><Relationship Id="rId10" Type="http://schemas.openxmlformats.org/officeDocument/2006/relationships/image" Target="../media/image86.png"/><Relationship Id="rId4" Type="http://schemas.openxmlformats.org/officeDocument/2006/relationships/image" Target="../media/image26.png"/><Relationship Id="rId9" Type="http://schemas.openxmlformats.org/officeDocument/2006/relationships/image" Target="../media/image85.png"/><Relationship Id="rId14" Type="http://schemas.openxmlformats.org/officeDocument/2006/relationships/image" Target="../media/image10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8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0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9" Type="http://schemas.openxmlformats.org/officeDocument/2006/relationships/image" Target="../media/image12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3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0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9" Type="http://schemas.openxmlformats.org/officeDocument/2006/relationships/image" Target="../media/image12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8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270.png"/><Relationship Id="rId9" Type="http://schemas.openxmlformats.org/officeDocument/2006/relationships/image" Target="../media/image1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2305615"/>
            <a:ext cx="550606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 Eight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Stability of Numerically Modeling BNN with RK4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3C43A8-5B93-A126-1F3F-48B82D18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99" y="1653896"/>
            <a:ext cx="5337823" cy="355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093F-0FBF-F98C-798D-3023AC0C7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C13D1F-8AC3-BC3F-BFC6-4FDF84C01FC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44AF1-0906-3BF9-080A-BABD05EBF93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302E1-4F11-5AA8-E4C2-B477F6EED43E}"/>
              </a:ext>
            </a:extLst>
          </p:cNvPr>
          <p:cNvSpPr txBox="1"/>
          <p:nvPr/>
        </p:nvSpPr>
        <p:spPr>
          <a:xfrm>
            <a:off x="1451417" y="364363"/>
            <a:ext cx="9555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Runge – Kutta Fourth Order (RK4)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0924FA-88BF-9391-0DC3-0BDE541B8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985" y="1931492"/>
            <a:ext cx="4158785" cy="10480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8EE755-AFD8-3669-D4C0-F38A36CCB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380" y="3170610"/>
            <a:ext cx="3680015" cy="23709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C2137A-DFA3-C0B1-6C81-A1A448BCC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4380" y="5515158"/>
            <a:ext cx="5044099" cy="1223270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2B122B98-41B6-3BA0-6563-EA9B883CADBE}"/>
              </a:ext>
            </a:extLst>
          </p:cNvPr>
          <p:cNvSpPr/>
          <p:nvPr/>
        </p:nvSpPr>
        <p:spPr>
          <a:xfrm rot="10800000">
            <a:off x="1995050" y="3196981"/>
            <a:ext cx="627608" cy="2318176"/>
          </a:xfrm>
          <a:prstGeom prst="rightBrace">
            <a:avLst>
              <a:gd name="adj1" fmla="val 3582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30388B-FD92-187C-3EE1-1E363DB762BB}"/>
              </a:ext>
            </a:extLst>
          </p:cNvPr>
          <p:cNvSpPr txBox="1"/>
          <p:nvPr/>
        </p:nvSpPr>
        <p:spPr>
          <a:xfrm>
            <a:off x="339015" y="3974598"/>
            <a:ext cx="1821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Four Increments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21418172-A42F-A62F-A95B-62D8817D3186}"/>
              </a:ext>
            </a:extLst>
          </p:cNvPr>
          <p:cNvSpPr/>
          <p:nvPr/>
        </p:nvSpPr>
        <p:spPr>
          <a:xfrm rot="10800000">
            <a:off x="1995050" y="5779369"/>
            <a:ext cx="627608" cy="1012968"/>
          </a:xfrm>
          <a:prstGeom prst="rightBrace">
            <a:avLst>
              <a:gd name="adj1" fmla="val 8333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C920BD-1D4A-2FB5-6939-22E7EF4B1052}"/>
              </a:ext>
            </a:extLst>
          </p:cNvPr>
          <p:cNvSpPr txBox="1"/>
          <p:nvPr/>
        </p:nvSpPr>
        <p:spPr>
          <a:xfrm>
            <a:off x="652819" y="2231741"/>
            <a:ext cx="1821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6D10EB-7AB1-B42B-D894-25F851B8520A}"/>
              </a:ext>
            </a:extLst>
          </p:cNvPr>
          <p:cNvSpPr txBox="1"/>
          <p:nvPr/>
        </p:nvSpPr>
        <p:spPr>
          <a:xfrm>
            <a:off x="487292" y="5870354"/>
            <a:ext cx="1821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Update Values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6F92B1EB-0C16-F011-5D37-9DC74A8C3187}"/>
              </a:ext>
            </a:extLst>
          </p:cNvPr>
          <p:cNvSpPr/>
          <p:nvPr/>
        </p:nvSpPr>
        <p:spPr>
          <a:xfrm rot="10800000">
            <a:off x="1995050" y="1968463"/>
            <a:ext cx="627608" cy="988222"/>
          </a:xfrm>
          <a:prstGeom prst="rightBrace">
            <a:avLst>
              <a:gd name="adj1" fmla="val 8333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57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4D9DB-0773-FB92-050C-09E27513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ED49A4-0423-5A5F-2982-B4C55DA8DB9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674368-7F0F-2478-31BD-54660E4DB8F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930D1-1D4E-2F82-24FD-38343B3BAE26}"/>
              </a:ext>
            </a:extLst>
          </p:cNvPr>
          <p:cNvSpPr txBox="1"/>
          <p:nvPr/>
        </p:nvSpPr>
        <p:spPr>
          <a:xfrm>
            <a:off x="2160576" y="369894"/>
            <a:ext cx="814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Stability of RK4 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41C808-A025-7DC9-7BB1-D4E64D69A4A7}"/>
              </a:ext>
            </a:extLst>
          </p:cNvPr>
          <p:cNvSpPr txBox="1"/>
          <p:nvPr/>
        </p:nvSpPr>
        <p:spPr>
          <a:xfrm>
            <a:off x="202708" y="1834900"/>
            <a:ext cx="116149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The stability of the RK4 method for a system of ODEs depends on the Jacobian matrix of the ODE system and the stability function of the RK4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B8F1A1-88FF-3546-2C18-43C41B1F2BF4}"/>
                  </a:ext>
                </a:extLst>
              </p:cNvPr>
              <p:cNvSpPr txBox="1"/>
              <p:nvPr/>
            </p:nvSpPr>
            <p:spPr>
              <a:xfrm>
                <a:off x="423189" y="2909979"/>
                <a:ext cx="5091218" cy="1038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Stability Function of RK4 Method: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B8F1A1-88FF-3546-2C18-43C41B1F2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89" y="2909979"/>
                <a:ext cx="5091218" cy="1038041"/>
              </a:xfrm>
              <a:prstGeom prst="rect">
                <a:avLst/>
              </a:prstGeom>
              <a:blipFill>
                <a:blip r:embed="rId3"/>
                <a:stretch>
                  <a:fillRect t="-4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76154E-046B-136D-A58F-998562617A51}"/>
                  </a:ext>
                </a:extLst>
              </p:cNvPr>
              <p:cNvSpPr txBox="1"/>
              <p:nvPr/>
            </p:nvSpPr>
            <p:spPr>
              <a:xfrm>
                <a:off x="-526773" y="3923429"/>
                <a:ext cx="7463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*These are the first four terms of the Taylor Series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76154E-046B-136D-A58F-998562617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26773" y="3923429"/>
                <a:ext cx="7463981" cy="400110"/>
              </a:xfrm>
              <a:prstGeom prst="rect">
                <a:avLst/>
              </a:prstGeom>
              <a:blipFill>
                <a:blip r:embed="rId4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698B03-C892-059C-2E1A-16528ED27DD7}"/>
                  </a:ext>
                </a:extLst>
              </p:cNvPr>
              <p:cNvSpPr txBox="1"/>
              <p:nvPr/>
            </p:nvSpPr>
            <p:spPr>
              <a:xfrm>
                <a:off x="-36442" y="4605387"/>
                <a:ext cx="613244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The RK4 method is locally stable if for step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and Jacobian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698B03-C892-059C-2E1A-16528ED27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442" y="4605387"/>
                <a:ext cx="6132442" cy="1200329"/>
              </a:xfrm>
              <a:prstGeom prst="rect">
                <a:avLst/>
              </a:prstGeom>
              <a:blipFill>
                <a:blip r:embed="rId5"/>
                <a:stretch>
                  <a:fillRect t="-4061" b="-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D7E3611D-C74A-34C8-7335-4C685743C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5962" y="2717813"/>
            <a:ext cx="4553003" cy="403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49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30429-06EA-4342-9154-31D24532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BEC1C5-52A6-45CA-3D25-2BD43ECAAC9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01581-26E1-7F35-6E4F-12FB122950C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31A1AE-7BD2-73A6-6741-A64C9A93D060}"/>
              </a:ext>
            </a:extLst>
          </p:cNvPr>
          <p:cNvSpPr txBox="1"/>
          <p:nvPr/>
        </p:nvSpPr>
        <p:spPr>
          <a:xfrm>
            <a:off x="106202" y="1826869"/>
            <a:ext cx="10578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Let’s start with the simplest version of a BNN system:</a:t>
            </a:r>
          </a:p>
          <a:p>
            <a:r>
              <a:rPr lang="en-US" sz="2400" dirty="0"/>
              <a:t>Two players each with two strategies, one of which strictly dominates the other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27C0AC-6A2B-7EC0-9CC4-9237DB27E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16095"/>
              </p:ext>
            </p:extLst>
          </p:nvPr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37F747-E51E-DB01-19A8-59B5F405B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507624"/>
              </p:ext>
            </p:extLst>
          </p:nvPr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36E1DC-41A7-51AB-07B0-9660142F2DE1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CE47C-7EA8-582B-84BF-4B6A77B72A85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9D14D-AD44-88ED-749C-8DD813F9CB55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6AA191-F2F7-1FD1-4B0E-1691EDCD8488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165EE1-2E54-4E28-434B-BCF47C75C048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11962-5709-81EF-752C-E18CEA15CCA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0E6F8-5FE0-9B1E-06E6-3F4F0BDCD292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63348C-7553-11A1-1902-5900DBDC1144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80F9A8-7BE8-B3BA-6AF6-B57C0AAC32A3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80F9A8-7BE8-B3BA-6AF6-B57C0AAC3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C81A61A-23F4-69E8-BE97-222860943562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F6445-C775-12E3-9C8C-CFC54FBB6F8D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D8E4E3-7E72-9C8B-225E-0F955DFD6C62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50A8A5-1210-FD97-CD9E-BB951EB4892F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B73A46-C627-9C5F-ACFB-30248CB6A73F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AF824B-0A31-09C6-89D4-100901AF688A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26C0B3-5C8E-AD3E-E812-D8055D213237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</p:spTree>
    <p:extLst>
      <p:ext uri="{BB962C8B-B14F-4D97-AF65-F5344CB8AC3E}">
        <p14:creationId xmlns:p14="http://schemas.microsoft.com/office/powerpoint/2010/main" val="3828213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6283A-231D-70DE-5B37-2CA97ED7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37D66E-48A0-EBA3-DA1A-A57058C7071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7EF68D-D429-6043-03A1-A6C3D69DBE4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3180D-F182-82B1-1413-506848D43F92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CC7627-CAC2-D75F-973F-3AE504101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391866"/>
              </p:ext>
            </p:extLst>
          </p:nvPr>
        </p:nvGraphicFramePr>
        <p:xfrm>
          <a:off x="1240429" y="3400458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42AD13-5B55-F5E0-56B1-5BFB45BE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793908"/>
              </p:ext>
            </p:extLst>
          </p:nvPr>
        </p:nvGraphicFramePr>
        <p:xfrm>
          <a:off x="7244131" y="3400458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209E91A-13F7-BBE6-35E0-E69722891731}"/>
              </a:ext>
            </a:extLst>
          </p:cNvPr>
          <p:cNvSpPr txBox="1"/>
          <p:nvPr/>
        </p:nvSpPr>
        <p:spPr>
          <a:xfrm rot="16200000">
            <a:off x="5374761" y="4015490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963FF-8CC3-4516-F4BB-B49B0F3D84BC}"/>
              </a:ext>
            </a:extLst>
          </p:cNvPr>
          <p:cNvSpPr txBox="1"/>
          <p:nvPr/>
        </p:nvSpPr>
        <p:spPr>
          <a:xfrm>
            <a:off x="6779679" y="353245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BB81D7-92EF-6806-535C-5DA654ADA2DC}"/>
              </a:ext>
            </a:extLst>
          </p:cNvPr>
          <p:cNvSpPr txBox="1"/>
          <p:nvPr/>
        </p:nvSpPr>
        <p:spPr>
          <a:xfrm>
            <a:off x="6779679" y="4527072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824F48-D42E-5136-ECA1-6A6D6EAA3881}"/>
              </a:ext>
            </a:extLst>
          </p:cNvPr>
          <p:cNvSpPr txBox="1"/>
          <p:nvPr/>
        </p:nvSpPr>
        <p:spPr>
          <a:xfrm>
            <a:off x="8019276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401382-08FD-B1E6-54BF-DB16934E5F0A}"/>
              </a:ext>
            </a:extLst>
          </p:cNvPr>
          <p:cNvSpPr txBox="1"/>
          <p:nvPr/>
        </p:nvSpPr>
        <p:spPr>
          <a:xfrm>
            <a:off x="10036392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F2CDB9-604C-8E1E-FDB3-BCD44D422BC7}"/>
              </a:ext>
            </a:extLst>
          </p:cNvPr>
          <p:cNvSpPr txBox="1"/>
          <p:nvPr/>
        </p:nvSpPr>
        <p:spPr>
          <a:xfrm>
            <a:off x="8251502" y="2272611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E999B-E2BB-9180-3466-78D4EF64333C}"/>
              </a:ext>
            </a:extLst>
          </p:cNvPr>
          <p:cNvSpPr txBox="1"/>
          <p:nvPr/>
        </p:nvSpPr>
        <p:spPr>
          <a:xfrm>
            <a:off x="541340" y="1761458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DB4D7E-D073-DC3C-ABA3-8A6B35191EAB}"/>
              </a:ext>
            </a:extLst>
          </p:cNvPr>
          <p:cNvSpPr txBox="1"/>
          <p:nvPr/>
        </p:nvSpPr>
        <p:spPr>
          <a:xfrm>
            <a:off x="6473676" y="1761457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6E5DB-8F1B-BA32-F8A4-AD81D97935DB}"/>
              </a:ext>
            </a:extLst>
          </p:cNvPr>
          <p:cNvSpPr txBox="1"/>
          <p:nvPr/>
        </p:nvSpPr>
        <p:spPr>
          <a:xfrm rot="16200000">
            <a:off x="-623369" y="4015490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FEDD3E-617D-A570-E704-D638BD05AC5E}"/>
              </a:ext>
            </a:extLst>
          </p:cNvPr>
          <p:cNvSpPr txBox="1"/>
          <p:nvPr/>
        </p:nvSpPr>
        <p:spPr>
          <a:xfrm>
            <a:off x="781549" y="353245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CA477C-95EA-8556-5636-EC27890C674B}"/>
              </a:ext>
            </a:extLst>
          </p:cNvPr>
          <p:cNvSpPr txBox="1"/>
          <p:nvPr/>
        </p:nvSpPr>
        <p:spPr>
          <a:xfrm>
            <a:off x="781549" y="4527072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CFB38-664F-2D28-C86B-C2B80267AAF3}"/>
              </a:ext>
            </a:extLst>
          </p:cNvPr>
          <p:cNvSpPr txBox="1"/>
          <p:nvPr/>
        </p:nvSpPr>
        <p:spPr>
          <a:xfrm>
            <a:off x="2021146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E291F9-0AF7-8E6F-1354-64C9C86ADBA1}"/>
              </a:ext>
            </a:extLst>
          </p:cNvPr>
          <p:cNvSpPr txBox="1"/>
          <p:nvPr/>
        </p:nvSpPr>
        <p:spPr>
          <a:xfrm>
            <a:off x="4038262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F48DE8-B171-F2FF-625F-63A39ABF2F00}"/>
              </a:ext>
            </a:extLst>
          </p:cNvPr>
          <p:cNvSpPr txBox="1"/>
          <p:nvPr/>
        </p:nvSpPr>
        <p:spPr>
          <a:xfrm>
            <a:off x="2253372" y="2272611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E8639F-054D-FC1E-D03D-778C2AFBAD29}"/>
              </a:ext>
            </a:extLst>
          </p:cNvPr>
          <p:cNvSpPr txBox="1"/>
          <p:nvPr/>
        </p:nvSpPr>
        <p:spPr>
          <a:xfrm>
            <a:off x="254724" y="5652114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Player 1</a:t>
            </a:r>
            <a:r>
              <a:rPr lang="en-US" sz="2400" dirty="0"/>
              <a:t>: Strategy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strictly dominates Strategy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E159B8-EC8E-E76A-F598-177A89C7CA9E}"/>
              </a:ext>
            </a:extLst>
          </p:cNvPr>
          <p:cNvSpPr txBox="1"/>
          <p:nvPr/>
        </p:nvSpPr>
        <p:spPr>
          <a:xfrm>
            <a:off x="254724" y="6179811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64EA1"/>
                </a:solidFill>
              </a:rPr>
              <a:t>Player 2</a:t>
            </a:r>
            <a:r>
              <a:rPr lang="en-US" sz="2400" dirty="0"/>
              <a:t>: Strategy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dirty="0"/>
              <a:t> strictly dominates Strategy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685B1E-330B-46B0-F01F-6CB5214DD85C}"/>
              </a:ext>
            </a:extLst>
          </p:cNvPr>
          <p:cNvSpPr/>
          <p:nvPr/>
        </p:nvSpPr>
        <p:spPr>
          <a:xfrm>
            <a:off x="1256455" y="3491650"/>
            <a:ext cx="4064810" cy="840442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26E0C9-B736-D3FB-4E6B-FE0EC951D1D8}"/>
              </a:ext>
            </a:extLst>
          </p:cNvPr>
          <p:cNvSpPr/>
          <p:nvPr/>
        </p:nvSpPr>
        <p:spPr>
          <a:xfrm>
            <a:off x="1240429" y="4460794"/>
            <a:ext cx="4064810" cy="840442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EC9E20-9BCA-BBC8-B9FB-484FC3744C5F}"/>
              </a:ext>
            </a:extLst>
          </p:cNvPr>
          <p:cNvSpPr/>
          <p:nvPr/>
        </p:nvSpPr>
        <p:spPr>
          <a:xfrm>
            <a:off x="7325139" y="3423185"/>
            <a:ext cx="1854441" cy="1969808"/>
          </a:xfrm>
          <a:prstGeom prst="rect">
            <a:avLst/>
          </a:prstGeom>
          <a:solidFill>
            <a:srgbClr val="064EA1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37445D-EF06-EDBF-E25A-2FBCF4017DA6}"/>
              </a:ext>
            </a:extLst>
          </p:cNvPr>
          <p:cNvSpPr/>
          <p:nvPr/>
        </p:nvSpPr>
        <p:spPr>
          <a:xfrm>
            <a:off x="9363564" y="3413246"/>
            <a:ext cx="1854441" cy="1969808"/>
          </a:xfrm>
          <a:prstGeom prst="rect">
            <a:avLst/>
          </a:prstGeom>
          <a:solidFill>
            <a:srgbClr val="064EA1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84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337E9-2586-822B-C906-F174735C4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D0E423-0461-A8B9-9083-E685B4E6D72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E3B474-70CA-D0E9-E08D-72CC7E47A0E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2D1B139-BA6F-C7D8-7A43-78E597C6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24893"/>
              </p:ext>
            </p:extLst>
          </p:nvPr>
        </p:nvGraphicFramePr>
        <p:xfrm>
          <a:off x="1411652" y="2238548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96169179-F363-5715-25A6-BF75AFB40137}"/>
              </a:ext>
            </a:extLst>
          </p:cNvPr>
          <p:cNvSpPr txBox="1"/>
          <p:nvPr/>
        </p:nvSpPr>
        <p:spPr>
          <a:xfrm>
            <a:off x="947200" y="22315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25C015-4D21-24BD-4229-6290F08513A1}"/>
              </a:ext>
            </a:extLst>
          </p:cNvPr>
          <p:cNvSpPr txBox="1"/>
          <p:nvPr/>
        </p:nvSpPr>
        <p:spPr>
          <a:xfrm>
            <a:off x="947200" y="286543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2D4F6B-5824-D6F8-A1B9-136A7E893574}"/>
              </a:ext>
            </a:extLst>
          </p:cNvPr>
          <p:cNvSpPr txBox="1"/>
          <p:nvPr/>
        </p:nvSpPr>
        <p:spPr>
          <a:xfrm>
            <a:off x="1979613" y="16562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E85745-876C-52F5-5466-30A49BE2BD37}"/>
              </a:ext>
            </a:extLst>
          </p:cNvPr>
          <p:cNvSpPr txBox="1"/>
          <p:nvPr/>
        </p:nvSpPr>
        <p:spPr>
          <a:xfrm>
            <a:off x="3537052" y="165503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270FE91C-AAA3-B630-77EA-8EFC25CD4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623795"/>
              </p:ext>
            </p:extLst>
          </p:nvPr>
        </p:nvGraphicFramePr>
        <p:xfrm>
          <a:off x="7415353" y="2231565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1054F285-0A51-A112-35B2-6E43AD2FBFD3}"/>
              </a:ext>
            </a:extLst>
          </p:cNvPr>
          <p:cNvSpPr txBox="1"/>
          <p:nvPr/>
        </p:nvSpPr>
        <p:spPr>
          <a:xfrm>
            <a:off x="6950901" y="222458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23F4F2-EE44-43EA-308C-FA3A60987009}"/>
              </a:ext>
            </a:extLst>
          </p:cNvPr>
          <p:cNvSpPr txBox="1"/>
          <p:nvPr/>
        </p:nvSpPr>
        <p:spPr>
          <a:xfrm>
            <a:off x="6950901" y="285845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250E84-EE09-90FC-FD9A-655A8F05C9D4}"/>
              </a:ext>
            </a:extLst>
          </p:cNvPr>
          <p:cNvSpPr txBox="1"/>
          <p:nvPr/>
        </p:nvSpPr>
        <p:spPr>
          <a:xfrm>
            <a:off x="7983314" y="164930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0C8951-E12A-B883-B9A2-47A70367F369}"/>
              </a:ext>
            </a:extLst>
          </p:cNvPr>
          <p:cNvSpPr txBox="1"/>
          <p:nvPr/>
        </p:nvSpPr>
        <p:spPr>
          <a:xfrm>
            <a:off x="9540753" y="164805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7391FB-BB43-556A-2E1F-975A11732D4A}"/>
                  </a:ext>
                </a:extLst>
              </p:cNvPr>
              <p:cNvSpPr txBox="1"/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1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7391FB-BB43-556A-2E1F-975A11732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8B7078B-C24C-3E04-694D-3A32634F0C80}"/>
                  </a:ext>
                </a:extLst>
              </p:cNvPr>
              <p:cNvSpPr txBox="1"/>
              <p:nvPr/>
            </p:nvSpPr>
            <p:spPr>
              <a:xfrm>
                <a:off x="1322055" y="3558400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8B7078B-C24C-3E04-694D-3A32634F0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055" y="3558400"/>
                <a:ext cx="10951571" cy="461665"/>
              </a:xfrm>
              <a:prstGeom prst="rect">
                <a:avLst/>
              </a:prstGeom>
              <a:blipFill>
                <a:blip r:embed="rId4"/>
                <a:stretch>
                  <a:fillRect l="-891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976AF4-293A-07AB-1E4B-9B349BF1F282}"/>
                  </a:ext>
                </a:extLst>
              </p:cNvPr>
              <p:cNvSpPr txBox="1"/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976AF4-293A-07AB-1E4B-9B349BF1F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4844DE-B2BD-074A-D5D7-AA8FBC3ACCE4}"/>
                  </a:ext>
                </a:extLst>
              </p:cNvPr>
              <p:cNvSpPr txBox="1"/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4844DE-B2BD-074A-D5D7-AA8FBC3AC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AB71E9-1322-06D7-E49B-4C84F4B68620}"/>
                  </a:ext>
                </a:extLst>
              </p:cNvPr>
              <p:cNvSpPr txBox="1"/>
              <p:nvPr/>
            </p:nvSpPr>
            <p:spPr>
              <a:xfrm>
                <a:off x="947200" y="6099493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7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AB71E9-1322-06D7-E49B-4C84F4B68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6099493"/>
                <a:ext cx="9768242" cy="461665"/>
              </a:xfrm>
              <a:prstGeom prst="rect">
                <a:avLst/>
              </a:prstGeom>
              <a:blipFill>
                <a:blip r:embed="rId7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14B7CF6-D2AE-C0C3-F3D4-3FDB6B5799B0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</p:spTree>
    <p:extLst>
      <p:ext uri="{BB962C8B-B14F-4D97-AF65-F5344CB8AC3E}">
        <p14:creationId xmlns:p14="http://schemas.microsoft.com/office/powerpoint/2010/main" val="810697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2885F-2D62-1AFD-DDEA-C65A9885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73BD86-1C8C-EB92-1DC1-6B241299050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0673D4-FB5C-23F1-6F3F-CFADC723880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1ECA48-545E-194E-05DB-D2A6BFB8BEC7}"/>
                  </a:ext>
                </a:extLst>
              </p:cNvPr>
              <p:cNvSpPr txBox="1"/>
              <p:nvPr/>
            </p:nvSpPr>
            <p:spPr>
              <a:xfrm>
                <a:off x="4903928" y="3793818"/>
                <a:ext cx="18344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1ECA48-545E-194E-05DB-D2A6BFB8B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928" y="3793818"/>
                <a:ext cx="1834495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256C411-28E7-03E3-78EE-965552A07CB3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39785-661B-130F-9495-1A63F44E044C}"/>
              </a:ext>
            </a:extLst>
          </p:cNvPr>
          <p:cNvSpPr txBox="1"/>
          <p:nvPr/>
        </p:nvSpPr>
        <p:spPr>
          <a:xfrm>
            <a:off x="806962" y="1863957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strict dominance of Strategy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over Strategy </a:t>
            </a:r>
            <a:r>
              <a:rPr lang="en-US" sz="2400" b="1" dirty="0">
                <a:solidFill>
                  <a:srgbClr val="FF0000"/>
                </a:solidFill>
              </a:rPr>
              <a:t>1 </a:t>
            </a:r>
            <a:r>
              <a:rPr lang="en-US" sz="2400" dirty="0"/>
              <a:t>gives us that: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EFD119-8B5F-0B93-882C-E746B143FF0A}"/>
                  </a:ext>
                </a:extLst>
              </p:cNvPr>
              <p:cNvSpPr txBox="1"/>
              <p:nvPr/>
            </p:nvSpPr>
            <p:spPr>
              <a:xfrm>
                <a:off x="822143" y="2279004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EFD119-8B5F-0B93-882C-E746B143F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43" y="2279004"/>
                <a:ext cx="9768242" cy="461665"/>
              </a:xfrm>
              <a:prstGeom prst="rect">
                <a:avLst/>
              </a:prstGeom>
              <a:blipFill>
                <a:blip r:embed="rId4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7B48236-4CE2-FB38-B09C-D905D3C112A2}"/>
              </a:ext>
            </a:extLst>
          </p:cNvPr>
          <p:cNvSpPr txBox="1"/>
          <p:nvPr/>
        </p:nvSpPr>
        <p:spPr>
          <a:xfrm>
            <a:off x="806962" y="2741565"/>
            <a:ext cx="10988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“There is no Player 2 strategy for which Player 1 wants to choose Strategy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7E555-F445-90C9-4407-92A0DCCF6EF1}"/>
              </a:ext>
            </a:extLst>
          </p:cNvPr>
          <p:cNvSpPr txBox="1"/>
          <p:nvPr/>
        </p:nvSpPr>
        <p:spPr>
          <a:xfrm>
            <a:off x="859008" y="3366102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strict dominance of Strategy </a:t>
            </a:r>
            <a:r>
              <a:rPr lang="en-US" sz="2400" b="1" dirty="0">
                <a:solidFill>
                  <a:srgbClr val="064EA1"/>
                </a:solidFill>
              </a:rPr>
              <a:t>B </a:t>
            </a:r>
            <a:r>
              <a:rPr lang="en-US" sz="2400" dirty="0"/>
              <a:t>over Strategy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gives us that: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1D830-1C69-9DA7-0C21-5B5F480F5CCA}"/>
              </a:ext>
            </a:extLst>
          </p:cNvPr>
          <p:cNvSpPr txBox="1"/>
          <p:nvPr/>
        </p:nvSpPr>
        <p:spPr>
          <a:xfrm>
            <a:off x="806962" y="4227115"/>
            <a:ext cx="10988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“There is no Player 1 strategy for which Player 2 wants to choose Strategy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dirty="0"/>
              <a:t>”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5E09A68-4A8F-347E-E01C-0F397951D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203310"/>
              </p:ext>
            </p:extLst>
          </p:nvPr>
        </p:nvGraphicFramePr>
        <p:xfrm>
          <a:off x="8904385" y="5203340"/>
          <a:ext cx="3052652" cy="1450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26326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2632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7250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7250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17444CE-25A4-BC7C-0613-73AB7C4E4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883487"/>
              </p:ext>
            </p:extLst>
          </p:nvPr>
        </p:nvGraphicFramePr>
        <p:xfrm>
          <a:off x="3009032" y="5236451"/>
          <a:ext cx="3052652" cy="1450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26326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2632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7250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7250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338E9F2-A51C-79E2-48F6-E5DA02F6A8BE}"/>
              </a:ext>
            </a:extLst>
          </p:cNvPr>
          <p:cNvSpPr txBox="1"/>
          <p:nvPr/>
        </p:nvSpPr>
        <p:spPr>
          <a:xfrm>
            <a:off x="2517987" y="5335507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440FE4-6280-DC1D-D919-3FB8BDEE527B}"/>
              </a:ext>
            </a:extLst>
          </p:cNvPr>
          <p:cNvSpPr txBox="1"/>
          <p:nvPr/>
        </p:nvSpPr>
        <p:spPr>
          <a:xfrm>
            <a:off x="2513862" y="5991777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7C8D10-29BA-52D7-B773-34B2590EB6DF}"/>
              </a:ext>
            </a:extLst>
          </p:cNvPr>
          <p:cNvSpPr txBox="1"/>
          <p:nvPr/>
        </p:nvSpPr>
        <p:spPr>
          <a:xfrm>
            <a:off x="3528985" y="4635848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1C8F6A-1B9B-BEF4-5FBA-5F43114956E7}"/>
              </a:ext>
            </a:extLst>
          </p:cNvPr>
          <p:cNvSpPr txBox="1"/>
          <p:nvPr/>
        </p:nvSpPr>
        <p:spPr>
          <a:xfrm>
            <a:off x="5049144" y="4635848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C20052-A1B3-A6E1-2CBB-35A1D4F23A91}"/>
              </a:ext>
            </a:extLst>
          </p:cNvPr>
          <p:cNvSpPr/>
          <p:nvPr/>
        </p:nvSpPr>
        <p:spPr>
          <a:xfrm>
            <a:off x="3003218" y="5316083"/>
            <a:ext cx="3052652" cy="547275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DE8909-848C-9426-93EF-51CC7488BA4A}"/>
              </a:ext>
            </a:extLst>
          </p:cNvPr>
          <p:cNvSpPr/>
          <p:nvPr/>
        </p:nvSpPr>
        <p:spPr>
          <a:xfrm>
            <a:off x="9010026" y="5203340"/>
            <a:ext cx="1303712" cy="1435557"/>
          </a:xfrm>
          <a:prstGeom prst="rect">
            <a:avLst/>
          </a:prstGeom>
          <a:solidFill>
            <a:srgbClr val="064EA1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D89DCE-014F-3D81-31B1-9C6203BF8279}"/>
              </a:ext>
            </a:extLst>
          </p:cNvPr>
          <p:cNvSpPr txBox="1"/>
          <p:nvPr/>
        </p:nvSpPr>
        <p:spPr>
          <a:xfrm>
            <a:off x="8388505" y="5300910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16D728-7DAA-76FD-EDC8-26E2B9111466}"/>
              </a:ext>
            </a:extLst>
          </p:cNvPr>
          <p:cNvSpPr txBox="1"/>
          <p:nvPr/>
        </p:nvSpPr>
        <p:spPr>
          <a:xfrm>
            <a:off x="8384380" y="5957180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93B0B8-0290-3743-895E-858417DB009E}"/>
              </a:ext>
            </a:extLst>
          </p:cNvPr>
          <p:cNvSpPr txBox="1"/>
          <p:nvPr/>
        </p:nvSpPr>
        <p:spPr>
          <a:xfrm>
            <a:off x="9399503" y="4601251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96971E-2D29-1FC5-3385-935F15A5B8A3}"/>
              </a:ext>
            </a:extLst>
          </p:cNvPr>
          <p:cNvSpPr txBox="1"/>
          <p:nvPr/>
        </p:nvSpPr>
        <p:spPr>
          <a:xfrm>
            <a:off x="10919662" y="4601251"/>
            <a:ext cx="4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DC2E82-ACC4-89D6-A651-440FC9F8B18C}"/>
              </a:ext>
            </a:extLst>
          </p:cNvPr>
          <p:cNvSpPr/>
          <p:nvPr/>
        </p:nvSpPr>
        <p:spPr>
          <a:xfrm>
            <a:off x="3013519" y="6041304"/>
            <a:ext cx="3052652" cy="547275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B4772C-E0DD-059F-896F-27D45924BC38}"/>
              </a:ext>
            </a:extLst>
          </p:cNvPr>
          <p:cNvSpPr/>
          <p:nvPr/>
        </p:nvSpPr>
        <p:spPr>
          <a:xfrm>
            <a:off x="10548078" y="5202551"/>
            <a:ext cx="1303712" cy="1435557"/>
          </a:xfrm>
          <a:prstGeom prst="rect">
            <a:avLst/>
          </a:prstGeom>
          <a:solidFill>
            <a:srgbClr val="064EA1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004EEF-7382-594B-4121-7B4E306C0153}"/>
              </a:ext>
            </a:extLst>
          </p:cNvPr>
          <p:cNvSpPr txBox="1"/>
          <p:nvPr/>
        </p:nvSpPr>
        <p:spPr>
          <a:xfrm>
            <a:off x="79341" y="4897608"/>
            <a:ext cx="25280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D34DE4-628C-23DA-B3D0-6494C5711F6B}"/>
              </a:ext>
            </a:extLst>
          </p:cNvPr>
          <p:cNvSpPr txBox="1"/>
          <p:nvPr/>
        </p:nvSpPr>
        <p:spPr>
          <a:xfrm>
            <a:off x="6219008" y="4959013"/>
            <a:ext cx="25280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64EA1"/>
                </a:solidFill>
              </a:rPr>
              <a:t>Player 2 Payoff Matrix</a:t>
            </a:r>
          </a:p>
        </p:txBody>
      </p:sp>
    </p:spTree>
    <p:extLst>
      <p:ext uri="{BB962C8B-B14F-4D97-AF65-F5344CB8AC3E}">
        <p14:creationId xmlns:p14="http://schemas.microsoft.com/office/powerpoint/2010/main" val="145032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B865-5AA6-CEB8-C6EB-DD0FF34C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866474-094F-CCA2-11AD-A9C0ED0578D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D34CA-E5A6-558D-CE9B-8220719209B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8EE3D75-2A44-2765-3C62-C8E211BC42BD}"/>
              </a:ext>
            </a:extLst>
          </p:cNvPr>
          <p:cNvGraphicFramePr>
            <a:graphicFrameLocks noGrp="1"/>
          </p:cNvGraphicFramePr>
          <p:nvPr/>
        </p:nvGraphicFramePr>
        <p:xfrm>
          <a:off x="1411652" y="2238548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C3C21AD6-9494-4FA8-9A39-4905FFD008C1}"/>
              </a:ext>
            </a:extLst>
          </p:cNvPr>
          <p:cNvSpPr txBox="1"/>
          <p:nvPr/>
        </p:nvSpPr>
        <p:spPr>
          <a:xfrm>
            <a:off x="947200" y="22315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219E2F-4074-D03F-F869-0B0F0E4F6422}"/>
              </a:ext>
            </a:extLst>
          </p:cNvPr>
          <p:cNvSpPr txBox="1"/>
          <p:nvPr/>
        </p:nvSpPr>
        <p:spPr>
          <a:xfrm>
            <a:off x="947200" y="286543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E17EC7-4DBF-6C33-0BE2-EE9526422F9C}"/>
              </a:ext>
            </a:extLst>
          </p:cNvPr>
          <p:cNvSpPr txBox="1"/>
          <p:nvPr/>
        </p:nvSpPr>
        <p:spPr>
          <a:xfrm>
            <a:off x="1979613" y="16562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F51803-468B-0434-8D52-A44CF241CAF2}"/>
              </a:ext>
            </a:extLst>
          </p:cNvPr>
          <p:cNvSpPr txBox="1"/>
          <p:nvPr/>
        </p:nvSpPr>
        <p:spPr>
          <a:xfrm>
            <a:off x="3537052" y="165503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9603A23-824F-7B71-2D13-C4A70C0A29CE}"/>
              </a:ext>
            </a:extLst>
          </p:cNvPr>
          <p:cNvGraphicFramePr>
            <a:graphicFrameLocks noGrp="1"/>
          </p:cNvGraphicFramePr>
          <p:nvPr/>
        </p:nvGraphicFramePr>
        <p:xfrm>
          <a:off x="7415353" y="2231565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7CA48DE1-BA5F-D302-7DE7-B727C8B019A8}"/>
              </a:ext>
            </a:extLst>
          </p:cNvPr>
          <p:cNvSpPr txBox="1"/>
          <p:nvPr/>
        </p:nvSpPr>
        <p:spPr>
          <a:xfrm>
            <a:off x="6950901" y="222458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8958CE-72A7-7D15-0E1A-3B7613DE6E0F}"/>
              </a:ext>
            </a:extLst>
          </p:cNvPr>
          <p:cNvSpPr txBox="1"/>
          <p:nvPr/>
        </p:nvSpPr>
        <p:spPr>
          <a:xfrm>
            <a:off x="6950901" y="285845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8663D9-8913-1E2E-CB58-E50111F9316B}"/>
              </a:ext>
            </a:extLst>
          </p:cNvPr>
          <p:cNvSpPr txBox="1"/>
          <p:nvPr/>
        </p:nvSpPr>
        <p:spPr>
          <a:xfrm>
            <a:off x="7983314" y="164930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17A9BB-3D15-CC0E-61B2-5A472292A9AF}"/>
              </a:ext>
            </a:extLst>
          </p:cNvPr>
          <p:cNvSpPr txBox="1"/>
          <p:nvPr/>
        </p:nvSpPr>
        <p:spPr>
          <a:xfrm>
            <a:off x="9540753" y="164805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EE6ABE4-8FC5-5A5D-F0EC-E335700446B5}"/>
                  </a:ext>
                </a:extLst>
              </p:cNvPr>
              <p:cNvSpPr txBox="1"/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EE6ABE4-8FC5-5A5D-F0EC-E33570044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DF9E48E-3A17-1199-E3E6-701693E8CBB7}"/>
                  </a:ext>
                </a:extLst>
              </p:cNvPr>
              <p:cNvSpPr txBox="1"/>
              <p:nvPr/>
            </p:nvSpPr>
            <p:spPr>
              <a:xfrm>
                <a:off x="1322055" y="3558400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DF9E48E-3A17-1199-E3E6-701693E8C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055" y="3558400"/>
                <a:ext cx="10951571" cy="461665"/>
              </a:xfrm>
              <a:prstGeom prst="rect">
                <a:avLst/>
              </a:prstGeom>
              <a:blipFill>
                <a:blip r:embed="rId4"/>
                <a:stretch>
                  <a:fillRect l="-891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BC484EC-2E06-41F6-C568-36D9E1AB4213}"/>
                  </a:ext>
                </a:extLst>
              </p:cNvPr>
              <p:cNvSpPr txBox="1"/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BC484EC-2E06-41F6-C568-36D9E1AB4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6FE83B-A28A-3E90-8492-723E37E90D0C}"/>
                  </a:ext>
                </a:extLst>
              </p:cNvPr>
              <p:cNvSpPr txBox="1"/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6FE83B-A28A-3E90-8492-723E37E90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blipFill>
                <a:blip r:embed="rId6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037E2B-123D-DAE7-B34B-433203F107FF}"/>
                  </a:ext>
                </a:extLst>
              </p:cNvPr>
              <p:cNvSpPr txBox="1"/>
              <p:nvPr/>
            </p:nvSpPr>
            <p:spPr>
              <a:xfrm>
                <a:off x="1179426" y="609970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037E2B-123D-DAE7-B34B-433203F10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426" y="6099702"/>
                <a:ext cx="9768242" cy="461665"/>
              </a:xfrm>
              <a:prstGeom prst="rect">
                <a:avLst/>
              </a:prstGeom>
              <a:blipFill>
                <a:blip r:embed="rId7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9CF7EF5-A26E-C370-83AC-BA7B5CBDF9B0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</p:spTree>
    <p:extLst>
      <p:ext uri="{BB962C8B-B14F-4D97-AF65-F5344CB8AC3E}">
        <p14:creationId xmlns:p14="http://schemas.microsoft.com/office/powerpoint/2010/main" val="1090933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E2044-BA3E-411E-036B-C0156D88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72A572-FF97-EB0C-ED78-931A8B96173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D5CDB8-5993-3B5C-87F3-7CC7D1D1911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F7F2E9C-3101-C648-C7B3-B46CE2741247}"/>
                  </a:ext>
                </a:extLst>
              </p:cNvPr>
              <p:cNvSpPr txBox="1"/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F7F2E9C-3101-C648-C7B3-B46CE2741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60BC76-91DD-BABE-DCF0-3028682D257C}"/>
                  </a:ext>
                </a:extLst>
              </p:cNvPr>
              <p:cNvSpPr txBox="1"/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60BC76-91DD-BABE-DCF0-3028682D2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0C719-BCD0-341D-07F7-B6E5DA1BEA25}"/>
                  </a:ext>
                </a:extLst>
              </p:cNvPr>
              <p:cNvSpPr txBox="1"/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0C719-BCD0-341D-07F7-B6E5DA1BE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blipFill>
                <a:blip r:embed="rId5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439A7A-6F28-012C-F741-BF0F4D486A5C}"/>
                  </a:ext>
                </a:extLst>
              </p:cNvPr>
              <p:cNvSpPr txBox="1"/>
              <p:nvPr/>
            </p:nvSpPr>
            <p:spPr>
              <a:xfrm>
                <a:off x="3477730" y="6109486"/>
                <a:ext cx="4707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439A7A-6F28-012C-F741-BF0F4D486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730" y="6109486"/>
                <a:ext cx="4707182" cy="46166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B67EC15-06A4-9E30-C655-D1F99C9B462F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02A1A6-669E-AA70-1E88-5D48DD00B99B}"/>
                  </a:ext>
                </a:extLst>
              </p:cNvPr>
              <p:cNvSpPr txBox="1"/>
              <p:nvPr/>
            </p:nvSpPr>
            <p:spPr>
              <a:xfrm>
                <a:off x="198610" y="1819208"/>
                <a:ext cx="119933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Using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02A1A6-669E-AA70-1E88-5D48DD00B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10" y="1819208"/>
                <a:ext cx="11993390" cy="461665"/>
              </a:xfrm>
              <a:prstGeom prst="rect">
                <a:avLst/>
              </a:prstGeom>
              <a:blipFill>
                <a:blip r:embed="rId7"/>
                <a:stretch>
                  <a:fillRect l="-813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F3CCD9-7217-E57A-F5F2-E0C99347C8E1}"/>
                  </a:ext>
                </a:extLst>
              </p:cNvPr>
              <p:cNvSpPr txBox="1"/>
              <p:nvPr/>
            </p:nvSpPr>
            <p:spPr>
              <a:xfrm>
                <a:off x="198610" y="2750629"/>
                <a:ext cx="119933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F3CCD9-7217-E57A-F5F2-E0C99347C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10" y="2750629"/>
                <a:ext cx="11993390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32D18D3-51EE-DC8A-A48B-297BBAB524E0}"/>
              </a:ext>
            </a:extLst>
          </p:cNvPr>
          <p:cNvSpPr txBox="1"/>
          <p:nvPr/>
        </p:nvSpPr>
        <p:spPr>
          <a:xfrm>
            <a:off x="5318951" y="2295847"/>
            <a:ext cx="848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/>
              <a:t>and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C7176A-ABF7-5C47-0033-7F18F2427491}"/>
                  </a:ext>
                </a:extLst>
              </p:cNvPr>
              <p:cNvSpPr txBox="1"/>
              <p:nvPr/>
            </p:nvSpPr>
            <p:spPr>
              <a:xfrm>
                <a:off x="198610" y="3634002"/>
                <a:ext cx="6896320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We get the following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b="0" dirty="0"/>
                  <a:t> functions: </a:t>
                </a:r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C7176A-ABF7-5C47-0033-7F18F2427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10" y="3634002"/>
                <a:ext cx="6896320" cy="491417"/>
              </a:xfrm>
              <a:prstGeom prst="rect">
                <a:avLst/>
              </a:prstGeom>
              <a:blipFill>
                <a:blip r:embed="rId9"/>
                <a:stretch>
                  <a:fillRect l="-1415" t="-7407" b="-23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23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5B263-BECA-868E-9BAC-2B487F91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1E56BE-1682-E451-32B8-F82BEDEACFF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91A29-1547-2BBF-7640-EF963B283C2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05DA70-A369-FC78-B90F-83D39A967B34}"/>
                  </a:ext>
                </a:extLst>
              </p:cNvPr>
              <p:cNvSpPr txBox="1"/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05DA70-A369-FC78-B90F-83D39A967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3121E7-A5FA-70A2-69ED-3A8ECBE6120E}"/>
                  </a:ext>
                </a:extLst>
              </p:cNvPr>
              <p:cNvSpPr txBox="1"/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Note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contains the mixed strategy information of all players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3121E7-A5FA-70A2-69ED-3A8ECBE61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blipFill>
                <a:blip r:embed="rId4"/>
                <a:stretch>
                  <a:fillRect l="-512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1AB971-C466-CC00-0631-383B1AD0A49C}"/>
                  </a:ext>
                </a:extLst>
              </p:cNvPr>
              <p:cNvSpPr txBox="1"/>
              <p:nvPr/>
            </p:nvSpPr>
            <p:spPr>
              <a:xfrm>
                <a:off x="471402" y="3349439"/>
                <a:ext cx="5363548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1AB971-C466-CC00-0631-383B1AD0A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02" y="3349439"/>
                <a:ext cx="5363548" cy="501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83B482-30F8-EC46-ABB5-B391F7CB26B0}"/>
                  </a:ext>
                </a:extLst>
              </p:cNvPr>
              <p:cNvSpPr txBox="1"/>
              <p:nvPr/>
            </p:nvSpPr>
            <p:spPr>
              <a:xfrm>
                <a:off x="471402" y="3895515"/>
                <a:ext cx="5363548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83B482-30F8-EC46-ABB5-B391F7CB2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02" y="3895515"/>
                <a:ext cx="5363548" cy="5173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6A69BC-01EA-6C3B-F5FE-2121BEC9B108}"/>
                  </a:ext>
                </a:extLst>
              </p:cNvPr>
              <p:cNvSpPr txBox="1"/>
              <p:nvPr/>
            </p:nvSpPr>
            <p:spPr>
              <a:xfrm>
                <a:off x="471402" y="4694645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6A69BC-01EA-6C3B-F5FE-2121BEC9B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02" y="4694645"/>
                <a:ext cx="5363548" cy="5025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F0AC74-6EFA-230E-CEB5-B6AB16017B9E}"/>
                  </a:ext>
                </a:extLst>
              </p:cNvPr>
              <p:cNvSpPr txBox="1"/>
              <p:nvPr/>
            </p:nvSpPr>
            <p:spPr>
              <a:xfrm>
                <a:off x="471402" y="5227675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F0AC74-6EFA-230E-CEB5-B6AB16017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02" y="5227675"/>
                <a:ext cx="5363548" cy="5025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2C5E8E9-1AFD-D1C1-8D3B-F3D722E86FF8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543BBE-363E-C404-2E95-309A6C635303}"/>
                  </a:ext>
                </a:extLst>
              </p:cNvPr>
              <p:cNvSpPr txBox="1"/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We 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b="0" dirty="0"/>
                  <a:t> functions to construct the dynamical system: 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543BBE-363E-C404-2E95-309A6C635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blipFill>
                <a:blip r:embed="rId9"/>
                <a:stretch>
                  <a:fillRect l="-1037" t="-7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E2B240C6-2345-2964-E100-87AC8DA2A2A1}"/>
              </a:ext>
            </a:extLst>
          </p:cNvPr>
          <p:cNvSpPr/>
          <p:nvPr/>
        </p:nvSpPr>
        <p:spPr>
          <a:xfrm>
            <a:off x="5029200" y="3566160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42CB2D1-5E13-B123-0EE1-B7127B1304BC}"/>
              </a:ext>
            </a:extLst>
          </p:cNvPr>
          <p:cNvSpPr/>
          <p:nvPr/>
        </p:nvSpPr>
        <p:spPr>
          <a:xfrm>
            <a:off x="5040399" y="4107500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55B4D9E-B804-CEC5-B5BB-BEC951827B0D}"/>
              </a:ext>
            </a:extLst>
          </p:cNvPr>
          <p:cNvSpPr/>
          <p:nvPr/>
        </p:nvSpPr>
        <p:spPr>
          <a:xfrm>
            <a:off x="5040399" y="4919097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BA33CD3-7308-E638-2C0C-B779D2420CC3}"/>
              </a:ext>
            </a:extLst>
          </p:cNvPr>
          <p:cNvSpPr/>
          <p:nvPr/>
        </p:nvSpPr>
        <p:spPr>
          <a:xfrm>
            <a:off x="5051598" y="5460437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DEF240-C238-04BD-2D63-6A838B5BB516}"/>
                  </a:ext>
                </a:extLst>
              </p:cNvPr>
              <p:cNvSpPr txBox="1"/>
              <p:nvPr/>
            </p:nvSpPr>
            <p:spPr>
              <a:xfrm>
                <a:off x="6282407" y="3381896"/>
                <a:ext cx="5363548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DEF240-C238-04BD-2D63-6A838B5BB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407" y="3381896"/>
                <a:ext cx="5363548" cy="501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A9A242-86E6-DB7D-E7A0-C4545FDBDFA0}"/>
                  </a:ext>
                </a:extLst>
              </p:cNvPr>
              <p:cNvSpPr txBox="1"/>
              <p:nvPr/>
            </p:nvSpPr>
            <p:spPr>
              <a:xfrm>
                <a:off x="6282407" y="3927972"/>
                <a:ext cx="5363548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A9A242-86E6-DB7D-E7A0-C4545FDBD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407" y="3927972"/>
                <a:ext cx="5363548" cy="5173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707530-DDAC-8AE8-2BD8-7EE31E9C802B}"/>
                  </a:ext>
                </a:extLst>
              </p:cNvPr>
              <p:cNvSpPr txBox="1"/>
              <p:nvPr/>
            </p:nvSpPr>
            <p:spPr>
              <a:xfrm>
                <a:off x="6282407" y="4681599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707530-DDAC-8AE8-2BD8-7EE31E9C8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407" y="4681599"/>
                <a:ext cx="5363548" cy="5025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E6F958-2F0B-F3EF-2E33-C3B295835AAB}"/>
                  </a:ext>
                </a:extLst>
              </p:cNvPr>
              <p:cNvSpPr txBox="1"/>
              <p:nvPr/>
            </p:nvSpPr>
            <p:spPr>
              <a:xfrm>
                <a:off x="6282407" y="5227675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E6F958-2F0B-F3EF-2E33-C3B295835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407" y="5227675"/>
                <a:ext cx="5363548" cy="5025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37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BBA80-896C-39F8-BFFC-71F6DD58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048F11-6534-6B9C-79DE-27E276C7D6B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C551C2-0EF0-6863-FA6D-8C83A5B2573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A67A1C-56AC-22D6-216D-A80672E59D10}"/>
                  </a:ext>
                </a:extLst>
              </p:cNvPr>
              <p:cNvSpPr txBox="1"/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A67A1C-56AC-22D6-216D-A80672E59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D52134-63B6-C07A-4993-C7C1004C2DD2}"/>
                  </a:ext>
                </a:extLst>
              </p:cNvPr>
              <p:cNvSpPr txBox="1"/>
              <p:nvPr/>
            </p:nvSpPr>
            <p:spPr>
              <a:xfrm>
                <a:off x="0" y="3365730"/>
                <a:ext cx="5157260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D52134-63B6-C07A-4993-C7C1004C2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65730"/>
                <a:ext cx="5157260" cy="501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AD541B-27D8-669B-42C7-E635D32472A0}"/>
                  </a:ext>
                </a:extLst>
              </p:cNvPr>
              <p:cNvSpPr txBox="1"/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Note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contains the mixed strategy information of all players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AD541B-27D8-669B-42C7-E635D3247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blipFill>
                <a:blip r:embed="rId5"/>
                <a:stretch>
                  <a:fillRect l="-512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2C35B1-7824-F68F-39B7-B66DB7381E50}"/>
                  </a:ext>
                </a:extLst>
              </p:cNvPr>
              <p:cNvSpPr txBox="1"/>
              <p:nvPr/>
            </p:nvSpPr>
            <p:spPr>
              <a:xfrm>
                <a:off x="0" y="3911806"/>
                <a:ext cx="5157260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2C35B1-7824-F68F-39B7-B66DB7381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11806"/>
                <a:ext cx="5157260" cy="5173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B6A33D-EB0B-F67C-1FF5-87B2BBD3627E}"/>
                  </a:ext>
                </a:extLst>
              </p:cNvPr>
              <p:cNvSpPr txBox="1"/>
              <p:nvPr/>
            </p:nvSpPr>
            <p:spPr>
              <a:xfrm>
                <a:off x="0" y="4664513"/>
                <a:ext cx="5157260" cy="514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B6A33D-EB0B-F67C-1FF5-87B2BBD36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64513"/>
                <a:ext cx="5157260" cy="5141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AF03BB-BC8A-31AD-6B0E-B165BD3BB510}"/>
                  </a:ext>
                </a:extLst>
              </p:cNvPr>
              <p:cNvSpPr txBox="1"/>
              <p:nvPr/>
            </p:nvSpPr>
            <p:spPr>
              <a:xfrm>
                <a:off x="0" y="5210589"/>
                <a:ext cx="5157260" cy="514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AF03BB-BC8A-31AD-6B0E-B165BD3B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10589"/>
                <a:ext cx="5157260" cy="5141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E4BD6C-E85C-3D3B-1FF9-6E2CC2FDAF07}"/>
                  </a:ext>
                </a:extLst>
              </p:cNvPr>
              <p:cNvSpPr txBox="1"/>
              <p:nvPr/>
            </p:nvSpPr>
            <p:spPr>
              <a:xfrm>
                <a:off x="5490442" y="3358004"/>
                <a:ext cx="5363548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=−2(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E4BD6C-E85C-3D3B-1FF9-6E2CC2FDA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442" y="3358004"/>
                <a:ext cx="5363548" cy="501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25A9F9-3AD0-AC7B-27C4-C56199ED7C5B}"/>
                  </a:ext>
                </a:extLst>
              </p:cNvPr>
              <p:cNvSpPr txBox="1"/>
              <p:nvPr/>
            </p:nvSpPr>
            <p:spPr>
              <a:xfrm>
                <a:off x="5290358" y="3913588"/>
                <a:ext cx="5363548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25A9F9-3AD0-AC7B-27C4-C56199ED7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358" y="3913588"/>
                <a:ext cx="5363548" cy="5173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DA4C87-F6B1-4BB5-7BBC-0789349AA1DC}"/>
                  </a:ext>
                </a:extLst>
              </p:cNvPr>
              <p:cNvSpPr txBox="1"/>
              <p:nvPr/>
            </p:nvSpPr>
            <p:spPr>
              <a:xfrm>
                <a:off x="6268720" y="4705699"/>
                <a:ext cx="3576320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−2(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DA4C87-F6B1-4BB5-7BBC-0789349AA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720" y="4705699"/>
                <a:ext cx="3576320" cy="5025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C279AC-3CE3-024C-740A-7CA5F13F4617}"/>
                  </a:ext>
                </a:extLst>
              </p:cNvPr>
              <p:cNvSpPr txBox="1"/>
              <p:nvPr/>
            </p:nvSpPr>
            <p:spPr>
              <a:xfrm>
                <a:off x="6095999" y="5240186"/>
                <a:ext cx="3657601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C279AC-3CE3-024C-740A-7CA5F13F4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5240186"/>
                <a:ext cx="3657601" cy="5025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2A6FB11-82CF-E18C-1532-61A116F434D7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CDDCC9-C4A1-662F-86E9-7F55823993EF}"/>
                  </a:ext>
                </a:extLst>
              </p:cNvPr>
              <p:cNvSpPr txBox="1"/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We 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b="0" dirty="0"/>
                  <a:t> functions to construct the dynamical system: 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CDDCC9-C4A1-662F-86E9-7F5582399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blipFill>
                <a:blip r:embed="rId13"/>
                <a:stretch>
                  <a:fillRect l="-1037" t="-7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A966B9D2-222F-DBBA-3B38-16BFE12F5905}"/>
              </a:ext>
            </a:extLst>
          </p:cNvPr>
          <p:cNvSpPr/>
          <p:nvPr/>
        </p:nvSpPr>
        <p:spPr>
          <a:xfrm>
            <a:off x="5029200" y="3566160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A560332-8CFF-053E-DF3C-76EBEBD0496F}"/>
              </a:ext>
            </a:extLst>
          </p:cNvPr>
          <p:cNvSpPr/>
          <p:nvPr/>
        </p:nvSpPr>
        <p:spPr>
          <a:xfrm>
            <a:off x="5040399" y="4107500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999ADBD-4AD5-7D9F-83E0-C16F29D3BAC3}"/>
              </a:ext>
            </a:extLst>
          </p:cNvPr>
          <p:cNvSpPr/>
          <p:nvPr/>
        </p:nvSpPr>
        <p:spPr>
          <a:xfrm>
            <a:off x="5040399" y="4919097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A4CABB4-AE33-F074-3DA6-6C5B0112E9AA}"/>
              </a:ext>
            </a:extLst>
          </p:cNvPr>
          <p:cNvSpPr/>
          <p:nvPr/>
        </p:nvSpPr>
        <p:spPr>
          <a:xfrm>
            <a:off x="5051598" y="5460437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94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3045-BD43-B69A-5EB9-64A2931A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628F00-1424-51AF-6D9A-CA3631AD68D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DDBC48-EAFF-BA62-4AB9-220CF61AA5B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0E039F-CC45-6757-81C5-F91C1C00C00E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28CAE5-31FF-27F3-9A7A-9BCC0B32DDD0}"/>
                  </a:ext>
                </a:extLst>
              </p:cNvPr>
              <p:cNvSpPr txBox="1"/>
              <p:nvPr/>
            </p:nvSpPr>
            <p:spPr>
              <a:xfrm>
                <a:off x="1533955" y="2143760"/>
                <a:ext cx="8387874" cy="33284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28CAE5-31FF-27F3-9A7A-9BCC0B32D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955" y="2143760"/>
                <a:ext cx="8387874" cy="3328412"/>
              </a:xfrm>
              <a:prstGeom prst="rect">
                <a:avLst/>
              </a:prstGeom>
              <a:blipFill>
                <a:blip r:embed="rId3"/>
                <a:stretch>
                  <a:fillRect l="-2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D13ED5C-691F-FCB1-D752-AA8F356610BA}"/>
              </a:ext>
            </a:extLst>
          </p:cNvPr>
          <p:cNvSpPr txBox="1"/>
          <p:nvPr/>
        </p:nvSpPr>
        <p:spPr>
          <a:xfrm>
            <a:off x="138162" y="6291259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 For a two-player system where each player has two strategies</a:t>
            </a:r>
          </a:p>
        </p:txBody>
      </p:sp>
    </p:spTree>
    <p:extLst>
      <p:ext uri="{BB962C8B-B14F-4D97-AF65-F5344CB8AC3E}">
        <p14:creationId xmlns:p14="http://schemas.microsoft.com/office/powerpoint/2010/main" val="1586311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16C18-4426-E5AB-042A-048C9346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16169F-B800-16FF-FC9F-0C854306A91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03B61D-E421-2AFC-FEC9-E747ECC780F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8DABB5-6247-B9A5-9218-6C3905FECFB7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7A0001-0A9E-A0C5-5F1B-A2A46E1D6282}"/>
              </a:ext>
            </a:extLst>
          </p:cNvPr>
          <p:cNvSpPr txBox="1"/>
          <p:nvPr/>
        </p:nvSpPr>
        <p:spPr>
          <a:xfrm>
            <a:off x="168642" y="1891979"/>
            <a:ext cx="10578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use the conservation of probability to generate symmetries within the Jacobian: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861DBA-6293-7B0C-E1C8-FEEDBE7FFFE7}"/>
                  </a:ext>
                </a:extLst>
              </p:cNvPr>
              <p:cNvSpPr txBox="1"/>
              <p:nvPr/>
            </p:nvSpPr>
            <p:spPr>
              <a:xfrm>
                <a:off x="2031220" y="2858844"/>
                <a:ext cx="6852920" cy="570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=1   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861DBA-6293-7B0C-E1C8-FEEDBE7FF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220" y="2858844"/>
                <a:ext cx="6852920" cy="5701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2A3081-878D-F1A6-54D7-7726589984FF}"/>
                  </a:ext>
                </a:extLst>
              </p:cNvPr>
              <p:cNvSpPr txBox="1"/>
              <p:nvPr/>
            </p:nvSpPr>
            <p:spPr>
              <a:xfrm>
                <a:off x="2313160" y="3564868"/>
                <a:ext cx="7948440" cy="825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2800" dirty="0"/>
                  <a:t>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2A3081-878D-F1A6-54D7-772658998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160" y="3564868"/>
                <a:ext cx="7948440" cy="8252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8D9ACD-5C66-585D-7061-C31B0D66DA8B}"/>
                  </a:ext>
                </a:extLst>
              </p:cNvPr>
              <p:cNvSpPr txBox="1"/>
              <p:nvPr/>
            </p:nvSpPr>
            <p:spPr>
              <a:xfrm>
                <a:off x="1960100" y="4686969"/>
                <a:ext cx="6852920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=1   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̇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8D9ACD-5C66-585D-7061-C31B0D66D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100" y="4686969"/>
                <a:ext cx="6852920" cy="571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99F483-57ED-F581-2B9A-175F86E9AB30}"/>
                  </a:ext>
                </a:extLst>
              </p:cNvPr>
              <p:cNvSpPr txBox="1"/>
              <p:nvPr/>
            </p:nvSpPr>
            <p:spPr>
              <a:xfrm>
                <a:off x="2242040" y="5392993"/>
                <a:ext cx="7948440" cy="825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2800" dirty="0"/>
                  <a:t>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99F483-57ED-F581-2B9A-175F86E9A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040" y="5392993"/>
                <a:ext cx="7948440" cy="8252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10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B3F34-23F7-440D-90AF-72CB769AA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9029DC-F565-BEA6-8D44-9FC718E9B74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58296E-7F42-B949-838E-A0360B99507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EE8D85-0655-F992-3F91-272D446AB496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85AD5D-50B3-DBE0-159B-14BD0987626F}"/>
                  </a:ext>
                </a:extLst>
              </p:cNvPr>
              <p:cNvSpPr txBox="1"/>
              <p:nvPr/>
            </p:nvSpPr>
            <p:spPr>
              <a:xfrm>
                <a:off x="1737155" y="2794000"/>
                <a:ext cx="9851095" cy="33284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acc>
                                <m:accPr>
                                  <m:chr m:val="̇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85AD5D-50B3-DBE0-159B-14BD09876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155" y="2794000"/>
                <a:ext cx="9851095" cy="3328412"/>
              </a:xfrm>
              <a:prstGeom prst="rect">
                <a:avLst/>
              </a:prstGeom>
              <a:blipFill>
                <a:blip r:embed="rId3"/>
                <a:stretch>
                  <a:fillRect l="-2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BBEA9B0-F66D-C784-1233-B53AD9E75B93}"/>
              </a:ext>
            </a:extLst>
          </p:cNvPr>
          <p:cNvSpPr txBox="1"/>
          <p:nvPr/>
        </p:nvSpPr>
        <p:spPr>
          <a:xfrm>
            <a:off x="0" y="1896148"/>
            <a:ext cx="4383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modifies our Jacobian to:</a:t>
            </a:r>
          </a:p>
        </p:txBody>
      </p:sp>
    </p:spTree>
    <p:extLst>
      <p:ext uri="{BB962C8B-B14F-4D97-AF65-F5344CB8AC3E}">
        <p14:creationId xmlns:p14="http://schemas.microsoft.com/office/powerpoint/2010/main" val="3179576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52FA1-7BAA-A0EE-E549-A48D59E7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3997E5-76C5-785D-5B6B-31D17415985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D67ACD-6D7F-C4F8-791E-0CC63A6C97F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A96F72-EA00-7175-DDBA-707D4C6B215E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772401-5FE5-D923-8935-2AE229395284}"/>
                  </a:ext>
                </a:extLst>
              </p:cNvPr>
              <p:cNvSpPr txBox="1"/>
              <p:nvPr/>
            </p:nvSpPr>
            <p:spPr>
              <a:xfrm>
                <a:off x="1965300" y="2870200"/>
                <a:ext cx="6521914" cy="1845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772401-5FE5-D923-8935-2AE229395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300" y="2870200"/>
                <a:ext cx="6521914" cy="1845313"/>
              </a:xfrm>
              <a:prstGeom prst="rect">
                <a:avLst/>
              </a:prstGeom>
              <a:blipFill>
                <a:blip r:embed="rId3"/>
                <a:stretch>
                  <a:fillRect l="-3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3D0DCCB-2F66-088E-43A1-662FCDEF814B}"/>
              </a:ext>
            </a:extLst>
          </p:cNvPr>
          <p:cNvSpPr txBox="1"/>
          <p:nvPr/>
        </p:nvSpPr>
        <p:spPr>
          <a:xfrm>
            <a:off x="0" y="1725602"/>
            <a:ext cx="4383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our system: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EDEFE4-E7BA-9B7A-11A3-1BE8957EFA44}"/>
                  </a:ext>
                </a:extLst>
              </p:cNvPr>
              <p:cNvSpPr txBox="1"/>
              <p:nvPr/>
            </p:nvSpPr>
            <p:spPr>
              <a:xfrm>
                <a:off x="841960" y="2179476"/>
                <a:ext cx="2246680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=−2(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EDEFE4-E7BA-9B7A-11A3-1BE8957EF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60" y="2179476"/>
                <a:ext cx="2246680" cy="501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B00D61-74F1-5F95-7A5B-8A5B3BA66620}"/>
                  </a:ext>
                </a:extLst>
              </p:cNvPr>
              <p:cNvSpPr txBox="1"/>
              <p:nvPr/>
            </p:nvSpPr>
            <p:spPr>
              <a:xfrm>
                <a:off x="2519680" y="2187267"/>
                <a:ext cx="3576320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−2(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B00D61-74F1-5F95-7A5B-8A5B3BA66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680" y="2187267"/>
                <a:ext cx="3576320" cy="502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C8569E-F261-2319-479F-1EE0E86107A2}"/>
                  </a:ext>
                </a:extLst>
              </p:cNvPr>
              <p:cNvSpPr txBox="1"/>
              <p:nvPr/>
            </p:nvSpPr>
            <p:spPr>
              <a:xfrm>
                <a:off x="1181665" y="5392993"/>
                <a:ext cx="1300997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l-GR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λ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C8569E-F261-2319-479F-1EE0E8610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665" y="5392993"/>
                <a:ext cx="1300997" cy="1379608"/>
              </a:xfrm>
              <a:prstGeom prst="rect">
                <a:avLst/>
              </a:prstGeom>
              <a:blipFill>
                <a:blip r:embed="rId6"/>
                <a:stretch>
                  <a:fillRect l="-14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97084E-07FC-F120-E0F5-3AE7D904FE38}"/>
                  </a:ext>
                </a:extLst>
              </p:cNvPr>
              <p:cNvSpPr txBox="1"/>
              <p:nvPr/>
            </p:nvSpPr>
            <p:spPr>
              <a:xfrm>
                <a:off x="3058160" y="5392993"/>
                <a:ext cx="1300997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l-GR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λ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97084E-07FC-F120-E0F5-3AE7D904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60" y="5392993"/>
                <a:ext cx="1300997" cy="1379608"/>
              </a:xfrm>
              <a:prstGeom prst="rect">
                <a:avLst/>
              </a:prstGeom>
              <a:blipFill>
                <a:blip r:embed="rId7"/>
                <a:stretch>
                  <a:fillRect l="-14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298368-D3CF-BE6F-4996-E1C05C65BF53}"/>
                  </a:ext>
                </a:extLst>
              </p:cNvPr>
              <p:cNvSpPr txBox="1"/>
              <p:nvPr/>
            </p:nvSpPr>
            <p:spPr>
              <a:xfrm>
                <a:off x="4855346" y="5392993"/>
                <a:ext cx="2138278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l-GR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λ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298368-D3CF-BE6F-4996-E1C05C65B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346" y="5392993"/>
                <a:ext cx="2138278" cy="1379608"/>
              </a:xfrm>
              <a:prstGeom prst="rect">
                <a:avLst/>
              </a:prstGeom>
              <a:blipFill>
                <a:blip r:embed="rId8"/>
                <a:stretch>
                  <a:fillRect l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04A25F-0DF9-19D5-B26C-35FFD141E2E2}"/>
                  </a:ext>
                </a:extLst>
              </p:cNvPr>
              <p:cNvSpPr txBox="1"/>
              <p:nvPr/>
            </p:nvSpPr>
            <p:spPr>
              <a:xfrm>
                <a:off x="7414772" y="5392993"/>
                <a:ext cx="2144883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l-GR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λ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04A25F-0DF9-19D5-B26C-35FFD141E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772" y="5392993"/>
                <a:ext cx="2144883" cy="1379608"/>
              </a:xfrm>
              <a:prstGeom prst="rect">
                <a:avLst/>
              </a:prstGeom>
              <a:blipFill>
                <a:blip r:embed="rId9"/>
                <a:stretch>
                  <a:fillRect l="-8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0E187C6-8B6C-4A86-521C-38989BECEC61}"/>
              </a:ext>
            </a:extLst>
          </p:cNvPr>
          <p:cNvSpPr txBox="1"/>
          <p:nvPr/>
        </p:nvSpPr>
        <p:spPr>
          <a:xfrm>
            <a:off x="364869" y="4655860"/>
            <a:ext cx="195553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Eigensystem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1952072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582C6-8C8B-1455-972B-8556E11CC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FCFA97-370F-417A-152C-C8115D6FDA2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7DBB51-3ABB-126E-1CB1-8E347856CE1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AF5FC5-AD28-A517-C825-8ADA2DEDE646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Simple BNN System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092546-E209-F4BE-0C6F-6D7B34B23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" y="1710813"/>
            <a:ext cx="5664198" cy="5015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388A4E-3292-CB56-969D-06D6744E8CEF}"/>
                  </a:ext>
                </a:extLst>
              </p:cNvPr>
              <p:cNvSpPr txBox="1"/>
              <p:nvPr/>
            </p:nvSpPr>
            <p:spPr>
              <a:xfrm>
                <a:off x="5872480" y="1926628"/>
                <a:ext cx="63146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a Jacobian with real valued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RK4 is absolutely stable for step size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if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[0,−2.784]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388A4E-3292-CB56-969D-06D6744E8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1926628"/>
                <a:ext cx="6314604" cy="1200329"/>
              </a:xfrm>
              <a:prstGeom prst="rect">
                <a:avLst/>
              </a:prstGeom>
              <a:blipFill>
                <a:blip r:embed="rId4"/>
                <a:stretch>
                  <a:fillRect l="-1448" t="-4061" r="-965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22572A-FA43-AC2A-2EB5-AF5DB6E33FFB}"/>
                  </a:ext>
                </a:extLst>
              </p:cNvPr>
              <p:cNvSpPr txBox="1"/>
              <p:nvPr/>
            </p:nvSpPr>
            <p:spPr>
              <a:xfrm>
                <a:off x="5882312" y="3342772"/>
                <a:ext cx="6314604" cy="351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the RK4 Method to be stable for our simple BNN system, we need: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−2.784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.696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−2.784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.696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decrease over time due to their inferiority as strategies, this condition really applies to the starting condition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22572A-FA43-AC2A-2EB5-AF5DB6E33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312" y="3342772"/>
                <a:ext cx="6314604" cy="3510833"/>
              </a:xfrm>
              <a:prstGeom prst="rect">
                <a:avLst/>
              </a:prstGeom>
              <a:blipFill>
                <a:blip r:embed="rId5"/>
                <a:stretch>
                  <a:fillRect l="-1544" t="-1389" r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78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BAB97-6A0F-CF49-A784-0F42D944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0E1B90-4E78-73F6-32E8-2A2282C8662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759CE-9D17-4F85-FFBA-58DBAD43170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BD7E17-7D0C-F362-14D1-00021D771AA0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8FE6A-AC65-8513-392A-5BE3D8D2A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872994"/>
            <a:ext cx="7728347" cy="4985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40F008-002D-310F-781C-07B3C8A1507C}"/>
                  </a:ext>
                </a:extLst>
              </p:cNvPr>
              <p:cNvSpPr txBox="1"/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40F008-002D-310F-781C-07B3C8A15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EC471AE-0080-3154-2250-BD64B586D5DC}"/>
              </a:ext>
            </a:extLst>
          </p:cNvPr>
          <p:cNvSpPr txBox="1"/>
          <p:nvPr/>
        </p:nvSpPr>
        <p:spPr>
          <a:xfrm>
            <a:off x="8667750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662D79-EA1C-63A2-F38C-1A1925736C28}"/>
                  </a:ext>
                </a:extLst>
              </p:cNvPr>
              <p:cNvSpPr txBox="1"/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=.5,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662D79-EA1C-63A2-F38C-1A1925736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33269A-D17F-9F52-8572-57FF8FA2B3EC}"/>
                  </a:ext>
                </a:extLst>
              </p:cNvPr>
              <p:cNvSpPr txBox="1"/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=−2≥−2.784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33269A-D17F-9F52-8572-57FF8FA2B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5585D2-C752-BC31-A671-7B1BC6E5FBAF}"/>
                  </a:ext>
                </a:extLst>
              </p:cNvPr>
              <p:cNvSpPr txBox="1"/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=−2≥−2.784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5585D2-C752-BC31-A671-7B1BC6E5F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AF34E26-1614-E9CF-BA64-77DE2F9AA9DC}"/>
              </a:ext>
            </a:extLst>
          </p:cNvPr>
          <p:cNvSpPr txBox="1"/>
          <p:nvPr/>
        </p:nvSpPr>
        <p:spPr>
          <a:xfrm>
            <a:off x="8667750" y="3993024"/>
            <a:ext cx="330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Stability Conditions: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1845C2F-AF6A-1661-8DCE-CA0CF72461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1775" y="4392351"/>
            <a:ext cx="844550" cy="563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DEEF29-6BBD-8A3A-EC1E-CC81705B74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0747" y="4955384"/>
            <a:ext cx="844550" cy="56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99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26A59-FAB7-F747-F516-694566148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D5FFF7-E323-1456-B9AE-D0A33F9DBD4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E0AC0F-B788-DBAC-FFB9-EC8EF477981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8B555A-37BF-5D9A-BD56-5D1C7C0B11E5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B0C7A3-3BF0-2EFF-D8A7-499E4CA01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872994"/>
            <a:ext cx="7728347" cy="4985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F3CF12-4DB2-AD01-4176-F73139260B7F}"/>
                  </a:ext>
                </a:extLst>
              </p:cNvPr>
              <p:cNvSpPr txBox="1"/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F3CF12-4DB2-AD01-4176-F73139260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C4951BB-9525-64F3-6384-67CEFBC9AE2B}"/>
              </a:ext>
            </a:extLst>
          </p:cNvPr>
          <p:cNvSpPr txBox="1"/>
          <p:nvPr/>
        </p:nvSpPr>
        <p:spPr>
          <a:xfrm>
            <a:off x="8667750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E56D8F-1CD1-CAF9-CF05-5F1926FF1806}"/>
                  </a:ext>
                </a:extLst>
              </p:cNvPr>
              <p:cNvSpPr txBox="1"/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=.5,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E56D8F-1CD1-CAF9-CF05-5F1926FF1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B9FD1A-75C8-902F-361F-9DE505C9E3D6}"/>
                  </a:ext>
                </a:extLst>
              </p:cNvPr>
              <p:cNvSpPr txBox="1"/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=−4&lt;−2.784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B9FD1A-75C8-902F-361F-9DE505C9E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B852A4-C122-2111-7B51-2191019D818A}"/>
                  </a:ext>
                </a:extLst>
              </p:cNvPr>
              <p:cNvSpPr txBox="1"/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=−4&lt;−2.784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B852A4-C122-2111-7B51-2191019D8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7EAC668-7ABB-C852-3378-DA51F8E0C544}"/>
              </a:ext>
            </a:extLst>
          </p:cNvPr>
          <p:cNvSpPr txBox="1"/>
          <p:nvPr/>
        </p:nvSpPr>
        <p:spPr>
          <a:xfrm>
            <a:off x="8667750" y="3993024"/>
            <a:ext cx="330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Stability Conditions: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1BCE7-BD14-FD0B-3D6E-4603B04023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5406" y="4454689"/>
            <a:ext cx="461694" cy="4616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46CDBC-728F-F61B-77BC-07C9266113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3704" y="5019147"/>
            <a:ext cx="461694" cy="46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31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FBE3-128F-52D9-73E1-D6B5FF5E5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5EC06F-BB14-8EFE-76FC-5ECAF840886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B3E405-16F2-17AB-0167-5F63F65DDF9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4BE11B-C860-7F62-93B6-D695BFA5DEAC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6854D-8CDB-268C-1D20-C44A1E886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907332"/>
            <a:ext cx="7728347" cy="49163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E32FB2-B9B5-DC2F-91E3-D3D619C1C298}"/>
                  </a:ext>
                </a:extLst>
              </p:cNvPr>
              <p:cNvSpPr txBox="1"/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E32FB2-B9B5-DC2F-91E3-D3D619C1C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450" y="2089374"/>
                <a:ext cx="120015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46316A0-4984-B5C7-C033-53A10819A756}"/>
              </a:ext>
            </a:extLst>
          </p:cNvPr>
          <p:cNvSpPr txBox="1"/>
          <p:nvPr/>
        </p:nvSpPr>
        <p:spPr>
          <a:xfrm>
            <a:off x="8667750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2247B1-3249-379C-E2EC-9456F1E5600C}"/>
                  </a:ext>
                </a:extLst>
              </p:cNvPr>
              <p:cNvSpPr txBox="1"/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=.5,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2247B1-3249-379C-E2EC-9456F1E56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967335"/>
                <a:ext cx="357505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7D3370-3811-6F13-0CE6-30CA3AA789C8}"/>
                  </a:ext>
                </a:extLst>
              </p:cNvPr>
              <p:cNvSpPr txBox="1"/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=−6&lt;−2.784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7D3370-3811-6F13-0CE6-30CA3AA78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4454689"/>
                <a:ext cx="35750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2390A0-022E-8F49-7129-EACCAC8D579D}"/>
                  </a:ext>
                </a:extLst>
              </p:cNvPr>
              <p:cNvSpPr txBox="1"/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=−6&lt;−2.784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2390A0-022E-8F49-7129-EACCAC8D5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5017722"/>
                <a:ext cx="35750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7111223-A2E6-E2B8-0047-9F46C7FFC1AA}"/>
              </a:ext>
            </a:extLst>
          </p:cNvPr>
          <p:cNvSpPr txBox="1"/>
          <p:nvPr/>
        </p:nvSpPr>
        <p:spPr>
          <a:xfrm>
            <a:off x="8667750" y="3993024"/>
            <a:ext cx="330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Stability Conditions: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F8261-DCB0-E192-3927-D343054836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5406" y="4454689"/>
            <a:ext cx="461694" cy="4616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0C7A88-0B2A-BBBF-3219-2FF76C81C1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3704" y="5019147"/>
            <a:ext cx="461694" cy="46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7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42B59-63F8-1833-088E-F7615C78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A20F80-B91C-7C03-A8FB-AA183588AC6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DD7377-F6A7-48ED-96F1-27422E0DB22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2D830-14B1-2191-8F51-37A05B9296C1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8A6A25-2068-DCF9-738C-57F18F7D9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0" y="1843566"/>
            <a:ext cx="7810901" cy="49850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D81974-783C-0B02-40C8-43300512596C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4339D0-EC4F-01BC-C36B-ECE8132137F2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=.5,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4339D0-EC4F-01BC-C36B-ECE813213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175D482-181A-F02C-986F-3B6D65E25CDE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</p:spTree>
    <p:extLst>
      <p:ext uri="{BB962C8B-B14F-4D97-AF65-F5344CB8AC3E}">
        <p14:creationId xmlns:p14="http://schemas.microsoft.com/office/powerpoint/2010/main" val="1718318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85664-08DE-7116-7C0C-FB52996B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29FDF2-35E3-DC3F-1CF6-E7EDFE84841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2EDC3C-703E-3E25-A3B3-43AA9CD49FB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8FEA0F-7F6C-11D6-1D4F-778D5B6EAEE5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064B8B-2498-0EED-820A-7AB7AC0E6ADD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FC4808-BFDE-CAD3-B196-95A3802810C5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FC4808-BFDE-CAD3-B196-95A380281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C37FA72B-9C32-6553-62BE-5E2A759654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27" y="1843566"/>
            <a:ext cx="7728347" cy="4985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A821FF-F2E6-3B89-77DC-7C818C873131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</p:spTree>
    <p:extLst>
      <p:ext uri="{BB962C8B-B14F-4D97-AF65-F5344CB8AC3E}">
        <p14:creationId xmlns:p14="http://schemas.microsoft.com/office/powerpoint/2010/main" val="724269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A2D48-AE1A-B2FF-570A-2E9F6451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1F3B4D-1566-7AE0-54F2-1DBBC6D9325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06E2D-A640-BC71-3213-5E6353067F2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1305A1-5178-12F0-E358-6F454A9D7A6D}"/>
              </a:ext>
            </a:extLst>
          </p:cNvPr>
          <p:cNvSpPr txBox="1"/>
          <p:nvPr/>
        </p:nvSpPr>
        <p:spPr>
          <a:xfrm>
            <a:off x="106202" y="1826869"/>
            <a:ext cx="11996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Let’s start with a more interesting BNN system:</a:t>
            </a:r>
          </a:p>
          <a:p>
            <a:r>
              <a:rPr lang="en-US" sz="2400" dirty="0"/>
              <a:t>Two players each with two strategies, only one of which has a strictly dominant strategy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012BBF-460B-2D42-583D-53FFEF9E7BC5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E06D1F-5939-D6A4-EADD-D25BE173A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619958"/>
              </p:ext>
            </p:extLst>
          </p:nvPr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6FD127-5B0E-BEA4-0429-25931C478693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AEEBA-B007-3249-98C5-BCB87E41D3F1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3EAB0E-7D39-6212-8134-FF512054EA83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750CF-1069-E321-8911-3BF8ED17B79A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DF1828-AF2A-59E0-52E5-A48B4A15DA44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50F034-9B05-6984-5DC2-B0BA17F7AB6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842A10-E988-2501-F13A-D99547277748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BCBA28-D9AA-CA8F-44C8-DFCD8086A503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539EEFF-3CCF-7BA2-1943-6541412EEF8A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ECF867-7E0A-0CA2-8B1C-101AF8CB35F9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034215-F8B5-AF12-F1E2-4B1CBC646FC0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910A52-6DE5-A2BF-1DA8-6F8669EB4C98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A413C9-583B-AB7B-1191-76313C2C3C08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C4BBAF-B5C0-55CC-72AD-18326F17B0F6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206F4A-3BCC-76C7-4EEA-D8D43B56D056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3217758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0D850-A281-1382-6EB6-97485BC80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FBD84E-45E3-805F-A578-F2F745CDEE8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9AC6C3-44AF-F3DA-B3FE-A6B0F8145EF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BA154E-12B1-C53B-1EC6-C2CBFA4EC065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3400458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50728B-75D3-A346-DFFD-B007FA043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79709"/>
              </p:ext>
            </p:extLst>
          </p:nvPr>
        </p:nvGraphicFramePr>
        <p:xfrm>
          <a:off x="7244131" y="3400458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A62B56-0763-B410-B3A4-AE6EB5438E1C}"/>
              </a:ext>
            </a:extLst>
          </p:cNvPr>
          <p:cNvSpPr txBox="1"/>
          <p:nvPr/>
        </p:nvSpPr>
        <p:spPr>
          <a:xfrm rot="16200000">
            <a:off x="5374761" y="4015490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F801E-4703-C068-8E51-424F2E877F61}"/>
              </a:ext>
            </a:extLst>
          </p:cNvPr>
          <p:cNvSpPr txBox="1"/>
          <p:nvPr/>
        </p:nvSpPr>
        <p:spPr>
          <a:xfrm>
            <a:off x="6779679" y="353245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EBA2C1-9EB6-6C7C-A703-BBCC7DE1F9A8}"/>
              </a:ext>
            </a:extLst>
          </p:cNvPr>
          <p:cNvSpPr txBox="1"/>
          <p:nvPr/>
        </p:nvSpPr>
        <p:spPr>
          <a:xfrm>
            <a:off x="6779679" y="4527072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5EF734-EB55-7048-C310-6BE0ADA76C67}"/>
              </a:ext>
            </a:extLst>
          </p:cNvPr>
          <p:cNvSpPr txBox="1"/>
          <p:nvPr/>
        </p:nvSpPr>
        <p:spPr>
          <a:xfrm>
            <a:off x="8019276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9664D3-7C29-9A14-2AA6-9ABCA3183D2D}"/>
              </a:ext>
            </a:extLst>
          </p:cNvPr>
          <p:cNvSpPr txBox="1"/>
          <p:nvPr/>
        </p:nvSpPr>
        <p:spPr>
          <a:xfrm>
            <a:off x="10036392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9BBC38-A140-ACA6-E161-DCBDCEBD59CB}"/>
              </a:ext>
            </a:extLst>
          </p:cNvPr>
          <p:cNvSpPr txBox="1"/>
          <p:nvPr/>
        </p:nvSpPr>
        <p:spPr>
          <a:xfrm>
            <a:off x="8251502" y="2272611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D1E086-6481-0967-DE42-927D79F46160}"/>
              </a:ext>
            </a:extLst>
          </p:cNvPr>
          <p:cNvSpPr txBox="1"/>
          <p:nvPr/>
        </p:nvSpPr>
        <p:spPr>
          <a:xfrm>
            <a:off x="541340" y="1761458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E90F58-E948-58F8-F2A6-9810DD5E7021}"/>
              </a:ext>
            </a:extLst>
          </p:cNvPr>
          <p:cNvSpPr txBox="1"/>
          <p:nvPr/>
        </p:nvSpPr>
        <p:spPr>
          <a:xfrm>
            <a:off x="6473676" y="1761457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838EC2-5D33-8AE4-5FF6-BD273F25A487}"/>
              </a:ext>
            </a:extLst>
          </p:cNvPr>
          <p:cNvSpPr txBox="1"/>
          <p:nvPr/>
        </p:nvSpPr>
        <p:spPr>
          <a:xfrm rot="16200000">
            <a:off x="-623369" y="4015490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59D77B-792E-1C91-F894-F654B7921683}"/>
              </a:ext>
            </a:extLst>
          </p:cNvPr>
          <p:cNvSpPr txBox="1"/>
          <p:nvPr/>
        </p:nvSpPr>
        <p:spPr>
          <a:xfrm>
            <a:off x="781549" y="353245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E4B988-237D-94B5-4380-4AAE36B184CF}"/>
              </a:ext>
            </a:extLst>
          </p:cNvPr>
          <p:cNvSpPr txBox="1"/>
          <p:nvPr/>
        </p:nvSpPr>
        <p:spPr>
          <a:xfrm>
            <a:off x="781549" y="4527072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4AB1EC-F630-DF19-4A53-93ECA0CE6CDC}"/>
              </a:ext>
            </a:extLst>
          </p:cNvPr>
          <p:cNvSpPr txBox="1"/>
          <p:nvPr/>
        </p:nvSpPr>
        <p:spPr>
          <a:xfrm>
            <a:off x="2021146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62725D-98D0-17BE-5E84-9E8F5E279888}"/>
              </a:ext>
            </a:extLst>
          </p:cNvPr>
          <p:cNvSpPr txBox="1"/>
          <p:nvPr/>
        </p:nvSpPr>
        <p:spPr>
          <a:xfrm>
            <a:off x="4038262" y="274840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38AD53-0C59-EC19-598D-855657C0E02B}"/>
              </a:ext>
            </a:extLst>
          </p:cNvPr>
          <p:cNvSpPr txBox="1"/>
          <p:nvPr/>
        </p:nvSpPr>
        <p:spPr>
          <a:xfrm>
            <a:off x="2253372" y="2272611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5C71A-A0B4-2C87-97FA-83EFB466E5A3}"/>
              </a:ext>
            </a:extLst>
          </p:cNvPr>
          <p:cNvSpPr txBox="1"/>
          <p:nvPr/>
        </p:nvSpPr>
        <p:spPr>
          <a:xfrm>
            <a:off x="254724" y="5652114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Player 1</a:t>
            </a:r>
            <a:r>
              <a:rPr lang="en-US" sz="2400" dirty="0"/>
              <a:t>: Strategy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strictly dominates Strategy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623549-C7B2-3961-C552-C84E17559F87}"/>
              </a:ext>
            </a:extLst>
          </p:cNvPr>
          <p:cNvSpPr txBox="1"/>
          <p:nvPr/>
        </p:nvSpPr>
        <p:spPr>
          <a:xfrm>
            <a:off x="254724" y="6179811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64EA1"/>
                </a:solidFill>
              </a:rPr>
              <a:t>Player 2</a:t>
            </a:r>
            <a:r>
              <a:rPr lang="en-US" sz="2400" dirty="0"/>
              <a:t>: No strictly dominant strategy</a:t>
            </a:r>
            <a:endParaRPr lang="en-US" sz="2400" b="1" dirty="0">
              <a:solidFill>
                <a:srgbClr val="064EA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B34D6F-0873-3A08-4535-60ADCF4AD2F7}"/>
              </a:ext>
            </a:extLst>
          </p:cNvPr>
          <p:cNvSpPr/>
          <p:nvPr/>
        </p:nvSpPr>
        <p:spPr>
          <a:xfrm>
            <a:off x="1256455" y="3491650"/>
            <a:ext cx="4064810" cy="840442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1D9F04-AC7C-72AA-98A5-E029C17CEB39}"/>
              </a:ext>
            </a:extLst>
          </p:cNvPr>
          <p:cNvSpPr/>
          <p:nvPr/>
        </p:nvSpPr>
        <p:spPr>
          <a:xfrm>
            <a:off x="1240429" y="4460794"/>
            <a:ext cx="4064810" cy="840442"/>
          </a:xfrm>
          <a:prstGeom prst="rect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7237F-6B4E-6EB9-48FB-C3F953040960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3755461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B208-A334-F183-7C11-BE373BF81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FCE94C-F717-F756-1410-50AC23ED4E4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C8B587-6493-1FAB-B85B-7AF3D53DC98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09666E-C2D3-4A12-06DE-2E127966651D}"/>
                  </a:ext>
                </a:extLst>
              </p:cNvPr>
              <p:cNvSpPr txBox="1"/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⁡(0,5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09666E-C2D3-4A12-06DE-2E1279666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D83DDC-DCA8-8804-6787-8E1A5F5D3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881539"/>
              </p:ext>
            </p:extLst>
          </p:nvPr>
        </p:nvGraphicFramePr>
        <p:xfrm>
          <a:off x="632921" y="2426641"/>
          <a:ext cx="3256714" cy="1402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835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628357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C825427-5A79-6BA0-0E0C-2243EC04A0F6}"/>
              </a:ext>
            </a:extLst>
          </p:cNvPr>
          <p:cNvSpPr txBox="1"/>
          <p:nvPr/>
        </p:nvSpPr>
        <p:spPr>
          <a:xfrm>
            <a:off x="168469" y="244667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39E56-7E21-2E03-30E5-BEC021032603}"/>
              </a:ext>
            </a:extLst>
          </p:cNvPr>
          <p:cNvSpPr txBox="1"/>
          <p:nvPr/>
        </p:nvSpPr>
        <p:spPr>
          <a:xfrm>
            <a:off x="168469" y="3103971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6BA566-BE63-0607-3688-7000C63E4773}"/>
              </a:ext>
            </a:extLst>
          </p:cNvPr>
          <p:cNvSpPr txBox="1"/>
          <p:nvPr/>
        </p:nvSpPr>
        <p:spPr>
          <a:xfrm>
            <a:off x="1181665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8121B5-1DAE-42E7-8C80-47000D3DA5DA}"/>
              </a:ext>
            </a:extLst>
          </p:cNvPr>
          <p:cNvSpPr txBox="1"/>
          <p:nvPr/>
        </p:nvSpPr>
        <p:spPr>
          <a:xfrm>
            <a:off x="2848230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39CE0C-70D2-20AE-5C01-F98AC30B52A2}"/>
                  </a:ext>
                </a:extLst>
              </p:cNvPr>
              <p:cNvSpPr txBox="1"/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⁡(0,7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39CE0C-70D2-20AE-5C01-F98AC30B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6EE941A-264C-C2DD-236D-9C6D1253B205}"/>
              </a:ext>
            </a:extLst>
          </p:cNvPr>
          <p:cNvSpPr txBox="1"/>
          <p:nvPr/>
        </p:nvSpPr>
        <p:spPr>
          <a:xfrm>
            <a:off x="414018" y="3811857"/>
            <a:ext cx="3694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E64D43-1D21-D5AA-4833-9E4C63BEA941}"/>
                  </a:ext>
                </a:extLst>
              </p:cNvPr>
              <p:cNvSpPr txBox="1"/>
              <p:nvPr/>
            </p:nvSpPr>
            <p:spPr>
              <a:xfrm>
                <a:off x="96112" y="5581098"/>
                <a:ext cx="7879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E64D43-1D21-D5AA-4833-9E4C63BEA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2" y="5581098"/>
                <a:ext cx="7879488" cy="461665"/>
              </a:xfrm>
              <a:prstGeom prst="rect">
                <a:avLst/>
              </a:prstGeom>
              <a:blipFill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FBEBE2-5A2F-D351-9E29-65A6B4266B42}"/>
                  </a:ext>
                </a:extLst>
              </p:cNvPr>
              <p:cNvSpPr txBox="1"/>
              <p:nvPr/>
            </p:nvSpPr>
            <p:spPr>
              <a:xfrm>
                <a:off x="168794" y="6042763"/>
                <a:ext cx="7879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FBEBE2-5A2F-D351-9E29-65A6B4266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94" y="6042763"/>
                <a:ext cx="7879488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0C5566E-32CD-8A70-9D64-2BD6FB16B382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3856064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2996-65E1-AE98-7E28-41F71352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697E0B-5622-F3DF-2A5D-A73F8483C80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EF4ACB-2030-16C9-9FC5-59D71FC7606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E3FC52-B3B3-8FAE-63A8-E7CC586D250F}"/>
                  </a:ext>
                </a:extLst>
              </p:cNvPr>
              <p:cNvSpPr txBox="1"/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E3FC52-B3B3-8FAE-63A8-E7CC586D2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9FAC98-3FAC-B278-ED1F-BEB6A337FA23}"/>
                  </a:ext>
                </a:extLst>
              </p:cNvPr>
              <p:cNvSpPr txBox="1"/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Note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contains the mixed strategy information of all players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9FAC98-3FAC-B278-ED1F-BEB6A337F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blipFill>
                <a:blip r:embed="rId4"/>
                <a:stretch>
                  <a:fillRect l="-512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FFF396-04CC-7D30-DFB9-2406755F368D}"/>
                  </a:ext>
                </a:extLst>
              </p:cNvPr>
              <p:cNvSpPr txBox="1"/>
              <p:nvPr/>
            </p:nvSpPr>
            <p:spPr>
              <a:xfrm>
                <a:off x="5717540" y="3268877"/>
                <a:ext cx="2029702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=−2(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FFF396-04CC-7D30-DFB9-2406755F3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540" y="3268877"/>
                <a:ext cx="2029702" cy="501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428D0F-EAD4-F98E-91A6-BD29A64BD957}"/>
                  </a:ext>
                </a:extLst>
              </p:cNvPr>
              <p:cNvSpPr txBox="1"/>
              <p:nvPr/>
            </p:nvSpPr>
            <p:spPr>
              <a:xfrm>
                <a:off x="5611983" y="3788567"/>
                <a:ext cx="2029702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428D0F-EAD4-F98E-91A6-BD29A64BD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983" y="3788567"/>
                <a:ext cx="2029702" cy="5173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3F7ECA-956B-9908-94A5-05CD43C5C835}"/>
                  </a:ext>
                </a:extLst>
              </p:cNvPr>
              <p:cNvSpPr txBox="1"/>
              <p:nvPr/>
            </p:nvSpPr>
            <p:spPr>
              <a:xfrm>
                <a:off x="4956464" y="4612143"/>
                <a:ext cx="7257394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3F7ECA-956B-9908-94A5-05CD43C5C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464" y="4612143"/>
                <a:ext cx="7257394" cy="5025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6A1146-10A9-47A1-B528-9D01675925C1}"/>
                  </a:ext>
                </a:extLst>
              </p:cNvPr>
              <p:cNvSpPr txBox="1"/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We 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b="0" dirty="0"/>
                  <a:t> functions to construct the dynamical system: 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6A1146-10A9-47A1-B528-9D016759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blipFill>
                <a:blip r:embed="rId8"/>
                <a:stretch>
                  <a:fillRect l="-1037" t="-7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DF01474C-C744-ECA5-2135-9139FDCDE14F}"/>
              </a:ext>
            </a:extLst>
          </p:cNvPr>
          <p:cNvSpPr/>
          <p:nvPr/>
        </p:nvSpPr>
        <p:spPr>
          <a:xfrm>
            <a:off x="3797300" y="3490090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C7FA001-686D-9C56-B80E-9D9360392C44}"/>
              </a:ext>
            </a:extLst>
          </p:cNvPr>
          <p:cNvSpPr/>
          <p:nvPr/>
        </p:nvSpPr>
        <p:spPr>
          <a:xfrm>
            <a:off x="3797300" y="4043904"/>
            <a:ext cx="1899920" cy="1606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58EAD14-C1C9-D489-B40A-A990AB51A802}"/>
              </a:ext>
            </a:extLst>
          </p:cNvPr>
          <p:cNvSpPr/>
          <p:nvPr/>
        </p:nvSpPr>
        <p:spPr>
          <a:xfrm>
            <a:off x="3797301" y="4785620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3843E8-E459-5D92-BD24-0672EDC79F66}"/>
                  </a:ext>
                </a:extLst>
              </p:cNvPr>
              <p:cNvSpPr txBox="1"/>
              <p:nvPr/>
            </p:nvSpPr>
            <p:spPr>
              <a:xfrm>
                <a:off x="-731954" y="3301382"/>
                <a:ext cx="5363548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3843E8-E459-5D92-BD24-0672EDC79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3301382"/>
                <a:ext cx="5363548" cy="501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DFBF95-CC27-E96C-3101-B19768B65EE6}"/>
                  </a:ext>
                </a:extLst>
              </p:cNvPr>
              <p:cNvSpPr txBox="1"/>
              <p:nvPr/>
            </p:nvSpPr>
            <p:spPr>
              <a:xfrm>
                <a:off x="-731954" y="3847458"/>
                <a:ext cx="5363548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DFBF95-CC27-E96C-3101-B19768B65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3847458"/>
                <a:ext cx="5363548" cy="5173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A1216A-C101-8879-BC14-C2902E9AF30F}"/>
                  </a:ext>
                </a:extLst>
              </p:cNvPr>
              <p:cNvSpPr txBox="1"/>
              <p:nvPr/>
            </p:nvSpPr>
            <p:spPr>
              <a:xfrm>
                <a:off x="-731954" y="4601085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A1216A-C101-8879-BC14-C2902E9AF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4601085"/>
                <a:ext cx="5363548" cy="5025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3C74CA-1C96-5F56-F73B-27667B21A68F}"/>
                  </a:ext>
                </a:extLst>
              </p:cNvPr>
              <p:cNvSpPr txBox="1"/>
              <p:nvPr/>
            </p:nvSpPr>
            <p:spPr>
              <a:xfrm>
                <a:off x="-731954" y="5147161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3C74CA-1C96-5F56-F73B-27667B21A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5147161"/>
                <a:ext cx="5363548" cy="5025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5F66D2-7DF4-63CC-8210-8783AE082264}"/>
                  </a:ext>
                </a:extLst>
              </p:cNvPr>
              <p:cNvSpPr txBox="1"/>
              <p:nvPr/>
            </p:nvSpPr>
            <p:spPr>
              <a:xfrm>
                <a:off x="4747260" y="5155818"/>
                <a:ext cx="7764642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5F66D2-7DF4-63CC-8210-8783AE082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60" y="5155818"/>
                <a:ext cx="7764642" cy="5025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BAFED41-BA6F-5C05-EB28-F29C16AA72A8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4CCDCFDD-EB50-601F-4A47-C333B7262E30}"/>
              </a:ext>
            </a:extLst>
          </p:cNvPr>
          <p:cNvSpPr/>
          <p:nvPr/>
        </p:nvSpPr>
        <p:spPr>
          <a:xfrm>
            <a:off x="3797300" y="5339899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658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34EE2-7823-FB7C-E775-9E4AB5C4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E3BA3F-923F-A831-6D1D-D0CAF578052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EE2317-4C64-B5E3-AC8F-FAD680BF5F1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4A7249-C590-58C2-E3F1-19B2E8AD8E68}"/>
                  </a:ext>
                </a:extLst>
              </p:cNvPr>
              <p:cNvSpPr txBox="1"/>
              <p:nvPr/>
            </p:nvSpPr>
            <p:spPr>
              <a:xfrm>
                <a:off x="1181665" y="335908"/>
                <a:ext cx="10036340" cy="77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case of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4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4A7249-C590-58C2-E3F1-19B2E8AD8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665" y="335908"/>
                <a:ext cx="10036340" cy="776175"/>
              </a:xfrm>
              <a:prstGeom prst="rect">
                <a:avLst/>
              </a:prstGeom>
              <a:blipFill>
                <a:blip r:embed="rId3"/>
                <a:stretch>
                  <a:fillRect t="-4724" b="-33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781E6-A38D-8FB8-9D61-FE92BFACCBEA}"/>
                  </a:ext>
                </a:extLst>
              </p:cNvPr>
              <p:cNvSpPr txBox="1"/>
              <p:nvPr/>
            </p:nvSpPr>
            <p:spPr>
              <a:xfrm>
                <a:off x="99059" y="1800914"/>
                <a:ext cx="37351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781E6-A38D-8FB8-9D61-FE92BFAC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" y="1800914"/>
                <a:ext cx="3735185" cy="571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99DB26E-55B8-A0E0-1212-53AD30FE7F6F}"/>
                  </a:ext>
                </a:extLst>
              </p:cNvPr>
              <p:cNvSpPr txBox="1"/>
              <p:nvPr/>
            </p:nvSpPr>
            <p:spPr>
              <a:xfrm>
                <a:off x="99059" y="2371968"/>
                <a:ext cx="39637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99DB26E-55B8-A0E0-1212-53AD30FE7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" y="2371968"/>
                <a:ext cx="3963785" cy="571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CEB58D7-71E7-9413-000F-0224BC069D04}"/>
                  </a:ext>
                </a:extLst>
              </p:cNvPr>
              <p:cNvSpPr txBox="1"/>
              <p:nvPr/>
            </p:nvSpPr>
            <p:spPr>
              <a:xfrm>
                <a:off x="1010029" y="3033123"/>
                <a:ext cx="9748951" cy="2012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CEB58D7-71E7-9413-000F-0224BC069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29" y="3033123"/>
                <a:ext cx="9748951" cy="2012667"/>
              </a:xfrm>
              <a:prstGeom prst="rect">
                <a:avLst/>
              </a:prstGeom>
              <a:blipFill>
                <a:blip r:embed="rId6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F6045B7B-7124-95BA-9417-F49F38E1F4E5}"/>
              </a:ext>
            </a:extLst>
          </p:cNvPr>
          <p:cNvSpPr txBox="1"/>
          <p:nvPr/>
        </p:nvSpPr>
        <p:spPr>
          <a:xfrm>
            <a:off x="283589" y="508241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EB832D4-C1D8-28EB-168B-91C13A6D9DA8}"/>
                  </a:ext>
                </a:extLst>
              </p:cNvPr>
              <p:cNvSpPr txBox="1"/>
              <p:nvPr/>
            </p:nvSpPr>
            <p:spPr>
              <a:xfrm>
                <a:off x="283589" y="5619814"/>
                <a:ext cx="45400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0,0,−4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,−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EB832D4-C1D8-28EB-168B-91C13A6D9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89" y="5619814"/>
                <a:ext cx="4540025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314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9DFF2-0237-7D96-1A23-ACB548E1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308E34-F0E6-B5B6-02AC-534B8F7DD2F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BE195F-2D56-209D-BFA0-B43A0F73B12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BC227B-16D6-09E8-BE7B-F655AB462876}"/>
                  </a:ext>
                </a:extLst>
              </p:cNvPr>
              <p:cNvSpPr txBox="1"/>
              <p:nvPr/>
            </p:nvSpPr>
            <p:spPr>
              <a:xfrm>
                <a:off x="1181665" y="335908"/>
                <a:ext cx="10036340" cy="800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case of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4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4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endParaRPr lang="en-US" sz="4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BC227B-16D6-09E8-BE7B-F655AB462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665" y="335908"/>
                <a:ext cx="10036340" cy="800732"/>
              </a:xfrm>
              <a:prstGeom prst="rect">
                <a:avLst/>
              </a:prstGeom>
              <a:blipFill>
                <a:blip r:embed="rId3"/>
                <a:stretch>
                  <a:fillRect t="-4580" b="-29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A4BBB3A6-77B1-F8E4-3043-55AC844159C2}"/>
              </a:ext>
            </a:extLst>
          </p:cNvPr>
          <p:cNvSpPr txBox="1"/>
          <p:nvPr/>
        </p:nvSpPr>
        <p:spPr>
          <a:xfrm>
            <a:off x="283589" y="508241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56C6DE8-8CA5-C3FE-FDD0-4749AF13F6B5}"/>
                  </a:ext>
                </a:extLst>
              </p:cNvPr>
              <p:cNvSpPr txBox="1"/>
              <p:nvPr/>
            </p:nvSpPr>
            <p:spPr>
              <a:xfrm>
                <a:off x="283589" y="5619814"/>
                <a:ext cx="453124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0,0,−4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,−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56C6DE8-8CA5-C3FE-FDD0-4749AF13F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89" y="5619814"/>
                <a:ext cx="453124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3F9D00-992E-9F99-02BC-05B8087D8075}"/>
                  </a:ext>
                </a:extLst>
              </p:cNvPr>
              <p:cNvSpPr txBox="1"/>
              <p:nvPr/>
            </p:nvSpPr>
            <p:spPr>
              <a:xfrm>
                <a:off x="99059" y="1800914"/>
                <a:ext cx="4005350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3F9D00-992E-9F99-02BC-05B8087D8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" y="1800914"/>
                <a:ext cx="4005350" cy="571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F79356-7B0A-CBFA-1CEE-7E144E9CE9D9}"/>
                  </a:ext>
                </a:extLst>
              </p:cNvPr>
              <p:cNvSpPr txBox="1"/>
              <p:nvPr/>
            </p:nvSpPr>
            <p:spPr>
              <a:xfrm>
                <a:off x="-202277" y="2337536"/>
                <a:ext cx="4306686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F79356-7B0A-CBFA-1CEE-7E144E9C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2277" y="2337536"/>
                <a:ext cx="4306686" cy="5890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94E982-A87A-B7C4-EABE-692C57EDC643}"/>
                  </a:ext>
                </a:extLst>
              </p:cNvPr>
              <p:cNvSpPr txBox="1"/>
              <p:nvPr/>
            </p:nvSpPr>
            <p:spPr>
              <a:xfrm>
                <a:off x="1010029" y="3033123"/>
                <a:ext cx="9731382" cy="2012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94E982-A87A-B7C4-EABE-692C57EDC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29" y="3033123"/>
                <a:ext cx="9731382" cy="2012667"/>
              </a:xfrm>
              <a:prstGeom prst="rect">
                <a:avLst/>
              </a:prstGeom>
              <a:blipFill>
                <a:blip r:embed="rId7"/>
                <a:stretch>
                  <a:fillRect l="-2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491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AC44F-8316-68AD-5B35-3EAF685B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6F5808-8B0F-6CD6-1B70-251A3806842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CD018-6614-1EBF-035F-5A11FF63B52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2CB6DB-AEB4-52F2-243D-382C12CBF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" y="1710813"/>
            <a:ext cx="5664198" cy="5015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F2C997-FFAC-A05B-2D74-E5742C6EAFAC}"/>
                  </a:ext>
                </a:extLst>
              </p:cNvPr>
              <p:cNvSpPr txBox="1"/>
              <p:nvPr/>
            </p:nvSpPr>
            <p:spPr>
              <a:xfrm>
                <a:off x="5872480" y="1926628"/>
                <a:ext cx="63146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a Jacobian with real valued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RK4 is absolutely stable for step size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if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[0,−2.784]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F2C997-FFAC-A05B-2D74-E5742C6EA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1926628"/>
                <a:ext cx="6314604" cy="1200329"/>
              </a:xfrm>
              <a:prstGeom prst="rect">
                <a:avLst/>
              </a:prstGeom>
              <a:blipFill>
                <a:blip r:embed="rId4"/>
                <a:stretch>
                  <a:fillRect l="-1448" t="-4061" r="-965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5637B9-E78B-D2F3-5D85-C3590BEAF25E}"/>
                  </a:ext>
                </a:extLst>
              </p:cNvPr>
              <p:cNvSpPr txBox="1"/>
              <p:nvPr/>
            </p:nvSpPr>
            <p:spPr>
              <a:xfrm>
                <a:off x="5882312" y="3342772"/>
                <a:ext cx="6314604" cy="3556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the RK4 Method to be stable for our simple BNN system, we need: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−2.784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.696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−2.784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.696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decrease over time due to their inferiority as strategies, this condition really applies to the starting condition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5637B9-E78B-D2F3-5D85-C3590BEAF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312" y="3342772"/>
                <a:ext cx="6314604" cy="3556038"/>
              </a:xfrm>
              <a:prstGeom prst="rect">
                <a:avLst/>
              </a:prstGeom>
              <a:blipFill>
                <a:blip r:embed="rId5"/>
                <a:stretch>
                  <a:fillRect l="-1544" t="-1370" r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BC03B06-A162-5EB2-FDA3-4191803C8097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4188240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82E69-FF8D-1E6E-8A0E-705F152E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9B1E11-1228-6FC0-7970-5AE00630338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7AB11-6A87-B22A-9FAA-675B87FA5F6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EEDCB-6819-709B-1009-0B63A04E7DA3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695FC-98DE-85A8-BD93-2D4931BB38D7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D5F33A-BF8D-480D-BAC2-D92D75DE6FE1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=.5,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D5F33A-BF8D-480D-BAC2-D92D75DE6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343191F-C05C-2882-6666-E36D8006F3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27" y="1843566"/>
            <a:ext cx="7728347" cy="4985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D1E357-819B-4D7D-10CE-B0D9BE9E8687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</p:spTree>
    <p:extLst>
      <p:ext uri="{BB962C8B-B14F-4D97-AF65-F5344CB8AC3E}">
        <p14:creationId xmlns:p14="http://schemas.microsoft.com/office/powerpoint/2010/main" val="4023793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453A1-BC36-F5BA-D357-B9D27437D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C87D6E-C8E7-8758-BBA4-AC8595EF440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4F7022-F5C6-6099-DC28-7930208E037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A75AEC-5D71-2A57-B0C5-5396C7F87FEF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0D6F5E-7BCD-011C-7A38-59B06538BEBA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01DA7C-2875-51A8-D478-C4034D33C4BB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01DA7C-2875-51A8-D478-C4034D33C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BC3CBF18-6011-402D-8AFF-E6C81000AB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27" y="1843566"/>
            <a:ext cx="7728347" cy="4985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004FCB-A589-73F0-5136-D8C986A818FA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</p:spTree>
    <p:extLst>
      <p:ext uri="{BB962C8B-B14F-4D97-AF65-F5344CB8AC3E}">
        <p14:creationId xmlns:p14="http://schemas.microsoft.com/office/powerpoint/2010/main" val="2901891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BF844-9D26-331C-663B-652A6C41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7BCC0E-F818-F8E8-CA07-63258B3532F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E1972-576A-FA7A-62F2-503227AF9CA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91DAF-EE3A-FC24-1F7B-E9C307CFE694}"/>
              </a:ext>
            </a:extLst>
          </p:cNvPr>
          <p:cNvSpPr txBox="1"/>
          <p:nvPr/>
        </p:nvSpPr>
        <p:spPr>
          <a:xfrm>
            <a:off x="106202" y="1826869"/>
            <a:ext cx="11996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Let’s do an even more interesting BNN system:</a:t>
            </a:r>
          </a:p>
          <a:p>
            <a:r>
              <a:rPr lang="en-US" sz="2400" dirty="0"/>
              <a:t>Two players each with two strategies, neither with a strictly dominant strategy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CC73B0-8A5E-1116-81A3-B9DC5E42A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466964"/>
              </p:ext>
            </p:extLst>
          </p:nvPr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45C499-B588-95BB-EF65-8A15FA3F4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614292"/>
              </p:ext>
            </p:extLst>
          </p:nvPr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0481E59-6CFC-FA72-6DE4-7CDA1E840154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90340-0C8A-10C6-88FD-A1094BD4CDB0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F37DC-294D-6CF1-C63F-1E1CE27BB297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EC09E8-F198-DB5F-F353-98DCA9214689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CB2FFF-9863-192B-FA77-2FC6908C092E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039F4-6A41-5F39-0339-B353B5DBB28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BF8B1-3481-D2C5-938A-E9B24E711EF5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BE23FB-08C9-BCB1-4C45-5922408B84E8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369FE9-3C31-5E43-8DD5-C79BC4E7A516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2129BDC-70CC-A931-2E32-F1345C391DC1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6D688-E03C-9CD4-74F8-86D124CDC04E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B81D4-DEF3-3DEB-C08E-79D1B81F9DDE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3A698-8271-4B6E-F0D9-35AFC365C7B5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11509-A8BE-094B-A93D-96ECDAFE024A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04B54-079B-02A6-8095-13C41F990502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343307-227A-F5AC-6212-699E469749F8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1904361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9DBD-A7B7-B46E-F94D-A3F45EA9A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A1D828-8E6C-CF80-D2E0-1F2D7C66B26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6E7F3C-0F9F-91D4-269B-C2F022EE2DC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8B6883-7779-0917-6508-049B96D5BFF8}"/>
                  </a:ext>
                </a:extLst>
              </p:cNvPr>
              <p:cNvSpPr txBox="1"/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8B6883-7779-0917-6508-049B96D5B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1CD4D6-59A0-543C-105A-AEF59B572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525185"/>
              </p:ext>
            </p:extLst>
          </p:nvPr>
        </p:nvGraphicFramePr>
        <p:xfrm>
          <a:off x="632921" y="2426641"/>
          <a:ext cx="3256714" cy="1402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835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628357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798533D-7D24-8363-07B9-7F35506AFD99}"/>
              </a:ext>
            </a:extLst>
          </p:cNvPr>
          <p:cNvSpPr txBox="1"/>
          <p:nvPr/>
        </p:nvSpPr>
        <p:spPr>
          <a:xfrm>
            <a:off x="168469" y="244667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D0151B-7070-5A4E-52AE-F2025F70BA44}"/>
              </a:ext>
            </a:extLst>
          </p:cNvPr>
          <p:cNvSpPr txBox="1"/>
          <p:nvPr/>
        </p:nvSpPr>
        <p:spPr>
          <a:xfrm>
            <a:off x="168469" y="3103971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E645D6-7824-9ED8-9F36-3ACEED4DB169}"/>
              </a:ext>
            </a:extLst>
          </p:cNvPr>
          <p:cNvSpPr txBox="1"/>
          <p:nvPr/>
        </p:nvSpPr>
        <p:spPr>
          <a:xfrm>
            <a:off x="1181665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314830-9AA4-A7A7-A26A-370DA419ABFD}"/>
              </a:ext>
            </a:extLst>
          </p:cNvPr>
          <p:cNvSpPr txBox="1"/>
          <p:nvPr/>
        </p:nvSpPr>
        <p:spPr>
          <a:xfrm>
            <a:off x="2848230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3901DD-6FB5-55E0-D094-F71FF7680EE0}"/>
                  </a:ext>
                </a:extLst>
              </p:cNvPr>
              <p:cNvSpPr txBox="1"/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2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3901DD-6FB5-55E0-D094-F71FF768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252B4D5-C09B-0C4E-D581-67720E4EB2EC}"/>
              </a:ext>
            </a:extLst>
          </p:cNvPr>
          <p:cNvSpPr txBox="1"/>
          <p:nvPr/>
        </p:nvSpPr>
        <p:spPr>
          <a:xfrm>
            <a:off x="414018" y="3811857"/>
            <a:ext cx="3694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Player 1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9DEDC8-CCE1-4A31-7A1C-5B01B8515818}"/>
                  </a:ext>
                </a:extLst>
              </p:cNvPr>
              <p:cNvSpPr txBox="1"/>
              <p:nvPr/>
            </p:nvSpPr>
            <p:spPr>
              <a:xfrm>
                <a:off x="189576" y="5591489"/>
                <a:ext cx="7879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9DEDC8-CCE1-4A31-7A1C-5B01B8515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76" y="5591489"/>
                <a:ext cx="7879488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A1D586-6A36-A635-397A-E3610B24759F}"/>
                  </a:ext>
                </a:extLst>
              </p:cNvPr>
              <p:cNvSpPr txBox="1"/>
              <p:nvPr/>
            </p:nvSpPr>
            <p:spPr>
              <a:xfrm>
                <a:off x="72737" y="6058708"/>
                <a:ext cx="78794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A1D586-6A36-A635-397A-E3610B247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7" y="6058708"/>
                <a:ext cx="7879487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3A7BA2E-4A8D-D384-E691-D3D63F90F452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1786655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A59A6-CEFF-3E10-6F34-279A49CC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457296-41E9-A4E1-37A9-EE52E6A6F71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26FC3-988F-F89A-40D5-A7EABE0BB80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22DE4C-517B-C5CA-C608-FD1F3289BFEF}"/>
                  </a:ext>
                </a:extLst>
              </p:cNvPr>
              <p:cNvSpPr txBox="1"/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⁡(0,5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09666E-C2D3-4A12-06DE-2E1279666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893437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C838F2-B2D1-CC45-4883-571A0585DF89}"/>
              </a:ext>
            </a:extLst>
          </p:cNvPr>
          <p:cNvGraphicFramePr>
            <a:graphicFrameLocks noGrp="1"/>
          </p:cNvGraphicFramePr>
          <p:nvPr/>
        </p:nvGraphicFramePr>
        <p:xfrm>
          <a:off x="632921" y="2426641"/>
          <a:ext cx="3256714" cy="1402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835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628357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700006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7385917-CD61-C0D2-CA70-E2F06AC7324E}"/>
              </a:ext>
            </a:extLst>
          </p:cNvPr>
          <p:cNvSpPr txBox="1"/>
          <p:nvPr/>
        </p:nvSpPr>
        <p:spPr>
          <a:xfrm>
            <a:off x="168469" y="244667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F0C546-CC92-352F-8135-6DAA5849B5B0}"/>
              </a:ext>
            </a:extLst>
          </p:cNvPr>
          <p:cNvSpPr txBox="1"/>
          <p:nvPr/>
        </p:nvSpPr>
        <p:spPr>
          <a:xfrm>
            <a:off x="168469" y="3103971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192FFD-37DB-7FC8-2449-1A9E61B911A8}"/>
              </a:ext>
            </a:extLst>
          </p:cNvPr>
          <p:cNvSpPr txBox="1"/>
          <p:nvPr/>
        </p:nvSpPr>
        <p:spPr>
          <a:xfrm>
            <a:off x="1181665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58DA75-14EF-162A-C9AC-374E491AEB0D}"/>
              </a:ext>
            </a:extLst>
          </p:cNvPr>
          <p:cNvSpPr txBox="1"/>
          <p:nvPr/>
        </p:nvSpPr>
        <p:spPr>
          <a:xfrm>
            <a:off x="2848230" y="175052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3A3464-1EF1-A5D5-685C-46F8F771E20F}"/>
                  </a:ext>
                </a:extLst>
              </p:cNvPr>
              <p:cNvSpPr txBox="1"/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⁡(0,7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3A3464-1EF1-A5D5-685C-46F8F771E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386" y="4431772"/>
                <a:ext cx="9768242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CEEBE61-37AF-5FD9-5EE1-9DCED5D58578}"/>
              </a:ext>
            </a:extLst>
          </p:cNvPr>
          <p:cNvSpPr txBox="1"/>
          <p:nvPr/>
        </p:nvSpPr>
        <p:spPr>
          <a:xfrm>
            <a:off x="414018" y="3811857"/>
            <a:ext cx="3694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DF1999-2180-8042-BE21-34C366B8906B}"/>
                  </a:ext>
                </a:extLst>
              </p:cNvPr>
              <p:cNvSpPr txBox="1"/>
              <p:nvPr/>
            </p:nvSpPr>
            <p:spPr>
              <a:xfrm>
                <a:off x="96112" y="5581098"/>
                <a:ext cx="7879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DF1999-2180-8042-BE21-34C366B89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2" y="5581098"/>
                <a:ext cx="7879488" cy="461665"/>
              </a:xfrm>
              <a:prstGeom prst="rect">
                <a:avLst/>
              </a:prstGeom>
              <a:blipFill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54B033-E196-9D65-4112-453A867DB301}"/>
                  </a:ext>
                </a:extLst>
              </p:cNvPr>
              <p:cNvSpPr txBox="1"/>
              <p:nvPr/>
            </p:nvSpPr>
            <p:spPr>
              <a:xfrm>
                <a:off x="0" y="6071151"/>
                <a:ext cx="8325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0, −2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54B033-E196-9D65-4112-453A867DB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71151"/>
                <a:ext cx="8325314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A5B31E0-58A7-7474-6A8B-F0A3E7333C38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143248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372F2-FC33-7386-3B9F-80F7DD752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31A64B-7A77-1F2A-0F72-76438F8A541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EE35D8-3002-B5E2-8C4C-4D6569E947F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E52351-C1EF-EDC1-E3CF-D908A6848BC8}"/>
                  </a:ext>
                </a:extLst>
              </p:cNvPr>
              <p:cNvSpPr txBox="1"/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E3FC52-B3B3-8FAE-63A8-E7CC586D2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143" y="2301162"/>
                <a:ext cx="6258273" cy="99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F91BB5-54E3-AEE2-EF33-33D8DA9D230B}"/>
                  </a:ext>
                </a:extLst>
              </p:cNvPr>
              <p:cNvSpPr txBox="1"/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Note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contains the mixed strategy information of all players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9FAC98-3FAC-B278-ED1F-BEB6A337F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6375864"/>
                <a:ext cx="11896531" cy="400110"/>
              </a:xfrm>
              <a:prstGeom prst="rect">
                <a:avLst/>
              </a:prstGeom>
              <a:blipFill>
                <a:blip r:embed="rId4"/>
                <a:stretch>
                  <a:fillRect l="-512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07C152-EDD0-15B9-D628-62470F314D18}"/>
                  </a:ext>
                </a:extLst>
              </p:cNvPr>
              <p:cNvSpPr txBox="1"/>
              <p:nvPr/>
            </p:nvSpPr>
            <p:spPr>
              <a:xfrm>
                <a:off x="4956464" y="4612143"/>
                <a:ext cx="7257394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07C152-EDD0-15B9-D628-62470F314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464" y="4612143"/>
                <a:ext cx="7257394" cy="502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F6CE96-9A3F-D2C2-8ED1-DDA21881700D}"/>
                  </a:ext>
                </a:extLst>
              </p:cNvPr>
              <p:cNvSpPr txBox="1"/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We 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b="0" dirty="0"/>
                  <a:t> functions to construct the dynamical system: 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6A1146-10A9-47A1-B528-9D016759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1870491"/>
                <a:ext cx="8816447" cy="491417"/>
              </a:xfrm>
              <a:prstGeom prst="rect">
                <a:avLst/>
              </a:prstGeom>
              <a:blipFill>
                <a:blip r:embed="rId8"/>
                <a:stretch>
                  <a:fillRect l="-1037" t="-7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Right 18">
            <a:extLst>
              <a:ext uri="{FF2B5EF4-FFF2-40B4-BE49-F238E27FC236}">
                <a16:creationId xmlns:a16="http://schemas.microsoft.com/office/drawing/2014/main" id="{74843CC3-AA43-5CDF-29D5-C5AFC92AF288}"/>
              </a:ext>
            </a:extLst>
          </p:cNvPr>
          <p:cNvSpPr/>
          <p:nvPr/>
        </p:nvSpPr>
        <p:spPr>
          <a:xfrm>
            <a:off x="3797301" y="4785620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C46B57-B131-4258-A328-900480FBC3FA}"/>
                  </a:ext>
                </a:extLst>
              </p:cNvPr>
              <p:cNvSpPr txBox="1"/>
              <p:nvPr/>
            </p:nvSpPr>
            <p:spPr>
              <a:xfrm>
                <a:off x="-731954" y="3301382"/>
                <a:ext cx="5363548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3843E8-E459-5D92-BD24-0672EDC79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3301382"/>
                <a:ext cx="5363548" cy="501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2A00AB-ADA1-4EC0-5B22-52BF1A36C4F8}"/>
                  </a:ext>
                </a:extLst>
              </p:cNvPr>
              <p:cNvSpPr txBox="1"/>
              <p:nvPr/>
            </p:nvSpPr>
            <p:spPr>
              <a:xfrm>
                <a:off x="-731954" y="3847458"/>
                <a:ext cx="5363548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DFBF95-CC27-E96C-3101-B19768B65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3847458"/>
                <a:ext cx="5363548" cy="5173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38935A-DBFE-3BB9-EA94-0A6CDDABFE48}"/>
                  </a:ext>
                </a:extLst>
              </p:cNvPr>
              <p:cNvSpPr txBox="1"/>
              <p:nvPr/>
            </p:nvSpPr>
            <p:spPr>
              <a:xfrm>
                <a:off x="-731954" y="4601085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A1216A-C101-8879-BC14-C2902E9AF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4601085"/>
                <a:ext cx="5363548" cy="5025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234ACC6-1DB2-BEA2-83F8-C36E24A65B07}"/>
                  </a:ext>
                </a:extLst>
              </p:cNvPr>
              <p:cNvSpPr txBox="1"/>
              <p:nvPr/>
            </p:nvSpPr>
            <p:spPr>
              <a:xfrm>
                <a:off x="-731954" y="5147161"/>
                <a:ext cx="536354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3C74CA-1C96-5F56-F73B-27667B21A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954" y="5147161"/>
                <a:ext cx="5363548" cy="5025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BE51DE-F048-8AF5-B927-B4F1F9041718}"/>
                  </a:ext>
                </a:extLst>
              </p:cNvPr>
              <p:cNvSpPr txBox="1"/>
              <p:nvPr/>
            </p:nvSpPr>
            <p:spPr>
              <a:xfrm>
                <a:off x="4747260" y="5155818"/>
                <a:ext cx="7764642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BE51DE-F048-8AF5-B927-B4F1F9041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60" y="5155818"/>
                <a:ext cx="7764642" cy="5025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7F8AC74-1A70-DF6F-F30C-545BE1BBACC9}"/>
              </a:ext>
            </a:extLst>
          </p:cNvPr>
          <p:cNvSpPr txBox="1"/>
          <p:nvPr/>
        </p:nvSpPr>
        <p:spPr>
          <a:xfrm>
            <a:off x="1077830" y="142775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More Complicated BNN System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6C00417-7174-80FB-DAFB-D1451BCB9AB0}"/>
              </a:ext>
            </a:extLst>
          </p:cNvPr>
          <p:cNvSpPr/>
          <p:nvPr/>
        </p:nvSpPr>
        <p:spPr>
          <a:xfrm>
            <a:off x="3797300" y="5339899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E08878-4B2F-E9F3-91C8-DA9CFAD52EFC}"/>
                  </a:ext>
                </a:extLst>
              </p:cNvPr>
              <p:cNvSpPr txBox="1"/>
              <p:nvPr/>
            </p:nvSpPr>
            <p:spPr>
              <a:xfrm>
                <a:off x="4956464" y="3331280"/>
                <a:ext cx="7257394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E08878-4B2F-E9F3-91C8-DA9CFAD52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464" y="3331280"/>
                <a:ext cx="7257394" cy="50180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7C135BA9-E52F-0A11-0757-E6FA74AA34E7}"/>
              </a:ext>
            </a:extLst>
          </p:cNvPr>
          <p:cNvSpPr/>
          <p:nvPr/>
        </p:nvSpPr>
        <p:spPr>
          <a:xfrm>
            <a:off x="3797301" y="3504757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DA7600-0BE6-9DD6-F354-452D8DA5B0B2}"/>
                  </a:ext>
                </a:extLst>
              </p:cNvPr>
              <p:cNvSpPr txBox="1"/>
              <p:nvPr/>
            </p:nvSpPr>
            <p:spPr>
              <a:xfrm>
                <a:off x="4747260" y="3874955"/>
                <a:ext cx="7764642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DA7600-0BE6-9DD6-F354-452D8DA5B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60" y="3874955"/>
                <a:ext cx="7764642" cy="50180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094A9822-6B91-97DE-D665-6142305566A4}"/>
              </a:ext>
            </a:extLst>
          </p:cNvPr>
          <p:cNvSpPr/>
          <p:nvPr/>
        </p:nvSpPr>
        <p:spPr>
          <a:xfrm>
            <a:off x="3797300" y="4059036"/>
            <a:ext cx="1159164" cy="186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81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EDA4-8B7A-D201-F91E-00B33ED6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03423B-696E-6AEE-979E-DCC1711583F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93C8C2-25C8-06A9-E784-DDBD9E294A7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914B29-40A6-8307-2A16-E1F1A24E2179}"/>
              </a:ext>
            </a:extLst>
          </p:cNvPr>
          <p:cNvSpPr txBox="1"/>
          <p:nvPr/>
        </p:nvSpPr>
        <p:spPr>
          <a:xfrm>
            <a:off x="1077830" y="142775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Jacobian in Following Scenario: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213958-29B6-565B-C19D-741EB8F9F4FB}"/>
                  </a:ext>
                </a:extLst>
              </p:cNvPr>
              <p:cNvSpPr txBox="1"/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213958-29B6-565B-C19D-741EB8F9F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blipFill>
                <a:blip r:embed="rId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C656A6-74B7-8CE8-0F87-DA4A8BBF5540}"/>
                  </a:ext>
                </a:extLst>
              </p:cNvPr>
              <p:cNvSpPr txBox="1"/>
              <p:nvPr/>
            </p:nvSpPr>
            <p:spPr>
              <a:xfrm>
                <a:off x="4114107" y="1728708"/>
                <a:ext cx="37351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C656A6-74B7-8CE8-0F87-DA4A8BBF5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1728708"/>
                <a:ext cx="3735185" cy="571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601B88E-F669-BF94-844E-B458054C5D16}"/>
                  </a:ext>
                </a:extLst>
              </p:cNvPr>
              <p:cNvSpPr txBox="1"/>
              <p:nvPr/>
            </p:nvSpPr>
            <p:spPr>
              <a:xfrm>
                <a:off x="4114107" y="2299762"/>
                <a:ext cx="39637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601B88E-F669-BF94-844E-B458054C5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2299762"/>
                <a:ext cx="3963785" cy="571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517926-072D-6C21-C515-7D9D40BC7C4B}"/>
                  </a:ext>
                </a:extLst>
              </p:cNvPr>
              <p:cNvSpPr txBox="1"/>
              <p:nvPr/>
            </p:nvSpPr>
            <p:spPr>
              <a:xfrm>
                <a:off x="55355" y="3097604"/>
                <a:ext cx="12166600" cy="2337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517926-072D-6C21-C515-7D9D40BC7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5" y="3097604"/>
                <a:ext cx="12166600" cy="2337884"/>
              </a:xfrm>
              <a:prstGeom prst="rect">
                <a:avLst/>
              </a:prstGeom>
              <a:blipFill>
                <a:blip r:embed="rId6"/>
                <a:stretch>
                  <a:fillRect l="-2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AB832E7-1C8C-BD03-553B-8416D1DB637E}"/>
              </a:ext>
            </a:extLst>
          </p:cNvPr>
          <p:cNvSpPr txBox="1"/>
          <p:nvPr/>
        </p:nvSpPr>
        <p:spPr>
          <a:xfrm>
            <a:off x="283589" y="549772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7E76FD-461F-54EE-D12D-8014B0715977}"/>
                  </a:ext>
                </a:extLst>
              </p:cNvPr>
              <p:cNvSpPr txBox="1"/>
              <p:nvPr/>
            </p:nvSpPr>
            <p:spPr>
              <a:xfrm>
                <a:off x="-78278" y="1757393"/>
                <a:ext cx="3963785" cy="570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7E76FD-461F-54EE-D12D-8014B0715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1757393"/>
                <a:ext cx="3963785" cy="5701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5E1B6C-145D-8969-1761-5AD866C7551F}"/>
                  </a:ext>
                </a:extLst>
              </p:cNvPr>
              <p:cNvSpPr txBox="1"/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5E1B6C-145D-8969-1761-5AD866C75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73428B5-DBF1-89DF-34E4-B605E33993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589" y="5928610"/>
            <a:ext cx="10514894" cy="89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92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10F5-EA72-A1D5-86BC-1DA05B69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BC288A-9DCD-6599-B1DA-7C933CAAC45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06EFF9-CE58-3924-78FD-5AE307CB270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D6D11C-0DEB-F025-5E70-0AC5EF93C80F}"/>
              </a:ext>
            </a:extLst>
          </p:cNvPr>
          <p:cNvSpPr txBox="1"/>
          <p:nvPr/>
        </p:nvSpPr>
        <p:spPr>
          <a:xfrm>
            <a:off x="1077830" y="142775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Jacobian in Following Scenario: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CA294F-AEA9-6BDB-D5B6-F9E3849B4894}"/>
                  </a:ext>
                </a:extLst>
              </p:cNvPr>
              <p:cNvSpPr txBox="1"/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CA294F-AEA9-6BDB-D5B6-F9E3849B4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blipFill>
                <a:blip r:embed="rId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262A85-6D23-3E79-B030-A29902F1C318}"/>
                  </a:ext>
                </a:extLst>
              </p:cNvPr>
              <p:cNvSpPr txBox="1"/>
              <p:nvPr/>
            </p:nvSpPr>
            <p:spPr>
              <a:xfrm>
                <a:off x="4114107" y="1728708"/>
                <a:ext cx="37351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262A85-6D23-3E79-B030-A29902F1C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1728708"/>
                <a:ext cx="3735185" cy="571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54E0E7-7558-D0A8-2DDB-758019F7757E}"/>
                  </a:ext>
                </a:extLst>
              </p:cNvPr>
              <p:cNvSpPr txBox="1"/>
              <p:nvPr/>
            </p:nvSpPr>
            <p:spPr>
              <a:xfrm>
                <a:off x="4114107" y="2299762"/>
                <a:ext cx="3963785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54E0E7-7558-D0A8-2DDB-758019F77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2299762"/>
                <a:ext cx="3963785" cy="571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6C07F8C-601F-235F-FA3C-569AA03B5F29}"/>
                  </a:ext>
                </a:extLst>
              </p:cNvPr>
              <p:cNvSpPr txBox="1"/>
              <p:nvPr/>
            </p:nvSpPr>
            <p:spPr>
              <a:xfrm>
                <a:off x="103440" y="3123049"/>
                <a:ext cx="12166600" cy="2337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6C07F8C-601F-235F-FA3C-569AA03B5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40" y="3123049"/>
                <a:ext cx="12166600" cy="2337884"/>
              </a:xfrm>
              <a:prstGeom prst="rect">
                <a:avLst/>
              </a:prstGeom>
              <a:blipFill>
                <a:blip r:embed="rId6"/>
                <a:stretch>
                  <a:fillRect l="-2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8D9C5FE-FBE6-DBEF-9896-3E051EFAADED}"/>
                  </a:ext>
                </a:extLst>
              </p:cNvPr>
              <p:cNvSpPr txBox="1"/>
              <p:nvPr/>
            </p:nvSpPr>
            <p:spPr>
              <a:xfrm>
                <a:off x="-78278" y="1757393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8D9C5FE-FBE6-DBEF-9896-3E051EFAA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1757393"/>
                <a:ext cx="3963785" cy="5881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60C6DD-ADB6-BE45-67ED-0B866D12ADCF}"/>
                  </a:ext>
                </a:extLst>
              </p:cNvPr>
              <p:cNvSpPr txBox="1"/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60C6DD-ADB6-BE45-67ED-0B866D12A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736351A-BBEB-ACEA-75D5-7AF00BB84963}"/>
              </a:ext>
            </a:extLst>
          </p:cNvPr>
          <p:cNvSpPr txBox="1"/>
          <p:nvPr/>
        </p:nvSpPr>
        <p:spPr>
          <a:xfrm>
            <a:off x="283589" y="549772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3C42B-2319-08A4-23F8-952FCC9E5F7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4399"/>
          <a:stretch>
            <a:fillRect/>
          </a:stretch>
        </p:blipFill>
        <p:spPr>
          <a:xfrm>
            <a:off x="283589" y="6088149"/>
            <a:ext cx="9131939" cy="76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434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34B9D-F27F-26F5-4E99-34824B67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C92886-707B-84B9-B7C8-EA9CA00F0A0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210A4-84A9-BABD-9090-3CE91AC2BC1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22A540-73F9-B3B3-5314-E2EAB5348D43}"/>
              </a:ext>
            </a:extLst>
          </p:cNvPr>
          <p:cNvSpPr txBox="1"/>
          <p:nvPr/>
        </p:nvSpPr>
        <p:spPr>
          <a:xfrm>
            <a:off x="1077830" y="142775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Jacobian in Following Scenario: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DB21EE-7C08-966D-8C1C-9454101CF200}"/>
                  </a:ext>
                </a:extLst>
              </p:cNvPr>
              <p:cNvSpPr txBox="1"/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DB21EE-7C08-966D-8C1C-9454101CF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blipFill>
                <a:blip r:embed="rId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D3CEE7B-2E8A-F86E-ED9A-B723A4560573}"/>
                  </a:ext>
                </a:extLst>
              </p:cNvPr>
              <p:cNvSpPr txBox="1"/>
              <p:nvPr/>
            </p:nvSpPr>
            <p:spPr>
              <a:xfrm>
                <a:off x="4114107" y="1728708"/>
                <a:ext cx="3963785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D3CEE7B-2E8A-F86E-ED9A-B723A4560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1728708"/>
                <a:ext cx="3963785" cy="5890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204D4D-1F6B-3403-6626-C68B784724AA}"/>
                  </a:ext>
                </a:extLst>
              </p:cNvPr>
              <p:cNvSpPr txBox="1"/>
              <p:nvPr/>
            </p:nvSpPr>
            <p:spPr>
              <a:xfrm>
                <a:off x="4114107" y="2299762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204D4D-1F6B-3403-6626-C68B78472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2299762"/>
                <a:ext cx="3963785" cy="5881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110F2C-DD5A-2DD9-84DA-54EB1196A7BA}"/>
                  </a:ext>
                </a:extLst>
              </p:cNvPr>
              <p:cNvSpPr txBox="1"/>
              <p:nvPr/>
            </p:nvSpPr>
            <p:spPr>
              <a:xfrm>
                <a:off x="124222" y="3110412"/>
                <a:ext cx="12472773" cy="2337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3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110F2C-DD5A-2DD9-84DA-54EB1196A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22" y="3110412"/>
                <a:ext cx="12472773" cy="2337884"/>
              </a:xfrm>
              <a:prstGeom prst="rect">
                <a:avLst/>
              </a:prstGeom>
              <a:blipFill>
                <a:blip r:embed="rId6"/>
                <a:stretch>
                  <a:fillRect l="-1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8551F0-9A39-FDBB-A741-F861A1B3822E}"/>
                  </a:ext>
                </a:extLst>
              </p:cNvPr>
              <p:cNvSpPr txBox="1"/>
              <p:nvPr/>
            </p:nvSpPr>
            <p:spPr>
              <a:xfrm>
                <a:off x="36023" y="1757393"/>
                <a:ext cx="3875578" cy="570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8551F0-9A39-FDBB-A741-F861A1B38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3" y="1757393"/>
                <a:ext cx="3875578" cy="5701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BFA841-805A-B637-B824-0FF45C0390EC}"/>
                  </a:ext>
                </a:extLst>
              </p:cNvPr>
              <p:cNvSpPr txBox="1"/>
              <p:nvPr/>
            </p:nvSpPr>
            <p:spPr>
              <a:xfrm>
                <a:off x="-140623" y="2317780"/>
                <a:ext cx="3963785" cy="570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BFA841-805A-B637-B824-0FF45C039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0623" y="2317780"/>
                <a:ext cx="3963785" cy="5701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C5923EC-AEAD-6A2B-DC6A-AB51146BA556}"/>
              </a:ext>
            </a:extLst>
          </p:cNvPr>
          <p:cNvSpPr txBox="1"/>
          <p:nvPr/>
        </p:nvSpPr>
        <p:spPr>
          <a:xfrm>
            <a:off x="283589" y="549772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CA0E3E-CF6A-E258-FE78-9F3F1883A8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588" y="5978035"/>
            <a:ext cx="7927839" cy="74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66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4D3A7-0833-BE4C-323E-429F9035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32CDBB-DEBB-E04C-DD2B-D36B0F30177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844CE-0C5C-E761-F3EA-127E94BBA15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AF13F9-5698-F2CF-2A09-DBB3843CF529}"/>
              </a:ext>
            </a:extLst>
          </p:cNvPr>
          <p:cNvSpPr txBox="1"/>
          <p:nvPr/>
        </p:nvSpPr>
        <p:spPr>
          <a:xfrm>
            <a:off x="1077830" y="142775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Jacobian in Following Scenario: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EB5648-E50E-B047-DCC5-1B5219191428}"/>
                  </a:ext>
                </a:extLst>
              </p:cNvPr>
              <p:cNvSpPr txBox="1"/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EB5648-E50E-B047-DCC5-1B5219191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0" y="769851"/>
                <a:ext cx="6619008" cy="584775"/>
              </a:xfrm>
              <a:prstGeom prst="rect">
                <a:avLst/>
              </a:prstGeom>
              <a:blipFill>
                <a:blip r:embed="rId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6ED9B0-C64E-1083-24D9-5537A59A0C50}"/>
                  </a:ext>
                </a:extLst>
              </p:cNvPr>
              <p:cNvSpPr txBox="1"/>
              <p:nvPr/>
            </p:nvSpPr>
            <p:spPr>
              <a:xfrm>
                <a:off x="487903" y="3155674"/>
                <a:ext cx="10914270" cy="2045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b="0" dirty="0"/>
                  <a:t>Jacobian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6ED9B0-C64E-1083-24D9-5537A59A0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03" y="3155674"/>
                <a:ext cx="10914270" cy="2045625"/>
              </a:xfrm>
              <a:prstGeom prst="rect">
                <a:avLst/>
              </a:prstGeom>
              <a:blipFill>
                <a:blip r:embed="rId4"/>
                <a:stretch>
                  <a:fillRect l="-1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5FBCF9-26BF-DB27-12D9-8A1E0816E33B}"/>
                  </a:ext>
                </a:extLst>
              </p:cNvPr>
              <p:cNvSpPr txBox="1"/>
              <p:nvPr/>
            </p:nvSpPr>
            <p:spPr>
              <a:xfrm>
                <a:off x="-78278" y="1757393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5FBCF9-26BF-DB27-12D9-8A1E0816E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1757393"/>
                <a:ext cx="3963785" cy="5881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88C687-55D6-36E6-6E13-632E807DB089}"/>
                  </a:ext>
                </a:extLst>
              </p:cNvPr>
              <p:cNvSpPr txBox="1"/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88C687-55D6-36E6-6E13-632E807DB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278" y="2328447"/>
                <a:ext cx="3963785" cy="5881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0ED13F-B6DF-BF35-4258-846E720DA3A6}"/>
                  </a:ext>
                </a:extLst>
              </p:cNvPr>
              <p:cNvSpPr txBox="1"/>
              <p:nvPr/>
            </p:nvSpPr>
            <p:spPr>
              <a:xfrm>
                <a:off x="4114107" y="1728708"/>
                <a:ext cx="3963785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0ED13F-B6DF-BF35-4258-846E720DA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1728708"/>
                <a:ext cx="3963785" cy="5890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25426E-CB52-2996-BD64-C1379602757E}"/>
                  </a:ext>
                </a:extLst>
              </p:cNvPr>
              <p:cNvSpPr txBox="1"/>
              <p:nvPr/>
            </p:nvSpPr>
            <p:spPr>
              <a:xfrm>
                <a:off x="4114107" y="2299762"/>
                <a:ext cx="3963785" cy="58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25426E-CB52-2996-BD64-C13796027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107" y="2299762"/>
                <a:ext cx="3963785" cy="5881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8A819C7-C998-CE0D-F4D2-C6D6FAEE9446}"/>
              </a:ext>
            </a:extLst>
          </p:cNvPr>
          <p:cNvSpPr txBox="1"/>
          <p:nvPr/>
        </p:nvSpPr>
        <p:spPr>
          <a:xfrm>
            <a:off x="283589" y="5497722"/>
            <a:ext cx="18506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u="sng" dirty="0"/>
              <a:t>Eigenvalues</a:t>
            </a:r>
            <a:endParaRPr lang="en-US" sz="28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16C2A-1D68-0471-E5AD-C563286D7C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903" y="5928609"/>
            <a:ext cx="9041945" cy="88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07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6551C-C8B0-7078-923F-72D94A24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0C6F70-10E3-820B-8CCF-88E9D83A854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D3D64F-D1FC-91C3-DA27-C2AD64BE4C8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6BF449-757C-7B3C-78D8-3D41BF482B26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86C80-C2CC-568E-2205-FFAD496174F5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7C9B7D-CDB4-F7A9-82BD-FE6BEC394976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7C9B7D-CDB4-F7A9-82BD-FE6BEC39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57FA042-E041-1A09-174F-C7BB4F74A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27" y="1843566"/>
            <a:ext cx="7728347" cy="4985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C406FA-5C39-39FE-AD35-3E362EFC2F38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652858-6259-9783-FBF4-56D2633B489B}"/>
                  </a:ext>
                </a:extLst>
              </p:cNvPr>
              <p:cNvSpPr txBox="1"/>
              <p:nvPr/>
            </p:nvSpPr>
            <p:spPr>
              <a:xfrm>
                <a:off x="8134550" y="3474369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 .01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652858-6259-9783-FBF4-56D2633B4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0" y="3474369"/>
                <a:ext cx="357505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0713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7984-F417-A8B3-7FD4-2F80720EE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77FA10-6C74-ADFA-D4C1-62AA9E313AE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8E7DEC-16C5-A5B1-C5BF-D39D904822B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53855-A821-5963-97E5-90B9E5014546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147FD5-C606-575C-0694-3F11F267CA19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D392DE-1A55-E8A6-4256-7BF80DFB709C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D392DE-1A55-E8A6-4256-7BF80DFB7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08FF5B87-8EC6-2FC1-05E7-452D35D50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155" y="1843566"/>
            <a:ext cx="7607691" cy="4985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9DDEB93-FCDF-DA61-35AB-B822B851860D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E7B5F0-F503-EBD9-93C9-E6C2441185C5}"/>
                  </a:ext>
                </a:extLst>
              </p:cNvPr>
              <p:cNvSpPr txBox="1"/>
              <p:nvPr/>
            </p:nvSpPr>
            <p:spPr>
              <a:xfrm>
                <a:off x="7916341" y="3575931"/>
                <a:ext cx="357505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dirty="0"/>
                  <a:t>The bound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.696</m:t>
                    </m:r>
                  </m:oMath>
                </a14:m>
                <a:r>
                  <a:rPr lang="en-US" sz="2400" dirty="0"/>
                  <a:t> comes from the fact that the largest magnitude eigenvector is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E7B5F0-F503-EBD9-93C9-E6C244118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341" y="3575931"/>
                <a:ext cx="3575050" cy="1569660"/>
              </a:xfrm>
              <a:prstGeom prst="rect">
                <a:avLst/>
              </a:prstGeom>
              <a:blipFill>
                <a:blip r:embed="rId5"/>
                <a:stretch>
                  <a:fillRect l="-2730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078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956A-244E-4B3D-E5ED-B7854BC47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931F1D-93F4-DBBA-24F9-47A868DB9B2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285326-1800-3850-C755-401086AEB07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292B99-1B61-D694-E677-C47B17798868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670F1D-F22F-73FA-9597-A125987CECCB}"/>
              </a:ext>
            </a:extLst>
          </p:cNvPr>
          <p:cNvSpPr txBox="1"/>
          <p:nvPr/>
        </p:nvSpPr>
        <p:spPr>
          <a:xfrm>
            <a:off x="8572701" y="2551039"/>
            <a:ext cx="333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Starting Conditions: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9D1DE8-8B4E-042E-A615-AED76D275921}"/>
                  </a:ext>
                </a:extLst>
              </p:cNvPr>
              <p:cNvSpPr txBox="1"/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=1, 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9D1DE8-8B4E-042E-A615-AED76D27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51" y="3012704"/>
                <a:ext cx="35750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7264228-678D-19EA-40BF-36E57D39DEA1}"/>
              </a:ext>
            </a:extLst>
          </p:cNvPr>
          <p:cNvSpPr txBox="1"/>
          <p:nvPr/>
        </p:nvSpPr>
        <p:spPr>
          <a:xfrm>
            <a:off x="9001426" y="2089374"/>
            <a:ext cx="1841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RK4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0C96F-AEF8-C80B-262E-3B81614BCCF6}"/>
              </a:ext>
            </a:extLst>
          </p:cNvPr>
          <p:cNvSpPr txBox="1"/>
          <p:nvPr/>
        </p:nvSpPr>
        <p:spPr>
          <a:xfrm>
            <a:off x="1432413" y="3700622"/>
            <a:ext cx="5134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Look into </a:t>
            </a:r>
            <a:r>
              <a:rPr lang="en-US" sz="2400"/>
              <a:t>positive eigenvalues!!!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6626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6272</TotalTime>
  <Words>2643</Words>
  <Application>Microsoft Office PowerPoint</Application>
  <PresentationFormat>Widescreen</PresentationFormat>
  <Paragraphs>481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59</cp:revision>
  <cp:lastPrinted>2025-08-21T02:00:35Z</cp:lastPrinted>
  <dcterms:created xsi:type="dcterms:W3CDTF">2025-08-20T23:47:39Z</dcterms:created>
  <dcterms:modified xsi:type="dcterms:W3CDTF">2026-04-07T02:39:12Z</dcterms:modified>
</cp:coreProperties>
</file>