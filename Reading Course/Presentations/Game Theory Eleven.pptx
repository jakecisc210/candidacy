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91" r:id="rId2"/>
    <p:sldId id="443" r:id="rId3"/>
    <p:sldId id="510" r:id="rId4"/>
    <p:sldId id="511" r:id="rId5"/>
    <p:sldId id="512" r:id="rId6"/>
    <p:sldId id="514" r:id="rId7"/>
    <p:sldId id="513" r:id="rId8"/>
    <p:sldId id="515" r:id="rId9"/>
    <p:sldId id="516" r:id="rId10"/>
    <p:sldId id="517" r:id="rId11"/>
    <p:sldId id="519" r:id="rId12"/>
    <p:sldId id="520" r:id="rId13"/>
    <p:sldId id="523" r:id="rId14"/>
    <p:sldId id="521" r:id="rId15"/>
    <p:sldId id="524" r:id="rId16"/>
    <p:sldId id="525" r:id="rId17"/>
    <p:sldId id="526" r:id="rId18"/>
    <p:sldId id="527" r:id="rId19"/>
    <p:sldId id="528" r:id="rId20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43"/>
            <p14:sldId id="510"/>
            <p14:sldId id="511"/>
            <p14:sldId id="512"/>
            <p14:sldId id="514"/>
            <p14:sldId id="513"/>
            <p14:sldId id="515"/>
            <p14:sldId id="516"/>
            <p14:sldId id="517"/>
            <p14:sldId id="519"/>
            <p14:sldId id="520"/>
            <p14:sldId id="523"/>
            <p14:sldId id="521"/>
            <p14:sldId id="524"/>
            <p14:sldId id="525"/>
            <p14:sldId id="526"/>
            <p14:sldId id="527"/>
            <p14:sldId id="52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064EA1"/>
    <a:srgbClr val="388847"/>
    <a:srgbClr val="3E7CB9"/>
    <a:srgbClr val="6D9CCA"/>
    <a:srgbClr val="D26764"/>
    <a:srgbClr val="FF66CC"/>
    <a:srgbClr val="FFCC00"/>
    <a:srgbClr val="F21C0B"/>
    <a:srgbClr val="5E83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4CEEFD-F5A2-4C07-8BF8-8FF1B87C4C4D}" v="566" dt="2026-04-28T03:26:13.2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89673" autoAdjust="0"/>
  </p:normalViewPr>
  <p:slideViewPr>
    <p:cSldViewPr snapToGrid="0">
      <p:cViewPr varScale="1">
        <p:scale>
          <a:sx n="74" d="100"/>
          <a:sy n="74" d="100"/>
        </p:scale>
        <p:origin x="1046" y="62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4-28T03:26:18.634" v="2662" actId="1076"/>
      <pc:docMkLst>
        <pc:docMk/>
      </pc:docMkLst>
      <pc:sldChg chg="addSp delSp modSp mod">
        <pc:chgData name="Jacob Wyngaard" userId="6181fcd471e98458" providerId="LiveId" clId="{788BA123-62C9-4DDC-86E5-A6BCA4600216}" dt="2026-04-27T03:18:38.612" v="18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4-27T03:16:04.132" v="5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4-27T03:18:38.612" v="18" actId="1076"/>
          <ac:picMkLst>
            <pc:docMk/>
            <pc:sldMk cId="606609933" sldId="291"/>
            <ac:picMk id="3" creationId="{B14AFA91-DB93-95F9-E771-5F74823F6620}"/>
          </ac:picMkLst>
        </pc:picChg>
        <pc:picChg chg="del">
          <ac:chgData name="Jacob Wyngaard" userId="6181fcd471e98458" providerId="LiveId" clId="{788BA123-62C9-4DDC-86E5-A6BCA4600216}" dt="2026-04-27T03:18:27.688" v="13" actId="478"/>
          <ac:picMkLst>
            <pc:docMk/>
            <pc:sldMk cId="606609933" sldId="291"/>
            <ac:picMk id="7" creationId="{7C27AC2D-996B-CA0D-E7B5-DAA84C8F17A1}"/>
          </ac:picMkLst>
        </pc:picChg>
      </pc:sldChg>
      <pc:sldChg chg="addSp delSp modSp add mod">
        <pc:chgData name="Jacob Wyngaard" userId="6181fcd471e98458" providerId="LiveId" clId="{788BA123-62C9-4DDC-86E5-A6BCA4600216}" dt="2026-04-27T03:17:09.111" v="12" actId="1076"/>
        <pc:sldMkLst>
          <pc:docMk/>
          <pc:sldMk cId="1904361733" sldId="443"/>
        </pc:sldMkLst>
        <pc:spChg chg="mod">
          <ac:chgData name="Jacob Wyngaard" userId="6181fcd471e98458" providerId="LiveId" clId="{788BA123-62C9-4DDC-86E5-A6BCA4600216}" dt="2026-04-27T03:17:09.111" v="12" actId="1076"/>
          <ac:spMkLst>
            <pc:docMk/>
            <pc:sldMk cId="1904361733" sldId="443"/>
            <ac:spMk id="2" creationId="{12191DAF-EE3A-FC24-1F7B-E9C307CFE694}"/>
          </ac:spMkLst>
        </pc:spChg>
        <pc:spChg chg="add mod">
          <ac:chgData name="Jacob Wyngaard" userId="6181fcd471e98458" providerId="LiveId" clId="{788BA123-62C9-4DDC-86E5-A6BCA4600216}" dt="2026-04-27T03:16:58.074" v="8"/>
          <ac:spMkLst>
            <pc:docMk/>
            <pc:sldMk cId="1904361733" sldId="443"/>
            <ac:spMk id="9" creationId="{8D8651B8-F92D-CD54-DB41-E67E2CB6EB17}"/>
          </ac:spMkLst>
        </pc:spChg>
        <pc:spChg chg="del">
          <ac:chgData name="Jacob Wyngaard" userId="6181fcd471e98458" providerId="LiveId" clId="{788BA123-62C9-4DDC-86E5-A6BCA4600216}" dt="2026-04-27T03:17:00.401" v="9" actId="478"/>
          <ac:spMkLst>
            <pc:docMk/>
            <pc:sldMk cId="1904361733" sldId="443"/>
            <ac:spMk id="23" creationId="{37343307-227A-F5AC-6212-699E469749F8}"/>
          </ac:spMkLst>
        </pc:spChg>
        <pc:spChg chg="add mod">
          <ac:chgData name="Jacob Wyngaard" userId="6181fcd471e98458" providerId="LiveId" clId="{788BA123-62C9-4DDC-86E5-A6BCA4600216}" dt="2026-04-27T03:17:00.688" v="10"/>
          <ac:spMkLst>
            <pc:docMk/>
            <pc:sldMk cId="1904361733" sldId="443"/>
            <ac:spMk id="24" creationId="{D1DC5788-BD36-8643-CCF1-839157CE792F}"/>
          </ac:spMkLst>
        </pc:spChg>
      </pc:sldChg>
      <pc:sldChg chg="del">
        <pc:chgData name="Jacob Wyngaard" userId="6181fcd471e98458" providerId="LiveId" clId="{788BA123-62C9-4DDC-86E5-A6BCA4600216}" dt="2026-04-27T03:16:15.709" v="6" actId="47"/>
        <pc:sldMkLst>
          <pc:docMk/>
          <pc:sldMk cId="2121292761" sldId="463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894351923" sldId="479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794749452" sldId="486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678760519" sldId="487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3907911779" sldId="488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472331908" sldId="489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384895477" sldId="490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737047553" sldId="491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3222308516" sldId="492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279759771" sldId="493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866816978" sldId="494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3200373306" sldId="495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832774088" sldId="497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962981932" sldId="498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966636801" sldId="499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482252016" sldId="500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216087116" sldId="501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609829751" sldId="502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875509364" sldId="503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31809210" sldId="504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1362152949" sldId="505"/>
        </pc:sldMkLst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665449843" sldId="506"/>
        </pc:sldMkLst>
      </pc:sldChg>
      <pc:sldChg chg="del">
        <pc:chgData name="Jacob Wyngaard" userId="6181fcd471e98458" providerId="LiveId" clId="{788BA123-62C9-4DDC-86E5-A6BCA4600216}" dt="2026-04-27T03:16:15.709" v="6" actId="47"/>
        <pc:sldMkLst>
          <pc:docMk/>
          <pc:sldMk cId="2636392587" sldId="507"/>
        </pc:sldMkLst>
      </pc:sldChg>
      <pc:sldChg chg="del">
        <pc:chgData name="Jacob Wyngaard" userId="6181fcd471e98458" providerId="LiveId" clId="{788BA123-62C9-4DDC-86E5-A6BCA4600216}" dt="2026-04-27T03:16:15.709" v="6" actId="47"/>
        <pc:sldMkLst>
          <pc:docMk/>
          <pc:sldMk cId="3620747710" sldId="509"/>
        </pc:sldMkLst>
      </pc:sldChg>
      <pc:sldChg chg="delSp modSp mod">
        <pc:chgData name="Jacob Wyngaard" userId="6181fcd471e98458" providerId="LiveId" clId="{788BA123-62C9-4DDC-86E5-A6BCA4600216}" dt="2026-04-27T04:07:15.145" v="480" actId="1076"/>
        <pc:sldMkLst>
          <pc:docMk/>
          <pc:sldMk cId="599309592" sldId="510"/>
        </pc:sldMkLst>
        <pc:spChg chg="mod">
          <ac:chgData name="Jacob Wyngaard" userId="6181fcd471e98458" providerId="LiveId" clId="{788BA123-62C9-4DDC-86E5-A6BCA4600216}" dt="2026-04-27T04:07:15.145" v="480" actId="1076"/>
          <ac:spMkLst>
            <pc:docMk/>
            <pc:sldMk cId="599309592" sldId="510"/>
            <ac:spMk id="2" creationId="{8AFBDFBB-2086-681F-0434-D7C59D3D5C94}"/>
          </ac:spMkLst>
        </pc:spChg>
        <pc:spChg chg="mod">
          <ac:chgData name="Jacob Wyngaard" userId="6181fcd471e98458" providerId="LiveId" clId="{788BA123-62C9-4DDC-86E5-A6BCA4600216}" dt="2026-04-27T04:07:08.180" v="478" actId="1076"/>
          <ac:spMkLst>
            <pc:docMk/>
            <pc:sldMk cId="599309592" sldId="510"/>
            <ac:spMk id="9" creationId="{2660E452-69A7-511A-1083-E03E91206130}"/>
          </ac:spMkLst>
        </pc:spChg>
        <pc:spChg chg="mod">
          <ac:chgData name="Jacob Wyngaard" userId="6181fcd471e98458" providerId="LiveId" clId="{788BA123-62C9-4DDC-86E5-A6BCA4600216}" dt="2026-04-27T04:07:12.714" v="479" actId="1076"/>
          <ac:spMkLst>
            <pc:docMk/>
            <pc:sldMk cId="599309592" sldId="510"/>
            <ac:spMk id="10" creationId="{8B8C00C5-AB1F-BB2C-10E5-A79DE91BAADF}"/>
          </ac:spMkLst>
        </pc:spChg>
        <pc:spChg chg="del">
          <ac:chgData name="Jacob Wyngaard" userId="6181fcd471e98458" providerId="LiveId" clId="{788BA123-62C9-4DDC-86E5-A6BCA4600216}" dt="2026-04-27T04:07:04.326" v="477" actId="478"/>
          <ac:spMkLst>
            <pc:docMk/>
            <pc:sldMk cId="599309592" sldId="510"/>
            <ac:spMk id="11" creationId="{35B0F584-F2C1-A7AC-C8A0-E36B862DDA5D}"/>
          </ac:spMkLst>
        </pc:spChg>
        <pc:spChg chg="mod">
          <ac:chgData name="Jacob Wyngaard" userId="6181fcd471e98458" providerId="LiveId" clId="{788BA123-62C9-4DDC-86E5-A6BCA4600216}" dt="2026-04-27T03:18:51.876" v="32" actId="20577"/>
          <ac:spMkLst>
            <pc:docMk/>
            <pc:sldMk cId="599309592" sldId="510"/>
            <ac:spMk id="23" creationId="{36091EFF-318D-C2DF-87C7-FA9BE4C22977}"/>
          </ac:spMkLst>
        </pc:spChg>
      </pc:sldChg>
      <pc:sldChg chg="del">
        <pc:chgData name="Jacob Wyngaard" userId="6181fcd471e98458" providerId="LiveId" clId="{788BA123-62C9-4DDC-86E5-A6BCA4600216}" dt="2026-04-27T03:16:15.709" v="6" actId="47"/>
        <pc:sldMkLst>
          <pc:docMk/>
          <pc:sldMk cId="940287396" sldId="511"/>
        </pc:sldMkLst>
      </pc:sldChg>
      <pc:sldChg chg="addSp delSp modSp add mod">
        <pc:chgData name="Jacob Wyngaard" userId="6181fcd471e98458" providerId="LiveId" clId="{788BA123-62C9-4DDC-86E5-A6BCA4600216}" dt="2026-04-27T04:07:35.545" v="486" actId="1076"/>
        <pc:sldMkLst>
          <pc:docMk/>
          <pc:sldMk cId="4095573826" sldId="511"/>
        </pc:sldMkLst>
        <pc:spChg chg="del">
          <ac:chgData name="Jacob Wyngaard" userId="6181fcd471e98458" providerId="LiveId" clId="{788BA123-62C9-4DDC-86E5-A6BCA4600216}" dt="2026-04-27T03:48:59.097" v="38" actId="478"/>
          <ac:spMkLst>
            <pc:docMk/>
            <pc:sldMk cId="4095573826" sldId="511"/>
            <ac:spMk id="2" creationId="{2D94A437-97BD-4208-70DB-A35DD55B9196}"/>
          </ac:spMkLst>
        </pc:spChg>
        <pc:spChg chg="add del mod">
          <ac:chgData name="Jacob Wyngaard" userId="6181fcd471e98458" providerId="LiveId" clId="{788BA123-62C9-4DDC-86E5-A6BCA4600216}" dt="2026-04-27T04:07:22.309" v="481" actId="478"/>
          <ac:spMkLst>
            <pc:docMk/>
            <pc:sldMk cId="4095573826" sldId="511"/>
            <ac:spMk id="5" creationId="{4E774892-2F8E-E64F-B321-35F567A4E33E}"/>
          </ac:spMkLst>
        </pc:spChg>
        <pc:spChg chg="del">
          <ac:chgData name="Jacob Wyngaard" userId="6181fcd471e98458" providerId="LiveId" clId="{788BA123-62C9-4DDC-86E5-A6BCA4600216}" dt="2026-04-27T03:48:56.761" v="36" actId="478"/>
          <ac:spMkLst>
            <pc:docMk/>
            <pc:sldMk cId="4095573826" sldId="511"/>
            <ac:spMk id="9" creationId="{F15BCD08-3FB4-F27C-E62C-E557CF0A7563}"/>
          </ac:spMkLst>
        </pc:spChg>
        <pc:spChg chg="del">
          <ac:chgData name="Jacob Wyngaard" userId="6181fcd471e98458" providerId="LiveId" clId="{788BA123-62C9-4DDC-86E5-A6BCA4600216}" dt="2026-04-27T03:48:58.243" v="37" actId="478"/>
          <ac:spMkLst>
            <pc:docMk/>
            <pc:sldMk cId="4095573826" sldId="511"/>
            <ac:spMk id="10" creationId="{5464B837-243B-AD67-FE32-1F0AE0486895}"/>
          </ac:spMkLst>
        </pc:spChg>
        <pc:spChg chg="del">
          <ac:chgData name="Jacob Wyngaard" userId="6181fcd471e98458" providerId="LiveId" clId="{788BA123-62C9-4DDC-86E5-A6BCA4600216}" dt="2026-04-27T03:48:55.315" v="35" actId="478"/>
          <ac:spMkLst>
            <pc:docMk/>
            <pc:sldMk cId="4095573826" sldId="511"/>
            <ac:spMk id="11" creationId="{BE3A6764-A064-FA64-C867-94631CB83E13}"/>
          </ac:spMkLst>
        </pc:spChg>
        <pc:spChg chg="add del mod">
          <ac:chgData name="Jacob Wyngaard" userId="6181fcd471e98458" providerId="LiveId" clId="{788BA123-62C9-4DDC-86E5-A6BCA4600216}" dt="2026-04-27T04:07:22.309" v="481" actId="478"/>
          <ac:spMkLst>
            <pc:docMk/>
            <pc:sldMk cId="4095573826" sldId="511"/>
            <ac:spMk id="12" creationId="{289312B9-7385-1622-0EEC-790D5462877F}"/>
          </ac:spMkLst>
        </pc:spChg>
        <pc:spChg chg="add del mod">
          <ac:chgData name="Jacob Wyngaard" userId="6181fcd471e98458" providerId="LiveId" clId="{788BA123-62C9-4DDC-86E5-A6BCA4600216}" dt="2026-04-27T04:07:22.309" v="481" actId="478"/>
          <ac:spMkLst>
            <pc:docMk/>
            <pc:sldMk cId="4095573826" sldId="511"/>
            <ac:spMk id="13" creationId="{4832FCBE-0E58-F96D-1A44-8CD483AD08D8}"/>
          </ac:spMkLst>
        </pc:spChg>
        <pc:spChg chg="add del mod">
          <ac:chgData name="Jacob Wyngaard" userId="6181fcd471e98458" providerId="LiveId" clId="{788BA123-62C9-4DDC-86E5-A6BCA4600216}" dt="2026-04-27T03:51:23.402" v="57" actId="478"/>
          <ac:spMkLst>
            <pc:docMk/>
            <pc:sldMk cId="4095573826" sldId="511"/>
            <ac:spMk id="14" creationId="{6B5928D7-9B7D-90C7-33BA-3DB6FE32B017}"/>
          </ac:spMkLst>
        </pc:spChg>
        <pc:spChg chg="add mod">
          <ac:chgData name="Jacob Wyngaard" userId="6181fcd471e98458" providerId="LiveId" clId="{788BA123-62C9-4DDC-86E5-A6BCA4600216}" dt="2026-04-27T04:07:35.545" v="486" actId="1076"/>
          <ac:spMkLst>
            <pc:docMk/>
            <pc:sldMk cId="4095573826" sldId="511"/>
            <ac:spMk id="15" creationId="{E91096B2-67B6-39EC-0290-44A8D371A761}"/>
          </ac:spMkLst>
        </pc:spChg>
        <pc:spChg chg="add mod">
          <ac:chgData name="Jacob Wyngaard" userId="6181fcd471e98458" providerId="LiveId" clId="{788BA123-62C9-4DDC-86E5-A6BCA4600216}" dt="2026-04-27T04:07:29.507" v="484" actId="1076"/>
          <ac:spMkLst>
            <pc:docMk/>
            <pc:sldMk cId="4095573826" sldId="511"/>
            <ac:spMk id="16" creationId="{E81524CA-B609-3B01-1AAC-0C7B43F21ABB}"/>
          </ac:spMkLst>
        </pc:spChg>
        <pc:spChg chg="add mod">
          <ac:chgData name="Jacob Wyngaard" userId="6181fcd471e98458" providerId="LiveId" clId="{788BA123-62C9-4DDC-86E5-A6BCA4600216}" dt="2026-04-27T04:07:32.007" v="485" actId="1076"/>
          <ac:spMkLst>
            <pc:docMk/>
            <pc:sldMk cId="4095573826" sldId="511"/>
            <ac:spMk id="17" creationId="{AD7FF04B-FF14-53AE-032E-EA6272632510}"/>
          </ac:spMkLst>
        </pc:spChg>
        <pc:spChg chg="add del mod">
          <ac:chgData name="Jacob Wyngaard" userId="6181fcd471e98458" providerId="LiveId" clId="{788BA123-62C9-4DDC-86E5-A6BCA4600216}" dt="2026-04-27T04:07:26.106" v="483" actId="478"/>
          <ac:spMkLst>
            <pc:docMk/>
            <pc:sldMk cId="4095573826" sldId="511"/>
            <ac:spMk id="18" creationId="{E119F583-6C4E-C940-9722-B84B3648FC71}"/>
          </ac:spMkLst>
        </pc:spChg>
        <pc:spChg chg="mod">
          <ac:chgData name="Jacob Wyngaard" userId="6181fcd471e98458" providerId="LiveId" clId="{788BA123-62C9-4DDC-86E5-A6BCA4600216}" dt="2026-04-27T03:54:50.945" v="75" actId="20577"/>
          <ac:spMkLst>
            <pc:docMk/>
            <pc:sldMk cId="4095573826" sldId="511"/>
            <ac:spMk id="23" creationId="{69D218BE-14FA-61A0-BFCF-8721497CC772}"/>
          </ac:spMkLst>
        </pc:spChg>
        <pc:picChg chg="add mod">
          <ac:chgData name="Jacob Wyngaard" userId="6181fcd471e98458" providerId="LiveId" clId="{788BA123-62C9-4DDC-86E5-A6BCA4600216}" dt="2026-04-27T03:51:16.772" v="56" actId="14826"/>
          <ac:picMkLst>
            <pc:docMk/>
            <pc:sldMk cId="4095573826" sldId="511"/>
            <ac:picMk id="4" creationId="{88E0806B-2BA4-308D-BC1F-63C0F8926F90}"/>
          </ac:picMkLst>
        </pc:picChg>
        <pc:picChg chg="del">
          <ac:chgData name="Jacob Wyngaard" userId="6181fcd471e98458" providerId="LiveId" clId="{788BA123-62C9-4DDC-86E5-A6BCA4600216}" dt="2026-04-27T03:48:59.668" v="39" actId="478"/>
          <ac:picMkLst>
            <pc:docMk/>
            <pc:sldMk cId="4095573826" sldId="511"/>
            <ac:picMk id="7" creationId="{F136FEFB-26AB-931D-CD41-87962F08DC1A}"/>
          </ac:picMkLst>
        </pc:picChg>
      </pc:sldChg>
      <pc:sldChg chg="del">
        <pc:chgData name="Jacob Wyngaard" userId="6181fcd471e98458" providerId="LiveId" clId="{788BA123-62C9-4DDC-86E5-A6BCA4600216}" dt="2026-04-27T03:16:15.709" v="6" actId="47"/>
        <pc:sldMkLst>
          <pc:docMk/>
          <pc:sldMk cId="651680123" sldId="512"/>
        </pc:sldMkLst>
      </pc:sldChg>
      <pc:sldChg chg="addSp delSp modSp add mod">
        <pc:chgData name="Jacob Wyngaard" userId="6181fcd471e98458" providerId="LiveId" clId="{788BA123-62C9-4DDC-86E5-A6BCA4600216}" dt="2026-04-27T04:02:49.305" v="445" actId="207"/>
        <pc:sldMkLst>
          <pc:docMk/>
          <pc:sldMk cId="1252276399" sldId="512"/>
        </pc:sldMkLst>
        <pc:spChg chg="add mod">
          <ac:chgData name="Jacob Wyngaard" userId="6181fcd471e98458" providerId="LiveId" clId="{788BA123-62C9-4DDC-86E5-A6BCA4600216}" dt="2026-04-27T04:01:39.801" v="344" actId="1076"/>
          <ac:spMkLst>
            <pc:docMk/>
            <pc:sldMk cId="1252276399" sldId="512"/>
            <ac:spMk id="3" creationId="{16817F2F-2DBA-4367-A304-69C4F809DC02}"/>
          </ac:spMkLst>
        </pc:spChg>
        <pc:spChg chg="del">
          <ac:chgData name="Jacob Wyngaard" userId="6181fcd471e98458" providerId="LiveId" clId="{788BA123-62C9-4DDC-86E5-A6BCA4600216}" dt="2026-04-27T03:54:44.986" v="72" actId="478"/>
          <ac:spMkLst>
            <pc:docMk/>
            <pc:sldMk cId="1252276399" sldId="512"/>
            <ac:spMk id="5" creationId="{1F3FD5C1-4F12-CE2C-BA55-CAF6FB36332B}"/>
          </ac:spMkLst>
        </pc:spChg>
        <pc:spChg chg="add mod">
          <ac:chgData name="Jacob Wyngaard" userId="6181fcd471e98458" providerId="LiveId" clId="{788BA123-62C9-4DDC-86E5-A6BCA4600216}" dt="2026-04-27T04:02:49.305" v="445" actId="207"/>
          <ac:spMkLst>
            <pc:docMk/>
            <pc:sldMk cId="1252276399" sldId="512"/>
            <ac:spMk id="7" creationId="{C3C9CED3-89E7-A5DC-BFD9-EB805A2F9AC4}"/>
          </ac:spMkLst>
        </pc:spChg>
        <pc:spChg chg="del">
          <ac:chgData name="Jacob Wyngaard" userId="6181fcd471e98458" providerId="LiveId" clId="{788BA123-62C9-4DDC-86E5-A6BCA4600216}" dt="2026-04-27T03:54:47.404" v="74" actId="478"/>
          <ac:spMkLst>
            <pc:docMk/>
            <pc:sldMk cId="1252276399" sldId="512"/>
            <ac:spMk id="12" creationId="{EDBB3191-79B3-45F6-A315-C5337833FF5D}"/>
          </ac:spMkLst>
        </pc:spChg>
        <pc:spChg chg="del">
          <ac:chgData name="Jacob Wyngaard" userId="6181fcd471e98458" providerId="LiveId" clId="{788BA123-62C9-4DDC-86E5-A6BCA4600216}" dt="2026-04-27T03:54:45.925" v="73" actId="478"/>
          <ac:spMkLst>
            <pc:docMk/>
            <pc:sldMk cId="1252276399" sldId="512"/>
            <ac:spMk id="13" creationId="{E821B02F-2154-8002-E09C-AAB2317A726A}"/>
          </ac:spMkLst>
        </pc:spChg>
        <pc:spChg chg="mod">
          <ac:chgData name="Jacob Wyngaard" userId="6181fcd471e98458" providerId="LiveId" clId="{788BA123-62C9-4DDC-86E5-A6BCA4600216}" dt="2026-04-27T04:01:42.036" v="345" actId="1076"/>
          <ac:spMkLst>
            <pc:docMk/>
            <pc:sldMk cId="1252276399" sldId="512"/>
            <ac:spMk id="15" creationId="{E084E4BD-5FA1-B193-D929-D61316AB5062}"/>
          </ac:spMkLst>
        </pc:spChg>
        <pc:spChg chg="mod">
          <ac:chgData name="Jacob Wyngaard" userId="6181fcd471e98458" providerId="LiveId" clId="{788BA123-62C9-4DDC-86E5-A6BCA4600216}" dt="2026-04-27T03:54:54.570" v="76" actId="20577"/>
          <ac:spMkLst>
            <pc:docMk/>
            <pc:sldMk cId="1252276399" sldId="512"/>
            <ac:spMk id="23" creationId="{487AC4DE-1871-C834-A524-B27FEBDB1008}"/>
          </ac:spMkLst>
        </pc:spChg>
        <pc:picChg chg="add mod">
          <ac:chgData name="Jacob Wyngaard" userId="6181fcd471e98458" providerId="LiveId" clId="{788BA123-62C9-4DDC-86E5-A6BCA4600216}" dt="2026-04-27T04:02:03.271" v="401" actId="1076"/>
          <ac:picMkLst>
            <pc:docMk/>
            <pc:sldMk cId="1252276399" sldId="512"/>
            <ac:picMk id="2" creationId="{A8F30BE3-5A39-689D-4527-D14C83019081}"/>
          </ac:picMkLst>
        </pc:picChg>
        <pc:picChg chg="mod">
          <ac:chgData name="Jacob Wyngaard" userId="6181fcd471e98458" providerId="LiveId" clId="{788BA123-62C9-4DDC-86E5-A6BCA4600216}" dt="2026-04-27T03:56:11.156" v="82" actId="14826"/>
          <ac:picMkLst>
            <pc:docMk/>
            <pc:sldMk cId="1252276399" sldId="512"/>
            <ac:picMk id="4" creationId="{FCE82882-608A-FA0F-C6C0-4FEFCD017C73}"/>
          </ac:picMkLst>
        </pc:picChg>
      </pc:sldChg>
      <pc:sldChg chg="addSp delSp modSp add mod ord">
        <pc:chgData name="Jacob Wyngaard" userId="6181fcd471e98458" providerId="LiveId" clId="{788BA123-62C9-4DDC-86E5-A6BCA4600216}" dt="2026-04-27T04:17:01.432" v="636"/>
        <pc:sldMkLst>
          <pc:docMk/>
          <pc:sldMk cId="2309501298" sldId="513"/>
        </pc:sldMkLst>
        <pc:spChg chg="del">
          <ac:chgData name="Jacob Wyngaard" userId="6181fcd471e98458" providerId="LiveId" clId="{788BA123-62C9-4DDC-86E5-A6BCA4600216}" dt="2026-04-27T04:08:18.058" v="499" actId="478"/>
          <ac:spMkLst>
            <pc:docMk/>
            <pc:sldMk cId="2309501298" sldId="513"/>
            <ac:spMk id="2" creationId="{DD5DC908-AF0D-0A08-47EA-ACE5601376C3}"/>
          </ac:spMkLst>
        </pc:spChg>
        <pc:spChg chg="add del mod">
          <ac:chgData name="Jacob Wyngaard" userId="6181fcd471e98458" providerId="LiveId" clId="{788BA123-62C9-4DDC-86E5-A6BCA4600216}" dt="2026-04-27T04:08:14.160" v="497" actId="478"/>
          <ac:spMkLst>
            <pc:docMk/>
            <pc:sldMk cId="2309501298" sldId="513"/>
            <ac:spMk id="3" creationId="{38F04898-807D-9CEF-12CD-B0B3AEDC7E1A}"/>
          </ac:spMkLst>
        </pc:spChg>
        <pc:spChg chg="del">
          <ac:chgData name="Jacob Wyngaard" userId="6181fcd471e98458" providerId="LiveId" clId="{788BA123-62C9-4DDC-86E5-A6BCA4600216}" dt="2026-04-27T04:03:39.088" v="457" actId="478"/>
          <ac:spMkLst>
            <pc:docMk/>
            <pc:sldMk cId="2309501298" sldId="513"/>
            <ac:spMk id="9" creationId="{5CBBDE3C-5100-6A5A-7355-4CB1B667B753}"/>
          </ac:spMkLst>
        </pc:spChg>
        <pc:spChg chg="mod">
          <ac:chgData name="Jacob Wyngaard" userId="6181fcd471e98458" providerId="LiveId" clId="{788BA123-62C9-4DDC-86E5-A6BCA4600216}" dt="2026-04-27T04:11:19.284" v="619" actId="1076"/>
          <ac:spMkLst>
            <pc:docMk/>
            <pc:sldMk cId="2309501298" sldId="513"/>
            <ac:spMk id="10" creationId="{8AAF302F-81CA-B876-CF24-A0D16F5DB212}"/>
          </ac:spMkLst>
        </pc:spChg>
        <pc:spChg chg="del mod">
          <ac:chgData name="Jacob Wyngaard" userId="6181fcd471e98458" providerId="LiveId" clId="{788BA123-62C9-4DDC-86E5-A6BCA4600216}" dt="2026-04-27T04:06:54.832" v="476" actId="478"/>
          <ac:spMkLst>
            <pc:docMk/>
            <pc:sldMk cId="2309501298" sldId="513"/>
            <ac:spMk id="11" creationId="{7ED6ABC8-6E3F-D7EF-0999-9FA61027D65B}"/>
          </ac:spMkLst>
        </pc:spChg>
        <pc:spChg chg="add mod">
          <ac:chgData name="Jacob Wyngaard" userId="6181fcd471e98458" providerId="LiveId" clId="{788BA123-62C9-4DDC-86E5-A6BCA4600216}" dt="2026-04-27T04:08:49.086" v="573" actId="20577"/>
          <ac:spMkLst>
            <pc:docMk/>
            <pc:sldMk cId="2309501298" sldId="513"/>
            <ac:spMk id="14" creationId="{03DE8D2E-DA23-687A-9798-FA21102D153D}"/>
          </ac:spMkLst>
        </pc:spChg>
        <pc:spChg chg="add mod">
          <ac:chgData name="Jacob Wyngaard" userId="6181fcd471e98458" providerId="LiveId" clId="{788BA123-62C9-4DDC-86E5-A6BCA4600216}" dt="2026-04-27T04:11:16.028" v="618" actId="1076"/>
          <ac:spMkLst>
            <pc:docMk/>
            <pc:sldMk cId="2309501298" sldId="513"/>
            <ac:spMk id="16" creationId="{50C98390-C0C1-71E9-4E06-6908C139C3BA}"/>
          </ac:spMkLst>
        </pc:spChg>
        <pc:spChg chg="add mod">
          <ac:chgData name="Jacob Wyngaard" userId="6181fcd471e98458" providerId="LiveId" clId="{788BA123-62C9-4DDC-86E5-A6BCA4600216}" dt="2026-04-27T04:17:01.432" v="636"/>
          <ac:spMkLst>
            <pc:docMk/>
            <pc:sldMk cId="2309501298" sldId="513"/>
            <ac:spMk id="17" creationId="{6A8FB89F-DF98-EFC2-90BF-874B624DF9BE}"/>
          </ac:spMkLst>
        </pc:spChg>
        <pc:spChg chg="del">
          <ac:chgData name="Jacob Wyngaard" userId="6181fcd471e98458" providerId="LiveId" clId="{788BA123-62C9-4DDC-86E5-A6BCA4600216}" dt="2026-04-27T04:17:01.124" v="635" actId="478"/>
          <ac:spMkLst>
            <pc:docMk/>
            <pc:sldMk cId="2309501298" sldId="513"/>
            <ac:spMk id="23" creationId="{0480B5E7-A2EA-D98D-4BA8-9BF54E3611DC}"/>
          </ac:spMkLst>
        </pc:spChg>
        <pc:picChg chg="add mod">
          <ac:chgData name="Jacob Wyngaard" userId="6181fcd471e98458" providerId="LiveId" clId="{788BA123-62C9-4DDC-86E5-A6BCA4600216}" dt="2026-04-27T04:08:03.917" v="493" actId="1076"/>
          <ac:picMkLst>
            <pc:docMk/>
            <pc:sldMk cId="2309501298" sldId="513"/>
            <ac:picMk id="5" creationId="{CAD64FA0-4686-4172-4D5D-A511641883E0}"/>
          </ac:picMkLst>
        </pc:picChg>
        <pc:picChg chg="del mod">
          <ac:chgData name="Jacob Wyngaard" userId="6181fcd471e98458" providerId="LiveId" clId="{788BA123-62C9-4DDC-86E5-A6BCA4600216}" dt="2026-04-27T04:06:20.800" v="464" actId="478"/>
          <ac:picMkLst>
            <pc:docMk/>
            <pc:sldMk cId="2309501298" sldId="513"/>
            <ac:picMk id="7" creationId="{5D590D63-21C1-1DBB-A721-D698E69983BB}"/>
          </ac:picMkLst>
        </pc:picChg>
        <pc:picChg chg="add mod">
          <ac:chgData name="Jacob Wyngaard" userId="6181fcd471e98458" providerId="LiveId" clId="{788BA123-62C9-4DDC-86E5-A6BCA4600216}" dt="2026-04-27T04:08:08.584" v="495" actId="14100"/>
          <ac:picMkLst>
            <pc:docMk/>
            <pc:sldMk cId="2309501298" sldId="513"/>
            <ac:picMk id="13" creationId="{E8831DB4-273C-C586-C823-AC492FB5657C}"/>
          </ac:picMkLst>
        </pc:picChg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825227463" sldId="513"/>
        </pc:sldMkLst>
      </pc:sldChg>
      <pc:sldChg chg="addSp delSp modSp add mod ord">
        <pc:chgData name="Jacob Wyngaard" userId="6181fcd471e98458" providerId="LiveId" clId="{788BA123-62C9-4DDC-86E5-A6BCA4600216}" dt="2026-04-27T04:03:24.762" v="454" actId="114"/>
        <pc:sldMkLst>
          <pc:docMk/>
          <pc:sldMk cId="440953307" sldId="514"/>
        </pc:sldMkLst>
        <pc:spChg chg="add mod">
          <ac:chgData name="Jacob Wyngaard" userId="6181fcd471e98458" providerId="LiveId" clId="{788BA123-62C9-4DDC-86E5-A6BCA4600216}" dt="2026-04-27T04:03:24.762" v="454" actId="114"/>
          <ac:spMkLst>
            <pc:docMk/>
            <pc:sldMk cId="440953307" sldId="514"/>
            <ac:spMk id="2" creationId="{772B9F0D-9DBA-47FB-C960-5384865D28BD}"/>
          </ac:spMkLst>
        </pc:spChg>
        <pc:spChg chg="del">
          <ac:chgData name="Jacob Wyngaard" userId="6181fcd471e98458" providerId="LiveId" clId="{788BA123-62C9-4DDC-86E5-A6BCA4600216}" dt="2026-04-27T03:59:05.918" v="96" actId="478"/>
          <ac:spMkLst>
            <pc:docMk/>
            <pc:sldMk cId="440953307" sldId="514"/>
            <ac:spMk id="5" creationId="{CF7F78BE-86E8-9F15-DFE1-748537B379B3}"/>
          </ac:spMkLst>
        </pc:spChg>
        <pc:spChg chg="del">
          <ac:chgData name="Jacob Wyngaard" userId="6181fcd471e98458" providerId="LiveId" clId="{788BA123-62C9-4DDC-86E5-A6BCA4600216}" dt="2026-04-27T03:59:05.918" v="96" actId="478"/>
          <ac:spMkLst>
            <pc:docMk/>
            <pc:sldMk cId="440953307" sldId="514"/>
            <ac:spMk id="12" creationId="{B88B698F-E216-073E-388D-D903F97D52C2}"/>
          </ac:spMkLst>
        </pc:spChg>
        <pc:spChg chg="mod">
          <ac:chgData name="Jacob Wyngaard" userId="6181fcd471e98458" providerId="LiveId" clId="{788BA123-62C9-4DDC-86E5-A6BCA4600216}" dt="2026-04-27T04:00:30.709" v="243" actId="1076"/>
          <ac:spMkLst>
            <pc:docMk/>
            <pc:sldMk cId="440953307" sldId="514"/>
            <ac:spMk id="13" creationId="{F654610F-C506-8B0E-27DF-0B925888F9AA}"/>
          </ac:spMkLst>
        </pc:spChg>
        <pc:spChg chg="del">
          <ac:chgData name="Jacob Wyngaard" userId="6181fcd471e98458" providerId="LiveId" clId="{788BA123-62C9-4DDC-86E5-A6BCA4600216}" dt="2026-04-27T03:59:05.918" v="96" actId="478"/>
          <ac:spMkLst>
            <pc:docMk/>
            <pc:sldMk cId="440953307" sldId="514"/>
            <ac:spMk id="15" creationId="{6ECDEA0D-7241-CE82-FC3D-30DDE43AC2E1}"/>
          </ac:spMkLst>
        </pc:spChg>
        <pc:picChg chg="mod">
          <ac:chgData name="Jacob Wyngaard" userId="6181fcd471e98458" providerId="LiveId" clId="{788BA123-62C9-4DDC-86E5-A6BCA4600216}" dt="2026-04-27T03:59:08.918" v="97" actId="1076"/>
          <ac:picMkLst>
            <pc:docMk/>
            <pc:sldMk cId="440953307" sldId="514"/>
            <ac:picMk id="4" creationId="{7E8163DD-2740-BF05-C56B-2B37E5CCF855}"/>
          </ac:picMkLst>
        </pc:picChg>
        <pc:cxnChg chg="add mod">
          <ac:chgData name="Jacob Wyngaard" userId="6181fcd471e98458" providerId="LiveId" clId="{788BA123-62C9-4DDC-86E5-A6BCA4600216}" dt="2026-04-27T04:03:20.542" v="452" actId="14100"/>
          <ac:cxnSpMkLst>
            <pc:docMk/>
            <pc:sldMk cId="440953307" sldId="514"/>
            <ac:cxnSpMk id="7" creationId="{E11FF514-4B76-A74A-D73E-E48A35FD2217}"/>
          </ac:cxnSpMkLst>
        </pc:cxnChg>
      </pc:sldChg>
      <pc:sldChg chg="del">
        <pc:chgData name="Jacob Wyngaard" userId="6181fcd471e98458" providerId="LiveId" clId="{788BA123-62C9-4DDC-86E5-A6BCA4600216}" dt="2026-04-27T03:19:07.512" v="33" actId="47"/>
        <pc:sldMkLst>
          <pc:docMk/>
          <pc:sldMk cId="2672326959" sldId="514"/>
        </pc:sldMkLst>
      </pc:sldChg>
      <pc:sldChg chg="addSp delSp modSp add mod">
        <pc:chgData name="Jacob Wyngaard" userId="6181fcd471e98458" providerId="LiveId" clId="{788BA123-62C9-4DDC-86E5-A6BCA4600216}" dt="2026-04-27T04:17:05.807" v="638"/>
        <pc:sldMkLst>
          <pc:docMk/>
          <pc:sldMk cId="1183433973" sldId="515"/>
        </pc:sldMkLst>
        <pc:spChg chg="add mod">
          <ac:chgData name="Jacob Wyngaard" userId="6181fcd471e98458" providerId="LiveId" clId="{788BA123-62C9-4DDC-86E5-A6BCA4600216}" dt="2026-04-27T04:11:26.849" v="621"/>
          <ac:spMkLst>
            <pc:docMk/>
            <pc:sldMk cId="1183433973" sldId="515"/>
            <ac:spMk id="2" creationId="{A9F3CF72-1F43-4129-3000-F85292B65987}"/>
          </ac:spMkLst>
        </pc:spChg>
        <pc:spChg chg="add mod">
          <ac:chgData name="Jacob Wyngaard" userId="6181fcd471e98458" providerId="LiveId" clId="{788BA123-62C9-4DDC-86E5-A6BCA4600216}" dt="2026-04-27T04:11:26.849" v="621"/>
          <ac:spMkLst>
            <pc:docMk/>
            <pc:sldMk cId="1183433973" sldId="515"/>
            <ac:spMk id="3" creationId="{54E9DBB1-4205-9DA4-FAA5-446704C5906C}"/>
          </ac:spMkLst>
        </pc:spChg>
        <pc:spChg chg="add mod">
          <ac:chgData name="Jacob Wyngaard" userId="6181fcd471e98458" providerId="LiveId" clId="{788BA123-62C9-4DDC-86E5-A6BCA4600216}" dt="2026-04-27T04:17:05.807" v="638"/>
          <ac:spMkLst>
            <pc:docMk/>
            <pc:sldMk cId="1183433973" sldId="515"/>
            <ac:spMk id="4" creationId="{6CCA6167-7FFB-C9AC-9767-DE69BFB1E50F}"/>
          </ac:spMkLst>
        </pc:spChg>
        <pc:spChg chg="del mod">
          <ac:chgData name="Jacob Wyngaard" userId="6181fcd471e98458" providerId="LiveId" clId="{788BA123-62C9-4DDC-86E5-A6BCA4600216}" dt="2026-04-27T04:11:26.595" v="620" actId="478"/>
          <ac:spMkLst>
            <pc:docMk/>
            <pc:sldMk cId="1183433973" sldId="515"/>
            <ac:spMk id="10" creationId="{348149A1-8DE2-56AD-A3D0-9C006BB1EAD4}"/>
          </ac:spMkLst>
        </pc:spChg>
        <pc:spChg chg="mod">
          <ac:chgData name="Jacob Wyngaard" userId="6181fcd471e98458" providerId="LiveId" clId="{788BA123-62C9-4DDC-86E5-A6BCA4600216}" dt="2026-04-27T04:09:26.079" v="605" actId="20577"/>
          <ac:spMkLst>
            <pc:docMk/>
            <pc:sldMk cId="1183433973" sldId="515"/>
            <ac:spMk id="14" creationId="{7F78544C-77D1-E185-AA66-26D4823B7BCC}"/>
          </ac:spMkLst>
        </pc:spChg>
        <pc:spChg chg="del">
          <ac:chgData name="Jacob Wyngaard" userId="6181fcd471e98458" providerId="LiveId" clId="{788BA123-62C9-4DDC-86E5-A6BCA4600216}" dt="2026-04-27T04:17:05.548" v="637" actId="478"/>
          <ac:spMkLst>
            <pc:docMk/>
            <pc:sldMk cId="1183433973" sldId="515"/>
            <ac:spMk id="23" creationId="{26A1D095-5B8F-3C4B-9345-74C83241E74C}"/>
          </ac:spMkLst>
        </pc:spChg>
        <pc:picChg chg="mod">
          <ac:chgData name="Jacob Wyngaard" userId="6181fcd471e98458" providerId="LiveId" clId="{788BA123-62C9-4DDC-86E5-A6BCA4600216}" dt="2026-04-27T04:09:49.972" v="610" actId="14826"/>
          <ac:picMkLst>
            <pc:docMk/>
            <pc:sldMk cId="1183433973" sldId="515"/>
            <ac:picMk id="5" creationId="{418AFA4F-D424-7481-CFA8-9D7ECC0DE4EC}"/>
          </ac:picMkLst>
        </pc:picChg>
        <pc:picChg chg="mod">
          <ac:chgData name="Jacob Wyngaard" userId="6181fcd471e98458" providerId="LiveId" clId="{788BA123-62C9-4DDC-86E5-A6BCA4600216}" dt="2026-04-27T04:09:38.860" v="609" actId="14826"/>
          <ac:picMkLst>
            <pc:docMk/>
            <pc:sldMk cId="1183433973" sldId="515"/>
            <ac:picMk id="13" creationId="{7271B45E-0D1C-8052-A7DF-6D566AC9D4A4}"/>
          </ac:picMkLst>
        </pc:picChg>
      </pc:sldChg>
      <pc:sldChg chg="add del">
        <pc:chgData name="Jacob Wyngaard" userId="6181fcd471e98458" providerId="LiveId" clId="{788BA123-62C9-4DDC-86E5-A6BCA4600216}" dt="2026-04-27T04:08:55.240" v="575" actId="47"/>
        <pc:sldMkLst>
          <pc:docMk/>
          <pc:sldMk cId="2903323293" sldId="515"/>
        </pc:sldMkLst>
      </pc:sldChg>
      <pc:sldChg chg="addSp delSp modSp add mod">
        <pc:chgData name="Jacob Wyngaard" userId="6181fcd471e98458" providerId="LiveId" clId="{788BA123-62C9-4DDC-86E5-A6BCA4600216}" dt="2026-04-27T04:17:10.367" v="640"/>
        <pc:sldMkLst>
          <pc:docMk/>
          <pc:sldMk cId="2059970981" sldId="516"/>
        </pc:sldMkLst>
        <pc:spChg chg="add mod">
          <ac:chgData name="Jacob Wyngaard" userId="6181fcd471e98458" providerId="LiveId" clId="{788BA123-62C9-4DDC-86E5-A6BCA4600216}" dt="2026-04-27T04:11:31.132" v="623"/>
          <ac:spMkLst>
            <pc:docMk/>
            <pc:sldMk cId="2059970981" sldId="516"/>
            <ac:spMk id="2" creationId="{69458AF4-4330-2CF2-2F55-A18F9F91A95E}"/>
          </ac:spMkLst>
        </pc:spChg>
        <pc:spChg chg="add mod">
          <ac:chgData name="Jacob Wyngaard" userId="6181fcd471e98458" providerId="LiveId" clId="{788BA123-62C9-4DDC-86E5-A6BCA4600216}" dt="2026-04-27T04:11:50.318" v="625" actId="20577"/>
          <ac:spMkLst>
            <pc:docMk/>
            <pc:sldMk cId="2059970981" sldId="516"/>
            <ac:spMk id="3" creationId="{7CBC295A-247B-BF60-8E29-A6F2F0EB8BED}"/>
          </ac:spMkLst>
        </pc:spChg>
        <pc:spChg chg="add mod">
          <ac:chgData name="Jacob Wyngaard" userId="6181fcd471e98458" providerId="LiveId" clId="{788BA123-62C9-4DDC-86E5-A6BCA4600216}" dt="2026-04-27T04:13:42.459" v="630"/>
          <ac:spMkLst>
            <pc:docMk/>
            <pc:sldMk cId="2059970981" sldId="516"/>
            <ac:spMk id="4" creationId="{CA23AF90-0ABE-D266-0C0F-6B9CBC410940}"/>
          </ac:spMkLst>
        </pc:spChg>
        <pc:spChg chg="add mod">
          <ac:chgData name="Jacob Wyngaard" userId="6181fcd471e98458" providerId="LiveId" clId="{788BA123-62C9-4DDC-86E5-A6BCA4600216}" dt="2026-04-27T04:17:10.367" v="640"/>
          <ac:spMkLst>
            <pc:docMk/>
            <pc:sldMk cId="2059970981" sldId="516"/>
            <ac:spMk id="7" creationId="{31CB9DE1-1FB9-260F-4C38-ADBC6D84693E}"/>
          </ac:spMkLst>
        </pc:spChg>
        <pc:spChg chg="del">
          <ac:chgData name="Jacob Wyngaard" userId="6181fcd471e98458" providerId="LiveId" clId="{788BA123-62C9-4DDC-86E5-A6BCA4600216}" dt="2026-04-27T04:11:30.221" v="622" actId="478"/>
          <ac:spMkLst>
            <pc:docMk/>
            <pc:sldMk cId="2059970981" sldId="516"/>
            <ac:spMk id="10" creationId="{A98A39A3-7E80-6B64-9472-13F7C9671B9E}"/>
          </ac:spMkLst>
        </pc:spChg>
        <pc:spChg chg="del">
          <ac:chgData name="Jacob Wyngaard" userId="6181fcd471e98458" providerId="LiveId" clId="{788BA123-62C9-4DDC-86E5-A6BCA4600216}" dt="2026-04-27T04:13:42.220" v="629" actId="478"/>
          <ac:spMkLst>
            <pc:docMk/>
            <pc:sldMk cId="2059970981" sldId="516"/>
            <ac:spMk id="14" creationId="{05C50CFD-E605-862A-1377-B822F5C94E2F}"/>
          </ac:spMkLst>
        </pc:spChg>
        <pc:spChg chg="del">
          <ac:chgData name="Jacob Wyngaard" userId="6181fcd471e98458" providerId="LiveId" clId="{788BA123-62C9-4DDC-86E5-A6BCA4600216}" dt="2026-04-27T04:17:10.105" v="639" actId="478"/>
          <ac:spMkLst>
            <pc:docMk/>
            <pc:sldMk cId="2059970981" sldId="516"/>
            <ac:spMk id="23" creationId="{5F68EBE3-A06A-9BED-5358-CEC0324EF81D}"/>
          </ac:spMkLst>
        </pc:spChg>
        <pc:picChg chg="mod">
          <ac:chgData name="Jacob Wyngaard" userId="6181fcd471e98458" providerId="LiveId" clId="{788BA123-62C9-4DDC-86E5-A6BCA4600216}" dt="2026-04-27T04:13:31.708" v="627" actId="14826"/>
          <ac:picMkLst>
            <pc:docMk/>
            <pc:sldMk cId="2059970981" sldId="516"/>
            <ac:picMk id="5" creationId="{3AB7DBB6-594D-9A4B-AA81-3A37715AFDD0}"/>
          </ac:picMkLst>
        </pc:picChg>
        <pc:picChg chg="mod">
          <ac:chgData name="Jacob Wyngaard" userId="6181fcd471e98458" providerId="LiveId" clId="{788BA123-62C9-4DDC-86E5-A6BCA4600216}" dt="2026-04-27T04:13:25.811" v="626" actId="14826"/>
          <ac:picMkLst>
            <pc:docMk/>
            <pc:sldMk cId="2059970981" sldId="516"/>
            <ac:picMk id="13" creationId="{8F15F2C3-63A1-7A17-8943-0740BC43D843}"/>
          </ac:picMkLst>
        </pc:picChg>
      </pc:sldChg>
      <pc:sldChg chg="addSp delSp modSp add mod">
        <pc:chgData name="Jacob Wyngaard" userId="6181fcd471e98458" providerId="LiveId" clId="{788BA123-62C9-4DDC-86E5-A6BCA4600216}" dt="2026-04-27T04:17:14.171" v="642"/>
        <pc:sldMkLst>
          <pc:docMk/>
          <pc:sldMk cId="2554646149" sldId="517"/>
        </pc:sldMkLst>
        <pc:spChg chg="mod">
          <ac:chgData name="Jacob Wyngaard" userId="6181fcd471e98458" providerId="LiveId" clId="{788BA123-62C9-4DDC-86E5-A6BCA4600216}" dt="2026-04-27T04:13:46.730" v="631" actId="20577"/>
          <ac:spMkLst>
            <pc:docMk/>
            <pc:sldMk cId="2554646149" sldId="517"/>
            <ac:spMk id="2" creationId="{7D3494CB-0224-5BF7-CFD1-25293BC87C5E}"/>
          </ac:spMkLst>
        </pc:spChg>
        <pc:spChg chg="add mod">
          <ac:chgData name="Jacob Wyngaard" userId="6181fcd471e98458" providerId="LiveId" clId="{788BA123-62C9-4DDC-86E5-A6BCA4600216}" dt="2026-04-27T04:17:14.171" v="642"/>
          <ac:spMkLst>
            <pc:docMk/>
            <pc:sldMk cId="2554646149" sldId="517"/>
            <ac:spMk id="4" creationId="{192AA0D0-4368-83D4-09FB-EAD9F2F9B2C5}"/>
          </ac:spMkLst>
        </pc:spChg>
        <pc:spChg chg="del">
          <ac:chgData name="Jacob Wyngaard" userId="6181fcd471e98458" providerId="LiveId" clId="{788BA123-62C9-4DDC-86E5-A6BCA4600216}" dt="2026-04-27T04:17:13.905" v="641" actId="478"/>
          <ac:spMkLst>
            <pc:docMk/>
            <pc:sldMk cId="2554646149" sldId="517"/>
            <ac:spMk id="23" creationId="{2F61F1D7-B8DE-7EE8-CF1C-17BC0CD88781}"/>
          </ac:spMkLst>
        </pc:spChg>
        <pc:picChg chg="mod">
          <ac:chgData name="Jacob Wyngaard" userId="6181fcd471e98458" providerId="LiveId" clId="{788BA123-62C9-4DDC-86E5-A6BCA4600216}" dt="2026-04-27T04:14:01.780" v="632" actId="14826"/>
          <ac:picMkLst>
            <pc:docMk/>
            <pc:sldMk cId="2554646149" sldId="517"/>
            <ac:picMk id="5" creationId="{20213785-D3B9-6EAE-7AEF-9B79F6FC22A7}"/>
          </ac:picMkLst>
        </pc:picChg>
        <pc:picChg chg="mod">
          <ac:chgData name="Jacob Wyngaard" userId="6181fcd471e98458" providerId="LiveId" clId="{788BA123-62C9-4DDC-86E5-A6BCA4600216}" dt="2026-04-27T04:14:08.140" v="633" actId="14826"/>
          <ac:picMkLst>
            <pc:docMk/>
            <pc:sldMk cId="2554646149" sldId="517"/>
            <ac:picMk id="13" creationId="{5C939068-CCF2-8230-9642-AB79E87D6E30}"/>
          </ac:picMkLst>
        </pc:picChg>
      </pc:sldChg>
      <pc:sldChg chg="addSp delSp modSp add del mod">
        <pc:chgData name="Jacob Wyngaard" userId="6181fcd471e98458" providerId="LiveId" clId="{788BA123-62C9-4DDC-86E5-A6BCA4600216}" dt="2026-04-27T04:19:17.884" v="646" actId="47"/>
        <pc:sldMkLst>
          <pc:docMk/>
          <pc:sldMk cId="3182907616" sldId="518"/>
        </pc:sldMkLst>
        <pc:spChg chg="add mod">
          <ac:chgData name="Jacob Wyngaard" userId="6181fcd471e98458" providerId="LiveId" clId="{788BA123-62C9-4DDC-86E5-A6BCA4600216}" dt="2026-04-27T04:17:19.135" v="644"/>
          <ac:spMkLst>
            <pc:docMk/>
            <pc:sldMk cId="3182907616" sldId="518"/>
            <ac:spMk id="4" creationId="{9EBB459B-F351-EA9E-DD4D-09B77BF7CB62}"/>
          </ac:spMkLst>
        </pc:spChg>
        <pc:spChg chg="del">
          <ac:chgData name="Jacob Wyngaard" userId="6181fcd471e98458" providerId="LiveId" clId="{788BA123-62C9-4DDC-86E5-A6BCA4600216}" dt="2026-04-27T04:17:18.852" v="643" actId="478"/>
          <ac:spMkLst>
            <pc:docMk/>
            <pc:sldMk cId="3182907616" sldId="518"/>
            <ac:spMk id="23" creationId="{0AD70849-4596-C57D-5315-720CC8BFCC7D}"/>
          </ac:spMkLst>
        </pc:spChg>
      </pc:sldChg>
      <pc:sldChg chg="delSp modSp add mod">
        <pc:chgData name="Jacob Wyngaard" userId="6181fcd471e98458" providerId="LiveId" clId="{788BA123-62C9-4DDC-86E5-A6BCA4600216}" dt="2026-04-27T04:19:50.287" v="700" actId="478"/>
        <pc:sldMkLst>
          <pc:docMk/>
          <pc:sldMk cId="4078091201" sldId="519"/>
        </pc:sldMkLst>
        <pc:spChg chg="del">
          <ac:chgData name="Jacob Wyngaard" userId="6181fcd471e98458" providerId="LiveId" clId="{788BA123-62C9-4DDC-86E5-A6BCA4600216}" dt="2026-04-27T04:19:50.287" v="700" actId="478"/>
          <ac:spMkLst>
            <pc:docMk/>
            <pc:sldMk cId="4078091201" sldId="519"/>
            <ac:spMk id="2" creationId="{B94BB116-4245-9D2A-B065-F89DCA8BA799}"/>
          </ac:spMkLst>
        </pc:spChg>
        <pc:spChg chg="del">
          <ac:chgData name="Jacob Wyngaard" userId="6181fcd471e98458" providerId="LiveId" clId="{788BA123-62C9-4DDC-86E5-A6BCA4600216}" dt="2026-04-27T04:19:49.647" v="699" actId="478"/>
          <ac:spMkLst>
            <pc:docMk/>
            <pc:sldMk cId="4078091201" sldId="519"/>
            <ac:spMk id="3" creationId="{A38CE1DB-32D0-8B65-F524-6EA5E6362D0E}"/>
          </ac:spMkLst>
        </pc:spChg>
        <pc:spChg chg="mod">
          <ac:chgData name="Jacob Wyngaard" userId="6181fcd471e98458" providerId="LiveId" clId="{788BA123-62C9-4DDC-86E5-A6BCA4600216}" dt="2026-04-27T04:19:43.609" v="694" actId="20577"/>
          <ac:spMkLst>
            <pc:docMk/>
            <pc:sldMk cId="4078091201" sldId="519"/>
            <ac:spMk id="4" creationId="{269686BF-A039-99CC-6295-287C2C5F2751}"/>
          </ac:spMkLst>
        </pc:spChg>
        <pc:spChg chg="del">
          <ac:chgData name="Jacob Wyngaard" userId="6181fcd471e98458" providerId="LiveId" clId="{788BA123-62C9-4DDC-86E5-A6BCA4600216}" dt="2026-04-27T04:19:48.325" v="698" actId="478"/>
          <ac:spMkLst>
            <pc:docMk/>
            <pc:sldMk cId="4078091201" sldId="519"/>
            <ac:spMk id="14" creationId="{00C919E0-120D-D54A-E061-39CB6E9DAD35}"/>
          </ac:spMkLst>
        </pc:spChg>
        <pc:picChg chg="del mod">
          <ac:chgData name="Jacob Wyngaard" userId="6181fcd471e98458" providerId="LiveId" clId="{788BA123-62C9-4DDC-86E5-A6BCA4600216}" dt="2026-04-27T04:19:47.098" v="697" actId="478"/>
          <ac:picMkLst>
            <pc:docMk/>
            <pc:sldMk cId="4078091201" sldId="519"/>
            <ac:picMk id="5" creationId="{27484FA9-B419-9CA4-7531-E377543F523F}"/>
          </ac:picMkLst>
        </pc:picChg>
        <pc:picChg chg="del">
          <ac:chgData name="Jacob Wyngaard" userId="6181fcd471e98458" providerId="LiveId" clId="{788BA123-62C9-4DDC-86E5-A6BCA4600216}" dt="2026-04-27T04:19:45.585" v="695" actId="478"/>
          <ac:picMkLst>
            <pc:docMk/>
            <pc:sldMk cId="4078091201" sldId="519"/>
            <ac:picMk id="13" creationId="{242A7FAA-103B-0EC6-CA6A-6D09007D43AF}"/>
          </ac:picMkLst>
        </pc:picChg>
      </pc:sldChg>
      <pc:sldChg chg="addSp delSp modSp add mod">
        <pc:chgData name="Jacob Wyngaard" userId="6181fcd471e98458" providerId="LiveId" clId="{788BA123-62C9-4DDC-86E5-A6BCA4600216}" dt="2026-04-28T02:05:36.307" v="992" actId="1036"/>
        <pc:sldMkLst>
          <pc:docMk/>
          <pc:sldMk cId="3639019081" sldId="520"/>
        </pc:sldMkLst>
        <pc:spChg chg="add del mod">
          <ac:chgData name="Jacob Wyngaard" userId="6181fcd471e98458" providerId="LiveId" clId="{788BA123-62C9-4DDC-86E5-A6BCA4600216}" dt="2026-04-28T01:46:45.133" v="763" actId="478"/>
          <ac:spMkLst>
            <pc:docMk/>
            <pc:sldMk cId="3639019081" sldId="520"/>
            <ac:spMk id="2" creationId="{5B26A176-E9C0-018F-176E-5CFAC1E4D1C8}"/>
          </ac:spMkLst>
        </pc:spChg>
        <pc:spChg chg="add del mod">
          <ac:chgData name="Jacob Wyngaard" userId="6181fcd471e98458" providerId="LiveId" clId="{788BA123-62C9-4DDC-86E5-A6BCA4600216}" dt="2026-04-28T01:46:46.657" v="765" actId="478"/>
          <ac:spMkLst>
            <pc:docMk/>
            <pc:sldMk cId="3639019081" sldId="520"/>
            <ac:spMk id="3" creationId="{F48A2F4D-CB71-DAE2-5ECE-134CCC842AF7}"/>
          </ac:spMkLst>
        </pc:spChg>
        <pc:spChg chg="mod">
          <ac:chgData name="Jacob Wyngaard" userId="6181fcd471e98458" providerId="LiveId" clId="{788BA123-62C9-4DDC-86E5-A6BCA4600216}" dt="2026-04-28T01:55:20.732" v="865" actId="1076"/>
          <ac:spMkLst>
            <pc:docMk/>
            <pc:sldMk cId="3639019081" sldId="520"/>
            <ac:spMk id="4" creationId="{37513A15-CFAD-CB85-CE2B-724377793016}"/>
          </ac:spMkLst>
        </pc:spChg>
        <pc:spChg chg="add del mod">
          <ac:chgData name="Jacob Wyngaard" userId="6181fcd471e98458" providerId="LiveId" clId="{788BA123-62C9-4DDC-86E5-A6BCA4600216}" dt="2026-04-28T01:46:45.832" v="764" actId="478"/>
          <ac:spMkLst>
            <pc:docMk/>
            <pc:sldMk cId="3639019081" sldId="520"/>
            <ac:spMk id="5" creationId="{DD8C6354-8930-8911-FC84-02B5014A5146}"/>
          </ac:spMkLst>
        </pc:spChg>
        <pc:spChg chg="add mod">
          <ac:chgData name="Jacob Wyngaard" userId="6181fcd471e98458" providerId="LiveId" clId="{788BA123-62C9-4DDC-86E5-A6BCA4600216}" dt="2026-04-28T02:00:49.498" v="950" actId="1076"/>
          <ac:spMkLst>
            <pc:docMk/>
            <pc:sldMk cId="3639019081" sldId="520"/>
            <ac:spMk id="7" creationId="{A44DF352-1CF1-9A2A-F3F7-2F1633389E61}"/>
          </ac:spMkLst>
        </pc:spChg>
        <pc:spChg chg="add del mod">
          <ac:chgData name="Jacob Wyngaard" userId="6181fcd471e98458" providerId="LiveId" clId="{788BA123-62C9-4DDC-86E5-A6BCA4600216}" dt="2026-04-28T01:47:05.900" v="769" actId="478"/>
          <ac:spMkLst>
            <pc:docMk/>
            <pc:sldMk cId="3639019081" sldId="520"/>
            <ac:spMk id="9" creationId="{3C64914C-CDDB-6AAE-2E95-1B9BFFCC1F4D}"/>
          </ac:spMkLst>
        </pc:spChg>
        <pc:spChg chg="add mod">
          <ac:chgData name="Jacob Wyngaard" userId="6181fcd471e98458" providerId="LiveId" clId="{788BA123-62C9-4DDC-86E5-A6BCA4600216}" dt="2026-04-28T02:00:46.922" v="949" actId="1076"/>
          <ac:spMkLst>
            <pc:docMk/>
            <pc:sldMk cId="3639019081" sldId="520"/>
            <ac:spMk id="10" creationId="{99D69DA5-6035-89F0-1164-3D19BBE303AF}"/>
          </ac:spMkLst>
        </pc:spChg>
        <pc:spChg chg="add del mod">
          <ac:chgData name="Jacob Wyngaard" userId="6181fcd471e98458" providerId="LiveId" clId="{788BA123-62C9-4DDC-86E5-A6BCA4600216}" dt="2026-04-28T01:58:11.002" v="907" actId="478"/>
          <ac:spMkLst>
            <pc:docMk/>
            <pc:sldMk cId="3639019081" sldId="520"/>
            <ac:spMk id="11" creationId="{A0E44F1F-6405-2F56-FD79-C966BC5E6E49}"/>
          </ac:spMkLst>
        </pc:spChg>
        <pc:spChg chg="add del mod">
          <ac:chgData name="Jacob Wyngaard" userId="6181fcd471e98458" providerId="LiveId" clId="{788BA123-62C9-4DDC-86E5-A6BCA4600216}" dt="2026-04-28T01:47:08.017" v="770" actId="478"/>
          <ac:spMkLst>
            <pc:docMk/>
            <pc:sldMk cId="3639019081" sldId="520"/>
            <ac:spMk id="12" creationId="{99F274CE-FCB4-B41A-8026-CB5ED82CB0D2}"/>
          </ac:spMkLst>
        </pc:spChg>
        <pc:spChg chg="add mod">
          <ac:chgData name="Jacob Wyngaard" userId="6181fcd471e98458" providerId="LiveId" clId="{788BA123-62C9-4DDC-86E5-A6BCA4600216}" dt="2026-04-28T02:01:01.725" v="954" actId="1076"/>
          <ac:spMkLst>
            <pc:docMk/>
            <pc:sldMk cId="3639019081" sldId="520"/>
            <ac:spMk id="13" creationId="{33816160-F391-6C54-B851-B8129B3FC7AA}"/>
          </ac:spMkLst>
        </pc:spChg>
        <pc:spChg chg="add mod">
          <ac:chgData name="Jacob Wyngaard" userId="6181fcd471e98458" providerId="LiveId" clId="{788BA123-62C9-4DDC-86E5-A6BCA4600216}" dt="2026-04-28T02:03:47.879" v="964" actId="114"/>
          <ac:spMkLst>
            <pc:docMk/>
            <pc:sldMk cId="3639019081" sldId="520"/>
            <ac:spMk id="14" creationId="{55A51147-E405-68AF-9A8F-76C3BF46CE3C}"/>
          </ac:spMkLst>
        </pc:spChg>
        <pc:spChg chg="add del mod">
          <ac:chgData name="Jacob Wyngaard" userId="6181fcd471e98458" providerId="LiveId" clId="{788BA123-62C9-4DDC-86E5-A6BCA4600216}" dt="2026-04-28T01:56:17.678" v="878" actId="478"/>
          <ac:spMkLst>
            <pc:docMk/>
            <pc:sldMk cId="3639019081" sldId="520"/>
            <ac:spMk id="15" creationId="{6BD241FB-F290-FC8F-85AC-1BBDA4549019}"/>
          </ac:spMkLst>
        </pc:spChg>
        <pc:spChg chg="add del mod">
          <ac:chgData name="Jacob Wyngaard" userId="6181fcd471e98458" providerId="LiveId" clId="{788BA123-62C9-4DDC-86E5-A6BCA4600216}" dt="2026-04-28T01:48:20.500" v="781" actId="478"/>
          <ac:spMkLst>
            <pc:docMk/>
            <pc:sldMk cId="3639019081" sldId="520"/>
            <ac:spMk id="16" creationId="{B41418D2-F17F-BFB5-ECD0-68FD695A0C8B}"/>
          </ac:spMkLst>
        </pc:spChg>
        <pc:spChg chg="add del mod">
          <ac:chgData name="Jacob Wyngaard" userId="6181fcd471e98458" providerId="LiveId" clId="{788BA123-62C9-4DDC-86E5-A6BCA4600216}" dt="2026-04-28T01:55:45.385" v="872" actId="478"/>
          <ac:spMkLst>
            <pc:docMk/>
            <pc:sldMk cId="3639019081" sldId="520"/>
            <ac:spMk id="17" creationId="{13F90E42-6018-6040-1F92-04003D90DFCA}"/>
          </ac:spMkLst>
        </pc:spChg>
        <pc:spChg chg="add del mod">
          <ac:chgData name="Jacob Wyngaard" userId="6181fcd471e98458" providerId="LiveId" clId="{788BA123-62C9-4DDC-86E5-A6BCA4600216}" dt="2026-04-28T01:55:39.884" v="867" actId="478"/>
          <ac:spMkLst>
            <pc:docMk/>
            <pc:sldMk cId="3639019081" sldId="520"/>
            <ac:spMk id="18" creationId="{308EC900-8A7D-8406-70CE-574AC6F2CFEE}"/>
          </ac:spMkLst>
        </pc:spChg>
        <pc:spChg chg="add del mod">
          <ac:chgData name="Jacob Wyngaard" userId="6181fcd471e98458" providerId="LiveId" clId="{788BA123-62C9-4DDC-86E5-A6BCA4600216}" dt="2026-04-28T01:55:38.754" v="866" actId="478"/>
          <ac:spMkLst>
            <pc:docMk/>
            <pc:sldMk cId="3639019081" sldId="520"/>
            <ac:spMk id="19" creationId="{B83B8449-F4DB-9033-0941-EEF6238E14EA}"/>
          </ac:spMkLst>
        </pc:spChg>
        <pc:spChg chg="add del mod">
          <ac:chgData name="Jacob Wyngaard" userId="6181fcd471e98458" providerId="LiveId" clId="{788BA123-62C9-4DDC-86E5-A6BCA4600216}" dt="2026-04-28T01:48:21.569" v="782" actId="478"/>
          <ac:spMkLst>
            <pc:docMk/>
            <pc:sldMk cId="3639019081" sldId="520"/>
            <ac:spMk id="20" creationId="{78FC9575-3469-3A5F-5770-26575BFEC4AC}"/>
          </ac:spMkLst>
        </pc:spChg>
        <pc:spChg chg="add del mod">
          <ac:chgData name="Jacob Wyngaard" userId="6181fcd471e98458" providerId="LiveId" clId="{788BA123-62C9-4DDC-86E5-A6BCA4600216}" dt="2026-04-28T01:55:40.601" v="868" actId="478"/>
          <ac:spMkLst>
            <pc:docMk/>
            <pc:sldMk cId="3639019081" sldId="520"/>
            <ac:spMk id="21" creationId="{97F448D1-1FBA-4EFA-3582-8460781FCF86}"/>
          </ac:spMkLst>
        </pc:spChg>
        <pc:spChg chg="add del mod">
          <ac:chgData name="Jacob Wyngaard" userId="6181fcd471e98458" providerId="LiveId" clId="{788BA123-62C9-4DDC-86E5-A6BCA4600216}" dt="2026-04-28T01:55:44.605" v="871" actId="478"/>
          <ac:spMkLst>
            <pc:docMk/>
            <pc:sldMk cId="3639019081" sldId="520"/>
            <ac:spMk id="22" creationId="{43A8F366-0DEE-3344-065E-B207B33485B6}"/>
          </ac:spMkLst>
        </pc:spChg>
        <pc:spChg chg="add del mod">
          <ac:chgData name="Jacob Wyngaard" userId="6181fcd471e98458" providerId="LiveId" clId="{788BA123-62C9-4DDC-86E5-A6BCA4600216}" dt="2026-04-28T01:55:46.995" v="874" actId="478"/>
          <ac:spMkLst>
            <pc:docMk/>
            <pc:sldMk cId="3639019081" sldId="520"/>
            <ac:spMk id="23" creationId="{9F077553-6A49-E8C6-AB01-50C6A93FA425}"/>
          </ac:spMkLst>
        </pc:spChg>
        <pc:spChg chg="add del mod">
          <ac:chgData name="Jacob Wyngaard" userId="6181fcd471e98458" providerId="LiveId" clId="{788BA123-62C9-4DDC-86E5-A6BCA4600216}" dt="2026-04-28T01:55:46.025" v="873" actId="478"/>
          <ac:spMkLst>
            <pc:docMk/>
            <pc:sldMk cId="3639019081" sldId="520"/>
            <ac:spMk id="24" creationId="{AD154B6A-4A62-A7FE-B0C0-04EC59361AB1}"/>
          </ac:spMkLst>
        </pc:spChg>
        <pc:spChg chg="add del mod">
          <ac:chgData name="Jacob Wyngaard" userId="6181fcd471e98458" providerId="LiveId" clId="{788BA123-62C9-4DDC-86E5-A6BCA4600216}" dt="2026-04-28T01:58:43.547" v="918" actId="478"/>
          <ac:spMkLst>
            <pc:docMk/>
            <pc:sldMk cId="3639019081" sldId="520"/>
            <ac:spMk id="25" creationId="{ACD7415A-78D4-CA1C-C7E3-415AF43DC565}"/>
          </ac:spMkLst>
        </pc:spChg>
        <pc:spChg chg="add del mod">
          <ac:chgData name="Jacob Wyngaard" userId="6181fcd471e98458" providerId="LiveId" clId="{788BA123-62C9-4DDC-86E5-A6BCA4600216}" dt="2026-04-28T01:58:44.511" v="919" actId="478"/>
          <ac:spMkLst>
            <pc:docMk/>
            <pc:sldMk cId="3639019081" sldId="520"/>
            <ac:spMk id="26" creationId="{E805A926-B83E-27F6-FD8D-283E94CEF7D6}"/>
          </ac:spMkLst>
        </pc:spChg>
        <pc:spChg chg="add del mod">
          <ac:chgData name="Jacob Wyngaard" userId="6181fcd471e98458" providerId="LiveId" clId="{788BA123-62C9-4DDC-86E5-A6BCA4600216}" dt="2026-04-28T02:00:52.293" v="951" actId="478"/>
          <ac:spMkLst>
            <pc:docMk/>
            <pc:sldMk cId="3639019081" sldId="520"/>
            <ac:spMk id="27" creationId="{38F42072-BA0C-FBD2-31A4-D8147479F6F6}"/>
          </ac:spMkLst>
        </pc:spChg>
        <pc:spChg chg="add mod">
          <ac:chgData name="Jacob Wyngaard" userId="6181fcd471e98458" providerId="LiveId" clId="{788BA123-62C9-4DDC-86E5-A6BCA4600216}" dt="2026-04-28T02:01:13.052" v="956" actId="1076"/>
          <ac:spMkLst>
            <pc:docMk/>
            <pc:sldMk cId="3639019081" sldId="520"/>
            <ac:spMk id="28" creationId="{4FC9730F-0920-2FC6-85FD-B44C57DEA3F8}"/>
          </ac:spMkLst>
        </pc:spChg>
        <pc:spChg chg="add mod">
          <ac:chgData name="Jacob Wyngaard" userId="6181fcd471e98458" providerId="LiveId" clId="{788BA123-62C9-4DDC-86E5-A6BCA4600216}" dt="2026-04-28T01:57:58.013" v="905" actId="1076"/>
          <ac:spMkLst>
            <pc:docMk/>
            <pc:sldMk cId="3639019081" sldId="520"/>
            <ac:spMk id="29" creationId="{E38F3B58-856E-400C-128E-399255721388}"/>
          </ac:spMkLst>
        </pc:spChg>
        <pc:spChg chg="add mod">
          <ac:chgData name="Jacob Wyngaard" userId="6181fcd471e98458" providerId="LiveId" clId="{788BA123-62C9-4DDC-86E5-A6BCA4600216}" dt="2026-04-28T02:05:36.307" v="992" actId="1036"/>
          <ac:spMkLst>
            <pc:docMk/>
            <pc:sldMk cId="3639019081" sldId="520"/>
            <ac:spMk id="31" creationId="{87A55F59-4469-7EC6-0872-D2152F4D9DFF}"/>
          </ac:spMkLst>
        </pc:spChg>
        <pc:spChg chg="add mod">
          <ac:chgData name="Jacob Wyngaard" userId="6181fcd471e98458" providerId="LiveId" clId="{788BA123-62C9-4DDC-86E5-A6BCA4600216}" dt="2026-04-28T02:00:57.731" v="953" actId="1076"/>
          <ac:spMkLst>
            <pc:docMk/>
            <pc:sldMk cId="3639019081" sldId="520"/>
            <ac:spMk id="32" creationId="{79C860AA-33DD-7A24-C861-948F84B1A52F}"/>
          </ac:spMkLst>
        </pc:spChg>
      </pc:sldChg>
      <pc:sldChg chg="modSp add mod">
        <pc:chgData name="Jacob Wyngaard" userId="6181fcd471e98458" providerId="LiveId" clId="{788BA123-62C9-4DDC-86E5-A6BCA4600216}" dt="2026-04-28T02:09:03.270" v="1040" actId="20577"/>
        <pc:sldMkLst>
          <pc:docMk/>
          <pc:sldMk cId="3703041974" sldId="521"/>
        </pc:sldMkLst>
        <pc:spChg chg="mod">
          <ac:chgData name="Jacob Wyngaard" userId="6181fcd471e98458" providerId="LiveId" clId="{788BA123-62C9-4DDC-86E5-A6BCA4600216}" dt="2026-04-28T02:09:03.270" v="1040" actId="20577"/>
          <ac:spMkLst>
            <pc:docMk/>
            <pc:sldMk cId="3703041974" sldId="521"/>
            <ac:spMk id="4" creationId="{3B2072AA-70ED-91D0-4C0D-92C12F3914B9}"/>
          </ac:spMkLst>
        </pc:spChg>
      </pc:sldChg>
      <pc:sldChg chg="modSp add del mod">
        <pc:chgData name="Jacob Wyngaard" userId="6181fcd471e98458" providerId="LiveId" clId="{788BA123-62C9-4DDC-86E5-A6BCA4600216}" dt="2026-04-28T02:04:17.224" v="974" actId="47"/>
        <pc:sldMkLst>
          <pc:docMk/>
          <pc:sldMk cId="2644632986" sldId="522"/>
        </pc:sldMkLst>
        <pc:spChg chg="mod">
          <ac:chgData name="Jacob Wyngaard" userId="6181fcd471e98458" providerId="LiveId" clId="{788BA123-62C9-4DDC-86E5-A6BCA4600216}" dt="2026-04-28T02:00:29.776" v="945" actId="1076"/>
          <ac:spMkLst>
            <pc:docMk/>
            <pc:sldMk cId="2644632986" sldId="522"/>
            <ac:spMk id="4" creationId="{DD2DF3B6-C8E5-6C73-3182-929192017AF8}"/>
          </ac:spMkLst>
        </pc:spChg>
        <pc:spChg chg="mod">
          <ac:chgData name="Jacob Wyngaard" userId="6181fcd471e98458" providerId="LiveId" clId="{788BA123-62C9-4DDC-86E5-A6BCA4600216}" dt="2026-04-28T02:03:59.054" v="970" actId="114"/>
          <ac:spMkLst>
            <pc:docMk/>
            <pc:sldMk cId="2644632986" sldId="522"/>
            <ac:spMk id="14" creationId="{13A2199A-8F45-CA32-0956-8E53F241B882}"/>
          </ac:spMkLst>
        </pc:spChg>
      </pc:sldChg>
      <pc:sldChg chg="addSp delSp modSp add mod">
        <pc:chgData name="Jacob Wyngaard" userId="6181fcd471e98458" providerId="LiveId" clId="{788BA123-62C9-4DDC-86E5-A6BCA4600216}" dt="2026-04-28T02:10:51.142" v="1175" actId="1076"/>
        <pc:sldMkLst>
          <pc:docMk/>
          <pc:sldMk cId="735938591" sldId="523"/>
        </pc:sldMkLst>
        <pc:spChg chg="add mod">
          <ac:chgData name="Jacob Wyngaard" userId="6181fcd471e98458" providerId="LiveId" clId="{788BA123-62C9-4DDC-86E5-A6BCA4600216}" dt="2026-04-28T02:04:14.461" v="973"/>
          <ac:spMkLst>
            <pc:docMk/>
            <pc:sldMk cId="735938591" sldId="523"/>
            <ac:spMk id="2" creationId="{8D62E319-D004-9B34-136F-A47ECEEAC911}"/>
          </ac:spMkLst>
        </pc:spChg>
        <pc:spChg chg="add mod">
          <ac:chgData name="Jacob Wyngaard" userId="6181fcd471e98458" providerId="LiveId" clId="{788BA123-62C9-4DDC-86E5-A6BCA4600216}" dt="2026-04-28T02:10:51.142" v="1175" actId="1076"/>
          <ac:spMkLst>
            <pc:docMk/>
            <pc:sldMk cId="735938591" sldId="523"/>
            <ac:spMk id="3" creationId="{4F0B7E76-ADE5-21E1-CC68-007A6C3BE0A1}"/>
          </ac:spMkLst>
        </pc:spChg>
        <pc:spChg chg="del">
          <ac:chgData name="Jacob Wyngaard" userId="6181fcd471e98458" providerId="LiveId" clId="{788BA123-62C9-4DDC-86E5-A6BCA4600216}" dt="2026-04-28T02:04:14.200" v="972" actId="478"/>
          <ac:spMkLst>
            <pc:docMk/>
            <pc:sldMk cId="735938591" sldId="523"/>
            <ac:spMk id="4" creationId="{7B5DACC4-2FBD-2575-410B-DDADDE4E2B07}"/>
          </ac:spMkLst>
        </pc:spChg>
        <pc:spChg chg="mod">
          <ac:chgData name="Jacob Wyngaard" userId="6181fcd471e98458" providerId="LiveId" clId="{788BA123-62C9-4DDC-86E5-A6BCA4600216}" dt="2026-04-28T02:07:03.601" v="1011"/>
          <ac:spMkLst>
            <pc:docMk/>
            <pc:sldMk cId="735938591" sldId="523"/>
            <ac:spMk id="13" creationId="{70C98774-F3FE-82D9-E4C8-4CB86B9C460A}"/>
          </ac:spMkLst>
        </pc:spChg>
        <pc:spChg chg="mod">
          <ac:chgData name="Jacob Wyngaard" userId="6181fcd471e98458" providerId="LiveId" clId="{788BA123-62C9-4DDC-86E5-A6BCA4600216}" dt="2026-04-28T02:05:51.695" v="995" actId="114"/>
          <ac:spMkLst>
            <pc:docMk/>
            <pc:sldMk cId="735938591" sldId="523"/>
            <ac:spMk id="14" creationId="{5963D33A-A17C-B0A6-E4C9-48447AF1BF94}"/>
          </ac:spMkLst>
        </pc:spChg>
        <pc:spChg chg="mod">
          <ac:chgData name="Jacob Wyngaard" userId="6181fcd471e98458" providerId="LiveId" clId="{788BA123-62C9-4DDC-86E5-A6BCA4600216}" dt="2026-04-28T02:05:26.656" v="986" actId="1076"/>
          <ac:spMkLst>
            <pc:docMk/>
            <pc:sldMk cId="735938591" sldId="523"/>
            <ac:spMk id="29" creationId="{1063FB73-0B20-9FA6-E7AA-A70E50790D72}"/>
          </ac:spMkLst>
        </pc:spChg>
        <pc:spChg chg="mod">
          <ac:chgData name="Jacob Wyngaard" userId="6181fcd471e98458" providerId="LiveId" clId="{788BA123-62C9-4DDC-86E5-A6BCA4600216}" dt="2026-04-28T02:07:25.934" v="1013" actId="14100"/>
          <ac:spMkLst>
            <pc:docMk/>
            <pc:sldMk cId="735938591" sldId="523"/>
            <ac:spMk id="31" creationId="{7A8EB12B-7058-3D38-BC1D-26A3704FCB39}"/>
          </ac:spMkLst>
        </pc:spChg>
      </pc:sldChg>
      <pc:sldChg chg="addSp delSp modSp add mod">
        <pc:chgData name="Jacob Wyngaard" userId="6181fcd471e98458" providerId="LiveId" clId="{788BA123-62C9-4DDC-86E5-A6BCA4600216}" dt="2026-04-28T02:15:23.102" v="1317" actId="1076"/>
        <pc:sldMkLst>
          <pc:docMk/>
          <pc:sldMk cId="649136029" sldId="524"/>
        </pc:sldMkLst>
        <pc:spChg chg="add mod">
          <ac:chgData name="Jacob Wyngaard" userId="6181fcd471e98458" providerId="LiveId" clId="{788BA123-62C9-4DDC-86E5-A6BCA4600216}" dt="2026-04-28T02:11:41.989" v="1283" actId="14100"/>
          <ac:spMkLst>
            <pc:docMk/>
            <pc:sldMk cId="649136029" sldId="524"/>
            <ac:spMk id="2" creationId="{57A0A641-3A57-C268-71DA-5AD6A374C1C8}"/>
          </ac:spMkLst>
        </pc:spChg>
        <pc:spChg chg="add mod">
          <ac:chgData name="Jacob Wyngaard" userId="6181fcd471e98458" providerId="LiveId" clId="{788BA123-62C9-4DDC-86E5-A6BCA4600216}" dt="2026-04-28T02:15:09.807" v="1294" actId="1076"/>
          <ac:spMkLst>
            <pc:docMk/>
            <pc:sldMk cId="649136029" sldId="524"/>
            <ac:spMk id="5" creationId="{005C3E0A-682C-9F2E-4121-C14BA3A61CCF}"/>
          </ac:spMkLst>
        </pc:spChg>
        <pc:spChg chg="add mod">
          <ac:chgData name="Jacob Wyngaard" userId="6181fcd471e98458" providerId="LiveId" clId="{788BA123-62C9-4DDC-86E5-A6BCA4600216}" dt="2026-04-28T02:15:23.102" v="1317" actId="1076"/>
          <ac:spMkLst>
            <pc:docMk/>
            <pc:sldMk cId="649136029" sldId="524"/>
            <ac:spMk id="9" creationId="{E3C56287-E409-5438-B178-5031FEF2B5E3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1" creationId="{90332005-57F3-20F4-14F5-1045F0DCD765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3" creationId="{4D6D51D3-B677-3926-3E1C-6DE8714E9DC6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4" creationId="{637CE80B-054C-18B6-A061-EEFD81C9D93E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5" creationId="{F4E37B90-E043-73DD-3777-7E650451EBBE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7" creationId="{04F552AA-2C1E-E734-F617-B767B79EA933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19" creationId="{5C23D92B-D6BD-1C78-F438-D42C9428BF24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22" creationId="{808C2A85-C752-CA18-9CE0-78A9D4B1FEC8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23" creationId="{0E29C012-032C-5530-04CC-00042036DB0E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25" creationId="{6BC56B84-70AD-7A39-1250-6BDEC9567DAA}"/>
          </ac:spMkLst>
        </pc:spChg>
        <pc:spChg chg="del">
          <ac:chgData name="Jacob Wyngaard" userId="6181fcd471e98458" providerId="LiveId" clId="{788BA123-62C9-4DDC-86E5-A6BCA4600216}" dt="2026-04-28T02:08:46.464" v="1015" actId="478"/>
          <ac:spMkLst>
            <pc:docMk/>
            <pc:sldMk cId="649136029" sldId="524"/>
            <ac:spMk id="26" creationId="{4253A5FB-31B4-FC0A-9146-9E6D172B3CFC}"/>
          </ac:spMkLst>
        </pc:spChg>
      </pc:sldChg>
      <pc:sldChg chg="addSp delSp modSp add mod">
        <pc:chgData name="Jacob Wyngaard" userId="6181fcd471e98458" providerId="LiveId" clId="{788BA123-62C9-4DDC-86E5-A6BCA4600216}" dt="2026-04-28T03:23:59.104" v="2640" actId="20577"/>
        <pc:sldMkLst>
          <pc:docMk/>
          <pc:sldMk cId="947981251" sldId="525"/>
        </pc:sldMkLst>
        <pc:spChg chg="del">
          <ac:chgData name="Jacob Wyngaard" userId="6181fcd471e98458" providerId="LiveId" clId="{788BA123-62C9-4DDC-86E5-A6BCA4600216}" dt="2026-04-28T02:16:33.195" v="1345" actId="478"/>
          <ac:spMkLst>
            <pc:docMk/>
            <pc:sldMk cId="947981251" sldId="525"/>
            <ac:spMk id="2" creationId="{7186A606-EE1D-B7CB-9D88-6C35370B662D}"/>
          </ac:spMkLst>
        </pc:spChg>
        <pc:spChg chg="add mod">
          <ac:chgData name="Jacob Wyngaard" userId="6181fcd471e98458" providerId="LiveId" clId="{788BA123-62C9-4DDC-86E5-A6BCA4600216}" dt="2026-04-28T03:23:59.104" v="2640" actId="20577"/>
          <ac:spMkLst>
            <pc:docMk/>
            <pc:sldMk cId="947981251" sldId="525"/>
            <ac:spMk id="3" creationId="{F6DD0283-79CE-77D7-2E81-4A4BCE1C80F9}"/>
          </ac:spMkLst>
        </pc:spChg>
        <pc:spChg chg="mod">
          <ac:chgData name="Jacob Wyngaard" userId="6181fcd471e98458" providerId="LiveId" clId="{788BA123-62C9-4DDC-86E5-A6BCA4600216}" dt="2026-04-28T02:17:29.411" v="1439" actId="20577"/>
          <ac:spMkLst>
            <pc:docMk/>
            <pc:sldMk cId="947981251" sldId="525"/>
            <ac:spMk id="4" creationId="{15BE8784-8D5B-D867-F07A-06AD4CB1E058}"/>
          </ac:spMkLst>
        </pc:spChg>
        <pc:spChg chg="del">
          <ac:chgData name="Jacob Wyngaard" userId="6181fcd471e98458" providerId="LiveId" clId="{788BA123-62C9-4DDC-86E5-A6BCA4600216}" dt="2026-04-28T02:16:31.910" v="1344" actId="478"/>
          <ac:spMkLst>
            <pc:docMk/>
            <pc:sldMk cId="947981251" sldId="525"/>
            <ac:spMk id="5" creationId="{53427A5B-0753-EC3A-8272-9AB7AE77B233}"/>
          </ac:spMkLst>
        </pc:spChg>
        <pc:spChg chg="add mod">
          <ac:chgData name="Jacob Wyngaard" userId="6181fcd471e98458" providerId="LiveId" clId="{788BA123-62C9-4DDC-86E5-A6BCA4600216}" dt="2026-04-28T02:19:51.902" v="1554" actId="1076"/>
          <ac:spMkLst>
            <pc:docMk/>
            <pc:sldMk cId="947981251" sldId="525"/>
            <ac:spMk id="7" creationId="{32A9C0F8-5D4E-29DB-0A5E-005428CAD0E3}"/>
          </ac:spMkLst>
        </pc:spChg>
        <pc:spChg chg="mod">
          <ac:chgData name="Jacob Wyngaard" userId="6181fcd471e98458" providerId="LiveId" clId="{788BA123-62C9-4DDC-86E5-A6BCA4600216}" dt="2026-04-28T02:20:35.230" v="1562" actId="1076"/>
          <ac:spMkLst>
            <pc:docMk/>
            <pc:sldMk cId="947981251" sldId="525"/>
            <ac:spMk id="9" creationId="{6C598BA2-1B71-FCF5-E6B2-CC976F8862F7}"/>
          </ac:spMkLst>
        </pc:spChg>
        <pc:spChg chg="add mod">
          <ac:chgData name="Jacob Wyngaard" userId="6181fcd471e98458" providerId="LiveId" clId="{788BA123-62C9-4DDC-86E5-A6BCA4600216}" dt="2026-04-28T02:20:41.019" v="1563" actId="1076"/>
          <ac:spMkLst>
            <pc:docMk/>
            <pc:sldMk cId="947981251" sldId="525"/>
            <ac:spMk id="10" creationId="{7BCEE69F-8E3C-CDE0-F217-43A6B8BE3BEA}"/>
          </ac:spMkLst>
        </pc:spChg>
        <pc:spChg chg="add mod">
          <ac:chgData name="Jacob Wyngaard" userId="6181fcd471e98458" providerId="LiveId" clId="{788BA123-62C9-4DDC-86E5-A6BCA4600216}" dt="2026-04-28T02:19:48.834" v="1553" actId="1076"/>
          <ac:spMkLst>
            <pc:docMk/>
            <pc:sldMk cId="947981251" sldId="525"/>
            <ac:spMk id="12" creationId="{3D4C9AF3-50EF-9A5E-31E3-2A223663B878}"/>
          </ac:spMkLst>
        </pc:spChg>
        <pc:spChg chg="add mod">
          <ac:chgData name="Jacob Wyngaard" userId="6181fcd471e98458" providerId="LiveId" clId="{788BA123-62C9-4DDC-86E5-A6BCA4600216}" dt="2026-04-28T02:21:07.531" v="1582" actId="255"/>
          <ac:spMkLst>
            <pc:docMk/>
            <pc:sldMk cId="947981251" sldId="525"/>
            <ac:spMk id="14" creationId="{430A4893-7556-8A00-9F81-98CC79981881}"/>
          </ac:spMkLst>
        </pc:spChg>
        <pc:spChg chg="add mod">
          <ac:chgData name="Jacob Wyngaard" userId="6181fcd471e98458" providerId="LiveId" clId="{788BA123-62C9-4DDC-86E5-A6BCA4600216}" dt="2026-04-28T02:21:37.128" v="1620" actId="20577"/>
          <ac:spMkLst>
            <pc:docMk/>
            <pc:sldMk cId="947981251" sldId="525"/>
            <ac:spMk id="15" creationId="{0D38419A-F94F-9B2B-9A59-1D3AA92CD14E}"/>
          </ac:spMkLst>
        </pc:spChg>
      </pc:sldChg>
      <pc:sldChg chg="addSp delSp modSp add mod">
        <pc:chgData name="Jacob Wyngaard" userId="6181fcd471e98458" providerId="LiveId" clId="{788BA123-62C9-4DDC-86E5-A6BCA4600216}" dt="2026-04-28T03:07:47.774" v="2141" actId="20577"/>
        <pc:sldMkLst>
          <pc:docMk/>
          <pc:sldMk cId="3191933695" sldId="526"/>
        </pc:sldMkLst>
        <pc:spChg chg="add mod">
          <ac:chgData name="Jacob Wyngaard" userId="6181fcd471e98458" providerId="LiveId" clId="{788BA123-62C9-4DDC-86E5-A6BCA4600216}" dt="2026-04-28T02:22:50.834" v="1653" actId="20577"/>
          <ac:spMkLst>
            <pc:docMk/>
            <pc:sldMk cId="3191933695" sldId="526"/>
            <ac:spMk id="2" creationId="{4170CD72-DF9D-BD5B-72AC-FF2DB2B71163}"/>
          </ac:spMkLst>
        </pc:spChg>
        <pc:spChg chg="del">
          <ac:chgData name="Jacob Wyngaard" userId="6181fcd471e98458" providerId="LiveId" clId="{788BA123-62C9-4DDC-86E5-A6BCA4600216}" dt="2026-04-28T02:22:00.431" v="1625" actId="478"/>
          <ac:spMkLst>
            <pc:docMk/>
            <pc:sldMk cId="3191933695" sldId="526"/>
            <ac:spMk id="3" creationId="{9E314D05-FD0A-DF74-D495-ECB72243B27C}"/>
          </ac:spMkLst>
        </pc:spChg>
        <pc:spChg chg="del">
          <ac:chgData name="Jacob Wyngaard" userId="6181fcd471e98458" providerId="LiveId" clId="{788BA123-62C9-4DDC-86E5-A6BCA4600216}" dt="2026-04-28T02:21:57.741" v="1622" actId="478"/>
          <ac:spMkLst>
            <pc:docMk/>
            <pc:sldMk cId="3191933695" sldId="526"/>
            <ac:spMk id="7" creationId="{FAC7F662-F1D9-353B-6457-E33C07511210}"/>
          </ac:spMkLst>
        </pc:spChg>
        <pc:spChg chg="del">
          <ac:chgData name="Jacob Wyngaard" userId="6181fcd471e98458" providerId="LiveId" clId="{788BA123-62C9-4DDC-86E5-A6BCA4600216}" dt="2026-04-28T02:22:01.753" v="1626" actId="478"/>
          <ac:spMkLst>
            <pc:docMk/>
            <pc:sldMk cId="3191933695" sldId="526"/>
            <ac:spMk id="9" creationId="{EC5C7EAB-4008-9219-145B-FBD79C5C09E7}"/>
          </ac:spMkLst>
        </pc:spChg>
        <pc:spChg chg="del">
          <ac:chgData name="Jacob Wyngaard" userId="6181fcd471e98458" providerId="LiveId" clId="{788BA123-62C9-4DDC-86E5-A6BCA4600216}" dt="2026-04-28T02:21:59.808" v="1624" actId="478"/>
          <ac:spMkLst>
            <pc:docMk/>
            <pc:sldMk cId="3191933695" sldId="526"/>
            <ac:spMk id="10" creationId="{416EE44C-52C7-369F-D9B6-653224F4DD70}"/>
          </ac:spMkLst>
        </pc:spChg>
        <pc:spChg chg="add mod">
          <ac:chgData name="Jacob Wyngaard" userId="6181fcd471e98458" providerId="LiveId" clId="{788BA123-62C9-4DDC-86E5-A6BCA4600216}" dt="2026-04-28T02:23:22.952" v="1667" actId="1076"/>
          <ac:spMkLst>
            <pc:docMk/>
            <pc:sldMk cId="3191933695" sldId="526"/>
            <ac:spMk id="11" creationId="{72ED8B1A-D8A4-9304-7C6C-1E402D32D80F}"/>
          </ac:spMkLst>
        </pc:spChg>
        <pc:spChg chg="del">
          <ac:chgData name="Jacob Wyngaard" userId="6181fcd471e98458" providerId="LiveId" clId="{788BA123-62C9-4DDC-86E5-A6BCA4600216}" dt="2026-04-28T02:21:58.867" v="1623" actId="478"/>
          <ac:spMkLst>
            <pc:docMk/>
            <pc:sldMk cId="3191933695" sldId="526"/>
            <ac:spMk id="12" creationId="{3FA94AC3-BCC2-BBB4-B86A-7F7161E2ECB7}"/>
          </ac:spMkLst>
        </pc:spChg>
        <pc:spChg chg="add mod">
          <ac:chgData name="Jacob Wyngaard" userId="6181fcd471e98458" providerId="LiveId" clId="{788BA123-62C9-4DDC-86E5-A6BCA4600216}" dt="2026-04-28T02:54:01.400" v="1770" actId="1076"/>
          <ac:spMkLst>
            <pc:docMk/>
            <pc:sldMk cId="3191933695" sldId="526"/>
            <ac:spMk id="13" creationId="{6C071B52-61F7-47B9-7E0A-2E501BD652E4}"/>
          </ac:spMkLst>
        </pc:spChg>
        <pc:spChg chg="del mod">
          <ac:chgData name="Jacob Wyngaard" userId="6181fcd471e98458" providerId="LiveId" clId="{788BA123-62C9-4DDC-86E5-A6BCA4600216}" dt="2026-04-28T02:23:24.836" v="1668" actId="478"/>
          <ac:spMkLst>
            <pc:docMk/>
            <pc:sldMk cId="3191933695" sldId="526"/>
            <ac:spMk id="14" creationId="{E0A4B8B4-A7BE-A901-1D1D-BFE6B1652693}"/>
          </ac:spMkLst>
        </pc:spChg>
        <pc:spChg chg="mod">
          <ac:chgData name="Jacob Wyngaard" userId="6181fcd471e98458" providerId="LiveId" clId="{788BA123-62C9-4DDC-86E5-A6BCA4600216}" dt="2026-04-28T03:07:47.774" v="2141" actId="20577"/>
          <ac:spMkLst>
            <pc:docMk/>
            <pc:sldMk cId="3191933695" sldId="526"/>
            <ac:spMk id="15" creationId="{AF090218-75C6-272C-EC14-C6B4B0FBDAF7}"/>
          </ac:spMkLst>
        </pc:spChg>
        <pc:spChg chg="add mod">
          <ac:chgData name="Jacob Wyngaard" userId="6181fcd471e98458" providerId="LiveId" clId="{788BA123-62C9-4DDC-86E5-A6BCA4600216}" dt="2026-04-28T02:55:30.235" v="1787" actId="1076"/>
          <ac:spMkLst>
            <pc:docMk/>
            <pc:sldMk cId="3191933695" sldId="526"/>
            <ac:spMk id="16" creationId="{597952D0-9688-5342-9F36-EA3D48FF354E}"/>
          </ac:spMkLst>
        </pc:spChg>
      </pc:sldChg>
      <pc:sldChg chg="addSp delSp modSp add mod">
        <pc:chgData name="Jacob Wyngaard" userId="6181fcd471e98458" providerId="LiveId" clId="{788BA123-62C9-4DDC-86E5-A6BCA4600216}" dt="2026-04-28T03:10:58.398" v="2245" actId="313"/>
        <pc:sldMkLst>
          <pc:docMk/>
          <pc:sldMk cId="1964432699" sldId="527"/>
        </pc:sldMkLst>
        <pc:spChg chg="mod">
          <ac:chgData name="Jacob Wyngaard" userId="6181fcd471e98458" providerId="LiveId" clId="{788BA123-62C9-4DDC-86E5-A6BCA4600216}" dt="2026-04-28T03:02:08.595" v="1956" actId="313"/>
          <ac:spMkLst>
            <pc:docMk/>
            <pc:sldMk cId="1964432699" sldId="527"/>
            <ac:spMk id="2" creationId="{99EAB4BB-02DF-C4F8-F011-95F51BC23F27}"/>
          </ac:spMkLst>
        </pc:spChg>
        <pc:spChg chg="mod">
          <ac:chgData name="Jacob Wyngaard" userId="6181fcd471e98458" providerId="LiveId" clId="{788BA123-62C9-4DDC-86E5-A6BCA4600216}" dt="2026-04-28T03:10:58.398" v="2245" actId="313"/>
          <ac:spMkLst>
            <pc:docMk/>
            <pc:sldMk cId="1964432699" sldId="527"/>
            <ac:spMk id="4" creationId="{E5FC108C-46C3-6698-C2A1-1FAF15CE65AE}"/>
          </ac:spMkLst>
        </pc:spChg>
        <pc:spChg chg="add mod">
          <ac:chgData name="Jacob Wyngaard" userId="6181fcd471e98458" providerId="LiveId" clId="{788BA123-62C9-4DDC-86E5-A6BCA4600216}" dt="2026-04-28T03:03:24.233" v="1987" actId="1076"/>
          <ac:spMkLst>
            <pc:docMk/>
            <pc:sldMk cId="1964432699" sldId="527"/>
            <ac:spMk id="7" creationId="{162DCA6F-CF06-54AF-CF21-CF02D96EA0A7}"/>
          </ac:spMkLst>
        </pc:spChg>
        <pc:spChg chg="add del">
          <ac:chgData name="Jacob Wyngaard" userId="6181fcd471e98458" providerId="LiveId" clId="{788BA123-62C9-4DDC-86E5-A6BCA4600216}" dt="2026-04-28T03:02:34.718" v="1960" actId="478"/>
          <ac:spMkLst>
            <pc:docMk/>
            <pc:sldMk cId="1964432699" sldId="527"/>
            <ac:spMk id="10" creationId="{B81664F8-5A9C-437D-AB2D-531DA58D74C7}"/>
          </ac:spMkLst>
        </pc:spChg>
        <pc:spChg chg="del">
          <ac:chgData name="Jacob Wyngaard" userId="6181fcd471e98458" providerId="LiveId" clId="{788BA123-62C9-4DDC-86E5-A6BCA4600216}" dt="2026-04-28T02:56:05.840" v="1827" actId="478"/>
          <ac:spMkLst>
            <pc:docMk/>
            <pc:sldMk cId="1964432699" sldId="527"/>
            <ac:spMk id="11" creationId="{7F62EC11-9A24-0F53-DDBD-D1117B73E13E}"/>
          </ac:spMkLst>
        </pc:spChg>
        <pc:spChg chg="add mod">
          <ac:chgData name="Jacob Wyngaard" userId="6181fcd471e98458" providerId="LiveId" clId="{788BA123-62C9-4DDC-86E5-A6BCA4600216}" dt="2026-04-28T03:04:08.592" v="2040" actId="1076"/>
          <ac:spMkLst>
            <pc:docMk/>
            <pc:sldMk cId="1964432699" sldId="527"/>
            <ac:spMk id="12" creationId="{90C93262-B291-6B0D-A957-21800F51CB4D}"/>
          </ac:spMkLst>
        </pc:spChg>
        <pc:spChg chg="del">
          <ac:chgData name="Jacob Wyngaard" userId="6181fcd471e98458" providerId="LiveId" clId="{788BA123-62C9-4DDC-86E5-A6BCA4600216}" dt="2026-04-28T02:56:07.619" v="1829" actId="478"/>
          <ac:spMkLst>
            <pc:docMk/>
            <pc:sldMk cId="1964432699" sldId="527"/>
            <ac:spMk id="13" creationId="{C7137059-EAD1-A4CB-0E4B-06EFAE7F05D3}"/>
          </ac:spMkLst>
        </pc:spChg>
        <pc:spChg chg="add mod">
          <ac:chgData name="Jacob Wyngaard" userId="6181fcd471e98458" providerId="LiveId" clId="{788BA123-62C9-4DDC-86E5-A6BCA4600216}" dt="2026-04-28T03:04:27.930" v="2045" actId="114"/>
          <ac:spMkLst>
            <pc:docMk/>
            <pc:sldMk cId="1964432699" sldId="527"/>
            <ac:spMk id="14" creationId="{909717B8-332C-2F00-4C6C-96295B22D354}"/>
          </ac:spMkLst>
        </pc:spChg>
        <pc:spChg chg="del">
          <ac:chgData name="Jacob Wyngaard" userId="6181fcd471e98458" providerId="LiveId" clId="{788BA123-62C9-4DDC-86E5-A6BCA4600216}" dt="2026-04-28T02:56:06.719" v="1828" actId="478"/>
          <ac:spMkLst>
            <pc:docMk/>
            <pc:sldMk cId="1964432699" sldId="527"/>
            <ac:spMk id="15" creationId="{AA6E8A66-B3CD-1EB6-1E7C-DE8493D8B6CF}"/>
          </ac:spMkLst>
        </pc:spChg>
        <pc:spChg chg="del">
          <ac:chgData name="Jacob Wyngaard" userId="6181fcd471e98458" providerId="LiveId" clId="{788BA123-62C9-4DDC-86E5-A6BCA4600216}" dt="2026-04-28T02:56:08.950" v="1830" actId="478"/>
          <ac:spMkLst>
            <pc:docMk/>
            <pc:sldMk cId="1964432699" sldId="527"/>
            <ac:spMk id="16" creationId="{8ED50643-1656-BB26-8D55-27BA3F232161}"/>
          </ac:spMkLst>
        </pc:spChg>
        <pc:spChg chg="add mod">
          <ac:chgData name="Jacob Wyngaard" userId="6181fcd471e98458" providerId="LiveId" clId="{788BA123-62C9-4DDC-86E5-A6BCA4600216}" dt="2026-04-28T03:04:45.780" v="2078" actId="20577"/>
          <ac:spMkLst>
            <pc:docMk/>
            <pc:sldMk cId="1964432699" sldId="527"/>
            <ac:spMk id="17" creationId="{93A08346-270C-CEEF-51E9-FE38D44D2A9E}"/>
          </ac:spMkLst>
        </pc:spChg>
        <pc:spChg chg="add mod">
          <ac:chgData name="Jacob Wyngaard" userId="6181fcd471e98458" providerId="LiveId" clId="{788BA123-62C9-4DDC-86E5-A6BCA4600216}" dt="2026-04-28T03:10:01.186" v="2191" actId="1076"/>
          <ac:spMkLst>
            <pc:docMk/>
            <pc:sldMk cId="1964432699" sldId="527"/>
            <ac:spMk id="18" creationId="{7EB0ADAF-082C-BE18-EFD0-D036F047980D}"/>
          </ac:spMkLst>
        </pc:spChg>
        <pc:spChg chg="add mod">
          <ac:chgData name="Jacob Wyngaard" userId="6181fcd471e98458" providerId="LiveId" clId="{788BA123-62C9-4DDC-86E5-A6BCA4600216}" dt="2026-04-28T03:09:45.184" v="2178" actId="1076"/>
          <ac:spMkLst>
            <pc:docMk/>
            <pc:sldMk cId="1964432699" sldId="527"/>
            <ac:spMk id="20" creationId="{3BDC78AF-1453-84A5-82ED-975802342F1E}"/>
          </ac:spMkLst>
        </pc:spChg>
        <pc:spChg chg="add mod">
          <ac:chgData name="Jacob Wyngaard" userId="6181fcd471e98458" providerId="LiveId" clId="{788BA123-62C9-4DDC-86E5-A6BCA4600216}" dt="2026-04-28T03:10:27.081" v="2205" actId="1076"/>
          <ac:spMkLst>
            <pc:docMk/>
            <pc:sldMk cId="1964432699" sldId="527"/>
            <ac:spMk id="21" creationId="{1F9108AB-2F6B-29EE-4A2F-6731713C42E1}"/>
          </ac:spMkLst>
        </pc:spChg>
        <pc:spChg chg="add mod">
          <ac:chgData name="Jacob Wyngaard" userId="6181fcd471e98458" providerId="LiveId" clId="{788BA123-62C9-4DDC-86E5-A6BCA4600216}" dt="2026-04-28T03:10:46.112" v="2240" actId="1076"/>
          <ac:spMkLst>
            <pc:docMk/>
            <pc:sldMk cId="1964432699" sldId="527"/>
            <ac:spMk id="23" creationId="{2AEC93AB-4953-9017-CBA9-EBE5B31636BD}"/>
          </ac:spMkLst>
        </pc:spChg>
        <pc:picChg chg="add mod">
          <ac:chgData name="Jacob Wyngaard" userId="6181fcd471e98458" providerId="LiveId" clId="{788BA123-62C9-4DDC-86E5-A6BCA4600216}" dt="2026-04-28T03:10:52.078" v="2241" actId="14100"/>
          <ac:picMkLst>
            <pc:docMk/>
            <pc:sldMk cId="1964432699" sldId="527"/>
            <ac:picMk id="5" creationId="{1660C26C-F178-C37A-7011-3F4478DAF53F}"/>
          </ac:picMkLst>
        </pc:picChg>
      </pc:sldChg>
      <pc:sldChg chg="addSp delSp modSp add mod">
        <pc:chgData name="Jacob Wyngaard" userId="6181fcd471e98458" providerId="LiveId" clId="{788BA123-62C9-4DDC-86E5-A6BCA4600216}" dt="2026-04-28T03:26:18.634" v="2662" actId="1076"/>
        <pc:sldMkLst>
          <pc:docMk/>
          <pc:sldMk cId="1949949348" sldId="528"/>
        </pc:sldMkLst>
        <pc:spChg chg="mod">
          <ac:chgData name="Jacob Wyngaard" userId="6181fcd471e98458" providerId="LiveId" clId="{788BA123-62C9-4DDC-86E5-A6BCA4600216}" dt="2026-04-28T03:19:15.132" v="2518" actId="20577"/>
          <ac:spMkLst>
            <pc:docMk/>
            <pc:sldMk cId="1949949348" sldId="528"/>
            <ac:spMk id="2" creationId="{E385D003-27F1-6F54-8787-46097AF90D09}"/>
          </ac:spMkLst>
        </pc:spChg>
        <pc:spChg chg="add mod">
          <ac:chgData name="Jacob Wyngaard" userId="6181fcd471e98458" providerId="LiveId" clId="{788BA123-62C9-4DDC-86E5-A6BCA4600216}" dt="2026-04-28T03:24:15.678" v="2653" actId="20577"/>
          <ac:spMkLst>
            <pc:docMk/>
            <pc:sldMk cId="1949949348" sldId="528"/>
            <ac:spMk id="3" creationId="{AC0E9F4E-D6EE-4AB6-FDF1-72ACB4663F42}"/>
          </ac:spMkLst>
        </pc:spChg>
        <pc:spChg chg="del">
          <ac:chgData name="Jacob Wyngaard" userId="6181fcd471e98458" providerId="LiveId" clId="{788BA123-62C9-4DDC-86E5-A6BCA4600216}" dt="2026-04-28T03:11:30.679" v="2248" actId="478"/>
          <ac:spMkLst>
            <pc:docMk/>
            <pc:sldMk cId="1949949348" sldId="528"/>
            <ac:spMk id="7" creationId="{8EF30FB9-AB1F-E0B4-EA02-4F808D6ED90B}"/>
          </ac:spMkLst>
        </pc:spChg>
        <pc:spChg chg="add mod">
          <ac:chgData name="Jacob Wyngaard" userId="6181fcd471e98458" providerId="LiveId" clId="{788BA123-62C9-4DDC-86E5-A6BCA4600216}" dt="2026-04-28T03:24:10.363" v="2644" actId="20577"/>
          <ac:spMkLst>
            <pc:docMk/>
            <pc:sldMk cId="1949949348" sldId="528"/>
            <ac:spMk id="10" creationId="{E00E3102-12D7-B3E9-0D6C-2F14AB3F7AFE}"/>
          </ac:spMkLst>
        </pc:spChg>
        <pc:spChg chg="add mod">
          <ac:chgData name="Jacob Wyngaard" userId="6181fcd471e98458" providerId="LiveId" clId="{788BA123-62C9-4DDC-86E5-A6BCA4600216}" dt="2026-04-28T03:23:21.826" v="2631" actId="1076"/>
          <ac:spMkLst>
            <pc:docMk/>
            <pc:sldMk cId="1949949348" sldId="528"/>
            <ac:spMk id="11" creationId="{0C16A3C6-1AB6-F634-5FF9-E3A27B9D45A3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12" creationId="{F51FE2B6-C4F5-8B3F-5F98-98FA65E09F63}"/>
          </ac:spMkLst>
        </pc:spChg>
        <pc:spChg chg="add del mod">
          <ac:chgData name="Jacob Wyngaard" userId="6181fcd471e98458" providerId="LiveId" clId="{788BA123-62C9-4DDC-86E5-A6BCA4600216}" dt="2026-04-28T03:20:54.100" v="2554" actId="478"/>
          <ac:spMkLst>
            <pc:docMk/>
            <pc:sldMk cId="1949949348" sldId="528"/>
            <ac:spMk id="13" creationId="{11E4D5E1-79E4-0F07-4CD6-1A728D9182E8}"/>
          </ac:spMkLst>
        </pc:spChg>
        <pc:spChg chg="del">
          <ac:chgData name="Jacob Wyngaard" userId="6181fcd471e98458" providerId="LiveId" clId="{788BA123-62C9-4DDC-86E5-A6BCA4600216}" dt="2026-04-28T03:11:30.679" v="2248" actId="478"/>
          <ac:spMkLst>
            <pc:docMk/>
            <pc:sldMk cId="1949949348" sldId="528"/>
            <ac:spMk id="14" creationId="{DEF6AFC7-5593-A950-A9E4-1461EF5924CC}"/>
          </ac:spMkLst>
        </pc:spChg>
        <pc:spChg chg="add mod">
          <ac:chgData name="Jacob Wyngaard" userId="6181fcd471e98458" providerId="LiveId" clId="{788BA123-62C9-4DDC-86E5-A6BCA4600216}" dt="2026-04-28T03:26:18.634" v="2662" actId="1076"/>
          <ac:spMkLst>
            <pc:docMk/>
            <pc:sldMk cId="1949949348" sldId="528"/>
            <ac:spMk id="15" creationId="{38F5ACD6-72A2-6594-273D-EAE9E651250C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17" creationId="{9AA2BD56-EC5A-51A5-326B-E1DFC543C688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18" creationId="{861E64EC-DAC7-74F8-1369-8B64FCE7D0CA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20" creationId="{55BF2B46-0FC2-B8D4-AD64-FEB2404890EE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21" creationId="{DEF70587-715E-8400-94D1-4784054627F5}"/>
          </ac:spMkLst>
        </pc:spChg>
        <pc:spChg chg="del">
          <ac:chgData name="Jacob Wyngaard" userId="6181fcd471e98458" providerId="LiveId" clId="{788BA123-62C9-4DDC-86E5-A6BCA4600216}" dt="2026-04-28T03:11:28.604" v="2247" actId="478"/>
          <ac:spMkLst>
            <pc:docMk/>
            <pc:sldMk cId="1949949348" sldId="528"/>
            <ac:spMk id="23" creationId="{11158758-1D28-7FE6-D199-F9574A16FE9E}"/>
          </ac:spMkLst>
        </pc:spChg>
        <pc:picChg chg="del">
          <ac:chgData name="Jacob Wyngaard" userId="6181fcd471e98458" providerId="LiveId" clId="{788BA123-62C9-4DDC-86E5-A6BCA4600216}" dt="2026-04-28T03:11:28.604" v="2247" actId="478"/>
          <ac:picMkLst>
            <pc:docMk/>
            <pc:sldMk cId="1949949348" sldId="528"/>
            <ac:picMk id="5" creationId="{E30B17B0-12CC-0F5A-E748-FD670420038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758D-DCD4-260D-462F-FF3CB7444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C1612-205B-B144-4683-6993DFC09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093EAD-9863-F739-AEC5-7BEC6F193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A83DF-AAF5-E142-FBF9-6D696D3FB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351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ED3A0-C6A9-9006-40FA-F87BC55E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0A2AF3-F108-A398-14E8-249206633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79C135-74D9-E2B2-497C-CB63D9261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1DDC91-A36D-D0D5-BF1F-DC381825A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76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7BEDA-9D15-2F10-12D7-C8CD50A99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C1BC5-CE69-E332-C016-446296CA1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DA7802-768A-0D2E-F0ED-4345FA8F3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4F102-B91A-2AD9-DE64-9B0245A5A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58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56355-5738-419C-423B-C27DD336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ED0F0-1354-F3B7-CB53-3BA9B7BF0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117D4-A633-E457-5535-70D47948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7DA577-FFB9-37F3-96E4-53DED2FF9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975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DF07F-9818-9C20-74C6-13EFD51C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87B262-534D-8F20-3F69-CEABFD559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09E44-6C93-67CD-F4D2-CEAFE75F68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475D7-70B3-47BA-77AC-8E9E5CEC6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1382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399C-0388-2BDA-12D3-9FBD832C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8B924-0D8E-5C53-5A8D-1BDCD954B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B8508-3629-D4C4-EC7F-3C4447E9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22E9F-60C6-B3C6-C308-5D964EC33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372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65BC-B80A-D5DC-D916-6CC7E50D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AA17A3-54CC-0D54-50DE-E84744FDA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ADE036-30E9-3A5F-3409-AF6B3936F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320B54-61B0-8060-7799-8B8EC2E35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843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922A2-951C-73CD-C09F-08B4E8DB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911F7-9F62-E0DF-3E90-DB751B907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A8ED4-ED65-AD58-8555-B18858769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D8AFC-1396-B9D1-1E97-44FCFCBEB5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33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DA535-72BA-8DD8-B816-C81408C3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7BCF4-B7E9-E742-3A86-7FB3DC73E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0565C-D716-5441-0AF3-39238EB48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E9093A-27FE-18F4-3D6D-79F6EC799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14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0373-FFFC-9B96-9BCD-55E767F6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5D63E-FCA8-2A29-1204-2E2FD0CB0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E1F679-CAC9-819B-CE1A-41B0E9E82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B7BD0-DE13-83BB-2A8E-A7A254E4B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039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B4ECC-C974-E091-237A-DA9009AC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50719-B5E1-7681-43AC-59944A0F1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07D22-E338-39E2-C826-6E97CD6EB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D651E-0C47-20CA-6D4B-AD38855A4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5931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3354B-152C-6208-AECE-25DDBCA8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059450-3653-4E33-55E9-14B62A07A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75FAF-EFA3-3ACD-C75A-0CED62314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FD253-4747-E9F1-73BD-BE3493C2F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111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0150-631B-CD5D-EB65-59A710461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E67C1-FA50-29C2-D018-039B6D587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8A443-0E8B-A6F7-6707-3831CF3E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954A1-B552-EFB6-CBBD-6D18777164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322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09F9C-5214-653E-E4AF-0D67816C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D90E70-9F27-73EF-1D71-B391B09E9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9F6F8-9D68-CB3C-A3BC-73AE578F5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AF706-E0D7-90B3-2968-486DE0E26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878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95611-5784-0E93-2EC6-858051DE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22A02-AD3E-5FAD-B642-D0C49495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0AC35-0608-D239-78A9-2846D883E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8DC7D-4D87-1948-C33E-587209DF78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543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0B2B6-8B95-F7C2-D126-AC03E7111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FB865-66C9-71D2-8D8C-A85DBA00D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8AC8E-C09C-B24D-3516-A81957432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03065-C65B-63C0-0E81-5D989F13D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17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85B5E-F7AB-F8BF-6189-8B8CE23AE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646FB-41FA-1457-9B49-B7B71EF13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43DAF-4DB2-AD9C-E05E-481BF98AC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BF9EF-3058-EEF9-BC5B-ECA6E8E32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495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4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Eleven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BDA09F-627C-8FDA-D7A1-E0E80D1E38CA}"/>
              </a:ext>
            </a:extLst>
          </p:cNvPr>
          <p:cNvSpPr txBox="1"/>
          <p:nvPr/>
        </p:nvSpPr>
        <p:spPr>
          <a:xfrm>
            <a:off x="206477" y="307505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BNN Error Orders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6DC52F-DB46-E6EB-3D90-B7847A7A2EC1}"/>
              </a:ext>
            </a:extLst>
          </p:cNvPr>
          <p:cNvSpPr txBox="1"/>
          <p:nvPr/>
        </p:nvSpPr>
        <p:spPr>
          <a:xfrm>
            <a:off x="144131" y="3598276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Navier Stokes to Mean Field Games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4AFA91-DB93-95F9-E771-5F74823F6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758" y="1818409"/>
            <a:ext cx="5373111" cy="322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191DAF-EE3A-FC24-1F7B-E9C307CFE694}"/>
              </a:ext>
            </a:extLst>
          </p:cNvPr>
          <p:cNvSpPr txBox="1"/>
          <p:nvPr/>
        </p:nvSpPr>
        <p:spPr>
          <a:xfrm>
            <a:off x="97551" y="1961356"/>
            <a:ext cx="11996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neither with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C5788-BD36-8643-CCF1-839157CE792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ADF4-9258-15F5-161B-29421B09D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A9645B-B7BA-1EE2-7238-37C541667CC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D7C283-F7B1-63D8-A356-139B66434AD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091EFF-318D-C2DF-87C7-FA9BE4C22977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 [Last Time]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BDA37-2CB7-E4D4-60FE-BE962F8CB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719" y="1872994"/>
            <a:ext cx="7186090" cy="45937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60E452-69A7-511A-1083-E03E91206130}"/>
                  </a:ext>
                </a:extLst>
              </p:cNvPr>
              <p:cNvSpPr txBox="1"/>
              <p:nvPr/>
            </p:nvSpPr>
            <p:spPr>
              <a:xfrm>
                <a:off x="7482784" y="1985149"/>
                <a:ext cx="4934351" cy="1329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Starting at: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60E452-69A7-511A-1083-E03E91206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784" y="1985149"/>
                <a:ext cx="4934351" cy="1329851"/>
              </a:xfrm>
              <a:prstGeom prst="rect">
                <a:avLst/>
              </a:prstGeom>
              <a:blipFill>
                <a:blip r:embed="rId4"/>
                <a:stretch>
                  <a:fillRect l="-2469" t="-5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B8C00C5-AB1F-BB2C-10E5-A79DE91BAADF}"/>
                  </a:ext>
                </a:extLst>
              </p:cNvPr>
              <p:cNvSpPr txBox="1"/>
              <p:nvPr/>
            </p:nvSpPr>
            <p:spPr>
              <a:xfrm>
                <a:off x="7482784" y="3589336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B8C00C5-AB1F-BB2C-10E5-A79DE91BA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784" y="3589336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221"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AFBDFBB-2086-681F-0434-D7C59D3D5C94}"/>
              </a:ext>
            </a:extLst>
          </p:cNvPr>
          <p:cNvSpPr txBox="1"/>
          <p:nvPr/>
        </p:nvSpPr>
        <p:spPr>
          <a:xfrm>
            <a:off x="7889926" y="4386892"/>
            <a:ext cx="36440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“Actual Solution” Solved Using Adaptive Runge Kutta</a:t>
            </a:r>
          </a:p>
        </p:txBody>
      </p:sp>
    </p:spTree>
    <p:extLst>
      <p:ext uri="{BB962C8B-B14F-4D97-AF65-F5344CB8AC3E}">
        <p14:creationId xmlns:p14="http://schemas.microsoft.com/office/powerpoint/2010/main" val="599309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91275-4102-C175-6738-8C6802D0A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F8D0E8-70BB-F9E7-99FB-F0B947182A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792867-3414-ED63-F7A6-AFF70FE3C1E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D218BE-14FA-61A0-BFCF-8721497CC772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0806B-2BA4-308D-BC1F-63C0F8926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89" y="1728816"/>
            <a:ext cx="5578939" cy="50248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096B2-67B6-39EC-0290-44A8D371A761}"/>
                  </a:ext>
                </a:extLst>
              </p:cNvPr>
              <p:cNvSpPr txBox="1"/>
              <p:nvPr/>
            </p:nvSpPr>
            <p:spPr>
              <a:xfrm>
                <a:off x="4446626" y="437055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096B2-67B6-39EC-0290-44A8D371A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626" y="4370554"/>
                <a:ext cx="378096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81524CA-B609-3B01-1AAC-0C7B43F21ABB}"/>
                  </a:ext>
                </a:extLst>
              </p:cNvPr>
              <p:cNvSpPr txBox="1"/>
              <p:nvPr/>
            </p:nvSpPr>
            <p:spPr>
              <a:xfrm>
                <a:off x="5650028" y="1959705"/>
                <a:ext cx="4934351" cy="1329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Starting at: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81524CA-B609-3B01-1AAC-0C7B43F21A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0028" y="1959705"/>
                <a:ext cx="4934351" cy="1329851"/>
              </a:xfrm>
              <a:prstGeom prst="rect">
                <a:avLst/>
              </a:prstGeom>
              <a:blipFill>
                <a:blip r:embed="rId5"/>
                <a:stretch>
                  <a:fillRect l="-2596" t="-4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FF04B-FF14-53AE-032E-EA6272632510}"/>
                  </a:ext>
                </a:extLst>
              </p:cNvPr>
              <p:cNvSpPr txBox="1"/>
              <p:nvPr/>
            </p:nvSpPr>
            <p:spPr>
              <a:xfrm>
                <a:off x="5691635" y="3568445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FF04B-FF14-53AE-032E-EA6272632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635" y="3568445"/>
                <a:ext cx="3780961" cy="523220"/>
              </a:xfrm>
              <a:prstGeom prst="rect">
                <a:avLst/>
              </a:prstGeom>
              <a:blipFill>
                <a:blip r:embed="rId6"/>
                <a:stretch>
                  <a:fillRect l="-3387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5573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D391B-A89C-F72A-30A9-30FF8F9E1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56AC37-FBFA-B787-A9E4-7C4C8E015C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BF31C6-36E9-D592-E4A1-5037A5EE9E6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7AC4DE-1871-C834-A524-B27FEBDB1008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E82882-608A-FA0F-C6C0-4FEFCD017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0257" y="2540380"/>
            <a:ext cx="4677876" cy="42132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084E4BD-5FA1-B193-D929-D61316AB5062}"/>
                  </a:ext>
                </a:extLst>
              </p:cNvPr>
              <p:cNvSpPr txBox="1"/>
              <p:nvPr/>
            </p:nvSpPr>
            <p:spPr>
              <a:xfrm>
                <a:off x="1147172" y="1863986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084E4BD-5FA1-B193-D929-D61316AB5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172" y="1863986"/>
                <a:ext cx="378096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A8F30BE3-5A39-689D-4527-D14C830190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9528" y="2540379"/>
            <a:ext cx="4677876" cy="42132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817F2F-2DBA-4367-A304-69C4F809DC02}"/>
                  </a:ext>
                </a:extLst>
              </p:cNvPr>
              <p:cNvSpPr txBox="1"/>
              <p:nvPr/>
            </p:nvSpPr>
            <p:spPr>
              <a:xfrm>
                <a:off x="5746443" y="1863986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=.0001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817F2F-2DBA-4367-A304-69C4F809D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6443" y="1863986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3C9CED3-89E7-A5DC-BFD9-EB805A2F9AC4}"/>
              </a:ext>
            </a:extLst>
          </p:cNvPr>
          <p:cNvSpPr txBox="1"/>
          <p:nvPr/>
        </p:nvSpPr>
        <p:spPr>
          <a:xfrm>
            <a:off x="9527404" y="3880915"/>
            <a:ext cx="2508985" cy="1384995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Same pattern regardless of step size</a:t>
            </a:r>
          </a:p>
        </p:txBody>
      </p:sp>
    </p:spTree>
    <p:extLst>
      <p:ext uri="{BB962C8B-B14F-4D97-AF65-F5344CB8AC3E}">
        <p14:creationId xmlns:p14="http://schemas.microsoft.com/office/powerpoint/2010/main" val="1252276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A0C2-BA66-7506-F8F9-3DD985565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E1ED64-3B7D-B9A6-21CC-101C092479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B160F9-F333-A069-D54D-63F1C85A5F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4CE892-5488-E20D-3E6A-96184E4617CB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8163DD-2740-BF05-C56B-2B37E5CCF8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9354" y="1728816"/>
            <a:ext cx="5578939" cy="50248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54610F-C506-8B0E-27DF-0B925888F9AA}"/>
                  </a:ext>
                </a:extLst>
              </p:cNvPr>
              <p:cNvSpPr txBox="1"/>
              <p:nvPr/>
            </p:nvSpPr>
            <p:spPr>
              <a:xfrm>
                <a:off x="6981241" y="2056037"/>
                <a:ext cx="4388899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The system stays in the first quadrant for the first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.6 </m:t>
                    </m:r>
                  </m:oMath>
                </a14:m>
                <a:r>
                  <a:rPr lang="en-US" sz="2800" dirty="0"/>
                  <a:t>units of time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54610F-C506-8B0E-27DF-0B925888F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1241" y="2056037"/>
                <a:ext cx="4388899" cy="1384995"/>
              </a:xfrm>
              <a:prstGeom prst="rect">
                <a:avLst/>
              </a:prstGeom>
              <a:blipFill>
                <a:blip r:embed="rId4"/>
                <a:stretch>
                  <a:fillRect l="-2500" t="-4405" r="-4444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72B9F0D-9DBA-47FB-C960-5384865D28BD}"/>
                  </a:ext>
                </a:extLst>
              </p:cNvPr>
              <p:cNvSpPr txBox="1"/>
              <p:nvPr/>
            </p:nvSpPr>
            <p:spPr>
              <a:xfrm>
                <a:off x="6981240" y="3671477"/>
                <a:ext cx="4388899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What would the error orders look like if we only considered up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= .6</m:t>
                    </m:r>
                  </m:oMath>
                </a14:m>
                <a:r>
                  <a:rPr lang="en-US" sz="2800" dirty="0"/>
                  <a:t>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72B9F0D-9DBA-47FB-C960-5384865D2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1240" y="3671477"/>
                <a:ext cx="4388899" cy="1384995"/>
              </a:xfrm>
              <a:prstGeom prst="rect">
                <a:avLst/>
              </a:prstGeom>
              <a:blipFill>
                <a:blip r:embed="rId5"/>
                <a:stretch>
                  <a:fillRect t="-4405" r="-139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1FF514-4B76-A74A-D73E-E48A35FD2217}"/>
              </a:ext>
            </a:extLst>
          </p:cNvPr>
          <p:cNvCxnSpPr>
            <a:cxnSpLocks/>
          </p:cNvCxnSpPr>
          <p:nvPr/>
        </p:nvCxnSpPr>
        <p:spPr>
          <a:xfrm flipH="1">
            <a:off x="3166712" y="2897204"/>
            <a:ext cx="4331368" cy="12897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0953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4511E-8FFF-2C34-5334-BAD6D530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9B3E6D-D333-B0D2-C04B-18220637F8B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918CCA-8E05-4886-3651-AFFB136D34D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AAF302F-81CA-B876-CF24-A0D16F5DB212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=.6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AAF302F-81CA-B876-CF24-A0D16F5DB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3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AD64FA0-4686-4172-4D5D-A511641883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850" y="1753718"/>
            <a:ext cx="6273480" cy="40103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831DB4-273C-C586-C823-AC492FB56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0" y="1794801"/>
            <a:ext cx="4267304" cy="36900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DE8D2E-DA23-687A-9798-FA21102D153D}"/>
              </a:ext>
            </a:extLst>
          </p:cNvPr>
          <p:cNvSpPr txBox="1"/>
          <p:nvPr/>
        </p:nvSpPr>
        <p:spPr>
          <a:xfrm>
            <a:off x="7516137" y="5806949"/>
            <a:ext cx="441318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Consistent Jacobian ensures proper error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C98390-C0C1-71E9-4E06-6908C139C3BA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C98390-C0C1-71E9-4E06-6908C139C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6A8FB89F-DF98-EFC2-90BF-874B624DF9BE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2309501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2BA8-E6EB-04B2-F4C0-D33E55F45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05141C-D896-FE8A-0F9D-53DB53B9AF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9664A-21B7-78EE-5B50-6AD7A7EF131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8AFA4F-D424-7481-CFA8-9D7ECC0DE4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71B45E-0D1C-8052-A7DF-6D566AC9D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4" cy="36900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78544C-77D1-E185-AA66-26D4823B7BCC}"/>
              </a:ext>
            </a:extLst>
          </p:cNvPr>
          <p:cNvSpPr txBox="1"/>
          <p:nvPr/>
        </p:nvSpPr>
        <p:spPr>
          <a:xfrm>
            <a:off x="7516137" y="5806949"/>
            <a:ext cx="441318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Inconsistent Jacobian interferes with error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=.6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CCA6167-7FFB-C9AC-9767-DE69BFB1E50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1183433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19AF8-878C-587E-1EAE-06E1D31DE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A43496-AE66-8BED-2899-7E76D28333C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DEBFD8-2055-40C8-AF0D-1F304259F76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B7DBB6-594D-9A4B-AA81-3A37715AF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15F2C3-63A1-7A17-8943-0740BC43D8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458AF4-4330-2CF2-2F55-A18F9F91A95E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=.6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458AF4-4330-2CF2-2F55-A18F9F91A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BC295A-247B-BF60-8E29-A6F2F0EB8BED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BC295A-247B-BF60-8E29-A6F2F0EB8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A23AF90-0ABE-D266-0C0F-6B9CBC410940}"/>
              </a:ext>
            </a:extLst>
          </p:cNvPr>
          <p:cNvSpPr txBox="1"/>
          <p:nvPr/>
        </p:nvSpPr>
        <p:spPr>
          <a:xfrm>
            <a:off x="7516137" y="5806949"/>
            <a:ext cx="441318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Consistent Jacobian ensures proper error order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B9DE1-1FB9-260F-4C38-ADBC6D84693E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2059970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A294-14C3-1C57-1C46-85EE1E989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816107D-5DE9-8942-30B7-EC7F07F2A3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21E2BC-E7FE-2001-94E1-1B8A3C77F8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13785-D3B9-6EAE-7AEF-9B79F6FC22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2" y="1753718"/>
            <a:ext cx="6273476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939068-CCF2-8230-9642-AB79E87D6E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852FD97-2A08-28CF-671C-F13122EE24C4}"/>
              </a:ext>
            </a:extLst>
          </p:cNvPr>
          <p:cNvSpPr txBox="1"/>
          <p:nvPr/>
        </p:nvSpPr>
        <p:spPr>
          <a:xfrm>
            <a:off x="7516137" y="5806949"/>
            <a:ext cx="441318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Inconsistent Jacobian interferes with error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D3494CB-0224-5BF7-CFD1-25293BC87C5E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D3494CB-0224-5BF7-CFD1-25293BC87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55E93-4B67-D102-E4F6-7E5F8B7FA138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55E93-4B67-D102-E4F6-7E5F8B7FA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92AA0D0-4368-83D4-09FB-EAD9F2F9B2C5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2554646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1192E-B3BF-4916-D111-A706BCB8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621A34-D47A-F553-6787-12490374F9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2B86AC-87DA-4E8C-139F-60B137B74FB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686BF-A039-99CC-6295-287C2C5F2751}"/>
              </a:ext>
            </a:extLst>
          </p:cNvPr>
          <p:cNvSpPr txBox="1"/>
          <p:nvPr/>
        </p:nvSpPr>
        <p:spPr>
          <a:xfrm>
            <a:off x="1856448" y="104381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Rectified Quadratic Unit</a:t>
            </a:r>
          </a:p>
        </p:txBody>
      </p:sp>
    </p:spTree>
    <p:extLst>
      <p:ext uri="{BB962C8B-B14F-4D97-AF65-F5344CB8AC3E}">
        <p14:creationId xmlns:p14="http://schemas.microsoft.com/office/powerpoint/2010/main" val="4078091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1AEA7-64B2-7E39-7E60-0AAE369E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867EB8-4E0B-CC54-3527-67714C0B98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AB8A0E-C925-AF86-A10C-778CEE5652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13A15-CFAD-CB85-CE2B-724377793016}"/>
              </a:ext>
            </a:extLst>
          </p:cNvPr>
          <p:cNvSpPr txBox="1"/>
          <p:nvPr/>
        </p:nvSpPr>
        <p:spPr>
          <a:xfrm>
            <a:off x="1650611" y="321829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Compressible Navier-Stokes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DF352-1CF1-9A2A-F3F7-2F1633389E61}"/>
              </a:ext>
            </a:extLst>
          </p:cNvPr>
          <p:cNvSpPr txBox="1"/>
          <p:nvPr/>
        </p:nvSpPr>
        <p:spPr>
          <a:xfrm>
            <a:off x="1650611" y="2351883"/>
            <a:ext cx="10978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Flow</a:t>
            </a:r>
            <a:endParaRPr lang="en-US" sz="3000" b="1" dirty="0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99D69DA5-6035-89F0-1164-3D19BBE303AF}"/>
              </a:ext>
            </a:extLst>
          </p:cNvPr>
          <p:cNvSpPr/>
          <p:nvPr/>
        </p:nvSpPr>
        <p:spPr>
          <a:xfrm flipH="1">
            <a:off x="2771595" y="2018797"/>
            <a:ext cx="675410" cy="1366571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816160-F391-6C54-B851-B8129B3FC7AA}"/>
                  </a:ext>
                </a:extLst>
              </p:cNvPr>
              <p:cNvSpPr txBox="1"/>
              <p:nvPr/>
            </p:nvSpPr>
            <p:spPr>
              <a:xfrm>
                <a:off x="3462088" y="3653643"/>
                <a:ext cx="32685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816160-F391-6C54-B851-B8129B3FC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088" y="3653643"/>
                <a:ext cx="3268587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A51147-E405-68AF-9A8F-76C3BF46CE3C}"/>
                  </a:ext>
                </a:extLst>
              </p:cNvPr>
              <p:cNvSpPr txBox="1"/>
              <p:nvPr/>
            </p:nvSpPr>
            <p:spPr>
              <a:xfrm>
                <a:off x="3447005" y="4266649"/>
                <a:ext cx="2786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A51147-E405-68AF-9A8F-76C3BF46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005" y="4266649"/>
                <a:ext cx="2786147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4FC9730F-0920-2FC6-85FD-B44C57DEA3F8}"/>
              </a:ext>
            </a:extLst>
          </p:cNvPr>
          <p:cNvSpPr txBox="1"/>
          <p:nvPr/>
        </p:nvSpPr>
        <p:spPr>
          <a:xfrm>
            <a:off x="1143000" y="3899864"/>
            <a:ext cx="17481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Density</a:t>
            </a:r>
            <a:endParaRPr lang="en-US" sz="3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38F3B58-856E-400C-128E-399255721388}"/>
                  </a:ext>
                </a:extLst>
              </p:cNvPr>
              <p:cNvSpPr txBox="1"/>
              <p:nvPr/>
            </p:nvSpPr>
            <p:spPr>
              <a:xfrm>
                <a:off x="3329537" y="1842855"/>
                <a:ext cx="5532925" cy="10195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𝜐</m:t>
                          </m:r>
                          <m:r>
                            <m:rPr>
                              <m:sty m:val="p"/>
                            </m:rPr>
                            <a:rPr lang="el-G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38F3B58-856E-400C-128E-399255721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37" y="1842855"/>
                <a:ext cx="5532925" cy="10195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5F59-4469-7EC6-0872-D2152F4D9DFF}"/>
                  </a:ext>
                </a:extLst>
              </p:cNvPr>
              <p:cNvSpPr txBox="1"/>
              <p:nvPr/>
            </p:nvSpPr>
            <p:spPr>
              <a:xfrm>
                <a:off x="3329537" y="2733256"/>
                <a:ext cx="32835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5F59-4469-7EC6-0872-D2152F4D9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37" y="2733256"/>
                <a:ext cx="328352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Brace 31">
            <a:extLst>
              <a:ext uri="{FF2B5EF4-FFF2-40B4-BE49-F238E27FC236}">
                <a16:creationId xmlns:a16="http://schemas.microsoft.com/office/drawing/2014/main" id="{79C860AA-33DD-7A24-C861-948F84B1A52F}"/>
              </a:ext>
            </a:extLst>
          </p:cNvPr>
          <p:cNvSpPr/>
          <p:nvPr/>
        </p:nvSpPr>
        <p:spPr>
          <a:xfrm flipH="1">
            <a:off x="2771595" y="3579135"/>
            <a:ext cx="675410" cy="1366571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019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74DF3-3953-4E2A-EA4B-12C5C94BB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216E39-625C-77D8-B640-2A88A447B73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C7C592-168D-CD46-CA80-4F8AB61B96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2B9B4-93B4-3999-A5F5-7A26433B8992}"/>
              </a:ext>
            </a:extLst>
          </p:cNvPr>
          <p:cNvSpPr txBox="1"/>
          <p:nvPr/>
        </p:nvSpPr>
        <p:spPr>
          <a:xfrm>
            <a:off x="1650611" y="2351883"/>
            <a:ext cx="10978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Flow</a:t>
            </a:r>
            <a:endParaRPr lang="en-US" sz="3000" b="1" dirty="0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2EB3897F-C99C-9D74-4475-9F3BB2A095D2}"/>
              </a:ext>
            </a:extLst>
          </p:cNvPr>
          <p:cNvSpPr/>
          <p:nvPr/>
        </p:nvSpPr>
        <p:spPr>
          <a:xfrm flipH="1">
            <a:off x="2771595" y="2018797"/>
            <a:ext cx="675410" cy="1366571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0C98774-F3FE-82D9-E4C8-4CB86B9C460A}"/>
                  </a:ext>
                </a:extLst>
              </p:cNvPr>
              <p:cNvSpPr txBox="1"/>
              <p:nvPr/>
            </p:nvSpPr>
            <p:spPr>
              <a:xfrm>
                <a:off x="3329537" y="3622117"/>
                <a:ext cx="5026184" cy="6403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type m:val="skw"/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0C98774-F3FE-82D9-E4C8-4CB86B9C4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37" y="3622117"/>
                <a:ext cx="5026184" cy="6403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63D33A-A17C-B0A6-E4C9-48447AF1BF94}"/>
                  </a:ext>
                </a:extLst>
              </p:cNvPr>
              <p:cNvSpPr txBox="1"/>
              <p:nvPr/>
            </p:nvSpPr>
            <p:spPr>
              <a:xfrm>
                <a:off x="3447005" y="4266649"/>
                <a:ext cx="2786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63D33A-A17C-B0A6-E4C9-48447AF1B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005" y="4266649"/>
                <a:ext cx="2786147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82F37E69-516F-0809-644D-CFBF24580AB4}"/>
              </a:ext>
            </a:extLst>
          </p:cNvPr>
          <p:cNvSpPr txBox="1"/>
          <p:nvPr/>
        </p:nvSpPr>
        <p:spPr>
          <a:xfrm>
            <a:off x="1143000" y="3899864"/>
            <a:ext cx="17481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Density</a:t>
            </a:r>
            <a:endParaRPr lang="en-US" sz="3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063FB73-0B20-9FA6-E7AA-A70E50790D72}"/>
                  </a:ext>
                </a:extLst>
              </p:cNvPr>
              <p:cNvSpPr txBox="1"/>
              <p:nvPr/>
            </p:nvSpPr>
            <p:spPr>
              <a:xfrm>
                <a:off x="3329537" y="2073947"/>
                <a:ext cx="5586658" cy="6403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type m:val="skw"/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el-G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m:rPr>
                          <m:sty m:val="p"/>
                        </m:rP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063FB73-0B20-9FA6-E7AA-A70E50790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37" y="2073947"/>
                <a:ext cx="5586658" cy="64030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EB12B-7058-3D38-BC1D-26A3704FCB39}"/>
                  </a:ext>
                </a:extLst>
              </p:cNvPr>
              <p:cNvSpPr txBox="1"/>
              <p:nvPr/>
            </p:nvSpPr>
            <p:spPr>
              <a:xfrm>
                <a:off x="3329537" y="2733256"/>
                <a:ext cx="360119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](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EB12B-7058-3D38-BC1D-26A3704F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37" y="2733256"/>
                <a:ext cx="360119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Brace 31">
            <a:extLst>
              <a:ext uri="{FF2B5EF4-FFF2-40B4-BE49-F238E27FC236}">
                <a16:creationId xmlns:a16="http://schemas.microsoft.com/office/drawing/2014/main" id="{BF8A4C53-B898-84AA-6FA4-3647262DFEFE}"/>
              </a:ext>
            </a:extLst>
          </p:cNvPr>
          <p:cNvSpPr/>
          <p:nvPr/>
        </p:nvSpPr>
        <p:spPr>
          <a:xfrm flipH="1">
            <a:off x="2771595" y="3579135"/>
            <a:ext cx="675410" cy="1366571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2E319-D004-9B34-136F-A47ECEEAC911}"/>
              </a:ext>
            </a:extLst>
          </p:cNvPr>
          <p:cNvSpPr txBox="1"/>
          <p:nvPr/>
        </p:nvSpPr>
        <p:spPr>
          <a:xfrm>
            <a:off x="785472" y="344656"/>
            <a:ext cx="106210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Luo and Song’s Compressible Navier-Stokes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0B7E76-ADE5-21E1-CC68-007A6C3BE0A1}"/>
              </a:ext>
            </a:extLst>
          </p:cNvPr>
          <p:cNvSpPr txBox="1"/>
          <p:nvPr/>
        </p:nvSpPr>
        <p:spPr>
          <a:xfrm>
            <a:off x="1444336" y="5266435"/>
            <a:ext cx="9144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Note that one of Luo and Song’s changes was to add a diffusive noise term to the density evolution</a:t>
            </a:r>
          </a:p>
        </p:txBody>
      </p:sp>
    </p:spTree>
    <p:extLst>
      <p:ext uri="{BB962C8B-B14F-4D97-AF65-F5344CB8AC3E}">
        <p14:creationId xmlns:p14="http://schemas.microsoft.com/office/powerpoint/2010/main" val="7359385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076DE-FE2B-B8D5-6A4B-FF4EFE9E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1DF747-47F0-A992-BA02-4CC6F2A01A1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09AC-87E0-A7BB-4316-6380F80B96E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2072AA-70ED-91D0-4C0D-92C12F3914B9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Compressible Navier-Stokes Models vs Mean Field Games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9AEE56-79CB-674E-F9F6-C9F63BDF5FFF}"/>
              </a:ext>
            </a:extLst>
          </p:cNvPr>
          <p:cNvSpPr txBox="1"/>
          <p:nvPr/>
        </p:nvSpPr>
        <p:spPr>
          <a:xfrm>
            <a:off x="-153788" y="2511391"/>
            <a:ext cx="32835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Compressible Navier Stokes</a:t>
            </a:r>
            <a:endParaRPr lang="en-US" sz="3000" b="1" dirty="0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A5E3B15A-70B2-A916-CEF5-22654CD05DC2}"/>
              </a:ext>
            </a:extLst>
          </p:cNvPr>
          <p:cNvSpPr/>
          <p:nvPr/>
        </p:nvSpPr>
        <p:spPr>
          <a:xfrm flipH="1">
            <a:off x="2771595" y="1872202"/>
            <a:ext cx="675410" cy="1048148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1D3AE3-C39E-DE65-7353-19B6BB91D697}"/>
                  </a:ext>
                </a:extLst>
              </p:cNvPr>
              <p:cNvSpPr txBox="1"/>
              <p:nvPr/>
            </p:nvSpPr>
            <p:spPr>
              <a:xfrm>
                <a:off x="3447005" y="2489463"/>
                <a:ext cx="275017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](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1D3AE3-C39E-DE65-7353-19B6BB91D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005" y="2489463"/>
                <a:ext cx="275017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ADBFDE-CC0B-D0EF-CE4F-125C61FE4F7C}"/>
                  </a:ext>
                </a:extLst>
              </p:cNvPr>
              <p:cNvSpPr txBox="1"/>
              <p:nvPr/>
            </p:nvSpPr>
            <p:spPr>
              <a:xfrm>
                <a:off x="3374979" y="3271303"/>
                <a:ext cx="422064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𝜐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ADBFDE-CC0B-D0EF-CE4F-125C61FE4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4979" y="3271303"/>
                <a:ext cx="422064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78D110-4F96-4A31-2B37-A5AD642650A2}"/>
                  </a:ext>
                </a:extLst>
              </p:cNvPr>
              <p:cNvSpPr txBox="1"/>
              <p:nvPr/>
            </p:nvSpPr>
            <p:spPr>
              <a:xfrm>
                <a:off x="3447005" y="3773160"/>
                <a:ext cx="255890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78D110-4F96-4A31-2B37-A5AD6426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005" y="3773160"/>
                <a:ext cx="255890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Brace 14">
            <a:extLst>
              <a:ext uri="{FF2B5EF4-FFF2-40B4-BE49-F238E27FC236}">
                <a16:creationId xmlns:a16="http://schemas.microsoft.com/office/drawing/2014/main" id="{E48BA274-331E-140C-47F9-A47C80572B11}"/>
              </a:ext>
            </a:extLst>
          </p:cNvPr>
          <p:cNvSpPr/>
          <p:nvPr/>
        </p:nvSpPr>
        <p:spPr>
          <a:xfrm flipH="1">
            <a:off x="2771595" y="3172141"/>
            <a:ext cx="675410" cy="1048148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D1011F6-8C97-FC15-D17F-FF13F4910419}"/>
              </a:ext>
            </a:extLst>
          </p:cNvPr>
          <p:cNvSpPr/>
          <p:nvPr/>
        </p:nvSpPr>
        <p:spPr>
          <a:xfrm flipH="1">
            <a:off x="2788930" y="4405565"/>
            <a:ext cx="675410" cy="1048148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931EE1-7565-60C8-E335-C338E06517CF}"/>
                  </a:ext>
                </a:extLst>
              </p:cNvPr>
              <p:cNvSpPr txBox="1"/>
              <p:nvPr/>
            </p:nvSpPr>
            <p:spPr>
              <a:xfrm>
                <a:off x="3350040" y="4544677"/>
                <a:ext cx="48350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2800" b="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8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𝜐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931EE1-7565-60C8-E335-C338E0651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040" y="4544677"/>
                <a:ext cx="483504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EF866B-4A50-CE00-EEE5-E239CABEDA52}"/>
                  </a:ext>
                </a:extLst>
              </p:cNvPr>
              <p:cNvSpPr txBox="1"/>
              <p:nvPr/>
            </p:nvSpPr>
            <p:spPr>
              <a:xfrm>
                <a:off x="3577542" y="5022826"/>
                <a:ext cx="315253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,0)=</m:t>
                      </m:r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(0)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EF866B-4A50-CE00-EEE5-E239CABED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542" y="5022826"/>
                <a:ext cx="3152530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6EDA3DA-3AF0-1182-5484-94A638BFDAF3}"/>
                  </a:ext>
                </a:extLst>
              </p:cNvPr>
              <p:cNvSpPr txBox="1"/>
              <p:nvPr/>
            </p:nvSpPr>
            <p:spPr>
              <a:xfrm>
                <a:off x="3348976" y="5521808"/>
                <a:ext cx="4533036" cy="8917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𝜐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num>
                        <m:den>
                          <m:r>
                            <a:rPr 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6EDA3DA-3AF0-1182-5484-94A638BFD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76" y="5521808"/>
                <a:ext cx="4533036" cy="8917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D315B8-115A-5B1D-80B8-AE9C9421F287}"/>
                  </a:ext>
                </a:extLst>
              </p:cNvPr>
              <p:cNvSpPr txBox="1"/>
              <p:nvPr/>
            </p:nvSpPr>
            <p:spPr>
              <a:xfrm>
                <a:off x="3464340" y="6306523"/>
                <a:ext cx="264899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D315B8-115A-5B1D-80B8-AE9C9421F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4340" y="6306523"/>
                <a:ext cx="2648995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ight Brace 22">
            <a:extLst>
              <a:ext uri="{FF2B5EF4-FFF2-40B4-BE49-F238E27FC236}">
                <a16:creationId xmlns:a16="http://schemas.microsoft.com/office/drawing/2014/main" id="{B46F290B-4483-2EEB-8BF1-AB3DF49799A9}"/>
              </a:ext>
            </a:extLst>
          </p:cNvPr>
          <p:cNvSpPr/>
          <p:nvPr/>
        </p:nvSpPr>
        <p:spPr>
          <a:xfrm flipH="1">
            <a:off x="2788930" y="5705504"/>
            <a:ext cx="675410" cy="1048148"/>
          </a:xfrm>
          <a:prstGeom prst="rightBrace">
            <a:avLst>
              <a:gd name="adj1" fmla="val 8333"/>
              <a:gd name="adj2" fmla="val 45174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DBC310-B14A-B906-733C-3C3CB5237328}"/>
              </a:ext>
            </a:extLst>
          </p:cNvPr>
          <p:cNvSpPr txBox="1"/>
          <p:nvPr/>
        </p:nvSpPr>
        <p:spPr>
          <a:xfrm>
            <a:off x="8848" y="5013976"/>
            <a:ext cx="32835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ea typeface="Cambria Math" panose="02040503050406030204" pitchFamily="18" charset="0"/>
              </a:rPr>
              <a:t>Mean Field Games</a:t>
            </a:r>
            <a:endParaRPr lang="en-US" sz="3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B4E4FE9-1AFC-92FF-17DE-1C79B0F698F6}"/>
                  </a:ext>
                </a:extLst>
              </p:cNvPr>
              <p:cNvSpPr txBox="1"/>
              <p:nvPr/>
            </p:nvSpPr>
            <p:spPr>
              <a:xfrm>
                <a:off x="3348976" y="1895262"/>
                <a:ext cx="5314596" cy="5601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type m:val="skw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type m:val="skw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B4E4FE9-1AFC-92FF-17DE-1C79B0F69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76" y="1895262"/>
                <a:ext cx="5314596" cy="5601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89C01B4-85A5-8DF9-FF91-C60DD6F11EC2}"/>
                  </a:ext>
                </a:extLst>
              </p:cNvPr>
              <p:cNvSpPr txBox="1"/>
              <p:nvPr/>
            </p:nvSpPr>
            <p:spPr>
              <a:xfrm>
                <a:off x="9528463" y="2397130"/>
                <a:ext cx="1654973" cy="52322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89C01B4-85A5-8DF9-FF91-C60DD6F11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463" y="2397130"/>
                <a:ext cx="1654973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3041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2AE9-B927-A4E8-E55B-955810E17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A94EAC-E3AE-7AAC-CC70-3AD95F80277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BE3CA0-FB8A-7371-25F4-131FCAAFC4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D2FCD7-C5D8-4C19-934A-C32DA4E9C724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Using Navier-Stokes Models to Solve Mean Field Games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A0A641-3A57-C268-71DA-5AD6A374C1C8}"/>
              </a:ext>
            </a:extLst>
          </p:cNvPr>
          <p:cNvSpPr txBox="1"/>
          <p:nvPr/>
        </p:nvSpPr>
        <p:spPr>
          <a:xfrm>
            <a:off x="259771" y="1795871"/>
            <a:ext cx="115962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We can use Navier-Stokes to model Mean Field Games when the following criteria is met: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C3E0A-682C-9F2E-4121-C14BA3A61CCF}"/>
                  </a:ext>
                </a:extLst>
              </p:cNvPr>
              <p:cNvSpPr txBox="1"/>
              <p:nvPr/>
            </p:nvSpPr>
            <p:spPr>
              <a:xfrm>
                <a:off x="3138054" y="2749978"/>
                <a:ext cx="6109854" cy="732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3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type m:val="skw"/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C3E0A-682C-9F2E-4121-C14BA3A61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054" y="2749978"/>
                <a:ext cx="6109854" cy="7326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3C56287-E409-5438-B178-5031FEF2B5E3}"/>
              </a:ext>
            </a:extLst>
          </p:cNvPr>
          <p:cNvSpPr txBox="1"/>
          <p:nvPr/>
        </p:nvSpPr>
        <p:spPr>
          <a:xfrm>
            <a:off x="4331276" y="3584803"/>
            <a:ext cx="37234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What does this mean?</a:t>
            </a:r>
          </a:p>
        </p:txBody>
      </p:sp>
    </p:spTree>
    <p:extLst>
      <p:ext uri="{BB962C8B-B14F-4D97-AF65-F5344CB8AC3E}">
        <p14:creationId xmlns:p14="http://schemas.microsoft.com/office/powerpoint/2010/main" val="6491360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C9B38-D8F9-65A5-D12F-824EAF2AD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8FBA4B0-8368-1A13-8525-CB415D656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91E673-6C38-E6A1-68A8-CED9645F669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BE8784-8D5B-D867-F07A-06AD4CB1E058}"/>
              </a:ext>
            </a:extLst>
          </p:cNvPr>
          <p:cNvSpPr txBox="1"/>
          <p:nvPr/>
        </p:nvSpPr>
        <p:spPr>
          <a:xfrm>
            <a:off x="1615340" y="3520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Hamiltonian Redux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598BA2-1B71-FCF5-E6B2-CC976F8862F7}"/>
              </a:ext>
            </a:extLst>
          </p:cNvPr>
          <p:cNvSpPr txBox="1"/>
          <p:nvPr/>
        </p:nvSpPr>
        <p:spPr>
          <a:xfrm>
            <a:off x="237256" y="1828311"/>
            <a:ext cx="10453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The Hamiltonian encodes the best response given a cost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DD0283-79CE-77D7-2E81-4A4BCE1C80F9}"/>
                  </a:ext>
                </a:extLst>
              </p:cNvPr>
              <p:cNvSpPr txBox="1"/>
              <p:nvPr/>
            </p:nvSpPr>
            <p:spPr>
              <a:xfrm>
                <a:off x="237257" y="2538996"/>
                <a:ext cx="10453701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The objective structure of an HJB system is represented as</a:t>
                </a:r>
              </a:p>
              <a:p>
                <a:pPr algn="ctr"/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DD0283-79CE-77D7-2E81-4A4BCE1C8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57" y="2538996"/>
                <a:ext cx="10453701" cy="1161793"/>
              </a:xfrm>
              <a:prstGeom prst="rect">
                <a:avLst/>
              </a:prstGeom>
              <a:blipFill>
                <a:blip r:embed="rId3"/>
                <a:stretch>
                  <a:fillRect t="-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C0F8-5D4E-29DB-0A5E-005428CAD0E3}"/>
                  </a:ext>
                </a:extLst>
              </p:cNvPr>
              <p:cNvSpPr txBox="1"/>
              <p:nvPr/>
            </p:nvSpPr>
            <p:spPr>
              <a:xfrm>
                <a:off x="1866412" y="4757176"/>
                <a:ext cx="8459174" cy="9335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0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  <m:d>
                                      <m:dPr>
                                        <m:ctrlP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30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</m:d>
                                    <m:r>
                                      <m:rPr>
                                        <m:brk m:alnAt="7"/>
                                      </m:rP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𝑉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3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</m:func>
                    </m:oMath>
                  </m:oMathPara>
                </a14:m>
                <a:endParaRPr lang="en-US" sz="3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C0F8-5D4E-29DB-0A5E-005428CA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412" y="4757176"/>
                <a:ext cx="8459174" cy="9335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CEE69F-8E3C-CDE0-F217-43A6B8BE3BEA}"/>
                  </a:ext>
                </a:extLst>
              </p:cNvPr>
              <p:cNvSpPr txBox="1"/>
              <p:nvPr/>
            </p:nvSpPr>
            <p:spPr>
              <a:xfrm>
                <a:off x="631712" y="3785720"/>
                <a:ext cx="1229804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Stochastic Time Evolution: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))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CEE69F-8E3C-CDE0-F217-43A6B8BE3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712" y="3785720"/>
                <a:ext cx="12298043" cy="523220"/>
              </a:xfrm>
              <a:prstGeom prst="rect">
                <a:avLst/>
              </a:prstGeom>
              <a:blipFill>
                <a:blip r:embed="rId5"/>
                <a:stretch>
                  <a:fillRect l="-1041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D4C9AF3-50EF-9A5E-31E3-2A223663B878}"/>
              </a:ext>
            </a:extLst>
          </p:cNvPr>
          <p:cNvSpPr txBox="1"/>
          <p:nvPr/>
        </p:nvSpPr>
        <p:spPr>
          <a:xfrm>
            <a:off x="4252479" y="4393871"/>
            <a:ext cx="344718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u="sng" dirty="0"/>
              <a:t>HJB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0A4893-7556-8A00-9F81-98CC79981881}"/>
                  </a:ext>
                </a:extLst>
              </p:cNvPr>
              <p:cNvSpPr txBox="1"/>
              <p:nvPr/>
            </p:nvSpPr>
            <p:spPr>
              <a:xfrm>
                <a:off x="631712" y="6054070"/>
                <a:ext cx="6468340" cy="752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limLow>
                              <m:limLowPr>
                                <m:ctrlPr>
                                  <a:rPr lang="en-US" sz="3000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latin typeface="Cambria Math" panose="02040503050406030204" pitchFamily="18" charset="0"/>
                                  </a:rPr>
                                  <m:t>sup</m:t>
                                </m:r>
                              </m:e>
                              <m:lim>
                                <m:r>
                                  <a:rPr lang="en-US" sz="3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lim>
                            </m:limLow>
                            <m:r>
                              <m:rPr>
                                <m:brk m:alnAt="7"/>
                              </m:r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3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)]</m:t>
                            </m:r>
                          </m:e>
                        </m:mr>
                      </m:m>
                    </m:oMath>
                  </m:oMathPara>
                </a14:m>
                <a:endParaRPr lang="en-US" sz="3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0A4893-7556-8A00-9F81-98CC79981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712" y="6054070"/>
                <a:ext cx="6468340" cy="7528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D38419A-F94F-9B2B-9A59-1D3AA92CD14E}"/>
              </a:ext>
            </a:extLst>
          </p:cNvPr>
          <p:cNvSpPr txBox="1"/>
          <p:nvPr/>
        </p:nvSpPr>
        <p:spPr>
          <a:xfrm>
            <a:off x="6276109" y="6054070"/>
            <a:ext cx="31829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is our Hamiltonian!</a:t>
            </a:r>
          </a:p>
        </p:txBody>
      </p:sp>
    </p:spTree>
    <p:extLst>
      <p:ext uri="{BB962C8B-B14F-4D97-AF65-F5344CB8AC3E}">
        <p14:creationId xmlns:p14="http://schemas.microsoft.com/office/powerpoint/2010/main" val="947981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66EF6-682B-0EA3-E3BA-D01373DBE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9E6539-49BC-62F6-A7FB-72F9D0ED212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471571-D524-37DB-2A9C-103020F165C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0FCC9-FA39-3EBB-F4ED-0182D70650C7}"/>
              </a:ext>
            </a:extLst>
          </p:cNvPr>
          <p:cNvSpPr txBox="1"/>
          <p:nvPr/>
        </p:nvSpPr>
        <p:spPr>
          <a:xfrm>
            <a:off x="1615340" y="3520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Hamiltonian Redux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090218-75C6-272C-EC14-C6B4B0FBDAF7}"/>
                  </a:ext>
                </a:extLst>
              </p:cNvPr>
              <p:cNvSpPr txBox="1"/>
              <p:nvPr/>
            </p:nvSpPr>
            <p:spPr>
              <a:xfrm>
                <a:off x="1110093" y="3492144"/>
                <a:ext cx="831446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common way to do that is to assume: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brk m:alnAt="7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=-</m:t>
                    </m:r>
                    <m:f>
                      <m:fPr>
                        <m:type m:val="skw"/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ea typeface="Cambria Math" panose="02040503050406030204" pitchFamily="18" charset="0"/>
                  </a:rPr>
                  <a:t> </a:t>
                </a:r>
                <a:r>
                  <a:rPr lang="en-US" sz="2800" dirty="0"/>
                  <a:t>–</a:t>
                </a:r>
                <a:r>
                  <a:rPr lang="en-US" sz="2800" dirty="0">
                    <a:ea typeface="Cambria Math" panose="02040503050406030204" pitchFamily="18" charset="0"/>
                  </a:rPr>
                  <a:t> quadratic cost of control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800" dirty="0"/>
                  <a:t> – complete control over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rate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090218-75C6-272C-EC14-C6B4B0FBD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093" y="3492144"/>
                <a:ext cx="8314460" cy="1384995"/>
              </a:xfrm>
              <a:prstGeom prst="rect">
                <a:avLst/>
              </a:prstGeom>
              <a:blipFill>
                <a:blip r:embed="rId3"/>
                <a:stretch>
                  <a:fillRect l="-1466" t="-4846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170CD72-DF9D-BD5B-72AC-FF2DB2B71163}"/>
                  </a:ext>
                </a:extLst>
              </p:cNvPr>
              <p:cNvSpPr txBox="1"/>
              <p:nvPr/>
            </p:nvSpPr>
            <p:spPr>
              <a:xfrm>
                <a:off x="290943" y="1772184"/>
                <a:ext cx="1138843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3200" b="0" dirty="0">
                    <a:ea typeface="Cambria Math" panose="020405030504060302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r>
                      <a:rPr lang="en-US" sz="3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3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3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3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  <m:sup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3200" dirty="0"/>
                  <a:t>, we need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170CD72-DF9D-BD5B-72AC-FF2DB2B71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43" y="1772184"/>
                <a:ext cx="11388437" cy="584775"/>
              </a:xfrm>
              <a:prstGeom prst="rect">
                <a:avLst/>
              </a:prstGeom>
              <a:blipFill>
                <a:blip r:embed="rId4"/>
                <a:stretch>
                  <a:fillRect l="-642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ED8B1A-D8A4-9304-7C6C-1E402D32D80F}"/>
                  </a:ext>
                </a:extLst>
              </p:cNvPr>
              <p:cNvSpPr txBox="1"/>
              <p:nvPr/>
            </p:nvSpPr>
            <p:spPr>
              <a:xfrm>
                <a:off x="-197429" y="2468880"/>
                <a:ext cx="9996055" cy="896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  <m:li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m:rPr>
                          <m:brk m:alnAt="7"/>
                        </m:rPr>
                        <a:rPr lang="en-US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brk m:alnAt="7"/>
                            </m:rPr>
                            <a:rPr lang="en-US" sz="3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)]=</m:t>
                      </m:r>
                      <m:f>
                        <m:fPr>
                          <m:type m:val="skw"/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ED8B1A-D8A4-9304-7C6C-1E402D32D8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429" y="2468880"/>
                <a:ext cx="9996055" cy="8969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6C071B52-61F7-47B9-7E0A-2E501BD652E4}"/>
              </a:ext>
            </a:extLst>
          </p:cNvPr>
          <p:cNvSpPr txBox="1"/>
          <p:nvPr/>
        </p:nvSpPr>
        <p:spPr>
          <a:xfrm>
            <a:off x="588815" y="5003426"/>
            <a:ext cx="1790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Then: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952D0-9688-5342-9F36-EA3D48FF354E}"/>
                  </a:ext>
                </a:extLst>
              </p:cNvPr>
              <p:cNvSpPr txBox="1"/>
              <p:nvPr/>
            </p:nvSpPr>
            <p:spPr>
              <a:xfrm>
                <a:off x="140273" y="5630107"/>
                <a:ext cx="11689775" cy="846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  <m:lim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m:rPr>
                          <m:brk m:alnAt="7"/>
                        </m:rPr>
                        <a:rPr lang="en-US" sz="30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brk m:alnAt="7"/>
                            </m:rPr>
                            <a:rPr lang="en-US" sz="3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000" i="1">
                          <a:latin typeface="Cambria Math" panose="02040503050406030204" pitchFamily="18" charset="0"/>
                        </a:rPr>
                        <m:t>)]=</m:t>
                      </m:r>
                      <m:limLow>
                        <m:limLow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  <m:lim>
                          <m:r>
                            <a:rPr lang="en-US" sz="30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m:rPr>
                          <m:brk m:alnAt="7"/>
                        </m:rPr>
                        <a:rPr lang="en-US" sz="30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-</m:t>
                      </m:r>
                      <m:f>
                        <m:fPr>
                          <m:type m:val="skw"/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  <m:sup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]=</m:t>
                      </m:r>
                      <m:f>
                        <m:fPr>
                          <m:type m:val="skw"/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  <m:sup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3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952D0-9688-5342-9F36-EA3D48FF35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73" y="5630107"/>
                <a:ext cx="11689775" cy="8466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19336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F4EEE-BCA0-AC6A-80EA-666DA7E91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3F3D21-6438-06B3-E5A8-4381D6F2402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DED8B6-0A95-513A-04A3-612CEFB4803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FC108C-46C3-6698-C2A1-1FAF15CE65AE}"/>
              </a:ext>
            </a:extLst>
          </p:cNvPr>
          <p:cNvSpPr txBox="1"/>
          <p:nvPr/>
        </p:nvSpPr>
        <p:spPr>
          <a:xfrm>
            <a:off x="1615340" y="3520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“Financial” 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EAB4BB-02DF-C4F8-F011-95F51BC23F27}"/>
              </a:ext>
            </a:extLst>
          </p:cNvPr>
          <p:cNvSpPr txBox="1"/>
          <p:nvPr/>
        </p:nvSpPr>
        <p:spPr>
          <a:xfrm>
            <a:off x="290943" y="1772184"/>
            <a:ext cx="113884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ea typeface="Cambria Math" panose="02040503050406030204" pitchFamily="18" charset="0"/>
              </a:rPr>
              <a:t>Suppose a group of traders are collecting a specific type of Pokémon card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60C26C-F178-C37A-7011-3F4478DAF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228" y="3011907"/>
            <a:ext cx="2779975" cy="37041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2DCA6F-CF06-54AF-CF21-CF02D96EA0A7}"/>
                  </a:ext>
                </a:extLst>
              </p:cNvPr>
              <p:cNvSpPr txBox="1"/>
              <p:nvPr/>
            </p:nvSpPr>
            <p:spPr>
              <a:xfrm>
                <a:off x="581888" y="2422617"/>
                <a:ext cx="18391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2DCA6F-CF06-54AF-CF21-CF02D96EA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88" y="2422617"/>
                <a:ext cx="183919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0C93262-B291-6B0D-A957-21800F51CB4D}"/>
                  </a:ext>
                </a:extLst>
              </p:cNvPr>
              <p:cNvSpPr txBox="1"/>
              <p:nvPr/>
            </p:nvSpPr>
            <p:spPr>
              <a:xfrm>
                <a:off x="2022763" y="2422617"/>
                <a:ext cx="712123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b="0" dirty="0">
                    <a:ea typeface="Cambria Math" panose="02040503050406030204" pitchFamily="18" charset="0"/>
                  </a:rPr>
                  <a:t>represents the value of owning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b="0" dirty="0">
                    <a:ea typeface="Cambria Math" panose="02040503050406030204" pitchFamily="18" charset="0"/>
                  </a:rPr>
                  <a:t> of that card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0C93262-B291-6B0D-A957-21800F51C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763" y="2422617"/>
                <a:ext cx="7121238" cy="523220"/>
              </a:xfrm>
              <a:prstGeom prst="rect">
                <a:avLst/>
              </a:prstGeom>
              <a:blipFill>
                <a:blip r:embed="rId5"/>
                <a:stretch>
                  <a:fillRect l="-1798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9717B8-332C-2F00-4C6C-96295B22D354}"/>
                  </a:ext>
                </a:extLst>
              </p:cNvPr>
              <p:cNvSpPr txBox="1"/>
              <p:nvPr/>
            </p:nvSpPr>
            <p:spPr>
              <a:xfrm>
                <a:off x="581888" y="2945837"/>
                <a:ext cx="18391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9717B8-332C-2F00-4C6C-96295B22D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88" y="2945837"/>
                <a:ext cx="18391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93A08346-270C-CEEF-51E9-FE38D44D2A9E}"/>
              </a:ext>
            </a:extLst>
          </p:cNvPr>
          <p:cNvSpPr txBox="1"/>
          <p:nvPr/>
        </p:nvSpPr>
        <p:spPr>
          <a:xfrm>
            <a:off x="2143990" y="2945837"/>
            <a:ext cx="71212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ea typeface="Cambria Math" panose="02040503050406030204" pitchFamily="18" charset="0"/>
              </a:rPr>
              <a:t>represents the distribution of inventories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0ADAF-082C-BE18-EFD0-D036F047980D}"/>
                  </a:ext>
                </a:extLst>
              </p:cNvPr>
              <p:cNvSpPr txBox="1"/>
              <p:nvPr/>
            </p:nvSpPr>
            <p:spPr>
              <a:xfrm>
                <a:off x="290943" y="3642436"/>
                <a:ext cx="9445339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Stochastic Time Evolution: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0ADAF-082C-BE18-EFD0-D036F0479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43" y="3642436"/>
                <a:ext cx="9445339" cy="954107"/>
              </a:xfrm>
              <a:prstGeom prst="rect">
                <a:avLst/>
              </a:prstGeom>
              <a:blipFill>
                <a:blip r:embed="rId7"/>
                <a:stretch>
                  <a:fillRect l="-1356" t="-7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BDC78AF-1453-84A5-82ED-975802342F1E}"/>
                  </a:ext>
                </a:extLst>
              </p:cNvPr>
              <p:cNvSpPr txBox="1"/>
              <p:nvPr/>
            </p:nvSpPr>
            <p:spPr>
              <a:xfrm>
                <a:off x="945573" y="4672058"/>
                <a:ext cx="610985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&gt; 0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/>
                  <a:t>   buy cards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BDC78AF-1453-84A5-82ED-975802342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573" y="4672058"/>
                <a:ext cx="6109854" cy="523220"/>
              </a:xfrm>
              <a:prstGeom prst="rect">
                <a:avLst/>
              </a:prstGeom>
              <a:blipFill>
                <a:blip r:embed="rId8"/>
                <a:stretch>
                  <a:fillRect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F9108AB-2F6B-29EE-4A2F-6731713C42E1}"/>
                  </a:ext>
                </a:extLst>
              </p:cNvPr>
              <p:cNvSpPr txBox="1"/>
              <p:nvPr/>
            </p:nvSpPr>
            <p:spPr>
              <a:xfrm>
                <a:off x="945573" y="5137751"/>
                <a:ext cx="610985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&lt; 0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/>
                  <a:t>   sell cards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F9108AB-2F6B-29EE-4A2F-6731713C4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573" y="5137751"/>
                <a:ext cx="6109854" cy="523220"/>
              </a:xfrm>
              <a:prstGeom prst="rect">
                <a:avLst/>
              </a:prstGeom>
              <a:blipFill>
                <a:blip r:embed="rId9"/>
                <a:stretch>
                  <a:fillRect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AEC93AB-4953-9017-CBA9-EBE5B31636BD}"/>
                  </a:ext>
                </a:extLst>
              </p:cNvPr>
              <p:cNvSpPr txBox="1"/>
              <p:nvPr/>
            </p:nvSpPr>
            <p:spPr>
              <a:xfrm>
                <a:off x="758533" y="5603444"/>
                <a:ext cx="713855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l-G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 ⇒</m:t>
                    </m:r>
                  </m:oMath>
                </a14:m>
                <a:r>
                  <a:rPr lang="en-US" sz="2800" dirty="0"/>
                  <a:t> find cards in packs or lose them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AEC93AB-4953-9017-CBA9-EBE5B3163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533" y="5603444"/>
                <a:ext cx="7138558" cy="523220"/>
              </a:xfrm>
              <a:prstGeom prst="rect">
                <a:avLst/>
              </a:prstGeom>
              <a:blipFill>
                <a:blip r:embed="rId10"/>
                <a:stretch>
                  <a:fillRect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432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5BF0-4A20-1B5F-C8C9-EDD8A1F97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F8F9BC-5EEA-48E7-88A3-7EAFE41BE24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036E97-25EF-F1B8-31DE-63DE04B58E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B8D03-CBE6-8525-45DD-54CA7344E30D}"/>
              </a:ext>
            </a:extLst>
          </p:cNvPr>
          <p:cNvSpPr txBox="1"/>
          <p:nvPr/>
        </p:nvSpPr>
        <p:spPr>
          <a:xfrm>
            <a:off x="1615340" y="3520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“Financial” 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85D003-27F1-6F54-8787-46097AF90D09}"/>
              </a:ext>
            </a:extLst>
          </p:cNvPr>
          <p:cNvSpPr txBox="1"/>
          <p:nvPr/>
        </p:nvSpPr>
        <p:spPr>
          <a:xfrm>
            <a:off x="290943" y="1772184"/>
            <a:ext cx="1138843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ea typeface="Cambria Math" panose="02040503050406030204" pitchFamily="18" charset="0"/>
              </a:rPr>
              <a:t>Assume that buying or selling cards has a quadratic cost. This can be thought of the result of </a:t>
            </a:r>
            <a:r>
              <a:rPr lang="en-US" sz="2800" dirty="0">
                <a:ea typeface="Cambria Math" panose="02040503050406030204" pitchFamily="18" charset="0"/>
              </a:rPr>
              <a:t>b</a:t>
            </a:r>
            <a:r>
              <a:rPr lang="en-US" sz="2800" b="0" dirty="0">
                <a:ea typeface="Cambria Math" panose="02040503050406030204" pitchFamily="18" charset="0"/>
              </a:rPr>
              <a:t>uying or selling moving the price against you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0E9F4E-D6EE-4AB6-FDF1-72ACB4663F42}"/>
                  </a:ext>
                </a:extLst>
              </p:cNvPr>
              <p:cNvSpPr txBox="1"/>
              <p:nvPr/>
            </p:nvSpPr>
            <p:spPr>
              <a:xfrm>
                <a:off x="290942" y="3429000"/>
                <a:ext cx="10453701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The objective structure of our system is:</a:t>
                </a:r>
              </a:p>
              <a:p>
                <a:pPr algn="ctr"/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 </m:t>
                        </m:r>
                        <m:f>
                          <m:fPr>
                            <m:type m:val="skw"/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  <m:r>
                          <a:rPr lang="en-US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)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0E9F4E-D6EE-4AB6-FDF1-72ACB4663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42" y="3429000"/>
                <a:ext cx="10453701" cy="1161793"/>
              </a:xfrm>
              <a:prstGeom prst="rect">
                <a:avLst/>
              </a:prstGeom>
              <a:blipFill>
                <a:blip r:embed="rId3"/>
                <a:stretch>
                  <a:fillRect t="-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E3102-12D7-B3E9-0D6C-2F14AB3F7AFE}"/>
                  </a:ext>
                </a:extLst>
              </p:cNvPr>
              <p:cNvSpPr txBox="1"/>
              <p:nvPr/>
            </p:nvSpPr>
            <p:spPr>
              <a:xfrm>
                <a:off x="290942" y="2839231"/>
                <a:ext cx="939338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Further a</a:t>
                </a:r>
                <a:r>
                  <a:rPr lang="en-US" sz="2800" b="0" dirty="0">
                    <a:ea typeface="Cambria Math" panose="02040503050406030204" pitchFamily="18" charset="0"/>
                  </a:rPr>
                  <a:t>s</a:t>
                </a:r>
                <a:r>
                  <a:rPr lang="en-US" sz="2800" dirty="0">
                    <a:ea typeface="Cambria Math" panose="02040503050406030204" pitchFamily="18" charset="0"/>
                  </a:rPr>
                  <a:t>sume that there is a running iteration term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ea typeface="Cambria Math" panose="02040503050406030204" pitchFamily="18" charset="0"/>
                  </a:rPr>
                  <a:t> </a:t>
                </a:r>
                <a:endParaRPr lang="en-US" sz="28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E3102-12D7-B3E9-0D6C-2F14AB3F7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42" y="2839231"/>
                <a:ext cx="9393385" cy="523220"/>
              </a:xfrm>
              <a:prstGeom prst="rect">
                <a:avLst/>
              </a:prstGeom>
              <a:blipFill>
                <a:blip r:embed="rId4"/>
                <a:stretch>
                  <a:fillRect l="-1363"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16A3C6-1AB6-F634-5FF9-E3A27B9D45A3}"/>
                  </a:ext>
                </a:extLst>
              </p:cNvPr>
              <p:cNvSpPr txBox="1"/>
              <p:nvPr/>
            </p:nvSpPr>
            <p:spPr>
              <a:xfrm>
                <a:off x="-103909" y="4657342"/>
                <a:ext cx="11045536" cy="540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The associated HJB equation 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>
                          <m:fPr>
                            <m:type m:val="skw"/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type m:val="skw"/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16A3C6-1AB6-F634-5FF9-E3A27B9D45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3909" y="4657342"/>
                <a:ext cx="11045536" cy="540725"/>
              </a:xfrm>
              <a:prstGeom prst="rect">
                <a:avLst/>
              </a:prstGeom>
              <a:blipFill>
                <a:blip r:embed="rId5"/>
                <a:stretch>
                  <a:fillRect t="-10112" b="-28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F5ACD6-72A2-6594-273D-EAE9E651250C}"/>
                  </a:ext>
                </a:extLst>
              </p:cNvPr>
              <p:cNvSpPr txBox="1"/>
              <p:nvPr/>
            </p:nvSpPr>
            <p:spPr>
              <a:xfrm>
                <a:off x="3635515" y="6062071"/>
                <a:ext cx="44787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𝜐</m:t>
                      </m:r>
                      <m:r>
                        <m:rPr>
                          <m:sty m:val="p"/>
                        </m:rPr>
                        <a:rPr lang="el-GR" sz="28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F5ACD6-72A2-6594-273D-EAE9E6512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515" y="6062071"/>
                <a:ext cx="447872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9949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9192</TotalTime>
  <Words>977</Words>
  <Application>Microsoft Office PowerPoint</Application>
  <PresentationFormat>Widescreen</PresentationFormat>
  <Paragraphs>147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76</cp:revision>
  <cp:lastPrinted>2025-08-21T02:00:35Z</cp:lastPrinted>
  <dcterms:created xsi:type="dcterms:W3CDTF">2025-08-20T23:47:39Z</dcterms:created>
  <dcterms:modified xsi:type="dcterms:W3CDTF">2026-04-28T03:26:19Z</dcterms:modified>
</cp:coreProperties>
</file>