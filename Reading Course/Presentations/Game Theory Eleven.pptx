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91" r:id="rId2"/>
    <p:sldId id="443" r:id="rId3"/>
    <p:sldId id="510" r:id="rId4"/>
    <p:sldId id="511" r:id="rId5"/>
    <p:sldId id="512" r:id="rId6"/>
    <p:sldId id="514" r:id="rId7"/>
    <p:sldId id="513" r:id="rId8"/>
    <p:sldId id="515" r:id="rId9"/>
    <p:sldId id="516" r:id="rId10"/>
    <p:sldId id="517" r:id="rId11"/>
    <p:sldId id="519" r:id="rId12"/>
    <p:sldId id="520" r:id="rId13"/>
    <p:sldId id="529" r:id="rId14"/>
    <p:sldId id="530" r:id="rId15"/>
    <p:sldId id="532" r:id="rId16"/>
    <p:sldId id="533" r:id="rId17"/>
    <p:sldId id="534" r:id="rId18"/>
    <p:sldId id="535" r:id="rId19"/>
    <p:sldId id="523" r:id="rId20"/>
    <p:sldId id="536" r:id="rId21"/>
    <p:sldId id="538" r:id="rId22"/>
    <p:sldId id="537" r:id="rId23"/>
    <p:sldId id="521" r:id="rId24"/>
    <p:sldId id="524" r:id="rId25"/>
    <p:sldId id="525" r:id="rId26"/>
    <p:sldId id="526" r:id="rId27"/>
    <p:sldId id="539" r:id="rId28"/>
    <p:sldId id="540" r:id="rId29"/>
    <p:sldId id="527" r:id="rId30"/>
    <p:sldId id="528" r:id="rId31"/>
  </p:sldIdLst>
  <p:sldSz cx="12192000" cy="6858000"/>
  <p:notesSz cx="6858000" cy="88915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52556A3-2CB9-4349-AA16-84A892A7CC81}">
          <p14:sldIdLst>
            <p14:sldId id="291"/>
            <p14:sldId id="443"/>
            <p14:sldId id="510"/>
            <p14:sldId id="511"/>
            <p14:sldId id="512"/>
            <p14:sldId id="514"/>
            <p14:sldId id="513"/>
            <p14:sldId id="515"/>
            <p14:sldId id="516"/>
            <p14:sldId id="517"/>
            <p14:sldId id="519"/>
            <p14:sldId id="520"/>
            <p14:sldId id="529"/>
            <p14:sldId id="530"/>
            <p14:sldId id="532"/>
            <p14:sldId id="533"/>
            <p14:sldId id="534"/>
            <p14:sldId id="535"/>
            <p14:sldId id="523"/>
            <p14:sldId id="536"/>
            <p14:sldId id="538"/>
            <p14:sldId id="537"/>
            <p14:sldId id="521"/>
            <p14:sldId id="524"/>
            <p14:sldId id="525"/>
            <p14:sldId id="526"/>
            <p14:sldId id="539"/>
            <p14:sldId id="540"/>
            <p14:sldId id="527"/>
            <p14:sldId id="52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7D359C8-AACA-2EA8-D24E-0AAD455781CC}" name="Jacob Wyngaard" initials="JW" userId="6181fcd471e98458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064EA1"/>
    <a:srgbClr val="388847"/>
    <a:srgbClr val="3E7CB9"/>
    <a:srgbClr val="6D9CCA"/>
    <a:srgbClr val="D26764"/>
    <a:srgbClr val="FF66CC"/>
    <a:srgbClr val="FFCC00"/>
    <a:srgbClr val="F21C0B"/>
    <a:srgbClr val="5E83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4CEEFD-F5A2-4C07-8BF8-8FF1B87C4C4D}" v="771" dt="2026-04-28T18:25:21.7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89673" autoAdjust="0"/>
  </p:normalViewPr>
  <p:slideViewPr>
    <p:cSldViewPr snapToGrid="0">
      <p:cViewPr varScale="1">
        <p:scale>
          <a:sx n="74" d="100"/>
          <a:sy n="74" d="100"/>
        </p:scale>
        <p:origin x="461" y="62"/>
      </p:cViewPr>
      <p:guideLst/>
    </p:cSldViewPr>
  </p:slideViewPr>
  <p:notesTextViewPr>
    <p:cViewPr>
      <p:scale>
        <a:sx n="25" d="100"/>
        <a:sy n="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8/10/relationships/authors" Target="authors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Wyngaard" userId="6181fcd471e98458" providerId="LiveId" clId="{788BA123-62C9-4DDC-86E5-A6BCA4600216}"/>
    <pc:docChg chg="undo custSel addSld delSld modSld sldOrd modSection">
      <pc:chgData name="Jacob Wyngaard" userId="6181fcd471e98458" providerId="LiveId" clId="{788BA123-62C9-4DDC-86E5-A6BCA4600216}" dt="2026-04-28T18:25:49.228" v="4398" actId="1076"/>
      <pc:docMkLst>
        <pc:docMk/>
      </pc:docMkLst>
      <pc:sldChg chg="addSp delSp modSp mod">
        <pc:chgData name="Jacob Wyngaard" userId="6181fcd471e98458" providerId="LiveId" clId="{788BA123-62C9-4DDC-86E5-A6BCA4600216}" dt="2026-04-27T03:18:38.612" v="18" actId="1076"/>
        <pc:sldMkLst>
          <pc:docMk/>
          <pc:sldMk cId="606609933" sldId="291"/>
        </pc:sldMkLst>
        <pc:spChg chg="mod">
          <ac:chgData name="Jacob Wyngaard" userId="6181fcd471e98458" providerId="LiveId" clId="{788BA123-62C9-4DDC-86E5-A6BCA4600216}" dt="2026-04-27T03:16:04.132" v="5" actId="20577"/>
          <ac:spMkLst>
            <pc:docMk/>
            <pc:sldMk cId="606609933" sldId="291"/>
            <ac:spMk id="9" creationId="{146DFEDC-5C40-1E05-3C8E-45F902F03177}"/>
          </ac:spMkLst>
        </pc:spChg>
        <pc:picChg chg="add mod">
          <ac:chgData name="Jacob Wyngaard" userId="6181fcd471e98458" providerId="LiveId" clId="{788BA123-62C9-4DDC-86E5-A6BCA4600216}" dt="2026-04-27T03:18:38.612" v="18" actId="1076"/>
          <ac:picMkLst>
            <pc:docMk/>
            <pc:sldMk cId="606609933" sldId="291"/>
            <ac:picMk id="3" creationId="{B14AFA91-DB93-95F9-E771-5F74823F6620}"/>
          </ac:picMkLst>
        </pc:picChg>
        <pc:picChg chg="del">
          <ac:chgData name="Jacob Wyngaard" userId="6181fcd471e98458" providerId="LiveId" clId="{788BA123-62C9-4DDC-86E5-A6BCA4600216}" dt="2026-04-27T03:18:27.688" v="13" actId="478"/>
          <ac:picMkLst>
            <pc:docMk/>
            <pc:sldMk cId="606609933" sldId="291"/>
            <ac:picMk id="7" creationId="{7C27AC2D-996B-CA0D-E7B5-DAA84C8F17A1}"/>
          </ac:picMkLst>
        </pc:picChg>
      </pc:sldChg>
      <pc:sldChg chg="addSp delSp modSp add mod">
        <pc:chgData name="Jacob Wyngaard" userId="6181fcd471e98458" providerId="LiveId" clId="{788BA123-62C9-4DDC-86E5-A6BCA4600216}" dt="2026-04-27T03:17:09.111" v="12" actId="1076"/>
        <pc:sldMkLst>
          <pc:docMk/>
          <pc:sldMk cId="1904361733" sldId="443"/>
        </pc:sldMkLst>
        <pc:spChg chg="mod">
          <ac:chgData name="Jacob Wyngaard" userId="6181fcd471e98458" providerId="LiveId" clId="{788BA123-62C9-4DDC-86E5-A6BCA4600216}" dt="2026-04-27T03:17:09.111" v="12" actId="1076"/>
          <ac:spMkLst>
            <pc:docMk/>
            <pc:sldMk cId="1904361733" sldId="443"/>
            <ac:spMk id="2" creationId="{12191DAF-EE3A-FC24-1F7B-E9C307CFE694}"/>
          </ac:spMkLst>
        </pc:spChg>
        <pc:spChg chg="add mod">
          <ac:chgData name="Jacob Wyngaard" userId="6181fcd471e98458" providerId="LiveId" clId="{788BA123-62C9-4DDC-86E5-A6BCA4600216}" dt="2026-04-27T03:16:58.074" v="8"/>
          <ac:spMkLst>
            <pc:docMk/>
            <pc:sldMk cId="1904361733" sldId="443"/>
            <ac:spMk id="9" creationId="{8D8651B8-F92D-CD54-DB41-E67E2CB6EB17}"/>
          </ac:spMkLst>
        </pc:spChg>
        <pc:spChg chg="del">
          <ac:chgData name="Jacob Wyngaard" userId="6181fcd471e98458" providerId="LiveId" clId="{788BA123-62C9-4DDC-86E5-A6BCA4600216}" dt="2026-04-27T03:17:00.401" v="9" actId="478"/>
          <ac:spMkLst>
            <pc:docMk/>
            <pc:sldMk cId="1904361733" sldId="443"/>
            <ac:spMk id="23" creationId="{37343307-227A-F5AC-6212-699E469749F8}"/>
          </ac:spMkLst>
        </pc:spChg>
        <pc:spChg chg="add mod">
          <ac:chgData name="Jacob Wyngaard" userId="6181fcd471e98458" providerId="LiveId" clId="{788BA123-62C9-4DDC-86E5-A6BCA4600216}" dt="2026-04-27T03:17:00.688" v="10"/>
          <ac:spMkLst>
            <pc:docMk/>
            <pc:sldMk cId="1904361733" sldId="443"/>
            <ac:spMk id="24" creationId="{D1DC5788-BD36-8643-CCF1-839157CE792F}"/>
          </ac:spMkLst>
        </pc:spChg>
      </pc:sldChg>
      <pc:sldChg chg="del">
        <pc:chgData name="Jacob Wyngaard" userId="6181fcd471e98458" providerId="LiveId" clId="{788BA123-62C9-4DDC-86E5-A6BCA4600216}" dt="2026-04-27T03:16:15.709" v="6" actId="47"/>
        <pc:sldMkLst>
          <pc:docMk/>
          <pc:sldMk cId="2121292761" sldId="463"/>
        </pc:sldMkLst>
      </pc:sldChg>
      <pc:sldChg chg="del">
        <pc:chgData name="Jacob Wyngaard" userId="6181fcd471e98458" providerId="LiveId" clId="{788BA123-62C9-4DDC-86E5-A6BCA4600216}" dt="2026-04-27T03:19:07.512" v="33" actId="47"/>
        <pc:sldMkLst>
          <pc:docMk/>
          <pc:sldMk cId="1894351923" sldId="479"/>
        </pc:sldMkLst>
      </pc:sldChg>
      <pc:sldChg chg="del">
        <pc:chgData name="Jacob Wyngaard" userId="6181fcd471e98458" providerId="LiveId" clId="{788BA123-62C9-4DDC-86E5-A6BCA4600216}" dt="2026-04-27T03:19:07.512" v="33" actId="47"/>
        <pc:sldMkLst>
          <pc:docMk/>
          <pc:sldMk cId="794749452" sldId="486"/>
        </pc:sldMkLst>
      </pc:sldChg>
      <pc:sldChg chg="del">
        <pc:chgData name="Jacob Wyngaard" userId="6181fcd471e98458" providerId="LiveId" clId="{788BA123-62C9-4DDC-86E5-A6BCA4600216}" dt="2026-04-27T03:19:07.512" v="33" actId="47"/>
        <pc:sldMkLst>
          <pc:docMk/>
          <pc:sldMk cId="2678760519" sldId="487"/>
        </pc:sldMkLst>
      </pc:sldChg>
      <pc:sldChg chg="del">
        <pc:chgData name="Jacob Wyngaard" userId="6181fcd471e98458" providerId="LiveId" clId="{788BA123-62C9-4DDC-86E5-A6BCA4600216}" dt="2026-04-27T03:19:07.512" v="33" actId="47"/>
        <pc:sldMkLst>
          <pc:docMk/>
          <pc:sldMk cId="3907911779" sldId="488"/>
        </pc:sldMkLst>
      </pc:sldChg>
      <pc:sldChg chg="del">
        <pc:chgData name="Jacob Wyngaard" userId="6181fcd471e98458" providerId="LiveId" clId="{788BA123-62C9-4DDC-86E5-A6BCA4600216}" dt="2026-04-27T03:19:07.512" v="33" actId="47"/>
        <pc:sldMkLst>
          <pc:docMk/>
          <pc:sldMk cId="472331908" sldId="489"/>
        </pc:sldMkLst>
      </pc:sldChg>
      <pc:sldChg chg="del">
        <pc:chgData name="Jacob Wyngaard" userId="6181fcd471e98458" providerId="LiveId" clId="{788BA123-62C9-4DDC-86E5-A6BCA4600216}" dt="2026-04-27T03:19:07.512" v="33" actId="47"/>
        <pc:sldMkLst>
          <pc:docMk/>
          <pc:sldMk cId="384895477" sldId="490"/>
        </pc:sldMkLst>
      </pc:sldChg>
      <pc:sldChg chg="del">
        <pc:chgData name="Jacob Wyngaard" userId="6181fcd471e98458" providerId="LiveId" clId="{788BA123-62C9-4DDC-86E5-A6BCA4600216}" dt="2026-04-27T03:19:07.512" v="33" actId="47"/>
        <pc:sldMkLst>
          <pc:docMk/>
          <pc:sldMk cId="2737047553" sldId="491"/>
        </pc:sldMkLst>
      </pc:sldChg>
      <pc:sldChg chg="del">
        <pc:chgData name="Jacob Wyngaard" userId="6181fcd471e98458" providerId="LiveId" clId="{788BA123-62C9-4DDC-86E5-A6BCA4600216}" dt="2026-04-27T03:19:07.512" v="33" actId="47"/>
        <pc:sldMkLst>
          <pc:docMk/>
          <pc:sldMk cId="3222308516" sldId="492"/>
        </pc:sldMkLst>
      </pc:sldChg>
      <pc:sldChg chg="del">
        <pc:chgData name="Jacob Wyngaard" userId="6181fcd471e98458" providerId="LiveId" clId="{788BA123-62C9-4DDC-86E5-A6BCA4600216}" dt="2026-04-27T03:19:07.512" v="33" actId="47"/>
        <pc:sldMkLst>
          <pc:docMk/>
          <pc:sldMk cId="1279759771" sldId="493"/>
        </pc:sldMkLst>
      </pc:sldChg>
      <pc:sldChg chg="del">
        <pc:chgData name="Jacob Wyngaard" userId="6181fcd471e98458" providerId="LiveId" clId="{788BA123-62C9-4DDC-86E5-A6BCA4600216}" dt="2026-04-27T03:19:07.512" v="33" actId="47"/>
        <pc:sldMkLst>
          <pc:docMk/>
          <pc:sldMk cId="2866816978" sldId="494"/>
        </pc:sldMkLst>
      </pc:sldChg>
      <pc:sldChg chg="del">
        <pc:chgData name="Jacob Wyngaard" userId="6181fcd471e98458" providerId="LiveId" clId="{788BA123-62C9-4DDC-86E5-A6BCA4600216}" dt="2026-04-27T03:19:07.512" v="33" actId="47"/>
        <pc:sldMkLst>
          <pc:docMk/>
          <pc:sldMk cId="3200373306" sldId="495"/>
        </pc:sldMkLst>
      </pc:sldChg>
      <pc:sldChg chg="del">
        <pc:chgData name="Jacob Wyngaard" userId="6181fcd471e98458" providerId="LiveId" clId="{788BA123-62C9-4DDC-86E5-A6BCA4600216}" dt="2026-04-27T03:19:07.512" v="33" actId="47"/>
        <pc:sldMkLst>
          <pc:docMk/>
          <pc:sldMk cId="832774088" sldId="497"/>
        </pc:sldMkLst>
      </pc:sldChg>
      <pc:sldChg chg="del">
        <pc:chgData name="Jacob Wyngaard" userId="6181fcd471e98458" providerId="LiveId" clId="{788BA123-62C9-4DDC-86E5-A6BCA4600216}" dt="2026-04-27T03:19:07.512" v="33" actId="47"/>
        <pc:sldMkLst>
          <pc:docMk/>
          <pc:sldMk cId="962981932" sldId="498"/>
        </pc:sldMkLst>
      </pc:sldChg>
      <pc:sldChg chg="del">
        <pc:chgData name="Jacob Wyngaard" userId="6181fcd471e98458" providerId="LiveId" clId="{788BA123-62C9-4DDC-86E5-A6BCA4600216}" dt="2026-04-27T03:19:07.512" v="33" actId="47"/>
        <pc:sldMkLst>
          <pc:docMk/>
          <pc:sldMk cId="1966636801" sldId="499"/>
        </pc:sldMkLst>
      </pc:sldChg>
      <pc:sldChg chg="del">
        <pc:chgData name="Jacob Wyngaard" userId="6181fcd471e98458" providerId="LiveId" clId="{788BA123-62C9-4DDC-86E5-A6BCA4600216}" dt="2026-04-27T03:19:07.512" v="33" actId="47"/>
        <pc:sldMkLst>
          <pc:docMk/>
          <pc:sldMk cId="2482252016" sldId="500"/>
        </pc:sldMkLst>
      </pc:sldChg>
      <pc:sldChg chg="del">
        <pc:chgData name="Jacob Wyngaard" userId="6181fcd471e98458" providerId="LiveId" clId="{788BA123-62C9-4DDC-86E5-A6BCA4600216}" dt="2026-04-27T03:19:07.512" v="33" actId="47"/>
        <pc:sldMkLst>
          <pc:docMk/>
          <pc:sldMk cId="1216087116" sldId="501"/>
        </pc:sldMkLst>
      </pc:sldChg>
      <pc:sldChg chg="del">
        <pc:chgData name="Jacob Wyngaard" userId="6181fcd471e98458" providerId="LiveId" clId="{788BA123-62C9-4DDC-86E5-A6BCA4600216}" dt="2026-04-27T03:19:07.512" v="33" actId="47"/>
        <pc:sldMkLst>
          <pc:docMk/>
          <pc:sldMk cId="2609829751" sldId="502"/>
        </pc:sldMkLst>
      </pc:sldChg>
      <pc:sldChg chg="del">
        <pc:chgData name="Jacob Wyngaard" userId="6181fcd471e98458" providerId="LiveId" clId="{788BA123-62C9-4DDC-86E5-A6BCA4600216}" dt="2026-04-27T03:19:07.512" v="33" actId="47"/>
        <pc:sldMkLst>
          <pc:docMk/>
          <pc:sldMk cId="1875509364" sldId="503"/>
        </pc:sldMkLst>
      </pc:sldChg>
      <pc:sldChg chg="del">
        <pc:chgData name="Jacob Wyngaard" userId="6181fcd471e98458" providerId="LiveId" clId="{788BA123-62C9-4DDC-86E5-A6BCA4600216}" dt="2026-04-27T03:19:07.512" v="33" actId="47"/>
        <pc:sldMkLst>
          <pc:docMk/>
          <pc:sldMk cId="231809210" sldId="504"/>
        </pc:sldMkLst>
      </pc:sldChg>
      <pc:sldChg chg="del">
        <pc:chgData name="Jacob Wyngaard" userId="6181fcd471e98458" providerId="LiveId" clId="{788BA123-62C9-4DDC-86E5-A6BCA4600216}" dt="2026-04-27T03:19:07.512" v="33" actId="47"/>
        <pc:sldMkLst>
          <pc:docMk/>
          <pc:sldMk cId="1362152949" sldId="505"/>
        </pc:sldMkLst>
      </pc:sldChg>
      <pc:sldChg chg="del">
        <pc:chgData name="Jacob Wyngaard" userId="6181fcd471e98458" providerId="LiveId" clId="{788BA123-62C9-4DDC-86E5-A6BCA4600216}" dt="2026-04-27T03:19:07.512" v="33" actId="47"/>
        <pc:sldMkLst>
          <pc:docMk/>
          <pc:sldMk cId="665449843" sldId="506"/>
        </pc:sldMkLst>
      </pc:sldChg>
      <pc:sldChg chg="del">
        <pc:chgData name="Jacob Wyngaard" userId="6181fcd471e98458" providerId="LiveId" clId="{788BA123-62C9-4DDC-86E5-A6BCA4600216}" dt="2026-04-27T03:16:15.709" v="6" actId="47"/>
        <pc:sldMkLst>
          <pc:docMk/>
          <pc:sldMk cId="2636392587" sldId="507"/>
        </pc:sldMkLst>
      </pc:sldChg>
      <pc:sldChg chg="del">
        <pc:chgData name="Jacob Wyngaard" userId="6181fcd471e98458" providerId="LiveId" clId="{788BA123-62C9-4DDC-86E5-A6BCA4600216}" dt="2026-04-27T03:16:15.709" v="6" actId="47"/>
        <pc:sldMkLst>
          <pc:docMk/>
          <pc:sldMk cId="3620747710" sldId="509"/>
        </pc:sldMkLst>
      </pc:sldChg>
      <pc:sldChg chg="delSp modSp mod">
        <pc:chgData name="Jacob Wyngaard" userId="6181fcd471e98458" providerId="LiveId" clId="{788BA123-62C9-4DDC-86E5-A6BCA4600216}" dt="2026-04-27T04:07:15.145" v="480" actId="1076"/>
        <pc:sldMkLst>
          <pc:docMk/>
          <pc:sldMk cId="599309592" sldId="510"/>
        </pc:sldMkLst>
        <pc:spChg chg="mod">
          <ac:chgData name="Jacob Wyngaard" userId="6181fcd471e98458" providerId="LiveId" clId="{788BA123-62C9-4DDC-86E5-A6BCA4600216}" dt="2026-04-27T04:07:15.145" v="480" actId="1076"/>
          <ac:spMkLst>
            <pc:docMk/>
            <pc:sldMk cId="599309592" sldId="510"/>
            <ac:spMk id="2" creationId="{8AFBDFBB-2086-681F-0434-D7C59D3D5C94}"/>
          </ac:spMkLst>
        </pc:spChg>
        <pc:spChg chg="mod">
          <ac:chgData name="Jacob Wyngaard" userId="6181fcd471e98458" providerId="LiveId" clId="{788BA123-62C9-4DDC-86E5-A6BCA4600216}" dt="2026-04-27T04:07:08.180" v="478" actId="1076"/>
          <ac:spMkLst>
            <pc:docMk/>
            <pc:sldMk cId="599309592" sldId="510"/>
            <ac:spMk id="9" creationId="{2660E452-69A7-511A-1083-E03E91206130}"/>
          </ac:spMkLst>
        </pc:spChg>
        <pc:spChg chg="mod">
          <ac:chgData name="Jacob Wyngaard" userId="6181fcd471e98458" providerId="LiveId" clId="{788BA123-62C9-4DDC-86E5-A6BCA4600216}" dt="2026-04-27T04:07:12.714" v="479" actId="1076"/>
          <ac:spMkLst>
            <pc:docMk/>
            <pc:sldMk cId="599309592" sldId="510"/>
            <ac:spMk id="10" creationId="{8B8C00C5-AB1F-BB2C-10E5-A79DE91BAADF}"/>
          </ac:spMkLst>
        </pc:spChg>
        <pc:spChg chg="del">
          <ac:chgData name="Jacob Wyngaard" userId="6181fcd471e98458" providerId="LiveId" clId="{788BA123-62C9-4DDC-86E5-A6BCA4600216}" dt="2026-04-27T04:07:04.326" v="477" actId="478"/>
          <ac:spMkLst>
            <pc:docMk/>
            <pc:sldMk cId="599309592" sldId="510"/>
            <ac:spMk id="11" creationId="{35B0F584-F2C1-A7AC-C8A0-E36B862DDA5D}"/>
          </ac:spMkLst>
        </pc:spChg>
        <pc:spChg chg="mod">
          <ac:chgData name="Jacob Wyngaard" userId="6181fcd471e98458" providerId="LiveId" clId="{788BA123-62C9-4DDC-86E5-A6BCA4600216}" dt="2026-04-27T03:18:51.876" v="32" actId="20577"/>
          <ac:spMkLst>
            <pc:docMk/>
            <pc:sldMk cId="599309592" sldId="510"/>
            <ac:spMk id="23" creationId="{36091EFF-318D-C2DF-87C7-FA9BE4C22977}"/>
          </ac:spMkLst>
        </pc:spChg>
      </pc:sldChg>
      <pc:sldChg chg="del">
        <pc:chgData name="Jacob Wyngaard" userId="6181fcd471e98458" providerId="LiveId" clId="{788BA123-62C9-4DDC-86E5-A6BCA4600216}" dt="2026-04-27T03:16:15.709" v="6" actId="47"/>
        <pc:sldMkLst>
          <pc:docMk/>
          <pc:sldMk cId="940287396" sldId="511"/>
        </pc:sldMkLst>
      </pc:sldChg>
      <pc:sldChg chg="addSp delSp modSp add mod">
        <pc:chgData name="Jacob Wyngaard" userId="6181fcd471e98458" providerId="LiveId" clId="{788BA123-62C9-4DDC-86E5-A6BCA4600216}" dt="2026-04-27T04:07:35.545" v="486" actId="1076"/>
        <pc:sldMkLst>
          <pc:docMk/>
          <pc:sldMk cId="4095573826" sldId="511"/>
        </pc:sldMkLst>
        <pc:spChg chg="del">
          <ac:chgData name="Jacob Wyngaard" userId="6181fcd471e98458" providerId="LiveId" clId="{788BA123-62C9-4DDC-86E5-A6BCA4600216}" dt="2026-04-27T03:48:59.097" v="38" actId="478"/>
          <ac:spMkLst>
            <pc:docMk/>
            <pc:sldMk cId="4095573826" sldId="511"/>
            <ac:spMk id="2" creationId="{2D94A437-97BD-4208-70DB-A35DD55B9196}"/>
          </ac:spMkLst>
        </pc:spChg>
        <pc:spChg chg="add del mod">
          <ac:chgData name="Jacob Wyngaard" userId="6181fcd471e98458" providerId="LiveId" clId="{788BA123-62C9-4DDC-86E5-A6BCA4600216}" dt="2026-04-27T04:07:22.309" v="481" actId="478"/>
          <ac:spMkLst>
            <pc:docMk/>
            <pc:sldMk cId="4095573826" sldId="511"/>
            <ac:spMk id="5" creationId="{4E774892-2F8E-E64F-B321-35F567A4E33E}"/>
          </ac:spMkLst>
        </pc:spChg>
        <pc:spChg chg="del">
          <ac:chgData name="Jacob Wyngaard" userId="6181fcd471e98458" providerId="LiveId" clId="{788BA123-62C9-4DDC-86E5-A6BCA4600216}" dt="2026-04-27T03:48:56.761" v="36" actId="478"/>
          <ac:spMkLst>
            <pc:docMk/>
            <pc:sldMk cId="4095573826" sldId="511"/>
            <ac:spMk id="9" creationId="{F15BCD08-3FB4-F27C-E62C-E557CF0A7563}"/>
          </ac:spMkLst>
        </pc:spChg>
        <pc:spChg chg="del">
          <ac:chgData name="Jacob Wyngaard" userId="6181fcd471e98458" providerId="LiveId" clId="{788BA123-62C9-4DDC-86E5-A6BCA4600216}" dt="2026-04-27T03:48:58.243" v="37" actId="478"/>
          <ac:spMkLst>
            <pc:docMk/>
            <pc:sldMk cId="4095573826" sldId="511"/>
            <ac:spMk id="10" creationId="{5464B837-243B-AD67-FE32-1F0AE0486895}"/>
          </ac:spMkLst>
        </pc:spChg>
        <pc:spChg chg="del">
          <ac:chgData name="Jacob Wyngaard" userId="6181fcd471e98458" providerId="LiveId" clId="{788BA123-62C9-4DDC-86E5-A6BCA4600216}" dt="2026-04-27T03:48:55.315" v="35" actId="478"/>
          <ac:spMkLst>
            <pc:docMk/>
            <pc:sldMk cId="4095573826" sldId="511"/>
            <ac:spMk id="11" creationId="{BE3A6764-A064-FA64-C867-94631CB83E13}"/>
          </ac:spMkLst>
        </pc:spChg>
        <pc:spChg chg="add del mod">
          <ac:chgData name="Jacob Wyngaard" userId="6181fcd471e98458" providerId="LiveId" clId="{788BA123-62C9-4DDC-86E5-A6BCA4600216}" dt="2026-04-27T04:07:22.309" v="481" actId="478"/>
          <ac:spMkLst>
            <pc:docMk/>
            <pc:sldMk cId="4095573826" sldId="511"/>
            <ac:spMk id="12" creationId="{289312B9-7385-1622-0EEC-790D5462877F}"/>
          </ac:spMkLst>
        </pc:spChg>
        <pc:spChg chg="add del mod">
          <ac:chgData name="Jacob Wyngaard" userId="6181fcd471e98458" providerId="LiveId" clId="{788BA123-62C9-4DDC-86E5-A6BCA4600216}" dt="2026-04-27T04:07:22.309" v="481" actId="478"/>
          <ac:spMkLst>
            <pc:docMk/>
            <pc:sldMk cId="4095573826" sldId="511"/>
            <ac:spMk id="13" creationId="{4832FCBE-0E58-F96D-1A44-8CD483AD08D8}"/>
          </ac:spMkLst>
        </pc:spChg>
        <pc:spChg chg="add del mod">
          <ac:chgData name="Jacob Wyngaard" userId="6181fcd471e98458" providerId="LiveId" clId="{788BA123-62C9-4DDC-86E5-A6BCA4600216}" dt="2026-04-27T03:51:23.402" v="57" actId="478"/>
          <ac:spMkLst>
            <pc:docMk/>
            <pc:sldMk cId="4095573826" sldId="511"/>
            <ac:spMk id="14" creationId="{6B5928D7-9B7D-90C7-33BA-3DB6FE32B017}"/>
          </ac:spMkLst>
        </pc:spChg>
        <pc:spChg chg="add mod">
          <ac:chgData name="Jacob Wyngaard" userId="6181fcd471e98458" providerId="LiveId" clId="{788BA123-62C9-4DDC-86E5-A6BCA4600216}" dt="2026-04-27T04:07:35.545" v="486" actId="1076"/>
          <ac:spMkLst>
            <pc:docMk/>
            <pc:sldMk cId="4095573826" sldId="511"/>
            <ac:spMk id="15" creationId="{E91096B2-67B6-39EC-0290-44A8D371A761}"/>
          </ac:spMkLst>
        </pc:spChg>
        <pc:spChg chg="add mod">
          <ac:chgData name="Jacob Wyngaard" userId="6181fcd471e98458" providerId="LiveId" clId="{788BA123-62C9-4DDC-86E5-A6BCA4600216}" dt="2026-04-27T04:07:29.507" v="484" actId="1076"/>
          <ac:spMkLst>
            <pc:docMk/>
            <pc:sldMk cId="4095573826" sldId="511"/>
            <ac:spMk id="16" creationId="{E81524CA-B609-3B01-1AAC-0C7B43F21ABB}"/>
          </ac:spMkLst>
        </pc:spChg>
        <pc:spChg chg="add mod">
          <ac:chgData name="Jacob Wyngaard" userId="6181fcd471e98458" providerId="LiveId" clId="{788BA123-62C9-4DDC-86E5-A6BCA4600216}" dt="2026-04-27T04:07:32.007" v="485" actId="1076"/>
          <ac:spMkLst>
            <pc:docMk/>
            <pc:sldMk cId="4095573826" sldId="511"/>
            <ac:spMk id="17" creationId="{AD7FF04B-FF14-53AE-032E-EA6272632510}"/>
          </ac:spMkLst>
        </pc:spChg>
        <pc:spChg chg="add del mod">
          <ac:chgData name="Jacob Wyngaard" userId="6181fcd471e98458" providerId="LiveId" clId="{788BA123-62C9-4DDC-86E5-A6BCA4600216}" dt="2026-04-27T04:07:26.106" v="483" actId="478"/>
          <ac:spMkLst>
            <pc:docMk/>
            <pc:sldMk cId="4095573826" sldId="511"/>
            <ac:spMk id="18" creationId="{E119F583-6C4E-C940-9722-B84B3648FC71}"/>
          </ac:spMkLst>
        </pc:spChg>
        <pc:spChg chg="mod">
          <ac:chgData name="Jacob Wyngaard" userId="6181fcd471e98458" providerId="LiveId" clId="{788BA123-62C9-4DDC-86E5-A6BCA4600216}" dt="2026-04-27T03:54:50.945" v="75" actId="20577"/>
          <ac:spMkLst>
            <pc:docMk/>
            <pc:sldMk cId="4095573826" sldId="511"/>
            <ac:spMk id="23" creationId="{69D218BE-14FA-61A0-BFCF-8721497CC772}"/>
          </ac:spMkLst>
        </pc:spChg>
        <pc:picChg chg="add mod">
          <ac:chgData name="Jacob Wyngaard" userId="6181fcd471e98458" providerId="LiveId" clId="{788BA123-62C9-4DDC-86E5-A6BCA4600216}" dt="2026-04-27T03:51:16.772" v="56" actId="14826"/>
          <ac:picMkLst>
            <pc:docMk/>
            <pc:sldMk cId="4095573826" sldId="511"/>
            <ac:picMk id="4" creationId="{88E0806B-2BA4-308D-BC1F-63C0F8926F90}"/>
          </ac:picMkLst>
        </pc:picChg>
        <pc:picChg chg="del">
          <ac:chgData name="Jacob Wyngaard" userId="6181fcd471e98458" providerId="LiveId" clId="{788BA123-62C9-4DDC-86E5-A6BCA4600216}" dt="2026-04-27T03:48:59.668" v="39" actId="478"/>
          <ac:picMkLst>
            <pc:docMk/>
            <pc:sldMk cId="4095573826" sldId="511"/>
            <ac:picMk id="7" creationId="{F136FEFB-26AB-931D-CD41-87962F08DC1A}"/>
          </ac:picMkLst>
        </pc:picChg>
      </pc:sldChg>
      <pc:sldChg chg="del">
        <pc:chgData name="Jacob Wyngaard" userId="6181fcd471e98458" providerId="LiveId" clId="{788BA123-62C9-4DDC-86E5-A6BCA4600216}" dt="2026-04-27T03:16:15.709" v="6" actId="47"/>
        <pc:sldMkLst>
          <pc:docMk/>
          <pc:sldMk cId="651680123" sldId="512"/>
        </pc:sldMkLst>
      </pc:sldChg>
      <pc:sldChg chg="addSp delSp modSp add mod">
        <pc:chgData name="Jacob Wyngaard" userId="6181fcd471e98458" providerId="LiveId" clId="{788BA123-62C9-4DDC-86E5-A6BCA4600216}" dt="2026-04-27T04:02:49.305" v="445" actId="207"/>
        <pc:sldMkLst>
          <pc:docMk/>
          <pc:sldMk cId="1252276399" sldId="512"/>
        </pc:sldMkLst>
        <pc:spChg chg="add mod">
          <ac:chgData name="Jacob Wyngaard" userId="6181fcd471e98458" providerId="LiveId" clId="{788BA123-62C9-4DDC-86E5-A6BCA4600216}" dt="2026-04-27T04:01:39.801" v="344" actId="1076"/>
          <ac:spMkLst>
            <pc:docMk/>
            <pc:sldMk cId="1252276399" sldId="512"/>
            <ac:spMk id="3" creationId="{16817F2F-2DBA-4367-A304-69C4F809DC02}"/>
          </ac:spMkLst>
        </pc:spChg>
        <pc:spChg chg="del">
          <ac:chgData name="Jacob Wyngaard" userId="6181fcd471e98458" providerId="LiveId" clId="{788BA123-62C9-4DDC-86E5-A6BCA4600216}" dt="2026-04-27T03:54:44.986" v="72" actId="478"/>
          <ac:spMkLst>
            <pc:docMk/>
            <pc:sldMk cId="1252276399" sldId="512"/>
            <ac:spMk id="5" creationId="{1F3FD5C1-4F12-CE2C-BA55-CAF6FB36332B}"/>
          </ac:spMkLst>
        </pc:spChg>
        <pc:spChg chg="add mod">
          <ac:chgData name="Jacob Wyngaard" userId="6181fcd471e98458" providerId="LiveId" clId="{788BA123-62C9-4DDC-86E5-A6BCA4600216}" dt="2026-04-27T04:02:49.305" v="445" actId="207"/>
          <ac:spMkLst>
            <pc:docMk/>
            <pc:sldMk cId="1252276399" sldId="512"/>
            <ac:spMk id="7" creationId="{C3C9CED3-89E7-A5DC-BFD9-EB805A2F9AC4}"/>
          </ac:spMkLst>
        </pc:spChg>
        <pc:spChg chg="del">
          <ac:chgData name="Jacob Wyngaard" userId="6181fcd471e98458" providerId="LiveId" clId="{788BA123-62C9-4DDC-86E5-A6BCA4600216}" dt="2026-04-27T03:54:47.404" v="74" actId="478"/>
          <ac:spMkLst>
            <pc:docMk/>
            <pc:sldMk cId="1252276399" sldId="512"/>
            <ac:spMk id="12" creationId="{EDBB3191-79B3-45F6-A315-C5337833FF5D}"/>
          </ac:spMkLst>
        </pc:spChg>
        <pc:spChg chg="del">
          <ac:chgData name="Jacob Wyngaard" userId="6181fcd471e98458" providerId="LiveId" clId="{788BA123-62C9-4DDC-86E5-A6BCA4600216}" dt="2026-04-27T03:54:45.925" v="73" actId="478"/>
          <ac:spMkLst>
            <pc:docMk/>
            <pc:sldMk cId="1252276399" sldId="512"/>
            <ac:spMk id="13" creationId="{E821B02F-2154-8002-E09C-AAB2317A726A}"/>
          </ac:spMkLst>
        </pc:spChg>
        <pc:spChg chg="mod">
          <ac:chgData name="Jacob Wyngaard" userId="6181fcd471e98458" providerId="LiveId" clId="{788BA123-62C9-4DDC-86E5-A6BCA4600216}" dt="2026-04-27T04:01:42.036" v="345" actId="1076"/>
          <ac:spMkLst>
            <pc:docMk/>
            <pc:sldMk cId="1252276399" sldId="512"/>
            <ac:spMk id="15" creationId="{E084E4BD-5FA1-B193-D929-D61316AB5062}"/>
          </ac:spMkLst>
        </pc:spChg>
        <pc:spChg chg="mod">
          <ac:chgData name="Jacob Wyngaard" userId="6181fcd471e98458" providerId="LiveId" clId="{788BA123-62C9-4DDC-86E5-A6BCA4600216}" dt="2026-04-27T03:54:54.570" v="76" actId="20577"/>
          <ac:spMkLst>
            <pc:docMk/>
            <pc:sldMk cId="1252276399" sldId="512"/>
            <ac:spMk id="23" creationId="{487AC4DE-1871-C834-A524-B27FEBDB1008}"/>
          </ac:spMkLst>
        </pc:spChg>
        <pc:picChg chg="add mod">
          <ac:chgData name="Jacob Wyngaard" userId="6181fcd471e98458" providerId="LiveId" clId="{788BA123-62C9-4DDC-86E5-A6BCA4600216}" dt="2026-04-27T04:02:03.271" v="401" actId="1076"/>
          <ac:picMkLst>
            <pc:docMk/>
            <pc:sldMk cId="1252276399" sldId="512"/>
            <ac:picMk id="2" creationId="{A8F30BE3-5A39-689D-4527-D14C83019081}"/>
          </ac:picMkLst>
        </pc:picChg>
        <pc:picChg chg="mod">
          <ac:chgData name="Jacob Wyngaard" userId="6181fcd471e98458" providerId="LiveId" clId="{788BA123-62C9-4DDC-86E5-A6BCA4600216}" dt="2026-04-27T03:56:11.156" v="82" actId="14826"/>
          <ac:picMkLst>
            <pc:docMk/>
            <pc:sldMk cId="1252276399" sldId="512"/>
            <ac:picMk id="4" creationId="{FCE82882-608A-FA0F-C6C0-4FEFCD017C73}"/>
          </ac:picMkLst>
        </pc:picChg>
      </pc:sldChg>
      <pc:sldChg chg="addSp delSp modSp add mod ord">
        <pc:chgData name="Jacob Wyngaard" userId="6181fcd471e98458" providerId="LiveId" clId="{788BA123-62C9-4DDC-86E5-A6BCA4600216}" dt="2026-04-27T04:17:01.432" v="636"/>
        <pc:sldMkLst>
          <pc:docMk/>
          <pc:sldMk cId="2309501298" sldId="513"/>
        </pc:sldMkLst>
        <pc:spChg chg="del">
          <ac:chgData name="Jacob Wyngaard" userId="6181fcd471e98458" providerId="LiveId" clId="{788BA123-62C9-4DDC-86E5-A6BCA4600216}" dt="2026-04-27T04:08:18.058" v="499" actId="478"/>
          <ac:spMkLst>
            <pc:docMk/>
            <pc:sldMk cId="2309501298" sldId="513"/>
            <ac:spMk id="2" creationId="{DD5DC908-AF0D-0A08-47EA-ACE5601376C3}"/>
          </ac:spMkLst>
        </pc:spChg>
        <pc:spChg chg="add del mod">
          <ac:chgData name="Jacob Wyngaard" userId="6181fcd471e98458" providerId="LiveId" clId="{788BA123-62C9-4DDC-86E5-A6BCA4600216}" dt="2026-04-27T04:08:14.160" v="497" actId="478"/>
          <ac:spMkLst>
            <pc:docMk/>
            <pc:sldMk cId="2309501298" sldId="513"/>
            <ac:spMk id="3" creationId="{38F04898-807D-9CEF-12CD-B0B3AEDC7E1A}"/>
          </ac:spMkLst>
        </pc:spChg>
        <pc:spChg chg="del">
          <ac:chgData name="Jacob Wyngaard" userId="6181fcd471e98458" providerId="LiveId" clId="{788BA123-62C9-4DDC-86E5-A6BCA4600216}" dt="2026-04-27T04:03:39.088" v="457" actId="478"/>
          <ac:spMkLst>
            <pc:docMk/>
            <pc:sldMk cId="2309501298" sldId="513"/>
            <ac:spMk id="9" creationId="{5CBBDE3C-5100-6A5A-7355-4CB1B667B753}"/>
          </ac:spMkLst>
        </pc:spChg>
        <pc:spChg chg="mod">
          <ac:chgData name="Jacob Wyngaard" userId="6181fcd471e98458" providerId="LiveId" clId="{788BA123-62C9-4DDC-86E5-A6BCA4600216}" dt="2026-04-27T04:11:19.284" v="619" actId="1076"/>
          <ac:spMkLst>
            <pc:docMk/>
            <pc:sldMk cId="2309501298" sldId="513"/>
            <ac:spMk id="10" creationId="{8AAF302F-81CA-B876-CF24-A0D16F5DB212}"/>
          </ac:spMkLst>
        </pc:spChg>
        <pc:spChg chg="del mod">
          <ac:chgData name="Jacob Wyngaard" userId="6181fcd471e98458" providerId="LiveId" clId="{788BA123-62C9-4DDC-86E5-A6BCA4600216}" dt="2026-04-27T04:06:54.832" v="476" actId="478"/>
          <ac:spMkLst>
            <pc:docMk/>
            <pc:sldMk cId="2309501298" sldId="513"/>
            <ac:spMk id="11" creationId="{7ED6ABC8-6E3F-D7EF-0999-9FA61027D65B}"/>
          </ac:spMkLst>
        </pc:spChg>
        <pc:spChg chg="add mod">
          <ac:chgData name="Jacob Wyngaard" userId="6181fcd471e98458" providerId="LiveId" clId="{788BA123-62C9-4DDC-86E5-A6BCA4600216}" dt="2026-04-27T04:08:49.086" v="573" actId="20577"/>
          <ac:spMkLst>
            <pc:docMk/>
            <pc:sldMk cId="2309501298" sldId="513"/>
            <ac:spMk id="14" creationId="{03DE8D2E-DA23-687A-9798-FA21102D153D}"/>
          </ac:spMkLst>
        </pc:spChg>
        <pc:spChg chg="add mod">
          <ac:chgData name="Jacob Wyngaard" userId="6181fcd471e98458" providerId="LiveId" clId="{788BA123-62C9-4DDC-86E5-A6BCA4600216}" dt="2026-04-27T04:11:16.028" v="618" actId="1076"/>
          <ac:spMkLst>
            <pc:docMk/>
            <pc:sldMk cId="2309501298" sldId="513"/>
            <ac:spMk id="16" creationId="{50C98390-C0C1-71E9-4E06-6908C139C3BA}"/>
          </ac:spMkLst>
        </pc:spChg>
        <pc:spChg chg="add mod">
          <ac:chgData name="Jacob Wyngaard" userId="6181fcd471e98458" providerId="LiveId" clId="{788BA123-62C9-4DDC-86E5-A6BCA4600216}" dt="2026-04-27T04:17:01.432" v="636"/>
          <ac:spMkLst>
            <pc:docMk/>
            <pc:sldMk cId="2309501298" sldId="513"/>
            <ac:spMk id="17" creationId="{6A8FB89F-DF98-EFC2-90BF-874B624DF9BE}"/>
          </ac:spMkLst>
        </pc:spChg>
        <pc:spChg chg="del">
          <ac:chgData name="Jacob Wyngaard" userId="6181fcd471e98458" providerId="LiveId" clId="{788BA123-62C9-4DDC-86E5-A6BCA4600216}" dt="2026-04-27T04:17:01.124" v="635" actId="478"/>
          <ac:spMkLst>
            <pc:docMk/>
            <pc:sldMk cId="2309501298" sldId="513"/>
            <ac:spMk id="23" creationId="{0480B5E7-A2EA-D98D-4BA8-9BF54E3611DC}"/>
          </ac:spMkLst>
        </pc:spChg>
        <pc:picChg chg="add mod">
          <ac:chgData name="Jacob Wyngaard" userId="6181fcd471e98458" providerId="LiveId" clId="{788BA123-62C9-4DDC-86E5-A6BCA4600216}" dt="2026-04-27T04:08:03.917" v="493" actId="1076"/>
          <ac:picMkLst>
            <pc:docMk/>
            <pc:sldMk cId="2309501298" sldId="513"/>
            <ac:picMk id="5" creationId="{CAD64FA0-4686-4172-4D5D-A511641883E0}"/>
          </ac:picMkLst>
        </pc:picChg>
        <pc:picChg chg="del mod">
          <ac:chgData name="Jacob Wyngaard" userId="6181fcd471e98458" providerId="LiveId" clId="{788BA123-62C9-4DDC-86E5-A6BCA4600216}" dt="2026-04-27T04:06:20.800" v="464" actId="478"/>
          <ac:picMkLst>
            <pc:docMk/>
            <pc:sldMk cId="2309501298" sldId="513"/>
            <ac:picMk id="7" creationId="{5D590D63-21C1-1DBB-A721-D698E69983BB}"/>
          </ac:picMkLst>
        </pc:picChg>
        <pc:picChg chg="add mod">
          <ac:chgData name="Jacob Wyngaard" userId="6181fcd471e98458" providerId="LiveId" clId="{788BA123-62C9-4DDC-86E5-A6BCA4600216}" dt="2026-04-27T04:08:08.584" v="495" actId="14100"/>
          <ac:picMkLst>
            <pc:docMk/>
            <pc:sldMk cId="2309501298" sldId="513"/>
            <ac:picMk id="13" creationId="{E8831DB4-273C-C586-C823-AC492FB5657C}"/>
          </ac:picMkLst>
        </pc:picChg>
      </pc:sldChg>
      <pc:sldChg chg="del">
        <pc:chgData name="Jacob Wyngaard" userId="6181fcd471e98458" providerId="LiveId" clId="{788BA123-62C9-4DDC-86E5-A6BCA4600216}" dt="2026-04-27T03:19:07.512" v="33" actId="47"/>
        <pc:sldMkLst>
          <pc:docMk/>
          <pc:sldMk cId="2825227463" sldId="513"/>
        </pc:sldMkLst>
      </pc:sldChg>
      <pc:sldChg chg="addSp delSp modSp add mod ord">
        <pc:chgData name="Jacob Wyngaard" userId="6181fcd471e98458" providerId="LiveId" clId="{788BA123-62C9-4DDC-86E5-A6BCA4600216}" dt="2026-04-27T04:03:24.762" v="454" actId="114"/>
        <pc:sldMkLst>
          <pc:docMk/>
          <pc:sldMk cId="440953307" sldId="514"/>
        </pc:sldMkLst>
        <pc:spChg chg="add mod">
          <ac:chgData name="Jacob Wyngaard" userId="6181fcd471e98458" providerId="LiveId" clId="{788BA123-62C9-4DDC-86E5-A6BCA4600216}" dt="2026-04-27T04:03:24.762" v="454" actId="114"/>
          <ac:spMkLst>
            <pc:docMk/>
            <pc:sldMk cId="440953307" sldId="514"/>
            <ac:spMk id="2" creationId="{772B9F0D-9DBA-47FB-C960-5384865D28BD}"/>
          </ac:spMkLst>
        </pc:spChg>
        <pc:spChg chg="del">
          <ac:chgData name="Jacob Wyngaard" userId="6181fcd471e98458" providerId="LiveId" clId="{788BA123-62C9-4DDC-86E5-A6BCA4600216}" dt="2026-04-27T03:59:05.918" v="96" actId="478"/>
          <ac:spMkLst>
            <pc:docMk/>
            <pc:sldMk cId="440953307" sldId="514"/>
            <ac:spMk id="5" creationId="{CF7F78BE-86E8-9F15-DFE1-748537B379B3}"/>
          </ac:spMkLst>
        </pc:spChg>
        <pc:spChg chg="del">
          <ac:chgData name="Jacob Wyngaard" userId="6181fcd471e98458" providerId="LiveId" clId="{788BA123-62C9-4DDC-86E5-A6BCA4600216}" dt="2026-04-27T03:59:05.918" v="96" actId="478"/>
          <ac:spMkLst>
            <pc:docMk/>
            <pc:sldMk cId="440953307" sldId="514"/>
            <ac:spMk id="12" creationId="{B88B698F-E216-073E-388D-D903F97D52C2}"/>
          </ac:spMkLst>
        </pc:spChg>
        <pc:spChg chg="mod">
          <ac:chgData name="Jacob Wyngaard" userId="6181fcd471e98458" providerId="LiveId" clId="{788BA123-62C9-4DDC-86E5-A6BCA4600216}" dt="2026-04-27T04:00:30.709" v="243" actId="1076"/>
          <ac:spMkLst>
            <pc:docMk/>
            <pc:sldMk cId="440953307" sldId="514"/>
            <ac:spMk id="13" creationId="{F654610F-C506-8B0E-27DF-0B925888F9AA}"/>
          </ac:spMkLst>
        </pc:spChg>
        <pc:spChg chg="del">
          <ac:chgData name="Jacob Wyngaard" userId="6181fcd471e98458" providerId="LiveId" clId="{788BA123-62C9-4DDC-86E5-A6BCA4600216}" dt="2026-04-27T03:59:05.918" v="96" actId="478"/>
          <ac:spMkLst>
            <pc:docMk/>
            <pc:sldMk cId="440953307" sldId="514"/>
            <ac:spMk id="15" creationId="{6ECDEA0D-7241-CE82-FC3D-30DDE43AC2E1}"/>
          </ac:spMkLst>
        </pc:spChg>
        <pc:picChg chg="mod">
          <ac:chgData name="Jacob Wyngaard" userId="6181fcd471e98458" providerId="LiveId" clId="{788BA123-62C9-4DDC-86E5-A6BCA4600216}" dt="2026-04-27T03:59:08.918" v="97" actId="1076"/>
          <ac:picMkLst>
            <pc:docMk/>
            <pc:sldMk cId="440953307" sldId="514"/>
            <ac:picMk id="4" creationId="{7E8163DD-2740-BF05-C56B-2B37E5CCF855}"/>
          </ac:picMkLst>
        </pc:picChg>
        <pc:cxnChg chg="add mod">
          <ac:chgData name="Jacob Wyngaard" userId="6181fcd471e98458" providerId="LiveId" clId="{788BA123-62C9-4DDC-86E5-A6BCA4600216}" dt="2026-04-27T04:03:20.542" v="452" actId="14100"/>
          <ac:cxnSpMkLst>
            <pc:docMk/>
            <pc:sldMk cId="440953307" sldId="514"/>
            <ac:cxnSpMk id="7" creationId="{E11FF514-4B76-A74A-D73E-E48A35FD2217}"/>
          </ac:cxnSpMkLst>
        </pc:cxnChg>
      </pc:sldChg>
      <pc:sldChg chg="del">
        <pc:chgData name="Jacob Wyngaard" userId="6181fcd471e98458" providerId="LiveId" clId="{788BA123-62C9-4DDC-86E5-A6BCA4600216}" dt="2026-04-27T03:19:07.512" v="33" actId="47"/>
        <pc:sldMkLst>
          <pc:docMk/>
          <pc:sldMk cId="2672326959" sldId="514"/>
        </pc:sldMkLst>
      </pc:sldChg>
      <pc:sldChg chg="addSp delSp modSp add mod">
        <pc:chgData name="Jacob Wyngaard" userId="6181fcd471e98458" providerId="LiveId" clId="{788BA123-62C9-4DDC-86E5-A6BCA4600216}" dt="2026-04-27T04:17:05.807" v="638"/>
        <pc:sldMkLst>
          <pc:docMk/>
          <pc:sldMk cId="1183433973" sldId="515"/>
        </pc:sldMkLst>
        <pc:spChg chg="add mod">
          <ac:chgData name="Jacob Wyngaard" userId="6181fcd471e98458" providerId="LiveId" clId="{788BA123-62C9-4DDC-86E5-A6BCA4600216}" dt="2026-04-27T04:11:26.849" v="621"/>
          <ac:spMkLst>
            <pc:docMk/>
            <pc:sldMk cId="1183433973" sldId="515"/>
            <ac:spMk id="2" creationId="{A9F3CF72-1F43-4129-3000-F85292B65987}"/>
          </ac:spMkLst>
        </pc:spChg>
        <pc:spChg chg="add mod">
          <ac:chgData name="Jacob Wyngaard" userId="6181fcd471e98458" providerId="LiveId" clId="{788BA123-62C9-4DDC-86E5-A6BCA4600216}" dt="2026-04-27T04:11:26.849" v="621"/>
          <ac:spMkLst>
            <pc:docMk/>
            <pc:sldMk cId="1183433973" sldId="515"/>
            <ac:spMk id="3" creationId="{54E9DBB1-4205-9DA4-FAA5-446704C5906C}"/>
          </ac:spMkLst>
        </pc:spChg>
        <pc:spChg chg="add mod">
          <ac:chgData name="Jacob Wyngaard" userId="6181fcd471e98458" providerId="LiveId" clId="{788BA123-62C9-4DDC-86E5-A6BCA4600216}" dt="2026-04-27T04:17:05.807" v="638"/>
          <ac:spMkLst>
            <pc:docMk/>
            <pc:sldMk cId="1183433973" sldId="515"/>
            <ac:spMk id="4" creationId="{6CCA6167-7FFB-C9AC-9767-DE69BFB1E50F}"/>
          </ac:spMkLst>
        </pc:spChg>
        <pc:spChg chg="del mod">
          <ac:chgData name="Jacob Wyngaard" userId="6181fcd471e98458" providerId="LiveId" clId="{788BA123-62C9-4DDC-86E5-A6BCA4600216}" dt="2026-04-27T04:11:26.595" v="620" actId="478"/>
          <ac:spMkLst>
            <pc:docMk/>
            <pc:sldMk cId="1183433973" sldId="515"/>
            <ac:spMk id="10" creationId="{348149A1-8DE2-56AD-A3D0-9C006BB1EAD4}"/>
          </ac:spMkLst>
        </pc:spChg>
        <pc:spChg chg="mod">
          <ac:chgData name="Jacob Wyngaard" userId="6181fcd471e98458" providerId="LiveId" clId="{788BA123-62C9-4DDC-86E5-A6BCA4600216}" dt="2026-04-27T04:09:26.079" v="605" actId="20577"/>
          <ac:spMkLst>
            <pc:docMk/>
            <pc:sldMk cId="1183433973" sldId="515"/>
            <ac:spMk id="14" creationId="{7F78544C-77D1-E185-AA66-26D4823B7BCC}"/>
          </ac:spMkLst>
        </pc:spChg>
        <pc:spChg chg="del">
          <ac:chgData name="Jacob Wyngaard" userId="6181fcd471e98458" providerId="LiveId" clId="{788BA123-62C9-4DDC-86E5-A6BCA4600216}" dt="2026-04-27T04:17:05.548" v="637" actId="478"/>
          <ac:spMkLst>
            <pc:docMk/>
            <pc:sldMk cId="1183433973" sldId="515"/>
            <ac:spMk id="23" creationId="{26A1D095-5B8F-3C4B-9345-74C83241E74C}"/>
          </ac:spMkLst>
        </pc:spChg>
        <pc:picChg chg="mod">
          <ac:chgData name="Jacob Wyngaard" userId="6181fcd471e98458" providerId="LiveId" clId="{788BA123-62C9-4DDC-86E5-A6BCA4600216}" dt="2026-04-27T04:09:49.972" v="610" actId="14826"/>
          <ac:picMkLst>
            <pc:docMk/>
            <pc:sldMk cId="1183433973" sldId="515"/>
            <ac:picMk id="5" creationId="{418AFA4F-D424-7481-CFA8-9D7ECC0DE4EC}"/>
          </ac:picMkLst>
        </pc:picChg>
        <pc:picChg chg="mod">
          <ac:chgData name="Jacob Wyngaard" userId="6181fcd471e98458" providerId="LiveId" clId="{788BA123-62C9-4DDC-86E5-A6BCA4600216}" dt="2026-04-27T04:09:38.860" v="609" actId="14826"/>
          <ac:picMkLst>
            <pc:docMk/>
            <pc:sldMk cId="1183433973" sldId="515"/>
            <ac:picMk id="13" creationId="{7271B45E-0D1C-8052-A7DF-6D566AC9D4A4}"/>
          </ac:picMkLst>
        </pc:picChg>
      </pc:sldChg>
      <pc:sldChg chg="add del">
        <pc:chgData name="Jacob Wyngaard" userId="6181fcd471e98458" providerId="LiveId" clId="{788BA123-62C9-4DDC-86E5-A6BCA4600216}" dt="2026-04-27T04:08:55.240" v="575" actId="47"/>
        <pc:sldMkLst>
          <pc:docMk/>
          <pc:sldMk cId="2903323293" sldId="515"/>
        </pc:sldMkLst>
      </pc:sldChg>
      <pc:sldChg chg="addSp delSp modSp add mod">
        <pc:chgData name="Jacob Wyngaard" userId="6181fcd471e98458" providerId="LiveId" clId="{788BA123-62C9-4DDC-86E5-A6BCA4600216}" dt="2026-04-27T04:17:10.367" v="640"/>
        <pc:sldMkLst>
          <pc:docMk/>
          <pc:sldMk cId="2059970981" sldId="516"/>
        </pc:sldMkLst>
        <pc:spChg chg="add mod">
          <ac:chgData name="Jacob Wyngaard" userId="6181fcd471e98458" providerId="LiveId" clId="{788BA123-62C9-4DDC-86E5-A6BCA4600216}" dt="2026-04-27T04:11:31.132" v="623"/>
          <ac:spMkLst>
            <pc:docMk/>
            <pc:sldMk cId="2059970981" sldId="516"/>
            <ac:spMk id="2" creationId="{69458AF4-4330-2CF2-2F55-A18F9F91A95E}"/>
          </ac:spMkLst>
        </pc:spChg>
        <pc:spChg chg="add mod">
          <ac:chgData name="Jacob Wyngaard" userId="6181fcd471e98458" providerId="LiveId" clId="{788BA123-62C9-4DDC-86E5-A6BCA4600216}" dt="2026-04-27T04:11:50.318" v="625" actId="20577"/>
          <ac:spMkLst>
            <pc:docMk/>
            <pc:sldMk cId="2059970981" sldId="516"/>
            <ac:spMk id="3" creationId="{7CBC295A-247B-BF60-8E29-A6F2F0EB8BED}"/>
          </ac:spMkLst>
        </pc:spChg>
        <pc:spChg chg="add mod">
          <ac:chgData name="Jacob Wyngaard" userId="6181fcd471e98458" providerId="LiveId" clId="{788BA123-62C9-4DDC-86E5-A6BCA4600216}" dt="2026-04-27T04:13:42.459" v="630"/>
          <ac:spMkLst>
            <pc:docMk/>
            <pc:sldMk cId="2059970981" sldId="516"/>
            <ac:spMk id="4" creationId="{CA23AF90-0ABE-D266-0C0F-6B9CBC410940}"/>
          </ac:spMkLst>
        </pc:spChg>
        <pc:spChg chg="add mod">
          <ac:chgData name="Jacob Wyngaard" userId="6181fcd471e98458" providerId="LiveId" clId="{788BA123-62C9-4DDC-86E5-A6BCA4600216}" dt="2026-04-27T04:17:10.367" v="640"/>
          <ac:spMkLst>
            <pc:docMk/>
            <pc:sldMk cId="2059970981" sldId="516"/>
            <ac:spMk id="7" creationId="{31CB9DE1-1FB9-260F-4C38-ADBC6D84693E}"/>
          </ac:spMkLst>
        </pc:spChg>
        <pc:spChg chg="del">
          <ac:chgData name="Jacob Wyngaard" userId="6181fcd471e98458" providerId="LiveId" clId="{788BA123-62C9-4DDC-86E5-A6BCA4600216}" dt="2026-04-27T04:11:30.221" v="622" actId="478"/>
          <ac:spMkLst>
            <pc:docMk/>
            <pc:sldMk cId="2059970981" sldId="516"/>
            <ac:spMk id="10" creationId="{A98A39A3-7E80-6B64-9472-13F7C9671B9E}"/>
          </ac:spMkLst>
        </pc:spChg>
        <pc:spChg chg="del">
          <ac:chgData name="Jacob Wyngaard" userId="6181fcd471e98458" providerId="LiveId" clId="{788BA123-62C9-4DDC-86E5-A6BCA4600216}" dt="2026-04-27T04:13:42.220" v="629" actId="478"/>
          <ac:spMkLst>
            <pc:docMk/>
            <pc:sldMk cId="2059970981" sldId="516"/>
            <ac:spMk id="14" creationId="{05C50CFD-E605-862A-1377-B822F5C94E2F}"/>
          </ac:spMkLst>
        </pc:spChg>
        <pc:spChg chg="del">
          <ac:chgData name="Jacob Wyngaard" userId="6181fcd471e98458" providerId="LiveId" clId="{788BA123-62C9-4DDC-86E5-A6BCA4600216}" dt="2026-04-27T04:17:10.105" v="639" actId="478"/>
          <ac:spMkLst>
            <pc:docMk/>
            <pc:sldMk cId="2059970981" sldId="516"/>
            <ac:spMk id="23" creationId="{5F68EBE3-A06A-9BED-5358-CEC0324EF81D}"/>
          </ac:spMkLst>
        </pc:spChg>
        <pc:picChg chg="mod">
          <ac:chgData name="Jacob Wyngaard" userId="6181fcd471e98458" providerId="LiveId" clId="{788BA123-62C9-4DDC-86E5-A6BCA4600216}" dt="2026-04-27T04:13:31.708" v="627" actId="14826"/>
          <ac:picMkLst>
            <pc:docMk/>
            <pc:sldMk cId="2059970981" sldId="516"/>
            <ac:picMk id="5" creationId="{3AB7DBB6-594D-9A4B-AA81-3A37715AFDD0}"/>
          </ac:picMkLst>
        </pc:picChg>
        <pc:picChg chg="mod">
          <ac:chgData name="Jacob Wyngaard" userId="6181fcd471e98458" providerId="LiveId" clId="{788BA123-62C9-4DDC-86E5-A6BCA4600216}" dt="2026-04-27T04:13:25.811" v="626" actId="14826"/>
          <ac:picMkLst>
            <pc:docMk/>
            <pc:sldMk cId="2059970981" sldId="516"/>
            <ac:picMk id="13" creationId="{8F15F2C3-63A1-7A17-8943-0740BC43D843}"/>
          </ac:picMkLst>
        </pc:picChg>
      </pc:sldChg>
      <pc:sldChg chg="addSp delSp modSp add mod">
        <pc:chgData name="Jacob Wyngaard" userId="6181fcd471e98458" providerId="LiveId" clId="{788BA123-62C9-4DDC-86E5-A6BCA4600216}" dt="2026-04-27T04:17:14.171" v="642"/>
        <pc:sldMkLst>
          <pc:docMk/>
          <pc:sldMk cId="2554646149" sldId="517"/>
        </pc:sldMkLst>
        <pc:spChg chg="mod">
          <ac:chgData name="Jacob Wyngaard" userId="6181fcd471e98458" providerId="LiveId" clId="{788BA123-62C9-4DDC-86E5-A6BCA4600216}" dt="2026-04-27T04:13:46.730" v="631" actId="20577"/>
          <ac:spMkLst>
            <pc:docMk/>
            <pc:sldMk cId="2554646149" sldId="517"/>
            <ac:spMk id="2" creationId="{7D3494CB-0224-5BF7-CFD1-25293BC87C5E}"/>
          </ac:spMkLst>
        </pc:spChg>
        <pc:spChg chg="add mod">
          <ac:chgData name="Jacob Wyngaard" userId="6181fcd471e98458" providerId="LiveId" clId="{788BA123-62C9-4DDC-86E5-A6BCA4600216}" dt="2026-04-27T04:17:14.171" v="642"/>
          <ac:spMkLst>
            <pc:docMk/>
            <pc:sldMk cId="2554646149" sldId="517"/>
            <ac:spMk id="4" creationId="{192AA0D0-4368-83D4-09FB-EAD9F2F9B2C5}"/>
          </ac:spMkLst>
        </pc:spChg>
        <pc:spChg chg="del">
          <ac:chgData name="Jacob Wyngaard" userId="6181fcd471e98458" providerId="LiveId" clId="{788BA123-62C9-4DDC-86E5-A6BCA4600216}" dt="2026-04-27T04:17:13.905" v="641" actId="478"/>
          <ac:spMkLst>
            <pc:docMk/>
            <pc:sldMk cId="2554646149" sldId="517"/>
            <ac:spMk id="23" creationId="{2F61F1D7-B8DE-7EE8-CF1C-17BC0CD88781}"/>
          </ac:spMkLst>
        </pc:spChg>
        <pc:picChg chg="mod">
          <ac:chgData name="Jacob Wyngaard" userId="6181fcd471e98458" providerId="LiveId" clId="{788BA123-62C9-4DDC-86E5-A6BCA4600216}" dt="2026-04-27T04:14:01.780" v="632" actId="14826"/>
          <ac:picMkLst>
            <pc:docMk/>
            <pc:sldMk cId="2554646149" sldId="517"/>
            <ac:picMk id="5" creationId="{20213785-D3B9-6EAE-7AEF-9B79F6FC22A7}"/>
          </ac:picMkLst>
        </pc:picChg>
        <pc:picChg chg="mod">
          <ac:chgData name="Jacob Wyngaard" userId="6181fcd471e98458" providerId="LiveId" clId="{788BA123-62C9-4DDC-86E5-A6BCA4600216}" dt="2026-04-27T04:14:08.140" v="633" actId="14826"/>
          <ac:picMkLst>
            <pc:docMk/>
            <pc:sldMk cId="2554646149" sldId="517"/>
            <ac:picMk id="13" creationId="{5C939068-CCF2-8230-9642-AB79E87D6E30}"/>
          </ac:picMkLst>
        </pc:picChg>
      </pc:sldChg>
      <pc:sldChg chg="addSp delSp modSp add del mod">
        <pc:chgData name="Jacob Wyngaard" userId="6181fcd471e98458" providerId="LiveId" clId="{788BA123-62C9-4DDC-86E5-A6BCA4600216}" dt="2026-04-27T04:19:17.884" v="646" actId="47"/>
        <pc:sldMkLst>
          <pc:docMk/>
          <pc:sldMk cId="3182907616" sldId="518"/>
        </pc:sldMkLst>
        <pc:spChg chg="add mod">
          <ac:chgData name="Jacob Wyngaard" userId="6181fcd471e98458" providerId="LiveId" clId="{788BA123-62C9-4DDC-86E5-A6BCA4600216}" dt="2026-04-27T04:17:19.135" v="644"/>
          <ac:spMkLst>
            <pc:docMk/>
            <pc:sldMk cId="3182907616" sldId="518"/>
            <ac:spMk id="4" creationId="{9EBB459B-F351-EA9E-DD4D-09B77BF7CB62}"/>
          </ac:spMkLst>
        </pc:spChg>
        <pc:spChg chg="del">
          <ac:chgData name="Jacob Wyngaard" userId="6181fcd471e98458" providerId="LiveId" clId="{788BA123-62C9-4DDC-86E5-A6BCA4600216}" dt="2026-04-27T04:17:18.852" v="643" actId="478"/>
          <ac:spMkLst>
            <pc:docMk/>
            <pc:sldMk cId="3182907616" sldId="518"/>
            <ac:spMk id="23" creationId="{0AD70849-4596-C57D-5315-720CC8BFCC7D}"/>
          </ac:spMkLst>
        </pc:spChg>
      </pc:sldChg>
      <pc:sldChg chg="addSp delSp modSp add mod">
        <pc:chgData name="Jacob Wyngaard" userId="6181fcd471e98458" providerId="LiveId" clId="{788BA123-62C9-4DDC-86E5-A6BCA4600216}" dt="2026-04-28T17:59:29.016" v="4059" actId="1076"/>
        <pc:sldMkLst>
          <pc:docMk/>
          <pc:sldMk cId="4078091201" sldId="519"/>
        </pc:sldMkLst>
        <pc:spChg chg="del">
          <ac:chgData name="Jacob Wyngaard" userId="6181fcd471e98458" providerId="LiveId" clId="{788BA123-62C9-4DDC-86E5-A6BCA4600216}" dt="2026-04-27T04:19:50.287" v="700" actId="478"/>
          <ac:spMkLst>
            <pc:docMk/>
            <pc:sldMk cId="4078091201" sldId="519"/>
            <ac:spMk id="2" creationId="{B94BB116-4245-9D2A-B065-F89DCA8BA799}"/>
          </ac:spMkLst>
        </pc:spChg>
        <pc:spChg chg="del">
          <ac:chgData name="Jacob Wyngaard" userId="6181fcd471e98458" providerId="LiveId" clId="{788BA123-62C9-4DDC-86E5-A6BCA4600216}" dt="2026-04-27T04:19:49.647" v="699" actId="478"/>
          <ac:spMkLst>
            <pc:docMk/>
            <pc:sldMk cId="4078091201" sldId="519"/>
            <ac:spMk id="3" creationId="{A38CE1DB-32D0-8B65-F524-6EA5E6362D0E}"/>
          </ac:spMkLst>
        </pc:spChg>
        <pc:spChg chg="mod">
          <ac:chgData name="Jacob Wyngaard" userId="6181fcd471e98458" providerId="LiveId" clId="{788BA123-62C9-4DDC-86E5-A6BCA4600216}" dt="2026-04-28T17:57:29.936" v="4048" actId="1076"/>
          <ac:spMkLst>
            <pc:docMk/>
            <pc:sldMk cId="4078091201" sldId="519"/>
            <ac:spMk id="4" creationId="{269686BF-A039-99CC-6295-287C2C5F2751}"/>
          </ac:spMkLst>
        </pc:spChg>
        <pc:spChg chg="add mod">
          <ac:chgData name="Jacob Wyngaard" userId="6181fcd471e98458" providerId="LiveId" clId="{788BA123-62C9-4DDC-86E5-A6BCA4600216}" dt="2026-04-28T17:57:27.069" v="4047"/>
          <ac:spMkLst>
            <pc:docMk/>
            <pc:sldMk cId="4078091201" sldId="519"/>
            <ac:spMk id="5" creationId="{0169D154-CE2B-5C7C-E47C-13F45704A2C6}"/>
          </ac:spMkLst>
        </pc:spChg>
        <pc:spChg chg="add mod">
          <ac:chgData name="Jacob Wyngaard" userId="6181fcd471e98458" providerId="LiveId" clId="{788BA123-62C9-4DDC-86E5-A6BCA4600216}" dt="2026-04-28T17:57:27.069" v="4047"/>
          <ac:spMkLst>
            <pc:docMk/>
            <pc:sldMk cId="4078091201" sldId="519"/>
            <ac:spMk id="7" creationId="{3EE75B46-9A24-FCC9-A655-26AB78E7FEF0}"/>
          </ac:spMkLst>
        </pc:spChg>
        <pc:spChg chg="add mod">
          <ac:chgData name="Jacob Wyngaard" userId="6181fcd471e98458" providerId="LiveId" clId="{788BA123-62C9-4DDC-86E5-A6BCA4600216}" dt="2026-04-28T17:59:29.016" v="4059" actId="1076"/>
          <ac:spMkLst>
            <pc:docMk/>
            <pc:sldMk cId="4078091201" sldId="519"/>
            <ac:spMk id="9" creationId="{CABA565A-F2DB-384F-67C0-68F48F54BDF3}"/>
          </ac:spMkLst>
        </pc:spChg>
        <pc:spChg chg="del">
          <ac:chgData name="Jacob Wyngaard" userId="6181fcd471e98458" providerId="LiveId" clId="{788BA123-62C9-4DDC-86E5-A6BCA4600216}" dt="2026-04-27T04:19:48.325" v="698" actId="478"/>
          <ac:spMkLst>
            <pc:docMk/>
            <pc:sldMk cId="4078091201" sldId="519"/>
            <ac:spMk id="14" creationId="{00C919E0-120D-D54A-E061-39CB6E9DAD35}"/>
          </ac:spMkLst>
        </pc:spChg>
        <pc:picChg chg="add mod">
          <ac:chgData name="Jacob Wyngaard" userId="6181fcd471e98458" providerId="LiveId" clId="{788BA123-62C9-4DDC-86E5-A6BCA4600216}" dt="2026-04-28T17:57:37.341" v="4049" actId="14826"/>
          <ac:picMkLst>
            <pc:docMk/>
            <pc:sldMk cId="4078091201" sldId="519"/>
            <ac:picMk id="2" creationId="{7396667F-482C-AF60-54F4-703C3DCF53FC}"/>
          </ac:picMkLst>
        </pc:picChg>
        <pc:picChg chg="add mod">
          <ac:chgData name="Jacob Wyngaard" userId="6181fcd471e98458" providerId="LiveId" clId="{788BA123-62C9-4DDC-86E5-A6BCA4600216}" dt="2026-04-28T17:57:44.974" v="4050" actId="14826"/>
          <ac:picMkLst>
            <pc:docMk/>
            <pc:sldMk cId="4078091201" sldId="519"/>
            <ac:picMk id="3" creationId="{8E190768-9AD4-0615-1E37-02B15E634995}"/>
          </ac:picMkLst>
        </pc:picChg>
        <pc:picChg chg="del mod">
          <ac:chgData name="Jacob Wyngaard" userId="6181fcd471e98458" providerId="LiveId" clId="{788BA123-62C9-4DDC-86E5-A6BCA4600216}" dt="2026-04-27T04:19:47.098" v="697" actId="478"/>
          <ac:picMkLst>
            <pc:docMk/>
            <pc:sldMk cId="4078091201" sldId="519"/>
            <ac:picMk id="5" creationId="{27484FA9-B419-9CA4-7531-E377543F523F}"/>
          </ac:picMkLst>
        </pc:picChg>
        <pc:picChg chg="del">
          <ac:chgData name="Jacob Wyngaard" userId="6181fcd471e98458" providerId="LiveId" clId="{788BA123-62C9-4DDC-86E5-A6BCA4600216}" dt="2026-04-27T04:19:45.585" v="695" actId="478"/>
          <ac:picMkLst>
            <pc:docMk/>
            <pc:sldMk cId="4078091201" sldId="519"/>
            <ac:picMk id="13" creationId="{242A7FAA-103B-0EC6-CA6A-6D09007D43AF}"/>
          </ac:picMkLst>
        </pc:picChg>
      </pc:sldChg>
      <pc:sldChg chg="addSp delSp modSp add mod">
        <pc:chgData name="Jacob Wyngaard" userId="6181fcd471e98458" providerId="LiveId" clId="{788BA123-62C9-4DDC-86E5-A6BCA4600216}" dt="2026-04-28T02:05:36.307" v="992" actId="1036"/>
        <pc:sldMkLst>
          <pc:docMk/>
          <pc:sldMk cId="3639019081" sldId="520"/>
        </pc:sldMkLst>
        <pc:spChg chg="add del mod">
          <ac:chgData name="Jacob Wyngaard" userId="6181fcd471e98458" providerId="LiveId" clId="{788BA123-62C9-4DDC-86E5-A6BCA4600216}" dt="2026-04-28T01:46:45.133" v="763" actId="478"/>
          <ac:spMkLst>
            <pc:docMk/>
            <pc:sldMk cId="3639019081" sldId="520"/>
            <ac:spMk id="2" creationId="{5B26A176-E9C0-018F-176E-5CFAC1E4D1C8}"/>
          </ac:spMkLst>
        </pc:spChg>
        <pc:spChg chg="add del mod">
          <ac:chgData name="Jacob Wyngaard" userId="6181fcd471e98458" providerId="LiveId" clId="{788BA123-62C9-4DDC-86E5-A6BCA4600216}" dt="2026-04-28T01:46:46.657" v="765" actId="478"/>
          <ac:spMkLst>
            <pc:docMk/>
            <pc:sldMk cId="3639019081" sldId="520"/>
            <ac:spMk id="3" creationId="{F48A2F4D-CB71-DAE2-5ECE-134CCC842AF7}"/>
          </ac:spMkLst>
        </pc:spChg>
        <pc:spChg chg="mod">
          <ac:chgData name="Jacob Wyngaard" userId="6181fcd471e98458" providerId="LiveId" clId="{788BA123-62C9-4DDC-86E5-A6BCA4600216}" dt="2026-04-28T01:55:20.732" v="865" actId="1076"/>
          <ac:spMkLst>
            <pc:docMk/>
            <pc:sldMk cId="3639019081" sldId="520"/>
            <ac:spMk id="4" creationId="{37513A15-CFAD-CB85-CE2B-724377793016}"/>
          </ac:spMkLst>
        </pc:spChg>
        <pc:spChg chg="add del mod">
          <ac:chgData name="Jacob Wyngaard" userId="6181fcd471e98458" providerId="LiveId" clId="{788BA123-62C9-4DDC-86E5-A6BCA4600216}" dt="2026-04-28T01:46:45.832" v="764" actId="478"/>
          <ac:spMkLst>
            <pc:docMk/>
            <pc:sldMk cId="3639019081" sldId="520"/>
            <ac:spMk id="5" creationId="{DD8C6354-8930-8911-FC84-02B5014A5146}"/>
          </ac:spMkLst>
        </pc:spChg>
        <pc:spChg chg="add mod">
          <ac:chgData name="Jacob Wyngaard" userId="6181fcd471e98458" providerId="LiveId" clId="{788BA123-62C9-4DDC-86E5-A6BCA4600216}" dt="2026-04-28T02:00:49.498" v="950" actId="1076"/>
          <ac:spMkLst>
            <pc:docMk/>
            <pc:sldMk cId="3639019081" sldId="520"/>
            <ac:spMk id="7" creationId="{A44DF352-1CF1-9A2A-F3F7-2F1633389E61}"/>
          </ac:spMkLst>
        </pc:spChg>
        <pc:spChg chg="add del mod">
          <ac:chgData name="Jacob Wyngaard" userId="6181fcd471e98458" providerId="LiveId" clId="{788BA123-62C9-4DDC-86E5-A6BCA4600216}" dt="2026-04-28T01:47:05.900" v="769" actId="478"/>
          <ac:spMkLst>
            <pc:docMk/>
            <pc:sldMk cId="3639019081" sldId="520"/>
            <ac:spMk id="9" creationId="{3C64914C-CDDB-6AAE-2E95-1B9BFFCC1F4D}"/>
          </ac:spMkLst>
        </pc:spChg>
        <pc:spChg chg="add mod">
          <ac:chgData name="Jacob Wyngaard" userId="6181fcd471e98458" providerId="LiveId" clId="{788BA123-62C9-4DDC-86E5-A6BCA4600216}" dt="2026-04-28T02:00:46.922" v="949" actId="1076"/>
          <ac:spMkLst>
            <pc:docMk/>
            <pc:sldMk cId="3639019081" sldId="520"/>
            <ac:spMk id="10" creationId="{99D69DA5-6035-89F0-1164-3D19BBE303AF}"/>
          </ac:spMkLst>
        </pc:spChg>
        <pc:spChg chg="add del mod">
          <ac:chgData name="Jacob Wyngaard" userId="6181fcd471e98458" providerId="LiveId" clId="{788BA123-62C9-4DDC-86E5-A6BCA4600216}" dt="2026-04-28T01:58:11.002" v="907" actId="478"/>
          <ac:spMkLst>
            <pc:docMk/>
            <pc:sldMk cId="3639019081" sldId="520"/>
            <ac:spMk id="11" creationId="{A0E44F1F-6405-2F56-FD79-C966BC5E6E49}"/>
          </ac:spMkLst>
        </pc:spChg>
        <pc:spChg chg="add del mod">
          <ac:chgData name="Jacob Wyngaard" userId="6181fcd471e98458" providerId="LiveId" clId="{788BA123-62C9-4DDC-86E5-A6BCA4600216}" dt="2026-04-28T01:47:08.017" v="770" actId="478"/>
          <ac:spMkLst>
            <pc:docMk/>
            <pc:sldMk cId="3639019081" sldId="520"/>
            <ac:spMk id="12" creationId="{99F274CE-FCB4-B41A-8026-CB5ED82CB0D2}"/>
          </ac:spMkLst>
        </pc:spChg>
        <pc:spChg chg="add mod">
          <ac:chgData name="Jacob Wyngaard" userId="6181fcd471e98458" providerId="LiveId" clId="{788BA123-62C9-4DDC-86E5-A6BCA4600216}" dt="2026-04-28T02:01:01.725" v="954" actId="1076"/>
          <ac:spMkLst>
            <pc:docMk/>
            <pc:sldMk cId="3639019081" sldId="520"/>
            <ac:spMk id="13" creationId="{33816160-F391-6C54-B851-B8129B3FC7AA}"/>
          </ac:spMkLst>
        </pc:spChg>
        <pc:spChg chg="add mod">
          <ac:chgData name="Jacob Wyngaard" userId="6181fcd471e98458" providerId="LiveId" clId="{788BA123-62C9-4DDC-86E5-A6BCA4600216}" dt="2026-04-28T02:03:47.879" v="964" actId="114"/>
          <ac:spMkLst>
            <pc:docMk/>
            <pc:sldMk cId="3639019081" sldId="520"/>
            <ac:spMk id="14" creationId="{55A51147-E405-68AF-9A8F-76C3BF46CE3C}"/>
          </ac:spMkLst>
        </pc:spChg>
        <pc:spChg chg="add del mod">
          <ac:chgData name="Jacob Wyngaard" userId="6181fcd471e98458" providerId="LiveId" clId="{788BA123-62C9-4DDC-86E5-A6BCA4600216}" dt="2026-04-28T01:56:17.678" v="878" actId="478"/>
          <ac:spMkLst>
            <pc:docMk/>
            <pc:sldMk cId="3639019081" sldId="520"/>
            <ac:spMk id="15" creationId="{6BD241FB-F290-FC8F-85AC-1BBDA4549019}"/>
          </ac:spMkLst>
        </pc:spChg>
        <pc:spChg chg="add del mod">
          <ac:chgData name="Jacob Wyngaard" userId="6181fcd471e98458" providerId="LiveId" clId="{788BA123-62C9-4DDC-86E5-A6BCA4600216}" dt="2026-04-28T01:48:20.500" v="781" actId="478"/>
          <ac:spMkLst>
            <pc:docMk/>
            <pc:sldMk cId="3639019081" sldId="520"/>
            <ac:spMk id="16" creationId="{B41418D2-F17F-BFB5-ECD0-68FD695A0C8B}"/>
          </ac:spMkLst>
        </pc:spChg>
        <pc:spChg chg="add del mod">
          <ac:chgData name="Jacob Wyngaard" userId="6181fcd471e98458" providerId="LiveId" clId="{788BA123-62C9-4DDC-86E5-A6BCA4600216}" dt="2026-04-28T01:55:45.385" v="872" actId="478"/>
          <ac:spMkLst>
            <pc:docMk/>
            <pc:sldMk cId="3639019081" sldId="520"/>
            <ac:spMk id="17" creationId="{13F90E42-6018-6040-1F92-04003D90DFCA}"/>
          </ac:spMkLst>
        </pc:spChg>
        <pc:spChg chg="add del mod">
          <ac:chgData name="Jacob Wyngaard" userId="6181fcd471e98458" providerId="LiveId" clId="{788BA123-62C9-4DDC-86E5-A6BCA4600216}" dt="2026-04-28T01:55:39.884" v="867" actId="478"/>
          <ac:spMkLst>
            <pc:docMk/>
            <pc:sldMk cId="3639019081" sldId="520"/>
            <ac:spMk id="18" creationId="{308EC900-8A7D-8406-70CE-574AC6F2CFEE}"/>
          </ac:spMkLst>
        </pc:spChg>
        <pc:spChg chg="add del mod">
          <ac:chgData name="Jacob Wyngaard" userId="6181fcd471e98458" providerId="LiveId" clId="{788BA123-62C9-4DDC-86E5-A6BCA4600216}" dt="2026-04-28T01:55:38.754" v="866" actId="478"/>
          <ac:spMkLst>
            <pc:docMk/>
            <pc:sldMk cId="3639019081" sldId="520"/>
            <ac:spMk id="19" creationId="{B83B8449-F4DB-9033-0941-EEF6238E14EA}"/>
          </ac:spMkLst>
        </pc:spChg>
        <pc:spChg chg="add del mod">
          <ac:chgData name="Jacob Wyngaard" userId="6181fcd471e98458" providerId="LiveId" clId="{788BA123-62C9-4DDC-86E5-A6BCA4600216}" dt="2026-04-28T01:48:21.569" v="782" actId="478"/>
          <ac:spMkLst>
            <pc:docMk/>
            <pc:sldMk cId="3639019081" sldId="520"/>
            <ac:spMk id="20" creationId="{78FC9575-3469-3A5F-5770-26575BFEC4AC}"/>
          </ac:spMkLst>
        </pc:spChg>
        <pc:spChg chg="add del mod">
          <ac:chgData name="Jacob Wyngaard" userId="6181fcd471e98458" providerId="LiveId" clId="{788BA123-62C9-4DDC-86E5-A6BCA4600216}" dt="2026-04-28T01:55:40.601" v="868" actId="478"/>
          <ac:spMkLst>
            <pc:docMk/>
            <pc:sldMk cId="3639019081" sldId="520"/>
            <ac:spMk id="21" creationId="{97F448D1-1FBA-4EFA-3582-8460781FCF86}"/>
          </ac:spMkLst>
        </pc:spChg>
        <pc:spChg chg="add del mod">
          <ac:chgData name="Jacob Wyngaard" userId="6181fcd471e98458" providerId="LiveId" clId="{788BA123-62C9-4DDC-86E5-A6BCA4600216}" dt="2026-04-28T01:55:44.605" v="871" actId="478"/>
          <ac:spMkLst>
            <pc:docMk/>
            <pc:sldMk cId="3639019081" sldId="520"/>
            <ac:spMk id="22" creationId="{43A8F366-0DEE-3344-065E-B207B33485B6}"/>
          </ac:spMkLst>
        </pc:spChg>
        <pc:spChg chg="add del mod">
          <ac:chgData name="Jacob Wyngaard" userId="6181fcd471e98458" providerId="LiveId" clId="{788BA123-62C9-4DDC-86E5-A6BCA4600216}" dt="2026-04-28T01:55:46.995" v="874" actId="478"/>
          <ac:spMkLst>
            <pc:docMk/>
            <pc:sldMk cId="3639019081" sldId="520"/>
            <ac:spMk id="23" creationId="{9F077553-6A49-E8C6-AB01-50C6A93FA425}"/>
          </ac:spMkLst>
        </pc:spChg>
        <pc:spChg chg="add del mod">
          <ac:chgData name="Jacob Wyngaard" userId="6181fcd471e98458" providerId="LiveId" clId="{788BA123-62C9-4DDC-86E5-A6BCA4600216}" dt="2026-04-28T01:55:46.025" v="873" actId="478"/>
          <ac:spMkLst>
            <pc:docMk/>
            <pc:sldMk cId="3639019081" sldId="520"/>
            <ac:spMk id="24" creationId="{AD154B6A-4A62-A7FE-B0C0-04EC59361AB1}"/>
          </ac:spMkLst>
        </pc:spChg>
        <pc:spChg chg="add del mod">
          <ac:chgData name="Jacob Wyngaard" userId="6181fcd471e98458" providerId="LiveId" clId="{788BA123-62C9-4DDC-86E5-A6BCA4600216}" dt="2026-04-28T01:58:43.547" v="918" actId="478"/>
          <ac:spMkLst>
            <pc:docMk/>
            <pc:sldMk cId="3639019081" sldId="520"/>
            <ac:spMk id="25" creationId="{ACD7415A-78D4-CA1C-C7E3-415AF43DC565}"/>
          </ac:spMkLst>
        </pc:spChg>
        <pc:spChg chg="add del mod">
          <ac:chgData name="Jacob Wyngaard" userId="6181fcd471e98458" providerId="LiveId" clId="{788BA123-62C9-4DDC-86E5-A6BCA4600216}" dt="2026-04-28T01:58:44.511" v="919" actId="478"/>
          <ac:spMkLst>
            <pc:docMk/>
            <pc:sldMk cId="3639019081" sldId="520"/>
            <ac:spMk id="26" creationId="{E805A926-B83E-27F6-FD8D-283E94CEF7D6}"/>
          </ac:spMkLst>
        </pc:spChg>
        <pc:spChg chg="add del mod">
          <ac:chgData name="Jacob Wyngaard" userId="6181fcd471e98458" providerId="LiveId" clId="{788BA123-62C9-4DDC-86E5-A6BCA4600216}" dt="2026-04-28T02:00:52.293" v="951" actId="478"/>
          <ac:spMkLst>
            <pc:docMk/>
            <pc:sldMk cId="3639019081" sldId="520"/>
            <ac:spMk id="27" creationId="{38F42072-BA0C-FBD2-31A4-D8147479F6F6}"/>
          </ac:spMkLst>
        </pc:spChg>
        <pc:spChg chg="add mod">
          <ac:chgData name="Jacob Wyngaard" userId="6181fcd471e98458" providerId="LiveId" clId="{788BA123-62C9-4DDC-86E5-A6BCA4600216}" dt="2026-04-28T02:01:13.052" v="956" actId="1076"/>
          <ac:spMkLst>
            <pc:docMk/>
            <pc:sldMk cId="3639019081" sldId="520"/>
            <ac:spMk id="28" creationId="{4FC9730F-0920-2FC6-85FD-B44C57DEA3F8}"/>
          </ac:spMkLst>
        </pc:spChg>
        <pc:spChg chg="add mod">
          <ac:chgData name="Jacob Wyngaard" userId="6181fcd471e98458" providerId="LiveId" clId="{788BA123-62C9-4DDC-86E5-A6BCA4600216}" dt="2026-04-28T01:57:58.013" v="905" actId="1076"/>
          <ac:spMkLst>
            <pc:docMk/>
            <pc:sldMk cId="3639019081" sldId="520"/>
            <ac:spMk id="29" creationId="{E38F3B58-856E-400C-128E-399255721388}"/>
          </ac:spMkLst>
        </pc:spChg>
        <pc:spChg chg="add mod">
          <ac:chgData name="Jacob Wyngaard" userId="6181fcd471e98458" providerId="LiveId" clId="{788BA123-62C9-4DDC-86E5-A6BCA4600216}" dt="2026-04-28T02:05:36.307" v="992" actId="1036"/>
          <ac:spMkLst>
            <pc:docMk/>
            <pc:sldMk cId="3639019081" sldId="520"/>
            <ac:spMk id="31" creationId="{87A55F59-4469-7EC6-0872-D2152F4D9DFF}"/>
          </ac:spMkLst>
        </pc:spChg>
        <pc:spChg chg="add mod">
          <ac:chgData name="Jacob Wyngaard" userId="6181fcd471e98458" providerId="LiveId" clId="{788BA123-62C9-4DDC-86E5-A6BCA4600216}" dt="2026-04-28T02:00:57.731" v="953" actId="1076"/>
          <ac:spMkLst>
            <pc:docMk/>
            <pc:sldMk cId="3639019081" sldId="520"/>
            <ac:spMk id="32" creationId="{79C860AA-33DD-7A24-C861-948F84B1A52F}"/>
          </ac:spMkLst>
        </pc:spChg>
      </pc:sldChg>
      <pc:sldChg chg="modSp add mod">
        <pc:chgData name="Jacob Wyngaard" userId="6181fcd471e98458" providerId="LiveId" clId="{788BA123-62C9-4DDC-86E5-A6BCA4600216}" dt="2026-04-28T02:09:03.270" v="1040" actId="20577"/>
        <pc:sldMkLst>
          <pc:docMk/>
          <pc:sldMk cId="3703041974" sldId="521"/>
        </pc:sldMkLst>
        <pc:spChg chg="mod">
          <ac:chgData name="Jacob Wyngaard" userId="6181fcd471e98458" providerId="LiveId" clId="{788BA123-62C9-4DDC-86E5-A6BCA4600216}" dt="2026-04-28T02:09:03.270" v="1040" actId="20577"/>
          <ac:spMkLst>
            <pc:docMk/>
            <pc:sldMk cId="3703041974" sldId="521"/>
            <ac:spMk id="4" creationId="{3B2072AA-70ED-91D0-4C0D-92C12F3914B9}"/>
          </ac:spMkLst>
        </pc:spChg>
      </pc:sldChg>
      <pc:sldChg chg="modSp add del mod">
        <pc:chgData name="Jacob Wyngaard" userId="6181fcd471e98458" providerId="LiveId" clId="{788BA123-62C9-4DDC-86E5-A6BCA4600216}" dt="2026-04-28T02:04:17.224" v="974" actId="47"/>
        <pc:sldMkLst>
          <pc:docMk/>
          <pc:sldMk cId="2644632986" sldId="522"/>
        </pc:sldMkLst>
        <pc:spChg chg="mod">
          <ac:chgData name="Jacob Wyngaard" userId="6181fcd471e98458" providerId="LiveId" clId="{788BA123-62C9-4DDC-86E5-A6BCA4600216}" dt="2026-04-28T02:00:29.776" v="945" actId="1076"/>
          <ac:spMkLst>
            <pc:docMk/>
            <pc:sldMk cId="2644632986" sldId="522"/>
            <ac:spMk id="4" creationId="{DD2DF3B6-C8E5-6C73-3182-929192017AF8}"/>
          </ac:spMkLst>
        </pc:spChg>
        <pc:spChg chg="mod">
          <ac:chgData name="Jacob Wyngaard" userId="6181fcd471e98458" providerId="LiveId" clId="{788BA123-62C9-4DDC-86E5-A6BCA4600216}" dt="2026-04-28T02:03:59.054" v="970" actId="114"/>
          <ac:spMkLst>
            <pc:docMk/>
            <pc:sldMk cId="2644632986" sldId="522"/>
            <ac:spMk id="14" creationId="{13A2199A-8F45-CA32-0956-8E53F241B882}"/>
          </ac:spMkLst>
        </pc:spChg>
      </pc:sldChg>
      <pc:sldChg chg="addSp delSp modSp add mod">
        <pc:chgData name="Jacob Wyngaard" userId="6181fcd471e98458" providerId="LiveId" clId="{788BA123-62C9-4DDC-86E5-A6BCA4600216}" dt="2026-04-28T02:10:51.142" v="1175" actId="1076"/>
        <pc:sldMkLst>
          <pc:docMk/>
          <pc:sldMk cId="735938591" sldId="523"/>
        </pc:sldMkLst>
        <pc:spChg chg="add mod">
          <ac:chgData name="Jacob Wyngaard" userId="6181fcd471e98458" providerId="LiveId" clId="{788BA123-62C9-4DDC-86E5-A6BCA4600216}" dt="2026-04-28T02:04:14.461" v="973"/>
          <ac:spMkLst>
            <pc:docMk/>
            <pc:sldMk cId="735938591" sldId="523"/>
            <ac:spMk id="2" creationId="{8D62E319-D004-9B34-136F-A47ECEEAC911}"/>
          </ac:spMkLst>
        </pc:spChg>
        <pc:spChg chg="add mod">
          <ac:chgData name="Jacob Wyngaard" userId="6181fcd471e98458" providerId="LiveId" clId="{788BA123-62C9-4DDC-86E5-A6BCA4600216}" dt="2026-04-28T02:10:51.142" v="1175" actId="1076"/>
          <ac:spMkLst>
            <pc:docMk/>
            <pc:sldMk cId="735938591" sldId="523"/>
            <ac:spMk id="3" creationId="{4F0B7E76-ADE5-21E1-CC68-007A6C3BE0A1}"/>
          </ac:spMkLst>
        </pc:spChg>
        <pc:spChg chg="del">
          <ac:chgData name="Jacob Wyngaard" userId="6181fcd471e98458" providerId="LiveId" clId="{788BA123-62C9-4DDC-86E5-A6BCA4600216}" dt="2026-04-28T02:04:14.200" v="972" actId="478"/>
          <ac:spMkLst>
            <pc:docMk/>
            <pc:sldMk cId="735938591" sldId="523"/>
            <ac:spMk id="4" creationId="{7B5DACC4-2FBD-2575-410B-DDADDE4E2B07}"/>
          </ac:spMkLst>
        </pc:spChg>
        <pc:spChg chg="mod">
          <ac:chgData name="Jacob Wyngaard" userId="6181fcd471e98458" providerId="LiveId" clId="{788BA123-62C9-4DDC-86E5-A6BCA4600216}" dt="2026-04-28T02:07:03.601" v="1011"/>
          <ac:spMkLst>
            <pc:docMk/>
            <pc:sldMk cId="735938591" sldId="523"/>
            <ac:spMk id="13" creationId="{70C98774-F3FE-82D9-E4C8-4CB86B9C460A}"/>
          </ac:spMkLst>
        </pc:spChg>
        <pc:spChg chg="mod">
          <ac:chgData name="Jacob Wyngaard" userId="6181fcd471e98458" providerId="LiveId" clId="{788BA123-62C9-4DDC-86E5-A6BCA4600216}" dt="2026-04-28T02:05:51.695" v="995" actId="114"/>
          <ac:spMkLst>
            <pc:docMk/>
            <pc:sldMk cId="735938591" sldId="523"/>
            <ac:spMk id="14" creationId="{5963D33A-A17C-B0A6-E4C9-48447AF1BF94}"/>
          </ac:spMkLst>
        </pc:spChg>
        <pc:spChg chg="mod">
          <ac:chgData name="Jacob Wyngaard" userId="6181fcd471e98458" providerId="LiveId" clId="{788BA123-62C9-4DDC-86E5-A6BCA4600216}" dt="2026-04-28T02:05:26.656" v="986" actId="1076"/>
          <ac:spMkLst>
            <pc:docMk/>
            <pc:sldMk cId="735938591" sldId="523"/>
            <ac:spMk id="29" creationId="{1063FB73-0B20-9FA6-E7AA-A70E50790D72}"/>
          </ac:spMkLst>
        </pc:spChg>
        <pc:spChg chg="mod">
          <ac:chgData name="Jacob Wyngaard" userId="6181fcd471e98458" providerId="LiveId" clId="{788BA123-62C9-4DDC-86E5-A6BCA4600216}" dt="2026-04-28T02:07:25.934" v="1013" actId="14100"/>
          <ac:spMkLst>
            <pc:docMk/>
            <pc:sldMk cId="735938591" sldId="523"/>
            <ac:spMk id="31" creationId="{7A8EB12B-7058-3D38-BC1D-26A3704FCB39}"/>
          </ac:spMkLst>
        </pc:spChg>
      </pc:sldChg>
      <pc:sldChg chg="addSp delSp modSp add mod">
        <pc:chgData name="Jacob Wyngaard" userId="6181fcd471e98458" providerId="LiveId" clId="{788BA123-62C9-4DDC-86E5-A6BCA4600216}" dt="2026-04-28T02:15:23.102" v="1317" actId="1076"/>
        <pc:sldMkLst>
          <pc:docMk/>
          <pc:sldMk cId="649136029" sldId="524"/>
        </pc:sldMkLst>
        <pc:spChg chg="add mod">
          <ac:chgData name="Jacob Wyngaard" userId="6181fcd471e98458" providerId="LiveId" clId="{788BA123-62C9-4DDC-86E5-A6BCA4600216}" dt="2026-04-28T02:11:41.989" v="1283" actId="14100"/>
          <ac:spMkLst>
            <pc:docMk/>
            <pc:sldMk cId="649136029" sldId="524"/>
            <ac:spMk id="2" creationId="{57A0A641-3A57-C268-71DA-5AD6A374C1C8}"/>
          </ac:spMkLst>
        </pc:spChg>
        <pc:spChg chg="add mod">
          <ac:chgData name="Jacob Wyngaard" userId="6181fcd471e98458" providerId="LiveId" clId="{788BA123-62C9-4DDC-86E5-A6BCA4600216}" dt="2026-04-28T02:15:09.807" v="1294" actId="1076"/>
          <ac:spMkLst>
            <pc:docMk/>
            <pc:sldMk cId="649136029" sldId="524"/>
            <ac:spMk id="5" creationId="{005C3E0A-682C-9F2E-4121-C14BA3A61CCF}"/>
          </ac:spMkLst>
        </pc:spChg>
        <pc:spChg chg="add mod">
          <ac:chgData name="Jacob Wyngaard" userId="6181fcd471e98458" providerId="LiveId" clId="{788BA123-62C9-4DDC-86E5-A6BCA4600216}" dt="2026-04-28T02:15:23.102" v="1317" actId="1076"/>
          <ac:spMkLst>
            <pc:docMk/>
            <pc:sldMk cId="649136029" sldId="524"/>
            <ac:spMk id="9" creationId="{E3C56287-E409-5438-B178-5031FEF2B5E3}"/>
          </ac:spMkLst>
        </pc:spChg>
        <pc:spChg chg="del">
          <ac:chgData name="Jacob Wyngaard" userId="6181fcd471e98458" providerId="LiveId" clId="{788BA123-62C9-4DDC-86E5-A6BCA4600216}" dt="2026-04-28T02:08:46.464" v="1015" actId="478"/>
          <ac:spMkLst>
            <pc:docMk/>
            <pc:sldMk cId="649136029" sldId="524"/>
            <ac:spMk id="11" creationId="{90332005-57F3-20F4-14F5-1045F0DCD765}"/>
          </ac:spMkLst>
        </pc:spChg>
        <pc:spChg chg="del">
          <ac:chgData name="Jacob Wyngaard" userId="6181fcd471e98458" providerId="LiveId" clId="{788BA123-62C9-4DDC-86E5-A6BCA4600216}" dt="2026-04-28T02:08:46.464" v="1015" actId="478"/>
          <ac:spMkLst>
            <pc:docMk/>
            <pc:sldMk cId="649136029" sldId="524"/>
            <ac:spMk id="13" creationId="{4D6D51D3-B677-3926-3E1C-6DE8714E9DC6}"/>
          </ac:spMkLst>
        </pc:spChg>
        <pc:spChg chg="del">
          <ac:chgData name="Jacob Wyngaard" userId="6181fcd471e98458" providerId="LiveId" clId="{788BA123-62C9-4DDC-86E5-A6BCA4600216}" dt="2026-04-28T02:08:46.464" v="1015" actId="478"/>
          <ac:spMkLst>
            <pc:docMk/>
            <pc:sldMk cId="649136029" sldId="524"/>
            <ac:spMk id="14" creationId="{637CE80B-054C-18B6-A061-EEFD81C9D93E}"/>
          </ac:spMkLst>
        </pc:spChg>
        <pc:spChg chg="del">
          <ac:chgData name="Jacob Wyngaard" userId="6181fcd471e98458" providerId="LiveId" clId="{788BA123-62C9-4DDC-86E5-A6BCA4600216}" dt="2026-04-28T02:08:46.464" v="1015" actId="478"/>
          <ac:spMkLst>
            <pc:docMk/>
            <pc:sldMk cId="649136029" sldId="524"/>
            <ac:spMk id="15" creationId="{F4E37B90-E043-73DD-3777-7E650451EBBE}"/>
          </ac:spMkLst>
        </pc:spChg>
        <pc:spChg chg="del">
          <ac:chgData name="Jacob Wyngaard" userId="6181fcd471e98458" providerId="LiveId" clId="{788BA123-62C9-4DDC-86E5-A6BCA4600216}" dt="2026-04-28T02:08:46.464" v="1015" actId="478"/>
          <ac:spMkLst>
            <pc:docMk/>
            <pc:sldMk cId="649136029" sldId="524"/>
            <ac:spMk id="17" creationId="{04F552AA-2C1E-E734-F617-B767B79EA933}"/>
          </ac:spMkLst>
        </pc:spChg>
        <pc:spChg chg="del">
          <ac:chgData name="Jacob Wyngaard" userId="6181fcd471e98458" providerId="LiveId" clId="{788BA123-62C9-4DDC-86E5-A6BCA4600216}" dt="2026-04-28T02:08:46.464" v="1015" actId="478"/>
          <ac:spMkLst>
            <pc:docMk/>
            <pc:sldMk cId="649136029" sldId="524"/>
            <ac:spMk id="19" creationId="{5C23D92B-D6BD-1C78-F438-D42C9428BF24}"/>
          </ac:spMkLst>
        </pc:spChg>
        <pc:spChg chg="del">
          <ac:chgData name="Jacob Wyngaard" userId="6181fcd471e98458" providerId="LiveId" clId="{788BA123-62C9-4DDC-86E5-A6BCA4600216}" dt="2026-04-28T02:08:46.464" v="1015" actId="478"/>
          <ac:spMkLst>
            <pc:docMk/>
            <pc:sldMk cId="649136029" sldId="524"/>
            <ac:spMk id="22" creationId="{808C2A85-C752-CA18-9CE0-78A9D4B1FEC8}"/>
          </ac:spMkLst>
        </pc:spChg>
        <pc:spChg chg="del">
          <ac:chgData name="Jacob Wyngaard" userId="6181fcd471e98458" providerId="LiveId" clId="{788BA123-62C9-4DDC-86E5-A6BCA4600216}" dt="2026-04-28T02:08:46.464" v="1015" actId="478"/>
          <ac:spMkLst>
            <pc:docMk/>
            <pc:sldMk cId="649136029" sldId="524"/>
            <ac:spMk id="23" creationId="{0E29C012-032C-5530-04CC-00042036DB0E}"/>
          </ac:spMkLst>
        </pc:spChg>
        <pc:spChg chg="del">
          <ac:chgData name="Jacob Wyngaard" userId="6181fcd471e98458" providerId="LiveId" clId="{788BA123-62C9-4DDC-86E5-A6BCA4600216}" dt="2026-04-28T02:08:46.464" v="1015" actId="478"/>
          <ac:spMkLst>
            <pc:docMk/>
            <pc:sldMk cId="649136029" sldId="524"/>
            <ac:spMk id="25" creationId="{6BC56B84-70AD-7A39-1250-6BDEC9567DAA}"/>
          </ac:spMkLst>
        </pc:spChg>
        <pc:spChg chg="del">
          <ac:chgData name="Jacob Wyngaard" userId="6181fcd471e98458" providerId="LiveId" clId="{788BA123-62C9-4DDC-86E5-A6BCA4600216}" dt="2026-04-28T02:08:46.464" v="1015" actId="478"/>
          <ac:spMkLst>
            <pc:docMk/>
            <pc:sldMk cId="649136029" sldId="524"/>
            <ac:spMk id="26" creationId="{4253A5FB-31B4-FC0A-9146-9E6D172B3CFC}"/>
          </ac:spMkLst>
        </pc:spChg>
      </pc:sldChg>
      <pc:sldChg chg="addSp delSp modSp add mod">
        <pc:chgData name="Jacob Wyngaard" userId="6181fcd471e98458" providerId="LiveId" clId="{788BA123-62C9-4DDC-86E5-A6BCA4600216}" dt="2026-04-28T03:23:59.104" v="2640" actId="20577"/>
        <pc:sldMkLst>
          <pc:docMk/>
          <pc:sldMk cId="947981251" sldId="525"/>
        </pc:sldMkLst>
        <pc:spChg chg="del">
          <ac:chgData name="Jacob Wyngaard" userId="6181fcd471e98458" providerId="LiveId" clId="{788BA123-62C9-4DDC-86E5-A6BCA4600216}" dt="2026-04-28T02:16:33.195" v="1345" actId="478"/>
          <ac:spMkLst>
            <pc:docMk/>
            <pc:sldMk cId="947981251" sldId="525"/>
            <ac:spMk id="2" creationId="{7186A606-EE1D-B7CB-9D88-6C35370B662D}"/>
          </ac:spMkLst>
        </pc:spChg>
        <pc:spChg chg="add mod">
          <ac:chgData name="Jacob Wyngaard" userId="6181fcd471e98458" providerId="LiveId" clId="{788BA123-62C9-4DDC-86E5-A6BCA4600216}" dt="2026-04-28T03:23:59.104" v="2640" actId="20577"/>
          <ac:spMkLst>
            <pc:docMk/>
            <pc:sldMk cId="947981251" sldId="525"/>
            <ac:spMk id="3" creationId="{F6DD0283-79CE-77D7-2E81-4A4BCE1C80F9}"/>
          </ac:spMkLst>
        </pc:spChg>
        <pc:spChg chg="mod">
          <ac:chgData name="Jacob Wyngaard" userId="6181fcd471e98458" providerId="LiveId" clId="{788BA123-62C9-4DDC-86E5-A6BCA4600216}" dt="2026-04-28T02:17:29.411" v="1439" actId="20577"/>
          <ac:spMkLst>
            <pc:docMk/>
            <pc:sldMk cId="947981251" sldId="525"/>
            <ac:spMk id="4" creationId="{15BE8784-8D5B-D867-F07A-06AD4CB1E058}"/>
          </ac:spMkLst>
        </pc:spChg>
        <pc:spChg chg="del">
          <ac:chgData name="Jacob Wyngaard" userId="6181fcd471e98458" providerId="LiveId" clId="{788BA123-62C9-4DDC-86E5-A6BCA4600216}" dt="2026-04-28T02:16:31.910" v="1344" actId="478"/>
          <ac:spMkLst>
            <pc:docMk/>
            <pc:sldMk cId="947981251" sldId="525"/>
            <ac:spMk id="5" creationId="{53427A5B-0753-EC3A-8272-9AB7AE77B233}"/>
          </ac:spMkLst>
        </pc:spChg>
        <pc:spChg chg="add mod">
          <ac:chgData name="Jacob Wyngaard" userId="6181fcd471e98458" providerId="LiveId" clId="{788BA123-62C9-4DDC-86E5-A6BCA4600216}" dt="2026-04-28T02:19:51.902" v="1554" actId="1076"/>
          <ac:spMkLst>
            <pc:docMk/>
            <pc:sldMk cId="947981251" sldId="525"/>
            <ac:spMk id="7" creationId="{32A9C0F8-5D4E-29DB-0A5E-005428CAD0E3}"/>
          </ac:spMkLst>
        </pc:spChg>
        <pc:spChg chg="mod">
          <ac:chgData name="Jacob Wyngaard" userId="6181fcd471e98458" providerId="LiveId" clId="{788BA123-62C9-4DDC-86E5-A6BCA4600216}" dt="2026-04-28T02:20:35.230" v="1562" actId="1076"/>
          <ac:spMkLst>
            <pc:docMk/>
            <pc:sldMk cId="947981251" sldId="525"/>
            <ac:spMk id="9" creationId="{6C598BA2-1B71-FCF5-E6B2-CC976F8862F7}"/>
          </ac:spMkLst>
        </pc:spChg>
        <pc:spChg chg="add mod">
          <ac:chgData name="Jacob Wyngaard" userId="6181fcd471e98458" providerId="LiveId" clId="{788BA123-62C9-4DDC-86E5-A6BCA4600216}" dt="2026-04-28T02:20:41.019" v="1563" actId="1076"/>
          <ac:spMkLst>
            <pc:docMk/>
            <pc:sldMk cId="947981251" sldId="525"/>
            <ac:spMk id="10" creationId="{7BCEE69F-8E3C-CDE0-F217-43A6B8BE3BEA}"/>
          </ac:spMkLst>
        </pc:spChg>
        <pc:spChg chg="add mod">
          <ac:chgData name="Jacob Wyngaard" userId="6181fcd471e98458" providerId="LiveId" clId="{788BA123-62C9-4DDC-86E5-A6BCA4600216}" dt="2026-04-28T02:19:48.834" v="1553" actId="1076"/>
          <ac:spMkLst>
            <pc:docMk/>
            <pc:sldMk cId="947981251" sldId="525"/>
            <ac:spMk id="12" creationId="{3D4C9AF3-50EF-9A5E-31E3-2A223663B878}"/>
          </ac:spMkLst>
        </pc:spChg>
        <pc:spChg chg="add mod">
          <ac:chgData name="Jacob Wyngaard" userId="6181fcd471e98458" providerId="LiveId" clId="{788BA123-62C9-4DDC-86E5-A6BCA4600216}" dt="2026-04-28T02:21:07.531" v="1582" actId="255"/>
          <ac:spMkLst>
            <pc:docMk/>
            <pc:sldMk cId="947981251" sldId="525"/>
            <ac:spMk id="14" creationId="{430A4893-7556-8A00-9F81-98CC79981881}"/>
          </ac:spMkLst>
        </pc:spChg>
        <pc:spChg chg="add mod">
          <ac:chgData name="Jacob Wyngaard" userId="6181fcd471e98458" providerId="LiveId" clId="{788BA123-62C9-4DDC-86E5-A6BCA4600216}" dt="2026-04-28T02:21:37.128" v="1620" actId="20577"/>
          <ac:spMkLst>
            <pc:docMk/>
            <pc:sldMk cId="947981251" sldId="525"/>
            <ac:spMk id="15" creationId="{0D38419A-F94F-9B2B-9A59-1D3AA92CD14E}"/>
          </ac:spMkLst>
        </pc:spChg>
      </pc:sldChg>
      <pc:sldChg chg="addSp delSp modSp add mod">
        <pc:chgData name="Jacob Wyngaard" userId="6181fcd471e98458" providerId="LiveId" clId="{788BA123-62C9-4DDC-86E5-A6BCA4600216}" dt="2026-04-28T03:07:47.774" v="2141" actId="20577"/>
        <pc:sldMkLst>
          <pc:docMk/>
          <pc:sldMk cId="3191933695" sldId="526"/>
        </pc:sldMkLst>
        <pc:spChg chg="add mod">
          <ac:chgData name="Jacob Wyngaard" userId="6181fcd471e98458" providerId="LiveId" clId="{788BA123-62C9-4DDC-86E5-A6BCA4600216}" dt="2026-04-28T02:22:50.834" v="1653" actId="20577"/>
          <ac:spMkLst>
            <pc:docMk/>
            <pc:sldMk cId="3191933695" sldId="526"/>
            <ac:spMk id="2" creationId="{4170CD72-DF9D-BD5B-72AC-FF2DB2B71163}"/>
          </ac:spMkLst>
        </pc:spChg>
        <pc:spChg chg="del">
          <ac:chgData name="Jacob Wyngaard" userId="6181fcd471e98458" providerId="LiveId" clId="{788BA123-62C9-4DDC-86E5-A6BCA4600216}" dt="2026-04-28T02:22:00.431" v="1625" actId="478"/>
          <ac:spMkLst>
            <pc:docMk/>
            <pc:sldMk cId="3191933695" sldId="526"/>
            <ac:spMk id="3" creationId="{9E314D05-FD0A-DF74-D495-ECB72243B27C}"/>
          </ac:spMkLst>
        </pc:spChg>
        <pc:spChg chg="del">
          <ac:chgData name="Jacob Wyngaard" userId="6181fcd471e98458" providerId="LiveId" clId="{788BA123-62C9-4DDC-86E5-A6BCA4600216}" dt="2026-04-28T02:21:57.741" v="1622" actId="478"/>
          <ac:spMkLst>
            <pc:docMk/>
            <pc:sldMk cId="3191933695" sldId="526"/>
            <ac:spMk id="7" creationId="{FAC7F662-F1D9-353B-6457-E33C07511210}"/>
          </ac:spMkLst>
        </pc:spChg>
        <pc:spChg chg="del">
          <ac:chgData name="Jacob Wyngaard" userId="6181fcd471e98458" providerId="LiveId" clId="{788BA123-62C9-4DDC-86E5-A6BCA4600216}" dt="2026-04-28T02:22:01.753" v="1626" actId="478"/>
          <ac:spMkLst>
            <pc:docMk/>
            <pc:sldMk cId="3191933695" sldId="526"/>
            <ac:spMk id="9" creationId="{EC5C7EAB-4008-9219-145B-FBD79C5C09E7}"/>
          </ac:spMkLst>
        </pc:spChg>
        <pc:spChg chg="del">
          <ac:chgData name="Jacob Wyngaard" userId="6181fcd471e98458" providerId="LiveId" clId="{788BA123-62C9-4DDC-86E5-A6BCA4600216}" dt="2026-04-28T02:21:59.808" v="1624" actId="478"/>
          <ac:spMkLst>
            <pc:docMk/>
            <pc:sldMk cId="3191933695" sldId="526"/>
            <ac:spMk id="10" creationId="{416EE44C-52C7-369F-D9B6-653224F4DD70}"/>
          </ac:spMkLst>
        </pc:spChg>
        <pc:spChg chg="add mod">
          <ac:chgData name="Jacob Wyngaard" userId="6181fcd471e98458" providerId="LiveId" clId="{788BA123-62C9-4DDC-86E5-A6BCA4600216}" dt="2026-04-28T02:23:22.952" v="1667" actId="1076"/>
          <ac:spMkLst>
            <pc:docMk/>
            <pc:sldMk cId="3191933695" sldId="526"/>
            <ac:spMk id="11" creationId="{72ED8B1A-D8A4-9304-7C6C-1E402D32D80F}"/>
          </ac:spMkLst>
        </pc:spChg>
        <pc:spChg chg="del">
          <ac:chgData name="Jacob Wyngaard" userId="6181fcd471e98458" providerId="LiveId" clId="{788BA123-62C9-4DDC-86E5-A6BCA4600216}" dt="2026-04-28T02:21:58.867" v="1623" actId="478"/>
          <ac:spMkLst>
            <pc:docMk/>
            <pc:sldMk cId="3191933695" sldId="526"/>
            <ac:spMk id="12" creationId="{3FA94AC3-BCC2-BBB4-B86A-7F7161E2ECB7}"/>
          </ac:spMkLst>
        </pc:spChg>
        <pc:spChg chg="add mod">
          <ac:chgData name="Jacob Wyngaard" userId="6181fcd471e98458" providerId="LiveId" clId="{788BA123-62C9-4DDC-86E5-A6BCA4600216}" dt="2026-04-28T02:54:01.400" v="1770" actId="1076"/>
          <ac:spMkLst>
            <pc:docMk/>
            <pc:sldMk cId="3191933695" sldId="526"/>
            <ac:spMk id="13" creationId="{6C071B52-61F7-47B9-7E0A-2E501BD652E4}"/>
          </ac:spMkLst>
        </pc:spChg>
        <pc:spChg chg="del mod">
          <ac:chgData name="Jacob Wyngaard" userId="6181fcd471e98458" providerId="LiveId" clId="{788BA123-62C9-4DDC-86E5-A6BCA4600216}" dt="2026-04-28T02:23:24.836" v="1668" actId="478"/>
          <ac:spMkLst>
            <pc:docMk/>
            <pc:sldMk cId="3191933695" sldId="526"/>
            <ac:spMk id="14" creationId="{E0A4B8B4-A7BE-A901-1D1D-BFE6B1652693}"/>
          </ac:spMkLst>
        </pc:spChg>
        <pc:spChg chg="mod">
          <ac:chgData name="Jacob Wyngaard" userId="6181fcd471e98458" providerId="LiveId" clId="{788BA123-62C9-4DDC-86E5-A6BCA4600216}" dt="2026-04-28T03:07:47.774" v="2141" actId="20577"/>
          <ac:spMkLst>
            <pc:docMk/>
            <pc:sldMk cId="3191933695" sldId="526"/>
            <ac:spMk id="15" creationId="{AF090218-75C6-272C-EC14-C6B4B0FBDAF7}"/>
          </ac:spMkLst>
        </pc:spChg>
        <pc:spChg chg="add mod">
          <ac:chgData name="Jacob Wyngaard" userId="6181fcd471e98458" providerId="LiveId" clId="{788BA123-62C9-4DDC-86E5-A6BCA4600216}" dt="2026-04-28T02:55:30.235" v="1787" actId="1076"/>
          <ac:spMkLst>
            <pc:docMk/>
            <pc:sldMk cId="3191933695" sldId="526"/>
            <ac:spMk id="16" creationId="{597952D0-9688-5342-9F36-EA3D48FF354E}"/>
          </ac:spMkLst>
        </pc:spChg>
      </pc:sldChg>
      <pc:sldChg chg="addSp delSp modSp add mod">
        <pc:chgData name="Jacob Wyngaard" userId="6181fcd471e98458" providerId="LiveId" clId="{788BA123-62C9-4DDC-86E5-A6BCA4600216}" dt="2026-04-28T03:10:58.398" v="2245" actId="313"/>
        <pc:sldMkLst>
          <pc:docMk/>
          <pc:sldMk cId="1964432699" sldId="527"/>
        </pc:sldMkLst>
        <pc:spChg chg="mod">
          <ac:chgData name="Jacob Wyngaard" userId="6181fcd471e98458" providerId="LiveId" clId="{788BA123-62C9-4DDC-86E5-A6BCA4600216}" dt="2026-04-28T03:02:08.595" v="1956" actId="313"/>
          <ac:spMkLst>
            <pc:docMk/>
            <pc:sldMk cId="1964432699" sldId="527"/>
            <ac:spMk id="2" creationId="{99EAB4BB-02DF-C4F8-F011-95F51BC23F27}"/>
          </ac:spMkLst>
        </pc:spChg>
        <pc:spChg chg="mod">
          <ac:chgData name="Jacob Wyngaard" userId="6181fcd471e98458" providerId="LiveId" clId="{788BA123-62C9-4DDC-86E5-A6BCA4600216}" dt="2026-04-28T03:10:58.398" v="2245" actId="313"/>
          <ac:spMkLst>
            <pc:docMk/>
            <pc:sldMk cId="1964432699" sldId="527"/>
            <ac:spMk id="4" creationId="{E5FC108C-46C3-6698-C2A1-1FAF15CE65AE}"/>
          </ac:spMkLst>
        </pc:spChg>
        <pc:spChg chg="add mod">
          <ac:chgData name="Jacob Wyngaard" userId="6181fcd471e98458" providerId="LiveId" clId="{788BA123-62C9-4DDC-86E5-A6BCA4600216}" dt="2026-04-28T03:03:24.233" v="1987" actId="1076"/>
          <ac:spMkLst>
            <pc:docMk/>
            <pc:sldMk cId="1964432699" sldId="527"/>
            <ac:spMk id="7" creationId="{162DCA6F-CF06-54AF-CF21-CF02D96EA0A7}"/>
          </ac:spMkLst>
        </pc:spChg>
        <pc:spChg chg="add del">
          <ac:chgData name="Jacob Wyngaard" userId="6181fcd471e98458" providerId="LiveId" clId="{788BA123-62C9-4DDC-86E5-A6BCA4600216}" dt="2026-04-28T03:02:34.718" v="1960" actId="478"/>
          <ac:spMkLst>
            <pc:docMk/>
            <pc:sldMk cId="1964432699" sldId="527"/>
            <ac:spMk id="10" creationId="{B81664F8-5A9C-437D-AB2D-531DA58D74C7}"/>
          </ac:spMkLst>
        </pc:spChg>
        <pc:spChg chg="del">
          <ac:chgData name="Jacob Wyngaard" userId="6181fcd471e98458" providerId="LiveId" clId="{788BA123-62C9-4DDC-86E5-A6BCA4600216}" dt="2026-04-28T02:56:05.840" v="1827" actId="478"/>
          <ac:spMkLst>
            <pc:docMk/>
            <pc:sldMk cId="1964432699" sldId="527"/>
            <ac:spMk id="11" creationId="{7F62EC11-9A24-0F53-DDBD-D1117B73E13E}"/>
          </ac:spMkLst>
        </pc:spChg>
        <pc:spChg chg="add mod">
          <ac:chgData name="Jacob Wyngaard" userId="6181fcd471e98458" providerId="LiveId" clId="{788BA123-62C9-4DDC-86E5-A6BCA4600216}" dt="2026-04-28T03:04:08.592" v="2040" actId="1076"/>
          <ac:spMkLst>
            <pc:docMk/>
            <pc:sldMk cId="1964432699" sldId="527"/>
            <ac:spMk id="12" creationId="{90C93262-B291-6B0D-A957-21800F51CB4D}"/>
          </ac:spMkLst>
        </pc:spChg>
        <pc:spChg chg="del">
          <ac:chgData name="Jacob Wyngaard" userId="6181fcd471e98458" providerId="LiveId" clId="{788BA123-62C9-4DDC-86E5-A6BCA4600216}" dt="2026-04-28T02:56:07.619" v="1829" actId="478"/>
          <ac:spMkLst>
            <pc:docMk/>
            <pc:sldMk cId="1964432699" sldId="527"/>
            <ac:spMk id="13" creationId="{C7137059-EAD1-A4CB-0E4B-06EFAE7F05D3}"/>
          </ac:spMkLst>
        </pc:spChg>
        <pc:spChg chg="add mod">
          <ac:chgData name="Jacob Wyngaard" userId="6181fcd471e98458" providerId="LiveId" clId="{788BA123-62C9-4DDC-86E5-A6BCA4600216}" dt="2026-04-28T03:04:27.930" v="2045" actId="114"/>
          <ac:spMkLst>
            <pc:docMk/>
            <pc:sldMk cId="1964432699" sldId="527"/>
            <ac:spMk id="14" creationId="{909717B8-332C-2F00-4C6C-96295B22D354}"/>
          </ac:spMkLst>
        </pc:spChg>
        <pc:spChg chg="del">
          <ac:chgData name="Jacob Wyngaard" userId="6181fcd471e98458" providerId="LiveId" clId="{788BA123-62C9-4DDC-86E5-A6BCA4600216}" dt="2026-04-28T02:56:06.719" v="1828" actId="478"/>
          <ac:spMkLst>
            <pc:docMk/>
            <pc:sldMk cId="1964432699" sldId="527"/>
            <ac:spMk id="15" creationId="{AA6E8A66-B3CD-1EB6-1E7C-DE8493D8B6CF}"/>
          </ac:spMkLst>
        </pc:spChg>
        <pc:spChg chg="del">
          <ac:chgData name="Jacob Wyngaard" userId="6181fcd471e98458" providerId="LiveId" clId="{788BA123-62C9-4DDC-86E5-A6BCA4600216}" dt="2026-04-28T02:56:08.950" v="1830" actId="478"/>
          <ac:spMkLst>
            <pc:docMk/>
            <pc:sldMk cId="1964432699" sldId="527"/>
            <ac:spMk id="16" creationId="{8ED50643-1656-BB26-8D55-27BA3F232161}"/>
          </ac:spMkLst>
        </pc:spChg>
        <pc:spChg chg="add mod">
          <ac:chgData name="Jacob Wyngaard" userId="6181fcd471e98458" providerId="LiveId" clId="{788BA123-62C9-4DDC-86E5-A6BCA4600216}" dt="2026-04-28T03:04:45.780" v="2078" actId="20577"/>
          <ac:spMkLst>
            <pc:docMk/>
            <pc:sldMk cId="1964432699" sldId="527"/>
            <ac:spMk id="17" creationId="{93A08346-270C-CEEF-51E9-FE38D44D2A9E}"/>
          </ac:spMkLst>
        </pc:spChg>
        <pc:spChg chg="add mod">
          <ac:chgData name="Jacob Wyngaard" userId="6181fcd471e98458" providerId="LiveId" clId="{788BA123-62C9-4DDC-86E5-A6BCA4600216}" dt="2026-04-28T03:10:01.186" v="2191" actId="1076"/>
          <ac:spMkLst>
            <pc:docMk/>
            <pc:sldMk cId="1964432699" sldId="527"/>
            <ac:spMk id="18" creationId="{7EB0ADAF-082C-BE18-EFD0-D036F047980D}"/>
          </ac:spMkLst>
        </pc:spChg>
        <pc:spChg chg="add mod">
          <ac:chgData name="Jacob Wyngaard" userId="6181fcd471e98458" providerId="LiveId" clId="{788BA123-62C9-4DDC-86E5-A6BCA4600216}" dt="2026-04-28T03:09:45.184" v="2178" actId="1076"/>
          <ac:spMkLst>
            <pc:docMk/>
            <pc:sldMk cId="1964432699" sldId="527"/>
            <ac:spMk id="20" creationId="{3BDC78AF-1453-84A5-82ED-975802342F1E}"/>
          </ac:spMkLst>
        </pc:spChg>
        <pc:spChg chg="add mod">
          <ac:chgData name="Jacob Wyngaard" userId="6181fcd471e98458" providerId="LiveId" clId="{788BA123-62C9-4DDC-86E5-A6BCA4600216}" dt="2026-04-28T03:10:27.081" v="2205" actId="1076"/>
          <ac:spMkLst>
            <pc:docMk/>
            <pc:sldMk cId="1964432699" sldId="527"/>
            <ac:spMk id="21" creationId="{1F9108AB-2F6B-29EE-4A2F-6731713C42E1}"/>
          </ac:spMkLst>
        </pc:spChg>
        <pc:spChg chg="add mod">
          <ac:chgData name="Jacob Wyngaard" userId="6181fcd471e98458" providerId="LiveId" clId="{788BA123-62C9-4DDC-86E5-A6BCA4600216}" dt="2026-04-28T03:10:46.112" v="2240" actId="1076"/>
          <ac:spMkLst>
            <pc:docMk/>
            <pc:sldMk cId="1964432699" sldId="527"/>
            <ac:spMk id="23" creationId="{2AEC93AB-4953-9017-CBA9-EBE5B31636BD}"/>
          </ac:spMkLst>
        </pc:spChg>
        <pc:picChg chg="add mod">
          <ac:chgData name="Jacob Wyngaard" userId="6181fcd471e98458" providerId="LiveId" clId="{788BA123-62C9-4DDC-86E5-A6BCA4600216}" dt="2026-04-28T03:10:52.078" v="2241" actId="14100"/>
          <ac:picMkLst>
            <pc:docMk/>
            <pc:sldMk cId="1964432699" sldId="527"/>
            <ac:picMk id="5" creationId="{1660C26C-F178-C37A-7011-3F4478DAF53F}"/>
          </ac:picMkLst>
        </pc:picChg>
      </pc:sldChg>
      <pc:sldChg chg="addSp delSp modSp add mod">
        <pc:chgData name="Jacob Wyngaard" userId="6181fcd471e98458" providerId="LiveId" clId="{788BA123-62C9-4DDC-86E5-A6BCA4600216}" dt="2026-04-28T16:29:09.767" v="3204" actId="1076"/>
        <pc:sldMkLst>
          <pc:docMk/>
          <pc:sldMk cId="1949949348" sldId="528"/>
        </pc:sldMkLst>
        <pc:spChg chg="mod">
          <ac:chgData name="Jacob Wyngaard" userId="6181fcd471e98458" providerId="LiveId" clId="{788BA123-62C9-4DDC-86E5-A6BCA4600216}" dt="2026-04-28T03:19:15.132" v="2518" actId="20577"/>
          <ac:spMkLst>
            <pc:docMk/>
            <pc:sldMk cId="1949949348" sldId="528"/>
            <ac:spMk id="2" creationId="{E385D003-27F1-6F54-8787-46097AF90D09}"/>
          </ac:spMkLst>
        </pc:spChg>
        <pc:spChg chg="add mod">
          <ac:chgData name="Jacob Wyngaard" userId="6181fcd471e98458" providerId="LiveId" clId="{788BA123-62C9-4DDC-86E5-A6BCA4600216}" dt="2026-04-28T03:24:15.678" v="2653" actId="20577"/>
          <ac:spMkLst>
            <pc:docMk/>
            <pc:sldMk cId="1949949348" sldId="528"/>
            <ac:spMk id="3" creationId="{AC0E9F4E-D6EE-4AB6-FDF1-72ACB4663F42}"/>
          </ac:spMkLst>
        </pc:spChg>
        <pc:spChg chg="del">
          <ac:chgData name="Jacob Wyngaard" userId="6181fcd471e98458" providerId="LiveId" clId="{788BA123-62C9-4DDC-86E5-A6BCA4600216}" dt="2026-04-28T03:11:30.679" v="2248" actId="478"/>
          <ac:spMkLst>
            <pc:docMk/>
            <pc:sldMk cId="1949949348" sldId="528"/>
            <ac:spMk id="7" creationId="{8EF30FB9-AB1F-E0B4-EA02-4F808D6ED90B}"/>
          </ac:spMkLst>
        </pc:spChg>
        <pc:spChg chg="add mod">
          <ac:chgData name="Jacob Wyngaard" userId="6181fcd471e98458" providerId="LiveId" clId="{788BA123-62C9-4DDC-86E5-A6BCA4600216}" dt="2026-04-28T03:24:10.363" v="2644" actId="20577"/>
          <ac:spMkLst>
            <pc:docMk/>
            <pc:sldMk cId="1949949348" sldId="528"/>
            <ac:spMk id="10" creationId="{E00E3102-12D7-B3E9-0D6C-2F14AB3F7AFE}"/>
          </ac:spMkLst>
        </pc:spChg>
        <pc:spChg chg="add mod">
          <ac:chgData name="Jacob Wyngaard" userId="6181fcd471e98458" providerId="LiveId" clId="{788BA123-62C9-4DDC-86E5-A6BCA4600216}" dt="2026-04-28T03:23:21.826" v="2631" actId="1076"/>
          <ac:spMkLst>
            <pc:docMk/>
            <pc:sldMk cId="1949949348" sldId="528"/>
            <ac:spMk id="11" creationId="{0C16A3C6-1AB6-F634-5FF9-E3A27B9D45A3}"/>
          </ac:spMkLst>
        </pc:spChg>
        <pc:spChg chg="del">
          <ac:chgData name="Jacob Wyngaard" userId="6181fcd471e98458" providerId="LiveId" clId="{788BA123-62C9-4DDC-86E5-A6BCA4600216}" dt="2026-04-28T03:11:28.604" v="2247" actId="478"/>
          <ac:spMkLst>
            <pc:docMk/>
            <pc:sldMk cId="1949949348" sldId="528"/>
            <ac:spMk id="12" creationId="{F51FE2B6-C4F5-8B3F-5F98-98FA65E09F63}"/>
          </ac:spMkLst>
        </pc:spChg>
        <pc:spChg chg="add del mod">
          <ac:chgData name="Jacob Wyngaard" userId="6181fcd471e98458" providerId="LiveId" clId="{788BA123-62C9-4DDC-86E5-A6BCA4600216}" dt="2026-04-28T03:20:54.100" v="2554" actId="478"/>
          <ac:spMkLst>
            <pc:docMk/>
            <pc:sldMk cId="1949949348" sldId="528"/>
            <ac:spMk id="13" creationId="{11E4D5E1-79E4-0F07-4CD6-1A728D9182E8}"/>
          </ac:spMkLst>
        </pc:spChg>
        <pc:spChg chg="del">
          <ac:chgData name="Jacob Wyngaard" userId="6181fcd471e98458" providerId="LiveId" clId="{788BA123-62C9-4DDC-86E5-A6BCA4600216}" dt="2026-04-28T03:11:30.679" v="2248" actId="478"/>
          <ac:spMkLst>
            <pc:docMk/>
            <pc:sldMk cId="1949949348" sldId="528"/>
            <ac:spMk id="14" creationId="{DEF6AFC7-5593-A950-A9E4-1461EF5924CC}"/>
          </ac:spMkLst>
        </pc:spChg>
        <pc:spChg chg="add mod">
          <ac:chgData name="Jacob Wyngaard" userId="6181fcd471e98458" providerId="LiveId" clId="{788BA123-62C9-4DDC-86E5-A6BCA4600216}" dt="2026-04-28T16:29:09.767" v="3204" actId="1076"/>
          <ac:spMkLst>
            <pc:docMk/>
            <pc:sldMk cId="1949949348" sldId="528"/>
            <ac:spMk id="15" creationId="{38F5ACD6-72A2-6594-273D-EAE9E651250C}"/>
          </ac:spMkLst>
        </pc:spChg>
        <pc:spChg chg="del">
          <ac:chgData name="Jacob Wyngaard" userId="6181fcd471e98458" providerId="LiveId" clId="{788BA123-62C9-4DDC-86E5-A6BCA4600216}" dt="2026-04-28T03:11:28.604" v="2247" actId="478"/>
          <ac:spMkLst>
            <pc:docMk/>
            <pc:sldMk cId="1949949348" sldId="528"/>
            <ac:spMk id="17" creationId="{9AA2BD56-EC5A-51A5-326B-E1DFC543C688}"/>
          </ac:spMkLst>
        </pc:spChg>
        <pc:spChg chg="del">
          <ac:chgData name="Jacob Wyngaard" userId="6181fcd471e98458" providerId="LiveId" clId="{788BA123-62C9-4DDC-86E5-A6BCA4600216}" dt="2026-04-28T03:11:28.604" v="2247" actId="478"/>
          <ac:spMkLst>
            <pc:docMk/>
            <pc:sldMk cId="1949949348" sldId="528"/>
            <ac:spMk id="18" creationId="{861E64EC-DAC7-74F8-1369-8B64FCE7D0CA}"/>
          </ac:spMkLst>
        </pc:spChg>
        <pc:spChg chg="del">
          <ac:chgData name="Jacob Wyngaard" userId="6181fcd471e98458" providerId="LiveId" clId="{788BA123-62C9-4DDC-86E5-A6BCA4600216}" dt="2026-04-28T03:11:28.604" v="2247" actId="478"/>
          <ac:spMkLst>
            <pc:docMk/>
            <pc:sldMk cId="1949949348" sldId="528"/>
            <ac:spMk id="20" creationId="{55BF2B46-0FC2-B8D4-AD64-FEB2404890EE}"/>
          </ac:spMkLst>
        </pc:spChg>
        <pc:spChg chg="del">
          <ac:chgData name="Jacob Wyngaard" userId="6181fcd471e98458" providerId="LiveId" clId="{788BA123-62C9-4DDC-86E5-A6BCA4600216}" dt="2026-04-28T03:11:28.604" v="2247" actId="478"/>
          <ac:spMkLst>
            <pc:docMk/>
            <pc:sldMk cId="1949949348" sldId="528"/>
            <ac:spMk id="21" creationId="{DEF70587-715E-8400-94D1-4784054627F5}"/>
          </ac:spMkLst>
        </pc:spChg>
        <pc:spChg chg="del">
          <ac:chgData name="Jacob Wyngaard" userId="6181fcd471e98458" providerId="LiveId" clId="{788BA123-62C9-4DDC-86E5-A6BCA4600216}" dt="2026-04-28T03:11:28.604" v="2247" actId="478"/>
          <ac:spMkLst>
            <pc:docMk/>
            <pc:sldMk cId="1949949348" sldId="528"/>
            <ac:spMk id="23" creationId="{11158758-1D28-7FE6-D199-F9574A16FE9E}"/>
          </ac:spMkLst>
        </pc:spChg>
        <pc:picChg chg="del">
          <ac:chgData name="Jacob Wyngaard" userId="6181fcd471e98458" providerId="LiveId" clId="{788BA123-62C9-4DDC-86E5-A6BCA4600216}" dt="2026-04-28T03:11:28.604" v="2247" actId="478"/>
          <ac:picMkLst>
            <pc:docMk/>
            <pc:sldMk cId="1949949348" sldId="528"/>
            <ac:picMk id="5" creationId="{E30B17B0-12CC-0F5A-E748-FD6704200387}"/>
          </ac:picMkLst>
        </pc:picChg>
      </pc:sldChg>
      <pc:sldChg chg="addSp modSp mod">
        <pc:chgData name="Jacob Wyngaard" userId="6181fcd471e98458" providerId="LiveId" clId="{788BA123-62C9-4DDC-86E5-A6BCA4600216}" dt="2026-04-28T16:25:06.393" v="3186" actId="1076"/>
        <pc:sldMkLst>
          <pc:docMk/>
          <pc:sldMk cId="2116142352" sldId="529"/>
        </pc:sldMkLst>
        <pc:spChg chg="add mod">
          <ac:chgData name="Jacob Wyngaard" userId="6181fcd471e98458" providerId="LiveId" clId="{788BA123-62C9-4DDC-86E5-A6BCA4600216}" dt="2026-04-28T16:24:36.278" v="3094" actId="20577"/>
          <ac:spMkLst>
            <pc:docMk/>
            <pc:sldMk cId="2116142352" sldId="529"/>
            <ac:spMk id="3" creationId="{1F4A45E0-9198-B71A-0718-FCC53ABEB6A6}"/>
          </ac:spMkLst>
        </pc:spChg>
        <pc:spChg chg="mod">
          <ac:chgData name="Jacob Wyngaard" userId="6181fcd471e98458" providerId="LiveId" clId="{788BA123-62C9-4DDC-86E5-A6BCA4600216}" dt="2026-04-28T16:25:03.378" v="3184" actId="1076"/>
          <ac:spMkLst>
            <pc:docMk/>
            <pc:sldMk cId="2116142352" sldId="529"/>
            <ac:spMk id="9" creationId="{EEBCC3B0-03A7-5C7D-E3F3-468C55D334E2}"/>
          </ac:spMkLst>
        </pc:spChg>
        <pc:picChg chg="mod">
          <ac:chgData name="Jacob Wyngaard" userId="6181fcd471e98458" providerId="LiveId" clId="{788BA123-62C9-4DDC-86E5-A6BCA4600216}" dt="2026-04-28T16:25:06.393" v="3186" actId="1076"/>
          <ac:picMkLst>
            <pc:docMk/>
            <pc:sldMk cId="2116142352" sldId="529"/>
            <ac:picMk id="5" creationId="{7A28D29F-871E-6D33-08EA-D45C0A5E42C7}"/>
          </ac:picMkLst>
        </pc:picChg>
      </pc:sldChg>
      <pc:sldChg chg="addSp delSp modSp mod">
        <pc:chgData name="Jacob Wyngaard" userId="6181fcd471e98458" providerId="LiveId" clId="{788BA123-62C9-4DDC-86E5-A6BCA4600216}" dt="2026-04-28T16:25:17.164" v="3187" actId="14826"/>
        <pc:sldMkLst>
          <pc:docMk/>
          <pc:sldMk cId="413788092" sldId="532"/>
        </pc:sldMkLst>
        <pc:spChg chg="add mod ord">
          <ac:chgData name="Jacob Wyngaard" userId="6181fcd471e98458" providerId="LiveId" clId="{788BA123-62C9-4DDC-86E5-A6BCA4600216}" dt="2026-04-28T16:20:41.220" v="2818" actId="1076"/>
          <ac:spMkLst>
            <pc:docMk/>
            <pc:sldMk cId="413788092" sldId="532"/>
            <ac:spMk id="3" creationId="{47CCA53E-BA36-8AE8-974F-29579DD3A90F}"/>
          </ac:spMkLst>
        </pc:spChg>
        <pc:spChg chg="mod ord">
          <ac:chgData name="Jacob Wyngaard" userId="6181fcd471e98458" providerId="LiveId" clId="{788BA123-62C9-4DDC-86E5-A6BCA4600216}" dt="2026-04-28T16:20:55.875" v="2825" actId="1076"/>
          <ac:spMkLst>
            <pc:docMk/>
            <pc:sldMk cId="413788092" sldId="532"/>
            <ac:spMk id="7" creationId="{A5D2CBBE-E347-C03B-523A-018B13E211A4}"/>
          </ac:spMkLst>
        </pc:spChg>
        <pc:spChg chg="mod">
          <ac:chgData name="Jacob Wyngaard" userId="6181fcd471e98458" providerId="LiveId" clId="{788BA123-62C9-4DDC-86E5-A6BCA4600216}" dt="2026-04-28T16:20:32.324" v="2814" actId="1076"/>
          <ac:spMkLst>
            <pc:docMk/>
            <pc:sldMk cId="413788092" sldId="532"/>
            <ac:spMk id="10" creationId="{6FC51237-8F4A-37A2-6AFC-68090B88ACA0}"/>
          </ac:spMkLst>
        </pc:spChg>
        <pc:spChg chg="del mod">
          <ac:chgData name="Jacob Wyngaard" userId="6181fcd471e98458" providerId="LiveId" clId="{788BA123-62C9-4DDC-86E5-A6BCA4600216}" dt="2026-04-28T16:15:07.161" v="2731" actId="478"/>
          <ac:spMkLst>
            <pc:docMk/>
            <pc:sldMk cId="413788092" sldId="532"/>
            <ac:spMk id="11" creationId="{E5864BA6-891E-D4BA-BCF9-DB3272EDB554}"/>
          </ac:spMkLst>
        </pc:spChg>
        <pc:spChg chg="add mod">
          <ac:chgData name="Jacob Wyngaard" userId="6181fcd471e98458" providerId="LiveId" clId="{788BA123-62C9-4DDC-86E5-A6BCA4600216}" dt="2026-04-28T16:21:31.815" v="2834" actId="1076"/>
          <ac:spMkLst>
            <pc:docMk/>
            <pc:sldMk cId="413788092" sldId="532"/>
            <ac:spMk id="14" creationId="{D5275AC9-F5AC-F0EF-6A32-D59848A54E47}"/>
          </ac:spMkLst>
        </pc:spChg>
        <pc:spChg chg="add mod">
          <ac:chgData name="Jacob Wyngaard" userId="6181fcd471e98458" providerId="LiveId" clId="{788BA123-62C9-4DDC-86E5-A6BCA4600216}" dt="2026-04-28T16:21:25.071" v="2833" actId="1076"/>
          <ac:spMkLst>
            <pc:docMk/>
            <pc:sldMk cId="413788092" sldId="532"/>
            <ac:spMk id="15" creationId="{94A4CC51-405D-E01B-7704-DCBDF707B5B6}"/>
          </ac:spMkLst>
        </pc:spChg>
        <pc:picChg chg="del">
          <ac:chgData name="Jacob Wyngaard" userId="6181fcd471e98458" providerId="LiveId" clId="{788BA123-62C9-4DDC-86E5-A6BCA4600216}" dt="2026-04-28T16:15:19.460" v="2732" actId="478"/>
          <ac:picMkLst>
            <pc:docMk/>
            <pc:sldMk cId="413788092" sldId="532"/>
            <ac:picMk id="4" creationId="{EC7C71DC-A25F-28B5-5752-CD8B4B22ABAB}"/>
          </ac:picMkLst>
        </pc:picChg>
        <pc:picChg chg="add mod">
          <ac:chgData name="Jacob Wyngaard" userId="6181fcd471e98458" providerId="LiveId" clId="{788BA123-62C9-4DDC-86E5-A6BCA4600216}" dt="2026-04-28T16:18:14.170" v="2757" actId="14826"/>
          <ac:picMkLst>
            <pc:docMk/>
            <pc:sldMk cId="413788092" sldId="532"/>
            <ac:picMk id="9" creationId="{2559C0E1-24F7-5399-C119-9DEFA02B463B}"/>
          </ac:picMkLst>
        </pc:picChg>
        <pc:picChg chg="add mod">
          <ac:chgData name="Jacob Wyngaard" userId="6181fcd471e98458" providerId="LiveId" clId="{788BA123-62C9-4DDC-86E5-A6BCA4600216}" dt="2026-04-28T16:25:17.164" v="3187" actId="14826"/>
          <ac:picMkLst>
            <pc:docMk/>
            <pc:sldMk cId="413788092" sldId="532"/>
            <ac:picMk id="13" creationId="{E1665796-39A9-DF34-0E69-515096D64BFA}"/>
          </ac:picMkLst>
        </pc:picChg>
      </pc:sldChg>
      <pc:sldChg chg="modSp add mod">
        <pc:chgData name="Jacob Wyngaard" userId="6181fcd471e98458" providerId="LiveId" clId="{788BA123-62C9-4DDC-86E5-A6BCA4600216}" dt="2026-04-28T16:26:07.259" v="3190" actId="14826"/>
        <pc:sldMkLst>
          <pc:docMk/>
          <pc:sldMk cId="3701633845" sldId="533"/>
        </pc:sldMkLst>
        <pc:spChg chg="mod">
          <ac:chgData name="Jacob Wyngaard" userId="6181fcd471e98458" providerId="LiveId" clId="{788BA123-62C9-4DDC-86E5-A6BCA4600216}" dt="2026-04-28T16:25:26.925" v="3189" actId="14100"/>
          <ac:spMkLst>
            <pc:docMk/>
            <pc:sldMk cId="3701633845" sldId="533"/>
            <ac:spMk id="7" creationId="{D5BDEED6-F1F7-7698-32F5-34B03AADD141}"/>
          </ac:spMkLst>
        </pc:spChg>
        <pc:picChg chg="mod">
          <ac:chgData name="Jacob Wyngaard" userId="6181fcd471e98458" providerId="LiveId" clId="{788BA123-62C9-4DDC-86E5-A6BCA4600216}" dt="2026-04-28T16:26:07.259" v="3190" actId="14826"/>
          <ac:picMkLst>
            <pc:docMk/>
            <pc:sldMk cId="3701633845" sldId="533"/>
            <ac:picMk id="13" creationId="{3F83927D-5CCE-A13F-2D0D-100BEB7BC35C}"/>
          </ac:picMkLst>
        </pc:picChg>
      </pc:sldChg>
      <pc:sldChg chg="modSp add mod">
        <pc:chgData name="Jacob Wyngaard" userId="6181fcd471e98458" providerId="LiveId" clId="{788BA123-62C9-4DDC-86E5-A6BCA4600216}" dt="2026-04-28T16:27:22.142" v="3194" actId="14826"/>
        <pc:sldMkLst>
          <pc:docMk/>
          <pc:sldMk cId="3144698617" sldId="534"/>
        </pc:sldMkLst>
        <pc:spChg chg="mod">
          <ac:chgData name="Jacob Wyngaard" userId="6181fcd471e98458" providerId="LiveId" clId="{788BA123-62C9-4DDC-86E5-A6BCA4600216}" dt="2026-04-28T16:27:06.102" v="3193" actId="1076"/>
          <ac:spMkLst>
            <pc:docMk/>
            <pc:sldMk cId="3144698617" sldId="534"/>
            <ac:spMk id="3" creationId="{53A61F98-4F72-A939-6C94-B340783C1DC7}"/>
          </ac:spMkLst>
        </pc:spChg>
        <pc:picChg chg="mod">
          <ac:chgData name="Jacob Wyngaard" userId="6181fcd471e98458" providerId="LiveId" clId="{788BA123-62C9-4DDC-86E5-A6BCA4600216}" dt="2026-04-28T16:27:22.142" v="3194" actId="14826"/>
          <ac:picMkLst>
            <pc:docMk/>
            <pc:sldMk cId="3144698617" sldId="534"/>
            <ac:picMk id="13" creationId="{2D59C925-7DFD-E4F1-EC70-5D36D523AFA7}"/>
          </ac:picMkLst>
        </pc:picChg>
      </pc:sldChg>
      <pc:sldChg chg="addSp delSp modSp add mod">
        <pc:chgData name="Jacob Wyngaard" userId="6181fcd471e98458" providerId="LiveId" clId="{788BA123-62C9-4DDC-86E5-A6BCA4600216}" dt="2026-04-28T16:28:25.406" v="3203" actId="20577"/>
        <pc:sldMkLst>
          <pc:docMk/>
          <pc:sldMk cId="2651780424" sldId="535"/>
        </pc:sldMkLst>
        <pc:spChg chg="del mod">
          <ac:chgData name="Jacob Wyngaard" userId="6181fcd471e98458" providerId="LiveId" clId="{788BA123-62C9-4DDC-86E5-A6BCA4600216}" dt="2026-04-28T16:28:21.052" v="3198" actId="478"/>
          <ac:spMkLst>
            <pc:docMk/>
            <pc:sldMk cId="2651780424" sldId="535"/>
            <ac:spMk id="3" creationId="{52CF2CEC-4DB1-4921-3933-78915EE3F7FB}"/>
          </ac:spMkLst>
        </pc:spChg>
        <pc:spChg chg="add mod">
          <ac:chgData name="Jacob Wyngaard" userId="6181fcd471e98458" providerId="LiveId" clId="{788BA123-62C9-4DDC-86E5-A6BCA4600216}" dt="2026-04-28T16:28:25.406" v="3203" actId="20577"/>
          <ac:spMkLst>
            <pc:docMk/>
            <pc:sldMk cId="2651780424" sldId="535"/>
            <ac:spMk id="4" creationId="{C6E8F348-E907-319D-96C7-B184CC3589BD}"/>
          </ac:spMkLst>
        </pc:spChg>
        <pc:picChg chg="mod">
          <ac:chgData name="Jacob Wyngaard" userId="6181fcd471e98458" providerId="LiveId" clId="{788BA123-62C9-4DDC-86E5-A6BCA4600216}" dt="2026-04-28T16:28:09.804" v="3196" actId="14826"/>
          <ac:picMkLst>
            <pc:docMk/>
            <pc:sldMk cId="2651780424" sldId="535"/>
            <ac:picMk id="13" creationId="{BA5ADDFF-38EB-9272-F7A4-C1DD656793D5}"/>
          </ac:picMkLst>
        </pc:picChg>
      </pc:sldChg>
      <pc:sldChg chg="addSp delSp modSp add mod">
        <pc:chgData name="Jacob Wyngaard" userId="6181fcd471e98458" providerId="LiveId" clId="{788BA123-62C9-4DDC-86E5-A6BCA4600216}" dt="2026-04-28T17:00:46.754" v="3594" actId="14100"/>
        <pc:sldMkLst>
          <pc:docMk/>
          <pc:sldMk cId="1192967704" sldId="536"/>
        </pc:sldMkLst>
        <pc:spChg chg="mod">
          <ac:chgData name="Jacob Wyngaard" userId="6181fcd471e98458" providerId="LiveId" clId="{788BA123-62C9-4DDC-86E5-A6BCA4600216}" dt="2026-04-28T16:39:18.881" v="3227" actId="1076"/>
          <ac:spMkLst>
            <pc:docMk/>
            <pc:sldMk cId="1192967704" sldId="536"/>
            <ac:spMk id="2" creationId="{F9A3F919-94A2-D94B-D445-3092E55C7297}"/>
          </ac:spMkLst>
        </pc:spChg>
        <pc:spChg chg="del mod">
          <ac:chgData name="Jacob Wyngaard" userId="6181fcd471e98458" providerId="LiveId" clId="{788BA123-62C9-4DDC-86E5-A6BCA4600216}" dt="2026-04-28T16:39:44.420" v="3238" actId="478"/>
          <ac:spMkLst>
            <pc:docMk/>
            <pc:sldMk cId="1192967704" sldId="536"/>
            <ac:spMk id="3" creationId="{B42DF8AE-F18F-1774-DEA6-5AD70C0A7229}"/>
          </ac:spMkLst>
        </pc:spChg>
        <pc:spChg chg="add mod">
          <ac:chgData name="Jacob Wyngaard" userId="6181fcd471e98458" providerId="LiveId" clId="{788BA123-62C9-4DDC-86E5-A6BCA4600216}" dt="2026-04-28T16:45:14.370" v="3438" actId="1076"/>
          <ac:spMkLst>
            <pc:docMk/>
            <pc:sldMk cId="1192967704" sldId="536"/>
            <ac:spMk id="4" creationId="{6CDB63E1-CDFC-9936-F3D0-3941118A9B7B}"/>
          </ac:spMkLst>
        </pc:spChg>
        <pc:spChg chg="add mod">
          <ac:chgData name="Jacob Wyngaard" userId="6181fcd471e98458" providerId="LiveId" clId="{788BA123-62C9-4DDC-86E5-A6BCA4600216}" dt="2026-04-28T17:00:46.754" v="3594" actId="14100"/>
          <ac:spMkLst>
            <pc:docMk/>
            <pc:sldMk cId="1192967704" sldId="536"/>
            <ac:spMk id="5" creationId="{2B3E77BE-BBA7-0098-1AB1-750CC2361230}"/>
          </ac:spMkLst>
        </pc:spChg>
        <pc:spChg chg="del">
          <ac:chgData name="Jacob Wyngaard" userId="6181fcd471e98458" providerId="LiveId" clId="{788BA123-62C9-4DDC-86E5-A6BCA4600216}" dt="2026-04-28T16:39:26.126" v="3232" actId="478"/>
          <ac:spMkLst>
            <pc:docMk/>
            <pc:sldMk cId="1192967704" sldId="536"/>
            <ac:spMk id="7" creationId="{213E37DD-C405-1021-857A-4C9764CB2D7A}"/>
          </ac:spMkLst>
        </pc:spChg>
        <pc:spChg chg="add mod">
          <ac:chgData name="Jacob Wyngaard" userId="6181fcd471e98458" providerId="LiveId" clId="{788BA123-62C9-4DDC-86E5-A6BCA4600216}" dt="2026-04-28T16:49:14.922" v="3556" actId="1076"/>
          <ac:spMkLst>
            <pc:docMk/>
            <pc:sldMk cId="1192967704" sldId="536"/>
            <ac:spMk id="9" creationId="{F27281EB-F042-D909-F8CA-6DBF0B65BE4C}"/>
          </ac:spMkLst>
        </pc:spChg>
        <pc:spChg chg="del">
          <ac:chgData name="Jacob Wyngaard" userId="6181fcd471e98458" providerId="LiveId" clId="{788BA123-62C9-4DDC-86E5-A6BCA4600216}" dt="2026-04-28T16:39:24.701" v="3231" actId="478"/>
          <ac:spMkLst>
            <pc:docMk/>
            <pc:sldMk cId="1192967704" sldId="536"/>
            <ac:spMk id="10" creationId="{4ED46E58-35D9-14D2-7190-87C8A99EE608}"/>
          </ac:spMkLst>
        </pc:spChg>
        <pc:spChg chg="add mod">
          <ac:chgData name="Jacob Wyngaard" userId="6181fcd471e98458" providerId="LiveId" clId="{788BA123-62C9-4DDC-86E5-A6BCA4600216}" dt="2026-04-28T16:49:14.922" v="3556" actId="1076"/>
          <ac:spMkLst>
            <pc:docMk/>
            <pc:sldMk cId="1192967704" sldId="536"/>
            <ac:spMk id="11" creationId="{285550F2-7831-A643-F4D9-B9006478BF88}"/>
          </ac:spMkLst>
        </pc:spChg>
        <pc:spChg chg="add mod">
          <ac:chgData name="Jacob Wyngaard" userId="6181fcd471e98458" providerId="LiveId" clId="{788BA123-62C9-4DDC-86E5-A6BCA4600216}" dt="2026-04-28T16:50:30.575" v="3575" actId="20577"/>
          <ac:spMkLst>
            <pc:docMk/>
            <pc:sldMk cId="1192967704" sldId="536"/>
            <ac:spMk id="12" creationId="{21842ECC-7DF2-022D-6DFA-BCDB1E8945FD}"/>
          </ac:spMkLst>
        </pc:spChg>
        <pc:spChg chg="del">
          <ac:chgData name="Jacob Wyngaard" userId="6181fcd471e98458" providerId="LiveId" clId="{788BA123-62C9-4DDC-86E5-A6BCA4600216}" dt="2026-04-28T16:39:27.550" v="3233" actId="478"/>
          <ac:spMkLst>
            <pc:docMk/>
            <pc:sldMk cId="1192967704" sldId="536"/>
            <ac:spMk id="13" creationId="{921B1724-65F1-542D-EF17-70BB5830FC6C}"/>
          </ac:spMkLst>
        </pc:spChg>
        <pc:spChg chg="del">
          <ac:chgData name="Jacob Wyngaard" userId="6181fcd471e98458" providerId="LiveId" clId="{788BA123-62C9-4DDC-86E5-A6BCA4600216}" dt="2026-04-28T16:39:28.687" v="3234" actId="478"/>
          <ac:spMkLst>
            <pc:docMk/>
            <pc:sldMk cId="1192967704" sldId="536"/>
            <ac:spMk id="14" creationId="{00BF2786-CF84-5D63-CE57-41A96C8664C2}"/>
          </ac:spMkLst>
        </pc:spChg>
        <pc:spChg chg="add mod">
          <ac:chgData name="Jacob Wyngaard" userId="6181fcd471e98458" providerId="LiveId" clId="{788BA123-62C9-4DDC-86E5-A6BCA4600216}" dt="2026-04-28T16:51:29.223" v="3579" actId="1038"/>
          <ac:spMkLst>
            <pc:docMk/>
            <pc:sldMk cId="1192967704" sldId="536"/>
            <ac:spMk id="15" creationId="{0CB63EAA-9604-D771-AC4F-FA3C4AFB2AE5}"/>
          </ac:spMkLst>
        </pc:spChg>
        <pc:spChg chg="add mod">
          <ac:chgData name="Jacob Wyngaard" userId="6181fcd471e98458" providerId="LiveId" clId="{788BA123-62C9-4DDC-86E5-A6BCA4600216}" dt="2026-04-28T16:49:26.253" v="3561" actId="14100"/>
          <ac:spMkLst>
            <pc:docMk/>
            <pc:sldMk cId="1192967704" sldId="536"/>
            <ac:spMk id="16" creationId="{E544DF14-44A4-9A28-7461-781DC4F48DBD}"/>
          </ac:spMkLst>
        </pc:spChg>
        <pc:spChg chg="add mod">
          <ac:chgData name="Jacob Wyngaard" userId="6181fcd471e98458" providerId="LiveId" clId="{788BA123-62C9-4DDC-86E5-A6BCA4600216}" dt="2026-04-28T16:49:17.124" v="3557" actId="1076"/>
          <ac:spMkLst>
            <pc:docMk/>
            <pc:sldMk cId="1192967704" sldId="536"/>
            <ac:spMk id="17" creationId="{7863AB41-D941-E6E0-6AC5-FB5F7442D6A8}"/>
          </ac:spMkLst>
        </pc:spChg>
        <pc:spChg chg="add del mod">
          <ac:chgData name="Jacob Wyngaard" userId="6181fcd471e98458" providerId="LiveId" clId="{788BA123-62C9-4DDC-86E5-A6BCA4600216}" dt="2026-04-28T16:49:27.216" v="3562" actId="478"/>
          <ac:spMkLst>
            <pc:docMk/>
            <pc:sldMk cId="1192967704" sldId="536"/>
            <ac:spMk id="18" creationId="{E309EBBF-4607-675D-1A6F-04480A16484D}"/>
          </ac:spMkLst>
        </pc:spChg>
        <pc:spChg chg="add mod">
          <ac:chgData name="Jacob Wyngaard" userId="6181fcd471e98458" providerId="LiveId" clId="{788BA123-62C9-4DDC-86E5-A6BCA4600216}" dt="2026-04-28T16:49:35.997" v="3565" actId="1076"/>
          <ac:spMkLst>
            <pc:docMk/>
            <pc:sldMk cId="1192967704" sldId="536"/>
            <ac:spMk id="19" creationId="{ABECD481-BD4F-EBB3-FED6-0E4FDCFD920B}"/>
          </ac:spMkLst>
        </pc:spChg>
        <pc:spChg chg="add mod">
          <ac:chgData name="Jacob Wyngaard" userId="6181fcd471e98458" providerId="LiveId" clId="{788BA123-62C9-4DDC-86E5-A6BCA4600216}" dt="2026-04-28T16:49:38.761" v="3566" actId="1076"/>
          <ac:spMkLst>
            <pc:docMk/>
            <pc:sldMk cId="1192967704" sldId="536"/>
            <ac:spMk id="20" creationId="{9FD24033-CA5F-F3A1-3A1F-BF499CBD9305}"/>
          </ac:spMkLst>
        </pc:spChg>
        <pc:spChg chg="add mod">
          <ac:chgData name="Jacob Wyngaard" userId="6181fcd471e98458" providerId="LiveId" clId="{788BA123-62C9-4DDC-86E5-A6BCA4600216}" dt="2026-04-28T16:49:32.366" v="3564" actId="1076"/>
          <ac:spMkLst>
            <pc:docMk/>
            <pc:sldMk cId="1192967704" sldId="536"/>
            <ac:spMk id="21" creationId="{65A2E986-2C32-7425-E76C-1EA42978A1E1}"/>
          </ac:spMkLst>
        </pc:spChg>
        <pc:spChg chg="del">
          <ac:chgData name="Jacob Wyngaard" userId="6181fcd471e98458" providerId="LiveId" clId="{788BA123-62C9-4DDC-86E5-A6BCA4600216}" dt="2026-04-28T16:39:30.839" v="3236" actId="478"/>
          <ac:spMkLst>
            <pc:docMk/>
            <pc:sldMk cId="1192967704" sldId="536"/>
            <ac:spMk id="28" creationId="{2478F3CA-3B82-1E33-AD9C-6ADBFF3691AB}"/>
          </ac:spMkLst>
        </pc:spChg>
        <pc:spChg chg="del">
          <ac:chgData name="Jacob Wyngaard" userId="6181fcd471e98458" providerId="LiveId" clId="{788BA123-62C9-4DDC-86E5-A6BCA4600216}" dt="2026-04-28T16:39:23.655" v="3230" actId="478"/>
          <ac:spMkLst>
            <pc:docMk/>
            <pc:sldMk cId="1192967704" sldId="536"/>
            <ac:spMk id="29" creationId="{2D5AC5A2-129F-58B4-8E9D-B2922A67D065}"/>
          </ac:spMkLst>
        </pc:spChg>
        <pc:spChg chg="del mod">
          <ac:chgData name="Jacob Wyngaard" userId="6181fcd471e98458" providerId="LiveId" clId="{788BA123-62C9-4DDC-86E5-A6BCA4600216}" dt="2026-04-28T16:39:22.317" v="3229" actId="478"/>
          <ac:spMkLst>
            <pc:docMk/>
            <pc:sldMk cId="1192967704" sldId="536"/>
            <ac:spMk id="31" creationId="{F60065C9-0F30-61B7-2388-C8D0E078E91D}"/>
          </ac:spMkLst>
        </pc:spChg>
        <pc:spChg chg="del">
          <ac:chgData name="Jacob Wyngaard" userId="6181fcd471e98458" providerId="LiveId" clId="{788BA123-62C9-4DDC-86E5-A6BCA4600216}" dt="2026-04-28T16:39:30.046" v="3235" actId="478"/>
          <ac:spMkLst>
            <pc:docMk/>
            <pc:sldMk cId="1192967704" sldId="536"/>
            <ac:spMk id="32" creationId="{760E5E09-FD60-6E4E-9D71-87E8AB69F3A7}"/>
          </ac:spMkLst>
        </pc:spChg>
      </pc:sldChg>
      <pc:sldChg chg="add del">
        <pc:chgData name="Jacob Wyngaard" userId="6181fcd471e98458" providerId="LiveId" clId="{788BA123-62C9-4DDC-86E5-A6BCA4600216}" dt="2026-04-28T16:40:41.003" v="3240"/>
        <pc:sldMkLst>
          <pc:docMk/>
          <pc:sldMk cId="521899814" sldId="537"/>
        </pc:sldMkLst>
      </pc:sldChg>
      <pc:sldChg chg="addSp delSp modSp add mod">
        <pc:chgData name="Jacob Wyngaard" userId="6181fcd471e98458" providerId="LiveId" clId="{788BA123-62C9-4DDC-86E5-A6BCA4600216}" dt="2026-04-28T18:09:57.631" v="4205" actId="1076"/>
        <pc:sldMkLst>
          <pc:docMk/>
          <pc:sldMk cId="825058939" sldId="537"/>
        </pc:sldMkLst>
        <pc:spChg chg="add mod">
          <ac:chgData name="Jacob Wyngaard" userId="6181fcd471e98458" providerId="LiveId" clId="{788BA123-62C9-4DDC-86E5-A6BCA4600216}" dt="2026-04-28T17:33:27.317" v="3861" actId="1076"/>
          <ac:spMkLst>
            <pc:docMk/>
            <pc:sldMk cId="825058939" sldId="537"/>
            <ac:spMk id="3" creationId="{F9DAD96E-DF3B-6F26-0DE6-A80A0BBFB874}"/>
          </ac:spMkLst>
        </pc:spChg>
        <pc:spChg chg="del">
          <ac:chgData name="Jacob Wyngaard" userId="6181fcd471e98458" providerId="LiveId" clId="{788BA123-62C9-4DDC-86E5-A6BCA4600216}" dt="2026-04-28T16:51:53.999" v="3581" actId="478"/>
          <ac:spMkLst>
            <pc:docMk/>
            <pc:sldMk cId="825058939" sldId="537"/>
            <ac:spMk id="4" creationId="{CA08D6B9-1DED-C6F9-B2FB-DC155657D09A}"/>
          </ac:spMkLst>
        </pc:spChg>
        <pc:spChg chg="del">
          <ac:chgData name="Jacob Wyngaard" userId="6181fcd471e98458" providerId="LiveId" clId="{788BA123-62C9-4DDC-86E5-A6BCA4600216}" dt="2026-04-28T16:51:53.999" v="3581" actId="478"/>
          <ac:spMkLst>
            <pc:docMk/>
            <pc:sldMk cId="825058939" sldId="537"/>
            <ac:spMk id="5" creationId="{04DB701C-90E0-8E7C-49E8-57CADAA7B431}"/>
          </ac:spMkLst>
        </pc:spChg>
        <pc:spChg chg="add mod">
          <ac:chgData name="Jacob Wyngaard" userId="6181fcd471e98458" providerId="LiveId" clId="{788BA123-62C9-4DDC-86E5-A6BCA4600216}" dt="2026-04-28T18:08:50.679" v="4175" actId="20577"/>
          <ac:spMkLst>
            <pc:docMk/>
            <pc:sldMk cId="825058939" sldId="537"/>
            <ac:spMk id="7" creationId="{F8C75450-0890-742B-E452-9AD561D02415}"/>
          </ac:spMkLst>
        </pc:spChg>
        <pc:spChg chg="del">
          <ac:chgData name="Jacob Wyngaard" userId="6181fcd471e98458" providerId="LiveId" clId="{788BA123-62C9-4DDC-86E5-A6BCA4600216}" dt="2026-04-28T16:51:57.336" v="3582" actId="478"/>
          <ac:spMkLst>
            <pc:docMk/>
            <pc:sldMk cId="825058939" sldId="537"/>
            <ac:spMk id="9" creationId="{887B3F3E-3AB0-AC1F-81DE-6B65A4F7255C}"/>
          </ac:spMkLst>
        </pc:spChg>
        <pc:spChg chg="add mod">
          <ac:chgData name="Jacob Wyngaard" userId="6181fcd471e98458" providerId="LiveId" clId="{788BA123-62C9-4DDC-86E5-A6BCA4600216}" dt="2026-04-28T18:09:57.631" v="4205" actId="1076"/>
          <ac:spMkLst>
            <pc:docMk/>
            <pc:sldMk cId="825058939" sldId="537"/>
            <ac:spMk id="10" creationId="{16FBF80A-7A5B-61B6-76E3-40BC646BD267}"/>
          </ac:spMkLst>
        </pc:spChg>
        <pc:spChg chg="del">
          <ac:chgData name="Jacob Wyngaard" userId="6181fcd471e98458" providerId="LiveId" clId="{788BA123-62C9-4DDC-86E5-A6BCA4600216}" dt="2026-04-28T16:51:53.999" v="3581" actId="478"/>
          <ac:spMkLst>
            <pc:docMk/>
            <pc:sldMk cId="825058939" sldId="537"/>
            <ac:spMk id="11" creationId="{D18CD610-4F5C-3C29-2B52-30FD80B9B5BE}"/>
          </ac:spMkLst>
        </pc:spChg>
        <pc:spChg chg="del">
          <ac:chgData name="Jacob Wyngaard" userId="6181fcd471e98458" providerId="LiveId" clId="{788BA123-62C9-4DDC-86E5-A6BCA4600216}" dt="2026-04-28T16:51:53.999" v="3581" actId="478"/>
          <ac:spMkLst>
            <pc:docMk/>
            <pc:sldMk cId="825058939" sldId="537"/>
            <ac:spMk id="12" creationId="{E9D62DDC-E587-B67A-618B-2D4D627B9E71}"/>
          </ac:spMkLst>
        </pc:spChg>
        <pc:spChg chg="del">
          <ac:chgData name="Jacob Wyngaard" userId="6181fcd471e98458" providerId="LiveId" clId="{788BA123-62C9-4DDC-86E5-A6BCA4600216}" dt="2026-04-28T16:51:53.999" v="3581" actId="478"/>
          <ac:spMkLst>
            <pc:docMk/>
            <pc:sldMk cId="825058939" sldId="537"/>
            <ac:spMk id="15" creationId="{B3470EAA-AA27-4C6B-6ED6-6CC5ED6B014D}"/>
          </ac:spMkLst>
        </pc:spChg>
        <pc:spChg chg="del">
          <ac:chgData name="Jacob Wyngaard" userId="6181fcd471e98458" providerId="LiveId" clId="{788BA123-62C9-4DDC-86E5-A6BCA4600216}" dt="2026-04-28T16:51:53.999" v="3581" actId="478"/>
          <ac:spMkLst>
            <pc:docMk/>
            <pc:sldMk cId="825058939" sldId="537"/>
            <ac:spMk id="16" creationId="{B517E0BA-7373-6463-3B16-87419C370FFC}"/>
          </ac:spMkLst>
        </pc:spChg>
        <pc:spChg chg="del">
          <ac:chgData name="Jacob Wyngaard" userId="6181fcd471e98458" providerId="LiveId" clId="{788BA123-62C9-4DDC-86E5-A6BCA4600216}" dt="2026-04-28T16:51:53.999" v="3581" actId="478"/>
          <ac:spMkLst>
            <pc:docMk/>
            <pc:sldMk cId="825058939" sldId="537"/>
            <ac:spMk id="17" creationId="{E2600FD3-B031-6DD9-5192-D2BF0B28BAFB}"/>
          </ac:spMkLst>
        </pc:spChg>
        <pc:spChg chg="del">
          <ac:chgData name="Jacob Wyngaard" userId="6181fcd471e98458" providerId="LiveId" clId="{788BA123-62C9-4DDC-86E5-A6BCA4600216}" dt="2026-04-28T16:51:53.999" v="3581" actId="478"/>
          <ac:spMkLst>
            <pc:docMk/>
            <pc:sldMk cId="825058939" sldId="537"/>
            <ac:spMk id="19" creationId="{9D3E7AD0-5192-58AA-2268-D4557A3FEE92}"/>
          </ac:spMkLst>
        </pc:spChg>
        <pc:spChg chg="del">
          <ac:chgData name="Jacob Wyngaard" userId="6181fcd471e98458" providerId="LiveId" clId="{788BA123-62C9-4DDC-86E5-A6BCA4600216}" dt="2026-04-28T16:51:53.999" v="3581" actId="478"/>
          <ac:spMkLst>
            <pc:docMk/>
            <pc:sldMk cId="825058939" sldId="537"/>
            <ac:spMk id="20" creationId="{A35C8F8C-D133-AC13-FA16-FABFED135CA3}"/>
          </ac:spMkLst>
        </pc:spChg>
        <pc:spChg chg="del">
          <ac:chgData name="Jacob Wyngaard" userId="6181fcd471e98458" providerId="LiveId" clId="{788BA123-62C9-4DDC-86E5-A6BCA4600216}" dt="2026-04-28T16:51:53.999" v="3581" actId="478"/>
          <ac:spMkLst>
            <pc:docMk/>
            <pc:sldMk cId="825058939" sldId="537"/>
            <ac:spMk id="21" creationId="{7DA5A603-DCFF-F325-1ACA-7A9B6A121CAB}"/>
          </ac:spMkLst>
        </pc:spChg>
      </pc:sldChg>
      <pc:sldChg chg="addSp delSp modSp add mod">
        <pc:chgData name="Jacob Wyngaard" userId="6181fcd471e98458" providerId="LiveId" clId="{788BA123-62C9-4DDC-86E5-A6BCA4600216}" dt="2026-04-28T17:28:09.878" v="3759" actId="1582"/>
        <pc:sldMkLst>
          <pc:docMk/>
          <pc:sldMk cId="749197966" sldId="538"/>
        </pc:sldMkLst>
        <pc:spChg chg="add mod">
          <ac:chgData name="Jacob Wyngaard" userId="6181fcd471e98458" providerId="LiveId" clId="{788BA123-62C9-4DDC-86E5-A6BCA4600216}" dt="2026-04-28T17:26:33.148" v="3643" actId="207"/>
          <ac:spMkLst>
            <pc:docMk/>
            <pc:sldMk cId="749197966" sldId="538"/>
            <ac:spMk id="3" creationId="{6344BD66-DEE4-4EC1-289C-673776F63494}"/>
          </ac:spMkLst>
        </pc:spChg>
        <pc:spChg chg="add del">
          <ac:chgData name="Jacob Wyngaard" userId="6181fcd471e98458" providerId="LiveId" clId="{788BA123-62C9-4DDC-86E5-A6BCA4600216}" dt="2026-04-28T17:26:45.762" v="3645" actId="478"/>
          <ac:spMkLst>
            <pc:docMk/>
            <pc:sldMk cId="749197966" sldId="538"/>
            <ac:spMk id="7" creationId="{A2DFD5CC-60F2-6B48-7ED0-B7D1D938BC88}"/>
          </ac:spMkLst>
        </pc:spChg>
        <pc:spChg chg="add mod">
          <ac:chgData name="Jacob Wyngaard" userId="6181fcd471e98458" providerId="LiveId" clId="{788BA123-62C9-4DDC-86E5-A6BCA4600216}" dt="2026-04-28T17:28:09.878" v="3759" actId="1582"/>
          <ac:spMkLst>
            <pc:docMk/>
            <pc:sldMk cId="749197966" sldId="538"/>
            <ac:spMk id="10" creationId="{684C65CE-CE37-AC97-76E5-662F0A5B1A78}"/>
          </ac:spMkLst>
        </pc:spChg>
      </pc:sldChg>
      <pc:sldChg chg="addSp modSp add del mod ord">
        <pc:chgData name="Jacob Wyngaard" userId="6181fcd471e98458" providerId="LiveId" clId="{788BA123-62C9-4DDC-86E5-A6BCA4600216}" dt="2026-04-28T17:32:30.325" v="3771" actId="47"/>
        <pc:sldMkLst>
          <pc:docMk/>
          <pc:sldMk cId="40606430" sldId="539"/>
        </pc:sldMkLst>
        <pc:cxnChg chg="add mod">
          <ac:chgData name="Jacob Wyngaard" userId="6181fcd471e98458" providerId="LiveId" clId="{788BA123-62C9-4DDC-86E5-A6BCA4600216}" dt="2026-04-28T17:28:53.303" v="3769" actId="14100"/>
          <ac:cxnSpMkLst>
            <pc:docMk/>
            <pc:sldMk cId="40606430" sldId="539"/>
            <ac:cxnSpMk id="7" creationId="{9997E4FE-9BAB-3742-5088-715401B27A55}"/>
          </ac:cxnSpMkLst>
        </pc:cxnChg>
        <pc:cxnChg chg="add mod">
          <ac:chgData name="Jacob Wyngaard" userId="6181fcd471e98458" providerId="LiveId" clId="{788BA123-62C9-4DDC-86E5-A6BCA4600216}" dt="2026-04-28T17:28:50.181" v="3768" actId="14100"/>
          <ac:cxnSpMkLst>
            <pc:docMk/>
            <pc:sldMk cId="40606430" sldId="539"/>
            <ac:cxnSpMk id="10" creationId="{205F346C-2637-077C-836C-392FEBC3CBAC}"/>
          </ac:cxnSpMkLst>
        </pc:cxnChg>
      </pc:sldChg>
      <pc:sldChg chg="addSp delSp modSp add mod ord">
        <pc:chgData name="Jacob Wyngaard" userId="6181fcd471e98458" providerId="LiveId" clId="{788BA123-62C9-4DDC-86E5-A6BCA4600216}" dt="2026-04-28T18:20:35.184" v="4344" actId="1076"/>
        <pc:sldMkLst>
          <pc:docMk/>
          <pc:sldMk cId="644031104" sldId="539"/>
        </pc:sldMkLst>
        <pc:spChg chg="add mod">
          <ac:chgData name="Jacob Wyngaard" userId="6181fcd471e98458" providerId="LiveId" clId="{788BA123-62C9-4DDC-86E5-A6BCA4600216}" dt="2026-04-28T18:20:35.184" v="4344" actId="1076"/>
          <ac:spMkLst>
            <pc:docMk/>
            <pc:sldMk cId="644031104" sldId="539"/>
            <ac:spMk id="2" creationId="{092B021D-3963-28B6-4EBE-C1285204D1DA}"/>
          </ac:spMkLst>
        </pc:spChg>
        <pc:spChg chg="mod">
          <ac:chgData name="Jacob Wyngaard" userId="6181fcd471e98458" providerId="LiveId" clId="{788BA123-62C9-4DDC-86E5-A6BCA4600216}" dt="2026-04-28T18:18:56.155" v="4229" actId="1076"/>
          <ac:spMkLst>
            <pc:docMk/>
            <pc:sldMk cId="644031104" sldId="539"/>
            <ac:spMk id="4" creationId="{E772BB1F-21CA-D896-4528-21CF536E745E}"/>
          </ac:spMkLst>
        </pc:spChg>
        <pc:spChg chg="del">
          <ac:chgData name="Jacob Wyngaard" userId="6181fcd471e98458" providerId="LiveId" clId="{788BA123-62C9-4DDC-86E5-A6BCA4600216}" dt="2026-04-28T18:19:01.008" v="4230" actId="478"/>
          <ac:spMkLst>
            <pc:docMk/>
            <pc:sldMk cId="644031104" sldId="539"/>
            <ac:spMk id="7" creationId="{F82857A3-55CF-F24E-7DCB-F172EDE8E6E1}"/>
          </ac:spMkLst>
        </pc:spChg>
        <pc:spChg chg="del">
          <ac:chgData name="Jacob Wyngaard" userId="6181fcd471e98458" providerId="LiveId" clId="{788BA123-62C9-4DDC-86E5-A6BCA4600216}" dt="2026-04-28T18:19:01.008" v="4230" actId="478"/>
          <ac:spMkLst>
            <pc:docMk/>
            <pc:sldMk cId="644031104" sldId="539"/>
            <ac:spMk id="10" creationId="{359DAC39-43BA-D761-CF30-5A2FAD463422}"/>
          </ac:spMkLst>
        </pc:spChg>
        <pc:spChg chg="del">
          <ac:chgData name="Jacob Wyngaard" userId="6181fcd471e98458" providerId="LiveId" clId="{788BA123-62C9-4DDC-86E5-A6BCA4600216}" dt="2026-04-28T18:19:01.008" v="4230" actId="478"/>
          <ac:spMkLst>
            <pc:docMk/>
            <pc:sldMk cId="644031104" sldId="539"/>
            <ac:spMk id="11" creationId="{4564A221-F2B7-6ECE-499F-03DBC287C5B4}"/>
          </ac:spMkLst>
        </pc:spChg>
        <pc:spChg chg="del">
          <ac:chgData name="Jacob Wyngaard" userId="6181fcd471e98458" providerId="LiveId" clId="{788BA123-62C9-4DDC-86E5-A6BCA4600216}" dt="2026-04-28T18:19:01.008" v="4230" actId="478"/>
          <ac:spMkLst>
            <pc:docMk/>
            <pc:sldMk cId="644031104" sldId="539"/>
            <ac:spMk id="13" creationId="{94A8E43B-B2A9-15A8-B58A-42AA21D4FFC9}"/>
          </ac:spMkLst>
        </pc:spChg>
        <pc:spChg chg="del">
          <ac:chgData name="Jacob Wyngaard" userId="6181fcd471e98458" providerId="LiveId" clId="{788BA123-62C9-4DDC-86E5-A6BCA4600216}" dt="2026-04-28T18:19:01.008" v="4230" actId="478"/>
          <ac:spMkLst>
            <pc:docMk/>
            <pc:sldMk cId="644031104" sldId="539"/>
            <ac:spMk id="14" creationId="{9CB0211F-973A-60A3-0346-2821C0E28F38}"/>
          </ac:spMkLst>
        </pc:spChg>
        <pc:spChg chg="del">
          <ac:chgData name="Jacob Wyngaard" userId="6181fcd471e98458" providerId="LiveId" clId="{788BA123-62C9-4DDC-86E5-A6BCA4600216}" dt="2026-04-28T18:19:01.008" v="4230" actId="478"/>
          <ac:spMkLst>
            <pc:docMk/>
            <pc:sldMk cId="644031104" sldId="539"/>
            <ac:spMk id="15" creationId="{56D509E4-75BD-FB5E-B624-48C814012E5C}"/>
          </ac:spMkLst>
        </pc:spChg>
        <pc:spChg chg="mod">
          <ac:chgData name="Jacob Wyngaard" userId="6181fcd471e98458" providerId="LiveId" clId="{788BA123-62C9-4DDC-86E5-A6BCA4600216}" dt="2026-04-28T18:19:05.773" v="4231" actId="1076"/>
          <ac:spMkLst>
            <pc:docMk/>
            <pc:sldMk cId="644031104" sldId="539"/>
            <ac:spMk id="17" creationId="{7A70ADD7-4E15-7A87-9AD8-EE128332ED1C}"/>
          </ac:spMkLst>
        </pc:spChg>
        <pc:spChg chg="mod">
          <ac:chgData name="Jacob Wyngaard" userId="6181fcd471e98458" providerId="LiveId" clId="{788BA123-62C9-4DDC-86E5-A6BCA4600216}" dt="2026-04-28T18:19:05.773" v="4231" actId="1076"/>
          <ac:spMkLst>
            <pc:docMk/>
            <pc:sldMk cId="644031104" sldId="539"/>
            <ac:spMk id="18" creationId="{90089DBB-4CFD-9F8E-F9B4-F6DC77B3E51C}"/>
          </ac:spMkLst>
        </pc:spChg>
        <pc:spChg chg="mod">
          <ac:chgData name="Jacob Wyngaard" userId="6181fcd471e98458" providerId="LiveId" clId="{788BA123-62C9-4DDC-86E5-A6BCA4600216}" dt="2026-04-28T18:19:33.003" v="4242" actId="114"/>
          <ac:spMkLst>
            <pc:docMk/>
            <pc:sldMk cId="644031104" sldId="539"/>
            <ac:spMk id="19" creationId="{03F6E269-3689-052D-92B9-CBA1FFA538BB}"/>
          </ac:spMkLst>
        </pc:spChg>
        <pc:spChg chg="mod">
          <ac:chgData name="Jacob Wyngaard" userId="6181fcd471e98458" providerId="LiveId" clId="{788BA123-62C9-4DDC-86E5-A6BCA4600216}" dt="2026-04-28T18:19:05.773" v="4231" actId="1076"/>
          <ac:spMkLst>
            <pc:docMk/>
            <pc:sldMk cId="644031104" sldId="539"/>
            <ac:spMk id="21" creationId="{64C63250-ED88-7278-7A7C-96B81CF382A5}"/>
          </ac:spMkLst>
        </pc:spChg>
        <pc:spChg chg="mod">
          <ac:chgData name="Jacob Wyngaard" userId="6181fcd471e98458" providerId="LiveId" clId="{788BA123-62C9-4DDC-86E5-A6BCA4600216}" dt="2026-04-28T18:19:35.032" v="4243" actId="20577"/>
          <ac:spMkLst>
            <pc:docMk/>
            <pc:sldMk cId="644031104" sldId="539"/>
            <ac:spMk id="22" creationId="{F081F3ED-14CA-8FAB-03DD-19C70F5A8977}"/>
          </ac:spMkLst>
        </pc:spChg>
        <pc:spChg chg="mod">
          <ac:chgData name="Jacob Wyngaard" userId="6181fcd471e98458" providerId="LiveId" clId="{788BA123-62C9-4DDC-86E5-A6BCA4600216}" dt="2026-04-28T18:19:05.773" v="4231" actId="1076"/>
          <ac:spMkLst>
            <pc:docMk/>
            <pc:sldMk cId="644031104" sldId="539"/>
            <ac:spMk id="23" creationId="{C46AC3D1-7AD5-5716-F0EA-314713685057}"/>
          </ac:spMkLst>
        </pc:spChg>
        <pc:spChg chg="mod">
          <ac:chgData name="Jacob Wyngaard" userId="6181fcd471e98458" providerId="LiveId" clId="{788BA123-62C9-4DDC-86E5-A6BCA4600216}" dt="2026-04-28T18:19:05.773" v="4231" actId="1076"/>
          <ac:spMkLst>
            <pc:docMk/>
            <pc:sldMk cId="644031104" sldId="539"/>
            <ac:spMk id="24" creationId="{F4008EDD-0B17-D283-0FED-45A0B4E597C1}"/>
          </ac:spMkLst>
        </pc:spChg>
        <pc:spChg chg="del">
          <ac:chgData name="Jacob Wyngaard" userId="6181fcd471e98458" providerId="LiveId" clId="{788BA123-62C9-4DDC-86E5-A6BCA4600216}" dt="2026-04-28T18:19:01.008" v="4230" actId="478"/>
          <ac:spMkLst>
            <pc:docMk/>
            <pc:sldMk cId="644031104" sldId="539"/>
            <ac:spMk id="25" creationId="{44E9CBAC-ED2E-68CA-14DB-A41B7FB7490B}"/>
          </ac:spMkLst>
        </pc:spChg>
        <pc:spChg chg="del">
          <ac:chgData name="Jacob Wyngaard" userId="6181fcd471e98458" providerId="LiveId" clId="{788BA123-62C9-4DDC-86E5-A6BCA4600216}" dt="2026-04-28T18:19:01.008" v="4230" actId="478"/>
          <ac:spMkLst>
            <pc:docMk/>
            <pc:sldMk cId="644031104" sldId="539"/>
            <ac:spMk id="26" creationId="{54893927-5AB5-C4A3-65FB-E0820553E866}"/>
          </ac:spMkLst>
        </pc:spChg>
      </pc:sldChg>
      <pc:sldChg chg="addSp delSp modSp add mod">
        <pc:chgData name="Jacob Wyngaard" userId="6181fcd471e98458" providerId="LiveId" clId="{788BA123-62C9-4DDC-86E5-A6BCA4600216}" dt="2026-04-28T18:25:49.228" v="4398" actId="1076"/>
        <pc:sldMkLst>
          <pc:docMk/>
          <pc:sldMk cId="3708511514" sldId="540"/>
        </pc:sldMkLst>
        <pc:spChg chg="del">
          <ac:chgData name="Jacob Wyngaard" userId="6181fcd471e98458" providerId="LiveId" clId="{788BA123-62C9-4DDC-86E5-A6BCA4600216}" dt="2026-04-28T18:21:42.033" v="4346" actId="478"/>
          <ac:spMkLst>
            <pc:docMk/>
            <pc:sldMk cId="3708511514" sldId="540"/>
            <ac:spMk id="2" creationId="{91CED729-2255-9350-3640-599A68E31F03}"/>
          </ac:spMkLst>
        </pc:spChg>
        <pc:spChg chg="add mod">
          <ac:chgData name="Jacob Wyngaard" userId="6181fcd471e98458" providerId="LiveId" clId="{788BA123-62C9-4DDC-86E5-A6BCA4600216}" dt="2026-04-28T18:23:07.055" v="4375" actId="1076"/>
          <ac:spMkLst>
            <pc:docMk/>
            <pc:sldMk cId="3708511514" sldId="540"/>
            <ac:spMk id="11" creationId="{5FD1085A-CD80-C438-DBF4-9D440EB7BCA3}"/>
          </ac:spMkLst>
        </pc:spChg>
        <pc:spChg chg="add mod">
          <ac:chgData name="Jacob Wyngaard" userId="6181fcd471e98458" providerId="LiveId" clId="{788BA123-62C9-4DDC-86E5-A6BCA4600216}" dt="2026-04-28T18:25:49.228" v="4398" actId="1076"/>
          <ac:spMkLst>
            <pc:docMk/>
            <pc:sldMk cId="3708511514" sldId="540"/>
            <ac:spMk id="12" creationId="{C62CA388-8E27-4ACA-02E5-4910962840E0}"/>
          </ac:spMkLst>
        </pc:spChg>
        <pc:spChg chg="del">
          <ac:chgData name="Jacob Wyngaard" userId="6181fcd471e98458" providerId="LiveId" clId="{788BA123-62C9-4DDC-86E5-A6BCA4600216}" dt="2026-04-28T18:21:42.033" v="4346" actId="478"/>
          <ac:spMkLst>
            <pc:docMk/>
            <pc:sldMk cId="3708511514" sldId="540"/>
            <ac:spMk id="17" creationId="{AB508817-C353-A1B8-037A-77C8C76A1E90}"/>
          </ac:spMkLst>
        </pc:spChg>
        <pc:spChg chg="del">
          <ac:chgData name="Jacob Wyngaard" userId="6181fcd471e98458" providerId="LiveId" clId="{788BA123-62C9-4DDC-86E5-A6BCA4600216}" dt="2026-04-28T18:21:42.033" v="4346" actId="478"/>
          <ac:spMkLst>
            <pc:docMk/>
            <pc:sldMk cId="3708511514" sldId="540"/>
            <ac:spMk id="18" creationId="{36BBA608-C3CF-3524-0748-FEBC64C6D812}"/>
          </ac:spMkLst>
        </pc:spChg>
        <pc:spChg chg="del">
          <ac:chgData name="Jacob Wyngaard" userId="6181fcd471e98458" providerId="LiveId" clId="{788BA123-62C9-4DDC-86E5-A6BCA4600216}" dt="2026-04-28T18:21:42.033" v="4346" actId="478"/>
          <ac:spMkLst>
            <pc:docMk/>
            <pc:sldMk cId="3708511514" sldId="540"/>
            <ac:spMk id="19" creationId="{5A22BDC7-47C9-DEF1-F2F3-4FDC1E85EA8A}"/>
          </ac:spMkLst>
        </pc:spChg>
        <pc:spChg chg="del">
          <ac:chgData name="Jacob Wyngaard" userId="6181fcd471e98458" providerId="LiveId" clId="{788BA123-62C9-4DDC-86E5-A6BCA4600216}" dt="2026-04-28T18:21:42.033" v="4346" actId="478"/>
          <ac:spMkLst>
            <pc:docMk/>
            <pc:sldMk cId="3708511514" sldId="540"/>
            <ac:spMk id="21" creationId="{7442DD35-3D49-41CC-8C05-EF227EC8C39B}"/>
          </ac:spMkLst>
        </pc:spChg>
        <pc:spChg chg="del">
          <ac:chgData name="Jacob Wyngaard" userId="6181fcd471e98458" providerId="LiveId" clId="{788BA123-62C9-4DDC-86E5-A6BCA4600216}" dt="2026-04-28T18:21:42.033" v="4346" actId="478"/>
          <ac:spMkLst>
            <pc:docMk/>
            <pc:sldMk cId="3708511514" sldId="540"/>
            <ac:spMk id="22" creationId="{BDDCA872-EA5A-C4AA-E27C-7A9520CA6DC9}"/>
          </ac:spMkLst>
        </pc:spChg>
        <pc:spChg chg="del">
          <ac:chgData name="Jacob Wyngaard" userId="6181fcd471e98458" providerId="LiveId" clId="{788BA123-62C9-4DDC-86E5-A6BCA4600216}" dt="2026-04-28T18:21:42.033" v="4346" actId="478"/>
          <ac:spMkLst>
            <pc:docMk/>
            <pc:sldMk cId="3708511514" sldId="540"/>
            <ac:spMk id="23" creationId="{1FD238AB-C47B-3DB1-E983-B30C756F78CB}"/>
          </ac:spMkLst>
        </pc:spChg>
        <pc:spChg chg="del">
          <ac:chgData name="Jacob Wyngaard" userId="6181fcd471e98458" providerId="LiveId" clId="{788BA123-62C9-4DDC-86E5-A6BCA4600216}" dt="2026-04-28T18:21:42.033" v="4346" actId="478"/>
          <ac:spMkLst>
            <pc:docMk/>
            <pc:sldMk cId="3708511514" sldId="540"/>
            <ac:spMk id="24" creationId="{732687AE-87E2-F74B-AF44-F075F9CA9728}"/>
          </ac:spMkLst>
        </pc:spChg>
        <pc:picChg chg="add mod">
          <ac:chgData name="Jacob Wyngaard" userId="6181fcd471e98458" providerId="LiveId" clId="{788BA123-62C9-4DDC-86E5-A6BCA4600216}" dt="2026-04-28T18:22:21.422" v="4356" actId="1076"/>
          <ac:picMkLst>
            <pc:docMk/>
            <pc:sldMk cId="3708511514" sldId="540"/>
            <ac:picMk id="5" creationId="{54E50CAB-61BE-FE67-D2A6-146CB5B47954}"/>
          </ac:picMkLst>
        </pc:picChg>
        <pc:picChg chg="add del mod">
          <ac:chgData name="Jacob Wyngaard" userId="6181fcd471e98458" providerId="LiveId" clId="{788BA123-62C9-4DDC-86E5-A6BCA4600216}" dt="2026-04-28T18:22:26.441" v="4360" actId="21"/>
          <ac:picMkLst>
            <pc:docMk/>
            <pc:sldMk cId="3708511514" sldId="540"/>
            <ac:picMk id="9" creationId="{6ED9B127-5458-0117-0603-33E45A17B9F2}"/>
          </ac:picMkLst>
        </pc:picChg>
        <pc:picChg chg="add mod">
          <ac:chgData name="Jacob Wyngaard" userId="6181fcd471e98458" providerId="LiveId" clId="{788BA123-62C9-4DDC-86E5-A6BCA4600216}" dt="2026-04-28T18:22:28.764" v="4361" actId="14826"/>
          <ac:picMkLst>
            <pc:docMk/>
            <pc:sldMk cId="3708511514" sldId="540"/>
            <ac:picMk id="10" creationId="{C5FA03D1-AC96-B5E4-FACB-E374ED937AF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EB116-73EE-4936-876D-CA605434604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62000" y="1111250"/>
            <a:ext cx="5334000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278313"/>
            <a:ext cx="5486400" cy="35020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C46F5-682E-4C43-810E-48CF7D15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85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7282E-E9E0-4BFA-AAE9-A8F67BF7D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28E5D9-6D00-D08C-F101-6F429F134E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A694D7-DFBF-4514-9FFB-E74F830ED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A46C3-6B80-874A-1C45-C43A1C3475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147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F758D-DCD4-260D-462F-FF3CB7444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EC1612-205B-B144-4683-6993DFC09B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093EAD-9863-F739-AEC5-7BEC6F1938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A83DF-AAF5-E142-FBF9-6D696D3FB6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351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ED3A0-C6A9-9006-40FA-F87BC55E3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0A2AF3-F108-A398-14E8-2492066334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79C135-74D9-E2B2-497C-CB63D9261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1DDC91-A36D-D0D5-BF1F-DC381825A9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376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7BEDA-9D15-2F10-12D7-C8CD50A99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BC1BC5-CE69-E332-C016-446296CA13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DA7802-768A-0D2E-F0ED-4345FA8F3C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4F102-B91A-2AD9-DE64-9B0245A5A3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2583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56355-5738-419C-423B-C27DD3363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AED0F0-1354-F3B7-CB53-3BA9B7BF09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C117D4-A633-E457-5535-70D479480E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7DA577-FFB9-37F3-96E4-53DED2FF9E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975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DF07F-9818-9C20-74C6-13EFD51C7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87B262-534D-8F20-3F69-CEABFD559C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A09E44-6C93-67CD-F4D2-CEAFE75F68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475D7-70B3-47BA-77AC-8E9E5CEC6D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1382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2399C-0388-2BDA-12D3-9FBD832CE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28B924-0D8E-5C53-5A8D-1BDCD954B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6B8508-3629-D4C4-EC7F-3C4447E9C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22E9F-60C6-B3C6-C308-5D964EC334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372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565BC-B80A-D5DC-D916-6CC7E50D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AA17A3-54CC-0D54-50DE-E84744FDA8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ADE036-30E9-3A5F-3409-AF6B3936FF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20B54-61B0-8060-7799-8B8EC2E35E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8432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922A2-951C-73CD-C09F-08B4E8DBE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C911F7-9F62-E0DF-3E90-DB751B907A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5A8ED4-ED65-AD58-8555-B18858769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D8AFC-1396-B9D1-1E97-44FCFCBEB5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339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DA535-72BA-8DD8-B816-C81408C34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C7BCF4-B7E9-E742-3A86-7FB3DC73E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0565C-D716-5441-0AF3-39238EB48A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E9093A-27FE-18F4-3D6D-79F6EC799A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6149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C0373-FFFC-9B96-9BCD-55E767F60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45D63E-FCA8-2A29-1204-2E2FD0CB0A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E1F679-CAC9-819B-CE1A-41B0E9E82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B7BD0-DE13-83BB-2A8E-A7A254E4B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398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E8F0C-7AF9-DAAC-9D73-628522CFE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FAC9E5-6618-C5A9-5A6C-8530A64F80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E83623-7017-59B5-6655-86E521E65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98FE8-0434-FA1B-A434-90D7B25087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8966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5D3B5-A3B4-C3FD-6174-9FBF119F0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43A5F8-CCE3-734E-3521-1FDAF6F4F1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1A56E9-3CBD-9FD9-C805-FBDB13F402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2ADEC-9F89-4A26-58F4-CEEB6440CC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392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344E4-4954-5923-913F-7364684F4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D81D4E-B57A-7AFB-BAEC-BCF4C43F5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A861F8-A859-DE9B-9F9A-E35CEC3E1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304D11-24F7-0C2A-6AB4-1E99E7FDCE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495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0C33F-A48D-20FB-DF5E-4E8C4C84E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45FBFA-5E89-BD12-7EE2-8550E9B3EF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4C48B8-4B12-A08B-428F-7ACF91ABC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0916D-A757-0E3A-C803-DB892992E4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7150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E74B2-5159-1266-3F0B-CA8C719AE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B105E2-B471-8EF7-79CA-3363E65731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ADA49F-3A3A-4C36-EA9A-3409522969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5C6DF-2D53-0405-0A12-F840AE25FC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2095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0F8F2-F4CC-5FCD-206B-6A52E92C7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AA6219-40DB-E52E-79B5-A872C1EE2D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571C85-8058-8445-BB07-E7855F918B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AD4AE-3B56-0B6E-85B2-C0F0E6076A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1773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B4ECC-C974-E091-237A-DA9009ACD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B50719-B5E1-7681-43AC-59944A0F13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C07D22-E338-39E2-C826-6E97CD6EB9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1D651E-0C47-20CA-6D4B-AD38855A41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5931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52D27-C8C5-660C-8D00-699BE8849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F2BD9C-B6A0-5778-4FB8-86AE61E66D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3E0EFD-B5FC-6624-25D9-6F0743EFCE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815E7-7277-EF14-F742-5A35C2DC14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281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1823D-1E14-08E5-2A9E-1AF6BDE19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02E2ED-054A-DEEA-8CA5-E1AD1D9F6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97A368-2208-AB0F-737B-1EADC782C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EA151-24C1-0928-45CB-32ACD9B773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3546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F869D-2F69-2A74-1951-C2F1B8091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DC86E-B878-0448-BEFA-D7CC7AC6FE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50A2B4-77B2-5CB2-0922-E964D9431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EBE89-FCCA-EF82-3E26-CF162E1EB8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971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3354B-152C-6208-AECE-25DDBCA8D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059450-3653-4E33-55E9-14B62A07AD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875FAF-EFA3-3ACD-C75A-0CED623146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FD253-4747-E9F1-73BD-BE3493C2F2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7111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E0150-631B-CD5D-EB65-59A710461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7E67C1-FA50-29C2-D018-039B6D587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78A443-0E8B-A6F7-6707-3831CF3E19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954A1-B552-EFB6-CBBD-6D18777164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3222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09F9C-5214-653E-E4AF-0D67816CC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D90E70-9F27-73EF-1D71-B391B09E94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49F6F8-9D68-CB3C-A3BC-73AE578F50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9AF706-E0D7-90B3-2968-486DE0E265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878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95611-5784-0E93-2EC6-858051DE3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D22A02-AD3E-5FAD-B642-D0C49495EF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10AC35-0608-D239-78A9-2846D883E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8DC7D-4D87-1948-C33E-587209DF78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3543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3B43B-B661-04AB-139C-BC11B71EC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BD80AB-FD59-B2DD-AAE8-D0F8BFFB0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73FDF7-B9A4-D983-E7FC-182E2651CB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5FE58-2BD5-A0F3-B1E1-49C27FA7EB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4590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32E23-DE12-0D77-F0F9-C8D3CB194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395F37-850C-334E-BD2B-D48BFE8DDB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8E2FD5-FD1E-1768-79DF-C91EAAA13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B956C-5500-3E13-F950-3D0407AB94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931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0B2B6-8B95-F7C2-D126-AC03E7111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5FB865-66C9-71D2-8D8C-A85DBA00D4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B8AC8E-C09C-B24D-3516-A819574326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03065-C65B-63C0-0E81-5D989F13DC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2175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85B5E-F7AB-F8BF-6189-8B8CE23AE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7646FB-41FA-1457-9B49-B7B71EF134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D43DAF-4DB2-AD9C-E05E-481BF98AC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BF9EF-3058-EEF9-BC5B-ECA6E8E327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495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F67DA-EF88-764F-4BB2-90DD369EC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1CB49-A6FF-5490-06FF-C691E6E10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6D7E6-71BD-58F2-CBF4-E78503AE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D95E3-7A82-5D3E-BFDC-1AE7B4748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9A11E-99A9-F23F-4238-A31D781DA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27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F64B2-129B-23A1-2674-8563348AE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7FD9C-0A2E-B601-59FC-3A526EBBC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6DEFB-358E-B6E9-602E-E50D1A5B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837DC-70E9-4BCE-762A-A3016527F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871CA-989F-854F-0506-DBC06C39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93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24B9F-5339-2DC7-EF1C-7ADE66AAF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5A0D-A60D-B108-1000-8AB1BEDDE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A1A79-101A-F9D5-2D58-008D93940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96FEA-451C-9BD7-FE85-ABE7721EA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68E22-35AC-C4A7-7DF0-25148A4FD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8D99-A43C-243B-C4C8-DD6A377ED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4F5C7-3E98-385C-D4CC-79AA9A576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97EA5-02FD-3408-9C44-22CA696BE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5EB16-71B7-FEF2-D131-1DC6215A0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B5499-CE45-E51E-C9F3-B31DCD75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EEEB8-6109-294D-EB1A-32BC9A6C5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4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16EFE-93E5-8BCF-08CB-2CFD45401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D2989-0587-FFA8-CA9B-6B1FC2808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ADFDD-D356-34C7-ABB2-12E204D7C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5A8C9-58F4-D8A2-E078-6C86700EB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961E0-F79F-DC8A-8942-3409FF4AC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262B5-71DA-9BC0-4EA2-2B7D366C6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ED025E-4D61-3485-686F-F7FDC83BC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1E9E3-1C2A-3967-AB7D-37A593FD1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99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17C0D-B790-78A5-844C-07DA00A7B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8B3C7A-A272-8A74-FDB0-FF10B7AF7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E517F-231E-473E-2A52-0DBD0429B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0E8D7-AEF1-33EF-5C16-F459BB1F5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07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CB47C-D1EE-D077-3BEF-928DF212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751ED4-DC95-A9E0-24B4-C2DCA6CB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BDA7-CF32-77AD-D5CE-23B56BC2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742E5-59E4-6D3E-78BE-A1E0FD169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9E5C4-4836-AEE1-B05E-74FDAD2EF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1F0D4-A283-375A-35D9-26B05BFBD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B98DC-0C98-0E90-27A7-75B4CAFE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80928-22DB-5761-6D60-267606D08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FF7E1-E86C-19C0-0A2C-5A4E7FB38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30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E0DA3-7875-1508-B11E-26D67ED2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4211B7-5EEF-8BCE-B12B-6DEA70B8F0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EC012-F909-E4E6-108A-9A27D6B2E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0A5A7-09B3-7AD1-786E-53E84044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CA55B-44A9-BB54-0C67-0AFC84A38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7F222-9F9A-9E7F-90EE-737ADC31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57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B68E4-12C6-EA01-70EB-D1FAC1AF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1CB90F-6B0E-ACFF-CC12-B1507D46E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B0E2F-8C14-7F4B-68F3-EE72E41F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771C8-4AEB-0EA1-C952-CDA04AAD3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CEBF8-7B84-5F80-4F7D-AF4F5DBD7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980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531484-78AC-FB0F-7630-C4370575FE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053D0-EB63-CDF3-BF9D-35E71B339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C4B92-42E9-67BF-9B36-EA7CF5677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9637F-4C75-7B24-2A1D-152979DF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CF603-77C0-B9F2-A64B-E73520BA8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9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0D885-ED30-8EA9-7F49-AFA92BBC5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E0D96-F750-2F67-FAFA-EA3A47809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ADF68-C2D2-7D96-F604-E6D594860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9DFCA7-2E84-49E5-A4F2-77D92A699F3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578D3-0307-EBF0-53AA-0815083E1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E9A0A-1B61-6FF9-649F-8F9311932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1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4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0.png"/><Relationship Id="rId5" Type="http://schemas.openxmlformats.org/officeDocument/2006/relationships/image" Target="../media/image280.png"/><Relationship Id="rId4" Type="http://schemas.openxmlformats.org/officeDocument/2006/relationships/image" Target="../media/image27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39.png"/><Relationship Id="rId9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8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9.png"/><Relationship Id="rId4" Type="http://schemas.openxmlformats.org/officeDocument/2006/relationships/image" Target="../media/image39.png"/><Relationship Id="rId9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0.png"/><Relationship Id="rId5" Type="http://schemas.openxmlformats.org/officeDocument/2006/relationships/image" Target="../media/image320.png"/><Relationship Id="rId4" Type="http://schemas.openxmlformats.org/officeDocument/2006/relationships/image" Target="../media/image3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png"/><Relationship Id="rId3" Type="http://schemas.openxmlformats.org/officeDocument/2006/relationships/image" Target="../media/image340.png"/><Relationship Id="rId7" Type="http://schemas.openxmlformats.org/officeDocument/2006/relationships/image" Target="../media/image38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0.png"/><Relationship Id="rId11" Type="http://schemas.openxmlformats.org/officeDocument/2006/relationships/image" Target="../media/image420.png"/><Relationship Id="rId5" Type="http://schemas.openxmlformats.org/officeDocument/2006/relationships/image" Target="../media/image360.png"/><Relationship Id="rId10" Type="http://schemas.openxmlformats.org/officeDocument/2006/relationships/image" Target="../media/image410.png"/><Relationship Id="rId4" Type="http://schemas.openxmlformats.org/officeDocument/2006/relationships/image" Target="../media/image350.png"/><Relationship Id="rId9" Type="http://schemas.openxmlformats.org/officeDocument/2006/relationships/image" Target="../media/image40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0.png"/><Relationship Id="rId5" Type="http://schemas.openxmlformats.org/officeDocument/2006/relationships/image" Target="../media/image460.png"/><Relationship Id="rId4" Type="http://schemas.openxmlformats.org/officeDocument/2006/relationships/image" Target="../media/image45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0.png"/><Relationship Id="rId5" Type="http://schemas.openxmlformats.org/officeDocument/2006/relationships/image" Target="../media/image500.png"/><Relationship Id="rId4" Type="http://schemas.openxmlformats.org/officeDocument/2006/relationships/image" Target="../media/image49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0.png"/><Relationship Id="rId3" Type="http://schemas.openxmlformats.org/officeDocument/2006/relationships/image" Target="../media/image66.png"/><Relationship Id="rId7" Type="http://schemas.openxmlformats.org/officeDocument/2006/relationships/image" Target="../media/image56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0.png"/><Relationship Id="rId5" Type="http://schemas.openxmlformats.org/officeDocument/2006/relationships/image" Target="../media/image540.png"/><Relationship Id="rId10" Type="http://schemas.openxmlformats.org/officeDocument/2006/relationships/image" Target="../media/image590.png"/><Relationship Id="rId4" Type="http://schemas.openxmlformats.org/officeDocument/2006/relationships/image" Target="../media/image530.png"/><Relationship Id="rId9" Type="http://schemas.openxmlformats.org/officeDocument/2006/relationships/image" Target="../media/image58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20.png"/><Relationship Id="rId4" Type="http://schemas.openxmlformats.org/officeDocument/2006/relationships/image" Target="../media/image6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8EFE3-AECE-0A3E-F708-3B138EC37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72625B0-9C50-5F21-824B-42EEFCC925B0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517C76-1160-6A2D-B8A6-15DDA1E83A22}"/>
              </a:ext>
            </a:extLst>
          </p:cNvPr>
          <p:cNvSpPr/>
          <p:nvPr/>
        </p:nvSpPr>
        <p:spPr>
          <a:xfrm>
            <a:off x="6095999" y="0"/>
            <a:ext cx="383459" cy="6858000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6DFEDC-5C40-1E05-3C8E-45F902F03177}"/>
              </a:ext>
            </a:extLst>
          </p:cNvPr>
          <p:cNvSpPr txBox="1"/>
          <p:nvPr/>
        </p:nvSpPr>
        <p:spPr>
          <a:xfrm>
            <a:off x="206478" y="2305615"/>
            <a:ext cx="55060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Game Theory Eleven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411B8F-F3DD-7217-C318-4E4BB0649028}"/>
              </a:ext>
            </a:extLst>
          </p:cNvPr>
          <p:cNvSpPr txBox="1"/>
          <p:nvPr/>
        </p:nvSpPr>
        <p:spPr>
          <a:xfrm>
            <a:off x="294968" y="5998682"/>
            <a:ext cx="5506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Jacob Wyngaard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BDA09F-627C-8FDA-D7A1-E0E80D1E38CA}"/>
              </a:ext>
            </a:extLst>
          </p:cNvPr>
          <p:cNvSpPr txBox="1"/>
          <p:nvPr/>
        </p:nvSpPr>
        <p:spPr>
          <a:xfrm>
            <a:off x="206477" y="3075056"/>
            <a:ext cx="5506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BNN Error Orders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6DC52F-DB46-E6EB-3D90-B7847A7A2EC1}"/>
              </a:ext>
            </a:extLst>
          </p:cNvPr>
          <p:cNvSpPr txBox="1"/>
          <p:nvPr/>
        </p:nvSpPr>
        <p:spPr>
          <a:xfrm>
            <a:off x="144131" y="3598276"/>
            <a:ext cx="58895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Navier Stokes to Mean Field Games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4AFA91-DB93-95F9-E771-5F74823F6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758" y="1818409"/>
            <a:ext cx="5373111" cy="3221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609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BF844-9D26-331C-663B-652A6C41F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67BCC0E-F818-F8E8-CA07-63258B3532F3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5E1972-576A-FA7A-62F2-503227AF9CA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191DAF-EE3A-FC24-1F7B-E9C307CFE694}"/>
              </a:ext>
            </a:extLst>
          </p:cNvPr>
          <p:cNvSpPr txBox="1"/>
          <p:nvPr/>
        </p:nvSpPr>
        <p:spPr>
          <a:xfrm>
            <a:off x="97551" y="1961356"/>
            <a:ext cx="11996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Two players each with two strategies, neither with a strictly dominant strategy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8CC73B0-8A5E-1116-81A3-B9DC5E42A9A9}"/>
              </a:ext>
            </a:extLst>
          </p:cNvPr>
          <p:cNvGraphicFramePr>
            <a:graphicFrameLocks noGrp="1"/>
          </p:cNvGraphicFramePr>
          <p:nvPr/>
        </p:nvGraphicFramePr>
        <p:xfrm>
          <a:off x="1240429" y="4275102"/>
          <a:ext cx="4064810" cy="199813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145C499-B588-95BB-EF65-8A15FA3F4019}"/>
              </a:ext>
            </a:extLst>
          </p:cNvPr>
          <p:cNvGraphicFramePr>
            <a:graphicFrameLocks noGrp="1"/>
          </p:cNvGraphicFramePr>
          <p:nvPr/>
        </p:nvGraphicFramePr>
        <p:xfrm>
          <a:off x="7244131" y="4275102"/>
          <a:ext cx="4064810" cy="200512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0481E59-6CFC-FA72-6DE4-7CDA1E840154}"/>
              </a:ext>
            </a:extLst>
          </p:cNvPr>
          <p:cNvSpPr txBox="1"/>
          <p:nvPr/>
        </p:nvSpPr>
        <p:spPr>
          <a:xfrm rot="16200000">
            <a:off x="5374761" y="4840437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090340-0C8A-10C6-88FD-A1094BD4CDB0}"/>
              </a:ext>
            </a:extLst>
          </p:cNvPr>
          <p:cNvSpPr txBox="1"/>
          <p:nvPr/>
        </p:nvSpPr>
        <p:spPr>
          <a:xfrm>
            <a:off x="6779679" y="4407097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4F37DC-294D-6CF1-C63F-1E1CE27BB297}"/>
              </a:ext>
            </a:extLst>
          </p:cNvPr>
          <p:cNvSpPr txBox="1"/>
          <p:nvPr/>
        </p:nvSpPr>
        <p:spPr>
          <a:xfrm>
            <a:off x="6779679" y="5401716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EC09E8-F198-DB5F-F353-98DCA9214689}"/>
              </a:ext>
            </a:extLst>
          </p:cNvPr>
          <p:cNvSpPr txBox="1"/>
          <p:nvPr/>
        </p:nvSpPr>
        <p:spPr>
          <a:xfrm>
            <a:off x="8019276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CB2FFF-9863-192B-FA77-2FC6908C092E}"/>
              </a:ext>
            </a:extLst>
          </p:cNvPr>
          <p:cNvSpPr txBox="1"/>
          <p:nvPr/>
        </p:nvSpPr>
        <p:spPr>
          <a:xfrm>
            <a:off x="10036392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9039F4-6A41-5F39-0339-B353B5DBB28C}"/>
              </a:ext>
            </a:extLst>
          </p:cNvPr>
          <p:cNvSpPr txBox="1"/>
          <p:nvPr/>
        </p:nvSpPr>
        <p:spPr>
          <a:xfrm>
            <a:off x="8251502" y="3147255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5BF8B1-3481-D2C5-938A-E9B24E711EF5}"/>
              </a:ext>
            </a:extLst>
          </p:cNvPr>
          <p:cNvSpPr txBox="1"/>
          <p:nvPr/>
        </p:nvSpPr>
        <p:spPr>
          <a:xfrm>
            <a:off x="541340" y="2636102"/>
            <a:ext cx="5383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 Payoff Matrix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BE23FB-08C9-BCB1-4C45-5922408B84E8}"/>
              </a:ext>
            </a:extLst>
          </p:cNvPr>
          <p:cNvSpPr txBox="1"/>
          <p:nvPr/>
        </p:nvSpPr>
        <p:spPr>
          <a:xfrm>
            <a:off x="6473676" y="2636101"/>
            <a:ext cx="52288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 Payoff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1369FE9-3C31-5E43-8DD5-C79BC4E7A516}"/>
                  </a:ext>
                </a:extLst>
              </p:cNvPr>
              <p:cNvSpPr txBox="1"/>
              <p:nvPr/>
            </p:nvSpPr>
            <p:spPr>
              <a:xfrm>
                <a:off x="1240429" y="6396335"/>
                <a:ext cx="109515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Player 1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                                 Player 2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8A125A-73F5-FE6D-1318-D2572E363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429" y="6396335"/>
                <a:ext cx="10951571" cy="461665"/>
              </a:xfrm>
              <a:prstGeom prst="rect">
                <a:avLst/>
              </a:prstGeom>
              <a:blipFill>
                <a:blip r:embed="rId3"/>
                <a:stretch>
                  <a:fillRect l="-835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F2129BDC-70CC-A931-2E32-F1345C391DC1}"/>
              </a:ext>
            </a:extLst>
          </p:cNvPr>
          <p:cNvSpPr txBox="1"/>
          <p:nvPr/>
        </p:nvSpPr>
        <p:spPr>
          <a:xfrm rot="16200000">
            <a:off x="-623369" y="4840437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66D688-E03C-9CD4-74F8-86D124CDC04E}"/>
              </a:ext>
            </a:extLst>
          </p:cNvPr>
          <p:cNvSpPr txBox="1"/>
          <p:nvPr/>
        </p:nvSpPr>
        <p:spPr>
          <a:xfrm>
            <a:off x="781549" y="4407097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FB81D4-DEF3-3DEB-C08E-79D1B81F9DDE}"/>
              </a:ext>
            </a:extLst>
          </p:cNvPr>
          <p:cNvSpPr txBox="1"/>
          <p:nvPr/>
        </p:nvSpPr>
        <p:spPr>
          <a:xfrm>
            <a:off x="781549" y="5401716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B3A698-8271-4B6E-F0D9-35AFC365C7B5}"/>
              </a:ext>
            </a:extLst>
          </p:cNvPr>
          <p:cNvSpPr txBox="1"/>
          <p:nvPr/>
        </p:nvSpPr>
        <p:spPr>
          <a:xfrm>
            <a:off x="2021146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811509-A8BE-094B-A93D-96ECDAFE024A}"/>
              </a:ext>
            </a:extLst>
          </p:cNvPr>
          <p:cNvSpPr txBox="1"/>
          <p:nvPr/>
        </p:nvSpPr>
        <p:spPr>
          <a:xfrm>
            <a:off x="4038262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104B54-079B-02A6-8095-13C41F990502}"/>
              </a:ext>
            </a:extLst>
          </p:cNvPr>
          <p:cNvSpPr txBox="1"/>
          <p:nvPr/>
        </p:nvSpPr>
        <p:spPr>
          <a:xfrm>
            <a:off x="2253372" y="3147255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DC5788-BD36-8643-CCF1-839157CE792F}"/>
              </a:ext>
            </a:extLst>
          </p:cNvPr>
          <p:cNvSpPr txBox="1"/>
          <p:nvPr/>
        </p:nvSpPr>
        <p:spPr>
          <a:xfrm>
            <a:off x="1856448" y="104381"/>
            <a:ext cx="89613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Convergence of RK 4 Solution to Actual Solution</a:t>
            </a:r>
          </a:p>
        </p:txBody>
      </p:sp>
    </p:spTree>
    <p:extLst>
      <p:ext uri="{BB962C8B-B14F-4D97-AF65-F5344CB8AC3E}">
        <p14:creationId xmlns:p14="http://schemas.microsoft.com/office/powerpoint/2010/main" val="1904361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7ADF4-9258-15F5-161B-29421B09D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A9645B-B7BA-1EE2-7238-37C541667CC9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D7C283-F7B1-63D8-A356-139B66434AD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091EFF-318D-C2DF-87C7-FA9BE4C22977}"/>
              </a:ext>
            </a:extLst>
          </p:cNvPr>
          <p:cNvSpPr txBox="1"/>
          <p:nvPr/>
        </p:nvSpPr>
        <p:spPr>
          <a:xfrm>
            <a:off x="1856448" y="104381"/>
            <a:ext cx="89613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Convergence of RK 4 Solution to Actual Solution [Last Time]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CBDA37-2CB7-E4D4-60FE-BE962F8CB4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719" y="1872994"/>
            <a:ext cx="7186090" cy="45937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660E452-69A7-511A-1083-E03E91206130}"/>
                  </a:ext>
                </a:extLst>
              </p:cNvPr>
              <p:cNvSpPr txBox="1"/>
              <p:nvPr/>
            </p:nvSpPr>
            <p:spPr>
              <a:xfrm>
                <a:off x="7482784" y="1985149"/>
                <a:ext cx="4934351" cy="1329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Starting at: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(0)=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660E452-69A7-511A-1083-E03E91206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2784" y="1985149"/>
                <a:ext cx="4934351" cy="1329851"/>
              </a:xfrm>
              <a:prstGeom prst="rect">
                <a:avLst/>
              </a:prstGeom>
              <a:blipFill>
                <a:blip r:embed="rId4"/>
                <a:stretch>
                  <a:fillRect l="-2469" t="-5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B8C00C5-AB1F-BB2C-10E5-A79DE91BAADF}"/>
                  </a:ext>
                </a:extLst>
              </p:cNvPr>
              <p:cNvSpPr txBox="1"/>
              <p:nvPr/>
            </p:nvSpPr>
            <p:spPr>
              <a:xfrm>
                <a:off x="7482784" y="3589336"/>
                <a:ext cx="37809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B8C00C5-AB1F-BB2C-10E5-A79DE91BA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2784" y="3589336"/>
                <a:ext cx="3780961" cy="523220"/>
              </a:xfrm>
              <a:prstGeom prst="rect">
                <a:avLst/>
              </a:prstGeom>
              <a:blipFill>
                <a:blip r:embed="rId5"/>
                <a:stretch>
                  <a:fillRect l="-3221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8AFBDFBB-2086-681F-0434-D7C59D3D5C94}"/>
              </a:ext>
            </a:extLst>
          </p:cNvPr>
          <p:cNvSpPr txBox="1"/>
          <p:nvPr/>
        </p:nvSpPr>
        <p:spPr>
          <a:xfrm>
            <a:off x="7889926" y="4386892"/>
            <a:ext cx="36440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“Actual Solution” Solved Using Adaptive Runge Kutta</a:t>
            </a:r>
          </a:p>
        </p:txBody>
      </p:sp>
    </p:spTree>
    <p:extLst>
      <p:ext uri="{BB962C8B-B14F-4D97-AF65-F5344CB8AC3E}">
        <p14:creationId xmlns:p14="http://schemas.microsoft.com/office/powerpoint/2010/main" val="599309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91275-4102-C175-6738-8C6802D0A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F8D0E8-70BB-F9E7-99FB-F0B947182A78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792867-3414-ED63-F7A6-AFF70FE3C1E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D218BE-14FA-61A0-BFCF-8721497CC772}"/>
              </a:ext>
            </a:extLst>
          </p:cNvPr>
          <p:cNvSpPr txBox="1"/>
          <p:nvPr/>
        </p:nvSpPr>
        <p:spPr>
          <a:xfrm>
            <a:off x="1856448" y="104381"/>
            <a:ext cx="89613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Convergence of RK 4 Solution to Actual Solution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E0806B-2BA4-308D-BC1F-63C0F8926F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089" y="1728816"/>
            <a:ext cx="5578939" cy="50248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91096B2-67B6-39EC-0290-44A8D371A761}"/>
                  </a:ext>
                </a:extLst>
              </p:cNvPr>
              <p:cNvSpPr txBox="1"/>
              <p:nvPr/>
            </p:nvSpPr>
            <p:spPr>
              <a:xfrm>
                <a:off x="4446626" y="4370554"/>
                <a:ext cx="37809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=.01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91096B2-67B6-39EC-0290-44A8D371A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626" y="4370554"/>
                <a:ext cx="378096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81524CA-B609-3B01-1AAC-0C7B43F21ABB}"/>
                  </a:ext>
                </a:extLst>
              </p:cNvPr>
              <p:cNvSpPr txBox="1"/>
              <p:nvPr/>
            </p:nvSpPr>
            <p:spPr>
              <a:xfrm>
                <a:off x="5650028" y="1959705"/>
                <a:ext cx="4934351" cy="1329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Starting at: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(0)=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81524CA-B609-3B01-1AAC-0C7B43F21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0028" y="1959705"/>
                <a:ext cx="4934351" cy="1329851"/>
              </a:xfrm>
              <a:prstGeom prst="rect">
                <a:avLst/>
              </a:prstGeom>
              <a:blipFill>
                <a:blip r:embed="rId5"/>
                <a:stretch>
                  <a:fillRect l="-2596" t="-45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D7FF04B-FF14-53AE-032E-EA6272632510}"/>
                  </a:ext>
                </a:extLst>
              </p:cNvPr>
              <p:cNvSpPr txBox="1"/>
              <p:nvPr/>
            </p:nvSpPr>
            <p:spPr>
              <a:xfrm>
                <a:off x="5691635" y="3568445"/>
                <a:ext cx="37809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D7FF04B-FF14-53AE-032E-EA6272632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1635" y="3568445"/>
                <a:ext cx="3780961" cy="523220"/>
              </a:xfrm>
              <a:prstGeom prst="rect">
                <a:avLst/>
              </a:prstGeom>
              <a:blipFill>
                <a:blip r:embed="rId6"/>
                <a:stretch>
                  <a:fillRect l="-3387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5573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D391B-A89C-F72A-30A9-30FF8F9E1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956AC37-FBFA-B787-A9E4-7C4C8E015CE1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BF31C6-36E9-D592-E4A1-5037A5EE9E65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7AC4DE-1871-C834-A524-B27FEBDB1008}"/>
              </a:ext>
            </a:extLst>
          </p:cNvPr>
          <p:cNvSpPr txBox="1"/>
          <p:nvPr/>
        </p:nvSpPr>
        <p:spPr>
          <a:xfrm>
            <a:off x="1856448" y="104381"/>
            <a:ext cx="89613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Convergence of RK 4 Solution to Actual Solution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E82882-608A-FA0F-C6C0-4FEFCD017C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0257" y="2540380"/>
            <a:ext cx="4677876" cy="42132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084E4BD-5FA1-B193-D929-D61316AB5062}"/>
                  </a:ext>
                </a:extLst>
              </p:cNvPr>
              <p:cNvSpPr txBox="1"/>
              <p:nvPr/>
            </p:nvSpPr>
            <p:spPr>
              <a:xfrm>
                <a:off x="1147172" y="1863986"/>
                <a:ext cx="37809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=.01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084E4BD-5FA1-B193-D929-D61316AB5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172" y="1863986"/>
                <a:ext cx="378096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A8F30BE3-5A39-689D-4527-D14C830190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49528" y="2540379"/>
            <a:ext cx="4677876" cy="42132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817F2F-2DBA-4367-A304-69C4F809DC02}"/>
                  </a:ext>
                </a:extLst>
              </p:cNvPr>
              <p:cNvSpPr txBox="1"/>
              <p:nvPr/>
            </p:nvSpPr>
            <p:spPr>
              <a:xfrm>
                <a:off x="5746443" y="1863986"/>
                <a:ext cx="37809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=.0001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817F2F-2DBA-4367-A304-69C4F809D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6443" y="1863986"/>
                <a:ext cx="378096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3C9CED3-89E7-A5DC-BFD9-EB805A2F9AC4}"/>
              </a:ext>
            </a:extLst>
          </p:cNvPr>
          <p:cNvSpPr txBox="1"/>
          <p:nvPr/>
        </p:nvSpPr>
        <p:spPr>
          <a:xfrm>
            <a:off x="9527404" y="3880915"/>
            <a:ext cx="2508985" cy="1384995"/>
          </a:xfrm>
          <a:prstGeom prst="rect">
            <a:avLst/>
          </a:prstGeom>
          <a:solidFill>
            <a:srgbClr val="FFFF66">
              <a:alpha val="49804"/>
            </a:srgbClr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Same pattern regardless of step size</a:t>
            </a:r>
          </a:p>
        </p:txBody>
      </p:sp>
    </p:spTree>
    <p:extLst>
      <p:ext uri="{BB962C8B-B14F-4D97-AF65-F5344CB8AC3E}">
        <p14:creationId xmlns:p14="http://schemas.microsoft.com/office/powerpoint/2010/main" val="1252276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2A0C2-BA66-7506-F8F9-3DD985565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CE1ED64-3B7D-B9A6-21CC-101C0924799F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B160F9-F333-A069-D54D-63F1C85A5FF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4CE892-5488-E20D-3E6A-96184E4617CB}"/>
              </a:ext>
            </a:extLst>
          </p:cNvPr>
          <p:cNvSpPr txBox="1"/>
          <p:nvPr/>
        </p:nvSpPr>
        <p:spPr>
          <a:xfrm>
            <a:off x="1856448" y="104381"/>
            <a:ext cx="89613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Convergence of RK 4 Solution to Actual Solution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8163DD-2740-BF05-C56B-2B37E5CCF8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9354" y="1728816"/>
            <a:ext cx="5578939" cy="50248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654610F-C506-8B0E-27DF-0B925888F9AA}"/>
                  </a:ext>
                </a:extLst>
              </p:cNvPr>
              <p:cNvSpPr txBox="1"/>
              <p:nvPr/>
            </p:nvSpPr>
            <p:spPr>
              <a:xfrm>
                <a:off x="6981241" y="2056037"/>
                <a:ext cx="4388899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/>
                  <a:t>The system stays in the first quadrant for the first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.6 </m:t>
                    </m:r>
                  </m:oMath>
                </a14:m>
                <a:r>
                  <a:rPr lang="en-US" sz="2800" dirty="0"/>
                  <a:t>units of time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654610F-C506-8B0E-27DF-0B925888F9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1241" y="2056037"/>
                <a:ext cx="4388899" cy="1384995"/>
              </a:xfrm>
              <a:prstGeom prst="rect">
                <a:avLst/>
              </a:prstGeom>
              <a:blipFill>
                <a:blip r:embed="rId4"/>
                <a:stretch>
                  <a:fillRect l="-2500" t="-4405" r="-4444" b="-11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72B9F0D-9DBA-47FB-C960-5384865D28BD}"/>
                  </a:ext>
                </a:extLst>
              </p:cNvPr>
              <p:cNvSpPr txBox="1"/>
              <p:nvPr/>
            </p:nvSpPr>
            <p:spPr>
              <a:xfrm>
                <a:off x="6981240" y="3671477"/>
                <a:ext cx="4388899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/>
                  <a:t>What would the error orders look like if we only considered up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= .6</m:t>
                    </m:r>
                  </m:oMath>
                </a14:m>
                <a:r>
                  <a:rPr lang="en-US" sz="2800" dirty="0"/>
                  <a:t>?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72B9F0D-9DBA-47FB-C960-5384865D2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1240" y="3671477"/>
                <a:ext cx="4388899" cy="1384995"/>
              </a:xfrm>
              <a:prstGeom prst="rect">
                <a:avLst/>
              </a:prstGeom>
              <a:blipFill>
                <a:blip r:embed="rId5"/>
                <a:stretch>
                  <a:fillRect t="-4405" r="-139" b="-11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11FF514-4B76-A74A-D73E-E48A35FD2217}"/>
              </a:ext>
            </a:extLst>
          </p:cNvPr>
          <p:cNvCxnSpPr>
            <a:cxnSpLocks/>
          </p:cNvCxnSpPr>
          <p:nvPr/>
        </p:nvCxnSpPr>
        <p:spPr>
          <a:xfrm flipH="1">
            <a:off x="3166712" y="2897204"/>
            <a:ext cx="4331368" cy="128978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0953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4511E-8FFF-2C34-5334-BAD6D5300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79B3E6D-D333-B0D2-C04B-18220637F8B7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918CCA-8E05-4886-3651-AFFB136D34D5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AAF302F-81CA-B876-CF24-A0D16F5DB212}"/>
                  </a:ext>
                </a:extLst>
              </p:cNvPr>
              <p:cNvSpPr txBox="1"/>
              <p:nvPr/>
            </p:nvSpPr>
            <p:spPr>
              <a:xfrm>
                <a:off x="894903" y="6312734"/>
                <a:ext cx="37809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=.6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AAF302F-81CA-B876-CF24-A0D16F5DB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03" y="6312734"/>
                <a:ext cx="3780961" cy="523220"/>
              </a:xfrm>
              <a:prstGeom prst="rect">
                <a:avLst/>
              </a:prstGeom>
              <a:blipFill>
                <a:blip r:embed="rId3"/>
                <a:stretch>
                  <a:fillRect l="-3387"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AD64FA0-4686-4172-4D5D-A511641883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850" y="1753718"/>
            <a:ext cx="6273480" cy="40103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831DB4-273C-C586-C823-AC492FB565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90" y="1794801"/>
            <a:ext cx="4267304" cy="36900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3DE8D2E-DA23-687A-9798-FA21102D153D}"/>
              </a:ext>
            </a:extLst>
          </p:cNvPr>
          <p:cNvSpPr txBox="1"/>
          <p:nvPr/>
        </p:nvSpPr>
        <p:spPr>
          <a:xfrm>
            <a:off x="7516137" y="5806949"/>
            <a:ext cx="4413181" cy="954107"/>
          </a:xfrm>
          <a:prstGeom prst="rect">
            <a:avLst/>
          </a:prstGeom>
          <a:solidFill>
            <a:srgbClr val="FFFF66">
              <a:alpha val="49804"/>
            </a:srgbClr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Consistent Jacobian ensures proper error order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0C98390-C0C1-71E9-4E06-6908C139C3BA}"/>
                  </a:ext>
                </a:extLst>
              </p:cNvPr>
              <p:cNvSpPr txBox="1"/>
              <p:nvPr/>
            </p:nvSpPr>
            <p:spPr>
              <a:xfrm>
                <a:off x="741897" y="5392993"/>
                <a:ext cx="3599097" cy="901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(0)=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0C98390-C0C1-71E9-4E06-6908C139C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97" y="5392993"/>
                <a:ext cx="3599097" cy="9017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6A8FB89F-DF98-EFC2-90BF-874B624DF9BE}"/>
              </a:ext>
            </a:extLst>
          </p:cNvPr>
          <p:cNvSpPr txBox="1"/>
          <p:nvPr/>
        </p:nvSpPr>
        <p:spPr>
          <a:xfrm>
            <a:off x="1856448" y="104381"/>
            <a:ext cx="89613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Convergence of RK 4 Solution to Actual Solution</a:t>
            </a:r>
          </a:p>
        </p:txBody>
      </p:sp>
    </p:spTree>
    <p:extLst>
      <p:ext uri="{BB962C8B-B14F-4D97-AF65-F5344CB8AC3E}">
        <p14:creationId xmlns:p14="http://schemas.microsoft.com/office/powerpoint/2010/main" val="2309501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D2BA8-E6EB-04B2-F4C0-D33E55F45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405141C-D896-FE8A-0F9D-53DB53B9AF0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C9664A-21B7-78EE-5B50-6AD7A7EF1312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8AFA4F-D424-7481-CFA8-9D7ECC0DE4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15851" y="1753718"/>
            <a:ext cx="6273478" cy="40103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271B45E-0D1C-8052-A7DF-6D566AC9D4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690" y="1794801"/>
            <a:ext cx="4267304" cy="369004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F78544C-77D1-E185-AA66-26D4823B7BCC}"/>
              </a:ext>
            </a:extLst>
          </p:cNvPr>
          <p:cNvSpPr txBox="1"/>
          <p:nvPr/>
        </p:nvSpPr>
        <p:spPr>
          <a:xfrm>
            <a:off x="7516137" y="5806949"/>
            <a:ext cx="4413181" cy="954107"/>
          </a:xfrm>
          <a:prstGeom prst="rect">
            <a:avLst/>
          </a:prstGeom>
          <a:solidFill>
            <a:srgbClr val="FFFF66">
              <a:alpha val="49804"/>
            </a:srgbClr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Inconsistent Jacobian interferes with error order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9F3CF72-1F43-4129-3000-F85292B65987}"/>
                  </a:ext>
                </a:extLst>
              </p:cNvPr>
              <p:cNvSpPr txBox="1"/>
              <p:nvPr/>
            </p:nvSpPr>
            <p:spPr>
              <a:xfrm>
                <a:off x="894903" y="6312734"/>
                <a:ext cx="37809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=.6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9F3CF72-1F43-4129-3000-F85292B65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03" y="6312734"/>
                <a:ext cx="3780961" cy="523220"/>
              </a:xfrm>
              <a:prstGeom prst="rect">
                <a:avLst/>
              </a:prstGeom>
              <a:blipFill>
                <a:blip r:embed="rId5"/>
                <a:stretch>
                  <a:fillRect l="-3387"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4E9DBB1-4205-9DA4-FAA5-446704C5906C}"/>
                  </a:ext>
                </a:extLst>
              </p:cNvPr>
              <p:cNvSpPr txBox="1"/>
              <p:nvPr/>
            </p:nvSpPr>
            <p:spPr>
              <a:xfrm>
                <a:off x="741897" y="5392993"/>
                <a:ext cx="3599097" cy="901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(0)=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4E9DBB1-4205-9DA4-FAA5-446704C590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97" y="5392993"/>
                <a:ext cx="3599097" cy="9017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CCA6167-7FFB-C9AC-9767-DE69BFB1E50F}"/>
              </a:ext>
            </a:extLst>
          </p:cNvPr>
          <p:cNvSpPr txBox="1"/>
          <p:nvPr/>
        </p:nvSpPr>
        <p:spPr>
          <a:xfrm>
            <a:off x="1856448" y="104381"/>
            <a:ext cx="89613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Convergence of RK 4 Solution to Actual Solution</a:t>
            </a:r>
          </a:p>
        </p:txBody>
      </p:sp>
    </p:spTree>
    <p:extLst>
      <p:ext uri="{BB962C8B-B14F-4D97-AF65-F5344CB8AC3E}">
        <p14:creationId xmlns:p14="http://schemas.microsoft.com/office/powerpoint/2010/main" val="1183433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19AF8-878C-587E-1EAE-06E1D31DE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3A43496-AE66-8BED-2899-7E76D28333C8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DEBFD8-2055-40C8-AF0D-1F304259F767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7DBB6-594D-9A4B-AA81-3A37715AFD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15851" y="1753718"/>
            <a:ext cx="6273478" cy="40103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F15F2C3-63A1-7A17-8943-0740BC43D8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690" y="1794801"/>
            <a:ext cx="4267303" cy="36900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9458AF4-4330-2CF2-2F55-A18F9F91A95E}"/>
                  </a:ext>
                </a:extLst>
              </p:cNvPr>
              <p:cNvSpPr txBox="1"/>
              <p:nvPr/>
            </p:nvSpPr>
            <p:spPr>
              <a:xfrm>
                <a:off x="894903" y="6312734"/>
                <a:ext cx="37809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=.6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9458AF4-4330-2CF2-2F55-A18F9F91A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03" y="6312734"/>
                <a:ext cx="3780961" cy="523220"/>
              </a:xfrm>
              <a:prstGeom prst="rect">
                <a:avLst/>
              </a:prstGeom>
              <a:blipFill>
                <a:blip r:embed="rId5"/>
                <a:stretch>
                  <a:fillRect l="-3387"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BC295A-247B-BF60-8E29-A6F2F0EB8BED}"/>
                  </a:ext>
                </a:extLst>
              </p:cNvPr>
              <p:cNvSpPr txBox="1"/>
              <p:nvPr/>
            </p:nvSpPr>
            <p:spPr>
              <a:xfrm>
                <a:off x="741897" y="5392993"/>
                <a:ext cx="3599097" cy="901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(0)=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BC295A-247B-BF60-8E29-A6F2F0EB8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97" y="5392993"/>
                <a:ext cx="3599097" cy="9017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A23AF90-0ABE-D266-0C0F-6B9CBC410940}"/>
              </a:ext>
            </a:extLst>
          </p:cNvPr>
          <p:cNvSpPr txBox="1"/>
          <p:nvPr/>
        </p:nvSpPr>
        <p:spPr>
          <a:xfrm>
            <a:off x="7516137" y="5806949"/>
            <a:ext cx="4413181" cy="954107"/>
          </a:xfrm>
          <a:prstGeom prst="rect">
            <a:avLst/>
          </a:prstGeom>
          <a:solidFill>
            <a:srgbClr val="FFFF66">
              <a:alpha val="49804"/>
            </a:srgbClr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Consistent Jacobian ensures proper error order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CB9DE1-1FB9-260F-4C38-ADBC6D84693E}"/>
              </a:ext>
            </a:extLst>
          </p:cNvPr>
          <p:cNvSpPr txBox="1"/>
          <p:nvPr/>
        </p:nvSpPr>
        <p:spPr>
          <a:xfrm>
            <a:off x="1856448" y="104381"/>
            <a:ext cx="89613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Convergence of RK 4 Solution to Actual Solution</a:t>
            </a:r>
          </a:p>
        </p:txBody>
      </p:sp>
    </p:spTree>
    <p:extLst>
      <p:ext uri="{BB962C8B-B14F-4D97-AF65-F5344CB8AC3E}">
        <p14:creationId xmlns:p14="http://schemas.microsoft.com/office/powerpoint/2010/main" val="2059970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2A294-14C3-1C57-1C46-85EE1E989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16107D-5DE9-8942-30B7-EC7F07F2A397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21E2BC-E7FE-2001-94E1-1B8A3C77F8D6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213785-D3B9-6EAE-7AEF-9B79F6FC22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15852" y="1753718"/>
            <a:ext cx="6273476" cy="40103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939068-CCF2-8230-9642-AB79E87D6E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690" y="1794801"/>
            <a:ext cx="4267303" cy="369004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852FD97-2A08-28CF-671C-F13122EE24C4}"/>
              </a:ext>
            </a:extLst>
          </p:cNvPr>
          <p:cNvSpPr txBox="1"/>
          <p:nvPr/>
        </p:nvSpPr>
        <p:spPr>
          <a:xfrm>
            <a:off x="7516137" y="5806949"/>
            <a:ext cx="4413181" cy="954107"/>
          </a:xfrm>
          <a:prstGeom prst="rect">
            <a:avLst/>
          </a:prstGeom>
          <a:solidFill>
            <a:srgbClr val="FFFF66">
              <a:alpha val="49804"/>
            </a:srgbClr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Inconsistent Jacobian interferes with error order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D3494CB-0224-5BF7-CFD1-25293BC87C5E}"/>
                  </a:ext>
                </a:extLst>
              </p:cNvPr>
              <p:cNvSpPr txBox="1"/>
              <p:nvPr/>
            </p:nvSpPr>
            <p:spPr>
              <a:xfrm>
                <a:off x="894903" y="6312734"/>
                <a:ext cx="37809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D3494CB-0224-5BF7-CFD1-25293BC87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03" y="6312734"/>
                <a:ext cx="3780961" cy="523220"/>
              </a:xfrm>
              <a:prstGeom prst="rect">
                <a:avLst/>
              </a:prstGeom>
              <a:blipFill>
                <a:blip r:embed="rId5"/>
                <a:stretch>
                  <a:fillRect l="-3387"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A55E93-4B67-D102-E4F6-7E5F8B7FA138}"/>
                  </a:ext>
                </a:extLst>
              </p:cNvPr>
              <p:cNvSpPr txBox="1"/>
              <p:nvPr/>
            </p:nvSpPr>
            <p:spPr>
              <a:xfrm>
                <a:off x="741897" y="5392993"/>
                <a:ext cx="3599097" cy="901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(0)=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A55E93-4B67-D102-E4F6-7E5F8B7FA1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97" y="5392993"/>
                <a:ext cx="3599097" cy="9017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92AA0D0-4368-83D4-09FB-EAD9F2F9B2C5}"/>
              </a:ext>
            </a:extLst>
          </p:cNvPr>
          <p:cNvSpPr txBox="1"/>
          <p:nvPr/>
        </p:nvSpPr>
        <p:spPr>
          <a:xfrm>
            <a:off x="1856448" y="104381"/>
            <a:ext cx="89613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Convergence of RK 4 Solution to Actual Solution</a:t>
            </a:r>
          </a:p>
        </p:txBody>
      </p:sp>
    </p:spTree>
    <p:extLst>
      <p:ext uri="{BB962C8B-B14F-4D97-AF65-F5344CB8AC3E}">
        <p14:creationId xmlns:p14="http://schemas.microsoft.com/office/powerpoint/2010/main" val="2554646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1192E-B3BF-4916-D111-A706BCB8C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1621A34-D47A-F553-6787-12490374F9AF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2B86AC-87DA-4E8C-139F-60B137B74FB0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9686BF-A039-99CC-6295-287C2C5F2751}"/>
              </a:ext>
            </a:extLst>
          </p:cNvPr>
          <p:cNvSpPr txBox="1"/>
          <p:nvPr/>
        </p:nvSpPr>
        <p:spPr>
          <a:xfrm>
            <a:off x="1866839" y="319029"/>
            <a:ext cx="89613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Rectified Quadratic Unit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96667F-482C-AF60-54F4-703C3DCF53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15852" y="1753718"/>
            <a:ext cx="6273476" cy="40103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E190768-9AD4-0615-1E37-02B15E6349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690" y="1794801"/>
            <a:ext cx="4267302" cy="369004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69D154-CE2B-5C7C-E47C-13F45704A2C6}"/>
                  </a:ext>
                </a:extLst>
              </p:cNvPr>
              <p:cNvSpPr txBox="1"/>
              <p:nvPr/>
            </p:nvSpPr>
            <p:spPr>
              <a:xfrm>
                <a:off x="894903" y="6312734"/>
                <a:ext cx="37809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69D154-CE2B-5C7C-E47C-13F45704A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03" y="6312734"/>
                <a:ext cx="3780961" cy="523220"/>
              </a:xfrm>
              <a:prstGeom prst="rect">
                <a:avLst/>
              </a:prstGeom>
              <a:blipFill>
                <a:blip r:embed="rId5"/>
                <a:stretch>
                  <a:fillRect l="-3387"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EE75B46-9A24-FCC9-A655-26AB78E7FEF0}"/>
                  </a:ext>
                </a:extLst>
              </p:cNvPr>
              <p:cNvSpPr txBox="1"/>
              <p:nvPr/>
            </p:nvSpPr>
            <p:spPr>
              <a:xfrm>
                <a:off x="741897" y="5392993"/>
                <a:ext cx="3599097" cy="901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(0)=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EE75B46-9A24-FCC9-A655-26AB78E7F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97" y="5392993"/>
                <a:ext cx="3599097" cy="9017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ABA565A-F2DB-384F-67C0-68F48F54BDF3}"/>
                  </a:ext>
                </a:extLst>
              </p:cNvPr>
              <p:cNvSpPr txBox="1"/>
              <p:nvPr/>
            </p:nvSpPr>
            <p:spPr>
              <a:xfrm>
                <a:off x="5933727" y="5781178"/>
                <a:ext cx="6258273" cy="5315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dirty="0">
                              <a:latin typeface="Cambria Math" panose="02040503050406030204" pitchFamily="18" charset="0"/>
                            </a:rPr>
                            <m:t>max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⁡(0, 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dirty="0">
                                  <a:latin typeface="Cambria Math" panose="02040503050406030204" pitchFamily="18" charset="0"/>
                                </a:rPr>
                                <m:t>Payoff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dirty="0">
                                  <a:latin typeface="Cambria Math" panose="02040503050406030204" pitchFamily="18" charset="0"/>
                                </a:rPr>
                                <m:t>Payoff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ABA565A-F2DB-384F-67C0-68F48F54BD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3727" y="5781178"/>
                <a:ext cx="6258273" cy="53155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8091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1AEA7-64B2-7E39-7E60-0AAE369EB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D867EB8-4E0B-CC54-3527-67714C0B9894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AB8A0E-C925-AF86-A10C-778CEE565252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513A15-CFAD-CB85-CE2B-724377793016}"/>
              </a:ext>
            </a:extLst>
          </p:cNvPr>
          <p:cNvSpPr txBox="1"/>
          <p:nvPr/>
        </p:nvSpPr>
        <p:spPr>
          <a:xfrm>
            <a:off x="1650611" y="321829"/>
            <a:ext cx="89613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Compressible Navier-Stokes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4DF352-1CF1-9A2A-F3F7-2F1633389E61}"/>
              </a:ext>
            </a:extLst>
          </p:cNvPr>
          <p:cNvSpPr txBox="1"/>
          <p:nvPr/>
        </p:nvSpPr>
        <p:spPr>
          <a:xfrm>
            <a:off x="1650611" y="2351883"/>
            <a:ext cx="109781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ea typeface="Cambria Math" panose="02040503050406030204" pitchFamily="18" charset="0"/>
              </a:rPr>
              <a:t>Flow</a:t>
            </a:r>
            <a:endParaRPr lang="en-US" sz="3000" b="1" dirty="0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99D69DA5-6035-89F0-1164-3D19BBE303AF}"/>
              </a:ext>
            </a:extLst>
          </p:cNvPr>
          <p:cNvSpPr/>
          <p:nvPr/>
        </p:nvSpPr>
        <p:spPr>
          <a:xfrm flipH="1">
            <a:off x="2771595" y="2018797"/>
            <a:ext cx="675410" cy="1366571"/>
          </a:xfrm>
          <a:prstGeom prst="rightBrace">
            <a:avLst>
              <a:gd name="adj1" fmla="val 8333"/>
              <a:gd name="adj2" fmla="val 45174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3816160-F391-6C54-B851-B8129B3FC7AA}"/>
                  </a:ext>
                </a:extLst>
              </p:cNvPr>
              <p:cNvSpPr txBox="1"/>
              <p:nvPr/>
            </p:nvSpPr>
            <p:spPr>
              <a:xfrm>
                <a:off x="3462088" y="3653643"/>
                <a:ext cx="32685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32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3816160-F391-6C54-B851-B8129B3FC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088" y="3653643"/>
                <a:ext cx="326858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5A51147-E405-68AF-9A8F-76C3BF46CE3C}"/>
                  </a:ext>
                </a:extLst>
              </p:cNvPr>
              <p:cNvSpPr txBox="1"/>
              <p:nvPr/>
            </p:nvSpPr>
            <p:spPr>
              <a:xfrm>
                <a:off x="3447005" y="4266649"/>
                <a:ext cx="278614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(0,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3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5A51147-E405-68AF-9A8F-76C3BF46C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7005" y="4266649"/>
                <a:ext cx="2786147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4FC9730F-0920-2FC6-85FD-B44C57DEA3F8}"/>
              </a:ext>
            </a:extLst>
          </p:cNvPr>
          <p:cNvSpPr txBox="1"/>
          <p:nvPr/>
        </p:nvSpPr>
        <p:spPr>
          <a:xfrm>
            <a:off x="1143000" y="3899864"/>
            <a:ext cx="174818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ea typeface="Cambria Math" panose="02040503050406030204" pitchFamily="18" charset="0"/>
              </a:rPr>
              <a:t>Density</a:t>
            </a:r>
            <a:endParaRPr lang="en-US" sz="3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38F3B58-856E-400C-128E-399255721388}"/>
                  </a:ext>
                </a:extLst>
              </p:cNvPr>
              <p:cNvSpPr txBox="1"/>
              <p:nvPr/>
            </p:nvSpPr>
            <p:spPr>
              <a:xfrm>
                <a:off x="3329537" y="1842855"/>
                <a:ext cx="5532925" cy="10195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𝜐</m:t>
                          </m:r>
                          <m:r>
                            <m:rPr>
                              <m:sty m:val="p"/>
                            </m:rPr>
                            <a:rPr lang="el-G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38F3B58-856E-400C-128E-399255721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9537" y="1842855"/>
                <a:ext cx="5532925" cy="10195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7A55F59-4469-7EC6-0872-D2152F4D9DFF}"/>
                  </a:ext>
                </a:extLst>
              </p:cNvPr>
              <p:cNvSpPr txBox="1"/>
              <p:nvPr/>
            </p:nvSpPr>
            <p:spPr>
              <a:xfrm>
                <a:off x="3329537" y="2733256"/>
                <a:ext cx="328352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7A55F59-4469-7EC6-0872-D2152F4D9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9537" y="2733256"/>
                <a:ext cx="3283529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ight Brace 31">
            <a:extLst>
              <a:ext uri="{FF2B5EF4-FFF2-40B4-BE49-F238E27FC236}">
                <a16:creationId xmlns:a16="http://schemas.microsoft.com/office/drawing/2014/main" id="{79C860AA-33DD-7A24-C861-948F84B1A52F}"/>
              </a:ext>
            </a:extLst>
          </p:cNvPr>
          <p:cNvSpPr/>
          <p:nvPr/>
        </p:nvSpPr>
        <p:spPr>
          <a:xfrm flipH="1">
            <a:off x="2771595" y="3579135"/>
            <a:ext cx="675410" cy="1366571"/>
          </a:xfrm>
          <a:prstGeom prst="rightBrace">
            <a:avLst>
              <a:gd name="adj1" fmla="val 8333"/>
              <a:gd name="adj2" fmla="val 45174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019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8CA39-0E23-3369-8AE8-2A62E863C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087D4A2-CD5B-7AF2-EAFC-41229E87C1BF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B5FE58-25A8-E7AE-E935-D09C98C215B3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A65F2A-F1A4-8EC4-F64D-8BBA7C0A0094}"/>
              </a:ext>
            </a:extLst>
          </p:cNvPr>
          <p:cNvSpPr txBox="1"/>
          <p:nvPr/>
        </p:nvSpPr>
        <p:spPr>
          <a:xfrm>
            <a:off x="1250179" y="151070"/>
            <a:ext cx="99659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Compressible Navier-Stokes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28D29F-871E-6D33-08EA-D45C0A5E4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168" y="4573455"/>
            <a:ext cx="3281663" cy="18991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EBCC3B0-03A7-5C7D-E3F3-468C55D334E2}"/>
              </a:ext>
            </a:extLst>
          </p:cNvPr>
          <p:cNvSpPr txBox="1"/>
          <p:nvPr/>
        </p:nvSpPr>
        <p:spPr>
          <a:xfrm>
            <a:off x="97622" y="3429000"/>
            <a:ext cx="117555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To increase the speed of numerical computation, I used JAX to turn the step updates into optimized machine code (XLA – Accelerated Linear Algebra)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4A45E0-9198-B71A-0718-FCC53ABEB6A6}"/>
              </a:ext>
            </a:extLst>
          </p:cNvPr>
          <p:cNvSpPr txBox="1"/>
          <p:nvPr/>
        </p:nvSpPr>
        <p:spPr>
          <a:xfrm>
            <a:off x="97622" y="1853657"/>
            <a:ext cx="106515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Currently, I am numerically modeling Navier-Stokes using second order finite difference methods for the derivatives and forward Euler for time evolutions</a:t>
            </a:r>
          </a:p>
        </p:txBody>
      </p:sp>
    </p:spTree>
    <p:extLst>
      <p:ext uri="{BB962C8B-B14F-4D97-AF65-F5344CB8AC3E}">
        <p14:creationId xmlns:p14="http://schemas.microsoft.com/office/powerpoint/2010/main" val="2116142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899C0-574E-20F5-516E-5B32194FB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2A6C88D-3B12-DFC6-5181-81BB9E2389E8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843ABB-518B-416C-E7C5-591DCD7A47A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AAF364-4E2C-C790-7BFB-4DD278357B84}"/>
              </a:ext>
            </a:extLst>
          </p:cNvPr>
          <p:cNvSpPr txBox="1"/>
          <p:nvPr/>
        </p:nvSpPr>
        <p:spPr>
          <a:xfrm>
            <a:off x="1250179" y="151070"/>
            <a:ext cx="99659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 Stability of Modeling Compressible Navier-Stokes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A5673F-D252-7429-722B-9D598B4CEA19}"/>
              </a:ext>
            </a:extLst>
          </p:cNvPr>
          <p:cNvSpPr txBox="1"/>
          <p:nvPr/>
        </p:nvSpPr>
        <p:spPr>
          <a:xfrm>
            <a:off x="0" y="2382212"/>
            <a:ext cx="109781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ea typeface="Cambria Math" panose="02040503050406030204" pitchFamily="18" charset="0"/>
              </a:rPr>
              <a:t>Flow</a:t>
            </a:r>
            <a:endParaRPr lang="en-US" sz="3000" b="1" dirty="0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759F7A42-F394-C8C4-7110-591A19EED481}"/>
              </a:ext>
            </a:extLst>
          </p:cNvPr>
          <p:cNvSpPr/>
          <p:nvPr/>
        </p:nvSpPr>
        <p:spPr>
          <a:xfrm flipH="1">
            <a:off x="1120984" y="2049126"/>
            <a:ext cx="675410" cy="1366571"/>
          </a:xfrm>
          <a:prstGeom prst="rightBrace">
            <a:avLst>
              <a:gd name="adj1" fmla="val 8333"/>
              <a:gd name="adj2" fmla="val 45174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07D7AB-50F3-3954-C62C-71FEA6340156}"/>
                  </a:ext>
                </a:extLst>
              </p:cNvPr>
              <p:cNvSpPr txBox="1"/>
              <p:nvPr/>
            </p:nvSpPr>
            <p:spPr>
              <a:xfrm>
                <a:off x="2235960" y="3681725"/>
                <a:ext cx="32685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32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07D7AB-50F3-3954-C62C-71FEA6340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960" y="3681725"/>
                <a:ext cx="326858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0C7DDCA-1A78-79A8-1A4E-C4598F3B7F52}"/>
                  </a:ext>
                </a:extLst>
              </p:cNvPr>
              <p:cNvSpPr txBox="1"/>
              <p:nvPr/>
            </p:nvSpPr>
            <p:spPr>
              <a:xfrm>
                <a:off x="2220877" y="4294731"/>
                <a:ext cx="278614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(0,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3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0C7DDCA-1A78-79A8-1A4E-C4598F3B7F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0877" y="4294731"/>
                <a:ext cx="2786147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41B63E6-D81A-757C-D80E-79BA06DFA850}"/>
              </a:ext>
            </a:extLst>
          </p:cNvPr>
          <p:cNvSpPr txBox="1"/>
          <p:nvPr/>
        </p:nvSpPr>
        <p:spPr>
          <a:xfrm>
            <a:off x="-83128" y="3927946"/>
            <a:ext cx="174818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ea typeface="Cambria Math" panose="02040503050406030204" pitchFamily="18" charset="0"/>
              </a:rPr>
              <a:t>Density</a:t>
            </a:r>
            <a:endParaRPr lang="en-US" sz="3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D5F5451-4387-05F2-258F-691C3813182D}"/>
                  </a:ext>
                </a:extLst>
              </p:cNvPr>
              <p:cNvSpPr txBox="1"/>
              <p:nvPr/>
            </p:nvSpPr>
            <p:spPr>
              <a:xfrm>
                <a:off x="1678926" y="1873184"/>
                <a:ext cx="5532925" cy="10195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𝜐</m:t>
                          </m:r>
                          <m:r>
                            <m:rPr>
                              <m:sty m:val="p"/>
                            </m:rPr>
                            <a:rPr lang="el-G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D5F5451-4387-05F2-258F-691C38131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8926" y="1873184"/>
                <a:ext cx="5532925" cy="10195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3BCA434-2E99-A2DF-3A7B-86AABE29E536}"/>
                  </a:ext>
                </a:extLst>
              </p:cNvPr>
              <p:cNvSpPr txBox="1"/>
              <p:nvPr/>
            </p:nvSpPr>
            <p:spPr>
              <a:xfrm>
                <a:off x="1678926" y="2763585"/>
                <a:ext cx="328352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3BCA434-2E99-A2DF-3A7B-86AABE29E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8926" y="2763585"/>
                <a:ext cx="3283529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Brace 13">
            <a:extLst>
              <a:ext uri="{FF2B5EF4-FFF2-40B4-BE49-F238E27FC236}">
                <a16:creationId xmlns:a16="http://schemas.microsoft.com/office/drawing/2014/main" id="{5946A8FE-6CE9-74F1-816C-956E4892A44A}"/>
              </a:ext>
            </a:extLst>
          </p:cNvPr>
          <p:cNvSpPr/>
          <p:nvPr/>
        </p:nvSpPr>
        <p:spPr>
          <a:xfrm flipH="1">
            <a:off x="1545467" y="3607217"/>
            <a:ext cx="675410" cy="1366571"/>
          </a:xfrm>
          <a:prstGeom prst="rightBrace">
            <a:avLst>
              <a:gd name="adj1" fmla="val 8333"/>
              <a:gd name="adj2" fmla="val 45174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487A67-511D-2D83-C3EC-EDA9FC55CA57}"/>
              </a:ext>
            </a:extLst>
          </p:cNvPr>
          <p:cNvSpPr txBox="1"/>
          <p:nvPr/>
        </p:nvSpPr>
        <p:spPr>
          <a:xfrm>
            <a:off x="7970699" y="1742575"/>
            <a:ext cx="410353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u="sng" dirty="0">
                <a:ea typeface="Cambria Math" panose="02040503050406030204" pitchFamily="18" charset="0"/>
              </a:rPr>
              <a:t>Convective Condition</a:t>
            </a:r>
            <a:endParaRPr lang="en-US" sz="30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6F412B9-C304-0072-79BA-46701E569C62}"/>
                  </a:ext>
                </a:extLst>
              </p:cNvPr>
              <p:cNvSpPr txBox="1"/>
              <p:nvPr/>
            </p:nvSpPr>
            <p:spPr>
              <a:xfrm>
                <a:off x="8993331" y="2237799"/>
                <a:ext cx="1900392" cy="8184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≤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max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6F412B9-C304-0072-79BA-46701E569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3331" y="2237799"/>
                <a:ext cx="1900392" cy="8184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224B487E-6D4C-8CC8-359D-B3D14CF090CB}"/>
              </a:ext>
            </a:extLst>
          </p:cNvPr>
          <p:cNvSpPr txBox="1"/>
          <p:nvPr/>
        </p:nvSpPr>
        <p:spPr>
          <a:xfrm>
            <a:off x="7970699" y="3274453"/>
            <a:ext cx="410353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u="sng" dirty="0">
                <a:ea typeface="Cambria Math" panose="02040503050406030204" pitchFamily="18" charset="0"/>
              </a:rPr>
              <a:t>Diffusive Condition</a:t>
            </a:r>
            <a:endParaRPr lang="en-US" sz="30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4BAC53A-BA43-6E6D-514A-B703AA8E1A8F}"/>
                  </a:ext>
                </a:extLst>
              </p:cNvPr>
              <p:cNvSpPr txBox="1"/>
              <p:nvPr/>
            </p:nvSpPr>
            <p:spPr>
              <a:xfrm>
                <a:off x="9249404" y="3772647"/>
                <a:ext cx="1546128" cy="8645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≤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𝜐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4BAC53A-BA43-6E6D-514A-B703AA8E1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9404" y="3772647"/>
                <a:ext cx="1546128" cy="86459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61AB2D87-E5D2-ED69-55E4-00C04638550E}"/>
              </a:ext>
            </a:extLst>
          </p:cNvPr>
          <p:cNvSpPr txBox="1"/>
          <p:nvPr/>
        </p:nvSpPr>
        <p:spPr>
          <a:xfrm>
            <a:off x="7398327" y="4787174"/>
            <a:ext cx="479367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u="sng" dirty="0">
                <a:ea typeface="Cambria Math" panose="02040503050406030204" pitchFamily="18" charset="0"/>
              </a:rPr>
              <a:t>Compressibility Condition</a:t>
            </a:r>
            <a:endParaRPr lang="en-US" sz="30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7406F03-2C84-D563-E0A7-9D6655936690}"/>
                  </a:ext>
                </a:extLst>
              </p:cNvPr>
              <p:cNvSpPr txBox="1"/>
              <p:nvPr/>
            </p:nvSpPr>
            <p:spPr>
              <a:xfrm>
                <a:off x="8993331" y="5341172"/>
                <a:ext cx="2364557" cy="13541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≤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max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ad>
                            <m:radPr>
                              <m:degHide m:val="on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𝜕𝜌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7406F03-2C84-D563-E0A7-9D6655936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3331" y="5341172"/>
                <a:ext cx="2364557" cy="135415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53757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60821-71D6-A275-CF4D-11EF23A0E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D65EF8A-B207-AD84-1B9F-784202C7BF0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16F732-55F3-538F-B2DE-57B73FAF0E4B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64A75F-79DA-E0B6-126B-911328603132}"/>
              </a:ext>
            </a:extLst>
          </p:cNvPr>
          <p:cNvSpPr txBox="1"/>
          <p:nvPr/>
        </p:nvSpPr>
        <p:spPr>
          <a:xfrm>
            <a:off x="1250179" y="151070"/>
            <a:ext cx="99659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Compressible Navier-Stokes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FC51237-8F4A-37A2-6AFC-68090B88ACA0}"/>
                  </a:ext>
                </a:extLst>
              </p:cNvPr>
              <p:cNvSpPr txBox="1"/>
              <p:nvPr/>
            </p:nvSpPr>
            <p:spPr>
              <a:xfrm>
                <a:off x="555497" y="5321663"/>
                <a:ext cx="37809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Pressure: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1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FC51237-8F4A-37A2-6AFC-68090B88AC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497" y="5321663"/>
                <a:ext cx="3780961" cy="523220"/>
              </a:xfrm>
              <a:prstGeom prst="rect">
                <a:avLst/>
              </a:prstGeom>
              <a:blipFill>
                <a:blip r:embed="rId3"/>
                <a:stretch>
                  <a:fillRect l="-3226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2559C0E1-24F7-5399-C119-9DEFA02B46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5499" y="1817759"/>
            <a:ext cx="4908802" cy="35752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1665796-39A9-DF34-0E69-515096D64B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29490" y="1817759"/>
            <a:ext cx="4908802" cy="357523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7CCA53E-BA36-8AE8-974F-29579DD3A90F}"/>
                  </a:ext>
                </a:extLst>
              </p:cNvPr>
              <p:cNvSpPr txBox="1"/>
              <p:nvPr/>
            </p:nvSpPr>
            <p:spPr>
              <a:xfrm>
                <a:off x="3878775" y="5249816"/>
                <a:ext cx="2253498" cy="6669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type m:val="skw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7CCA53E-BA36-8AE8-974F-29579DD3A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775" y="5249816"/>
                <a:ext cx="2253498" cy="6669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5275AC9-F5AC-F0EF-6A32-D59848A54E47}"/>
                  </a:ext>
                </a:extLst>
              </p:cNvPr>
              <p:cNvSpPr txBox="1"/>
              <p:nvPr/>
            </p:nvSpPr>
            <p:spPr>
              <a:xfrm>
                <a:off x="933455" y="6046589"/>
                <a:ext cx="328352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5275AC9-F5AC-F0EF-6A32-D59848A54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455" y="6046589"/>
                <a:ext cx="328352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4A4CC51-405D-E01B-7704-DCBDF707B5B6}"/>
                  </a:ext>
                </a:extLst>
              </p:cNvPr>
              <p:cNvSpPr txBox="1"/>
              <p:nvPr/>
            </p:nvSpPr>
            <p:spPr>
              <a:xfrm>
                <a:off x="4216984" y="5800705"/>
                <a:ext cx="6999141" cy="898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1+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200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−200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f>
                                <m:f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4A4CC51-405D-E01B-7704-DCBDF707B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6984" y="5800705"/>
                <a:ext cx="6999141" cy="89896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5D2CBBE-E347-C03B-523A-018B13E211A4}"/>
                  </a:ext>
                </a:extLst>
              </p:cNvPr>
              <p:cNvSpPr txBox="1"/>
              <p:nvPr/>
            </p:nvSpPr>
            <p:spPr>
              <a:xfrm>
                <a:off x="6233152" y="5321663"/>
                <a:ext cx="266146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Viscosity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type m:val="skw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5D2CBBE-E347-C03B-523A-018B13E21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152" y="5321663"/>
                <a:ext cx="2661466" cy="523220"/>
              </a:xfrm>
              <a:prstGeom prst="rect">
                <a:avLst/>
              </a:prstGeom>
              <a:blipFill>
                <a:blip r:embed="rId9"/>
                <a:stretch>
                  <a:fillRect l="-4577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7880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D1595-9F33-36FF-A518-964E6D00F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F62CA5B-27A4-5EA8-018F-9DF7F7FC3DBA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A73F94-9782-FAD6-FB4B-9CC3834C7C5B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01C09A-7D84-09B5-D8BB-74DFA7C414DE}"/>
              </a:ext>
            </a:extLst>
          </p:cNvPr>
          <p:cNvSpPr txBox="1"/>
          <p:nvPr/>
        </p:nvSpPr>
        <p:spPr>
          <a:xfrm>
            <a:off x="1250179" y="151070"/>
            <a:ext cx="99659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Compressible Navier-Stokes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2CE1BB-ABCE-8FF4-D658-40E1771A518A}"/>
                  </a:ext>
                </a:extLst>
              </p:cNvPr>
              <p:cNvSpPr txBox="1"/>
              <p:nvPr/>
            </p:nvSpPr>
            <p:spPr>
              <a:xfrm>
                <a:off x="555497" y="5321663"/>
                <a:ext cx="37809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Pressure: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1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2CE1BB-ABCE-8FF4-D658-40E1771A5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497" y="5321663"/>
                <a:ext cx="3780961" cy="523220"/>
              </a:xfrm>
              <a:prstGeom prst="rect">
                <a:avLst/>
              </a:prstGeom>
              <a:blipFill>
                <a:blip r:embed="rId3"/>
                <a:stretch>
                  <a:fillRect l="-3226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EDC09607-B279-92E6-59D2-2F96FDA42E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5499" y="1817759"/>
            <a:ext cx="4908802" cy="35752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F83927D-5CCE-A13F-2D0D-100BEB7BC3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29490" y="1817759"/>
            <a:ext cx="4908802" cy="357523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15EA356-FA44-CA7F-4232-B3EBB890FAB1}"/>
                  </a:ext>
                </a:extLst>
              </p:cNvPr>
              <p:cNvSpPr txBox="1"/>
              <p:nvPr/>
            </p:nvSpPr>
            <p:spPr>
              <a:xfrm>
                <a:off x="3878775" y="5249816"/>
                <a:ext cx="2253498" cy="6669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type m:val="skw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15EA356-FA44-CA7F-4232-B3EBB890F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775" y="5249816"/>
                <a:ext cx="2253498" cy="6669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5E8BADF-3BF0-D41A-4E09-72862530A580}"/>
                  </a:ext>
                </a:extLst>
              </p:cNvPr>
              <p:cNvSpPr txBox="1"/>
              <p:nvPr/>
            </p:nvSpPr>
            <p:spPr>
              <a:xfrm>
                <a:off x="933455" y="6046589"/>
                <a:ext cx="328352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5E8BADF-3BF0-D41A-4E09-72862530A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455" y="6046589"/>
                <a:ext cx="328352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739EC95-E147-69B7-2F3D-5CAD434CC21F}"/>
                  </a:ext>
                </a:extLst>
              </p:cNvPr>
              <p:cNvSpPr txBox="1"/>
              <p:nvPr/>
            </p:nvSpPr>
            <p:spPr>
              <a:xfrm>
                <a:off x="4216984" y="5800705"/>
                <a:ext cx="6999141" cy="898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200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−200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f>
                                <m:f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739EC95-E147-69B7-2F3D-5CAD434CC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6984" y="5800705"/>
                <a:ext cx="6999141" cy="89896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BDEED6-F1F7-7698-32F5-34B03AADD141}"/>
                  </a:ext>
                </a:extLst>
              </p:cNvPr>
              <p:cNvSpPr txBox="1"/>
              <p:nvPr/>
            </p:nvSpPr>
            <p:spPr>
              <a:xfrm>
                <a:off x="6233152" y="5321663"/>
                <a:ext cx="275498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Viscosity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type m:val="skw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BDEED6-F1F7-7698-32F5-34B03AADD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152" y="5321663"/>
                <a:ext cx="2754984" cy="523220"/>
              </a:xfrm>
              <a:prstGeom prst="rect">
                <a:avLst/>
              </a:prstGeom>
              <a:blipFill>
                <a:blip r:embed="rId9"/>
                <a:stretch>
                  <a:fillRect l="-4425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16338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CE1DA-BEFD-1ACA-92F5-D4537F9A2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749A4F2-75B1-2361-705F-E20F0673A3E7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E663B5-284C-1A39-2936-98B5F3870820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C693AF-BD4F-5BD3-E1C7-D308E0AB8A58}"/>
              </a:ext>
            </a:extLst>
          </p:cNvPr>
          <p:cNvSpPr txBox="1"/>
          <p:nvPr/>
        </p:nvSpPr>
        <p:spPr>
          <a:xfrm>
            <a:off x="1250179" y="151070"/>
            <a:ext cx="99659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Compressible Navier-Stokes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E1DA4E1-BC93-A86A-467E-138788BA1D3E}"/>
                  </a:ext>
                </a:extLst>
              </p:cNvPr>
              <p:cNvSpPr txBox="1"/>
              <p:nvPr/>
            </p:nvSpPr>
            <p:spPr>
              <a:xfrm>
                <a:off x="555497" y="5321663"/>
                <a:ext cx="37809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Pressure: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1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E1DA4E1-BC93-A86A-467E-138788BA1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497" y="5321663"/>
                <a:ext cx="3780961" cy="523220"/>
              </a:xfrm>
              <a:prstGeom prst="rect">
                <a:avLst/>
              </a:prstGeom>
              <a:blipFill>
                <a:blip r:embed="rId3"/>
                <a:stretch>
                  <a:fillRect l="-3226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E8619D8E-E6CE-4175-C8B6-825E140F1C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5499" y="1817759"/>
            <a:ext cx="4908802" cy="35752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59C925-7DFD-E4F1-EC70-5D36D523AF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29490" y="1817759"/>
            <a:ext cx="4908802" cy="357523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3A61F98-4F72-A939-6C94-B340783C1DC7}"/>
                  </a:ext>
                </a:extLst>
              </p:cNvPr>
              <p:cNvSpPr txBox="1"/>
              <p:nvPr/>
            </p:nvSpPr>
            <p:spPr>
              <a:xfrm>
                <a:off x="3834659" y="5321663"/>
                <a:ext cx="225349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3A61F98-4F72-A939-6C94-B340783C1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4659" y="5321663"/>
                <a:ext cx="225349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C636EE7-2B82-0C77-485F-759AC277629E}"/>
                  </a:ext>
                </a:extLst>
              </p:cNvPr>
              <p:cNvSpPr txBox="1"/>
              <p:nvPr/>
            </p:nvSpPr>
            <p:spPr>
              <a:xfrm>
                <a:off x="933455" y="6046589"/>
                <a:ext cx="328352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C636EE7-2B82-0C77-485F-759AC27762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455" y="6046589"/>
                <a:ext cx="328352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4AD0A61-CC4A-6688-2354-8DE1F1617AA4}"/>
                  </a:ext>
                </a:extLst>
              </p:cNvPr>
              <p:cNvSpPr txBox="1"/>
              <p:nvPr/>
            </p:nvSpPr>
            <p:spPr>
              <a:xfrm>
                <a:off x="4216984" y="5800705"/>
                <a:ext cx="6999141" cy="898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200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−200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f>
                                <m:f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4AD0A61-CC4A-6688-2354-8DE1F1617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6984" y="5800705"/>
                <a:ext cx="6999141" cy="89896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3F67DBF-2C82-9CE8-45F4-3486EE0A0C03}"/>
                  </a:ext>
                </a:extLst>
              </p:cNvPr>
              <p:cNvSpPr txBox="1"/>
              <p:nvPr/>
            </p:nvSpPr>
            <p:spPr>
              <a:xfrm>
                <a:off x="6233152" y="5321663"/>
                <a:ext cx="275498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Viscosity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type m:val="skw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3F67DBF-2C82-9CE8-45F4-3486EE0A0C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152" y="5321663"/>
                <a:ext cx="2754984" cy="523220"/>
              </a:xfrm>
              <a:prstGeom prst="rect">
                <a:avLst/>
              </a:prstGeom>
              <a:blipFill>
                <a:blip r:embed="rId9"/>
                <a:stretch>
                  <a:fillRect l="-4425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46986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2890E-D02E-C45A-EBBC-36DDE4E3B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0C3F860-E2E3-8C34-5F74-4D0C449AEE3B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F44040-0876-122F-F39B-11E2EF42EF63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004F77-4BDF-0224-4013-7007E76B0E9A}"/>
              </a:ext>
            </a:extLst>
          </p:cNvPr>
          <p:cNvSpPr txBox="1"/>
          <p:nvPr/>
        </p:nvSpPr>
        <p:spPr>
          <a:xfrm>
            <a:off x="1250179" y="151070"/>
            <a:ext cx="99659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Compressible Navier-Stokes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079A5AF-B093-C013-DD95-F36604FA84D2}"/>
                  </a:ext>
                </a:extLst>
              </p:cNvPr>
              <p:cNvSpPr txBox="1"/>
              <p:nvPr/>
            </p:nvSpPr>
            <p:spPr>
              <a:xfrm>
                <a:off x="555497" y="5321663"/>
                <a:ext cx="37809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Pressure: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1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079A5AF-B093-C013-DD95-F36604FA8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497" y="5321663"/>
                <a:ext cx="3780961" cy="523220"/>
              </a:xfrm>
              <a:prstGeom prst="rect">
                <a:avLst/>
              </a:prstGeom>
              <a:blipFill>
                <a:blip r:embed="rId3"/>
                <a:stretch>
                  <a:fillRect l="-3226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DE102D22-CADA-D89F-5771-EFF5322833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5499" y="1817759"/>
            <a:ext cx="4908802" cy="35752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A5ADDFF-38EB-9272-F7A4-C1DD656793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29490" y="1817759"/>
            <a:ext cx="4908802" cy="357523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C53FD00-DDFB-3E26-8C71-41F31FB3896B}"/>
                  </a:ext>
                </a:extLst>
              </p:cNvPr>
              <p:cNvSpPr txBox="1"/>
              <p:nvPr/>
            </p:nvSpPr>
            <p:spPr>
              <a:xfrm>
                <a:off x="933455" y="6046589"/>
                <a:ext cx="328352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C53FD00-DDFB-3E26-8C71-41F31FB38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455" y="6046589"/>
                <a:ext cx="328352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171266F-B96B-8B8C-4542-93E5DECC5840}"/>
                  </a:ext>
                </a:extLst>
              </p:cNvPr>
              <p:cNvSpPr txBox="1"/>
              <p:nvPr/>
            </p:nvSpPr>
            <p:spPr>
              <a:xfrm>
                <a:off x="4216984" y="5800705"/>
                <a:ext cx="6999141" cy="898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200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−200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f>
                                <m:f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171266F-B96B-8B8C-4542-93E5DECC58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6984" y="5800705"/>
                <a:ext cx="6999141" cy="8989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4FA4B7-1B52-4FE6-4482-F367B2268B33}"/>
                  </a:ext>
                </a:extLst>
              </p:cNvPr>
              <p:cNvSpPr txBox="1"/>
              <p:nvPr/>
            </p:nvSpPr>
            <p:spPr>
              <a:xfrm>
                <a:off x="6233152" y="5321663"/>
                <a:ext cx="275498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Viscosity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type m:val="skw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4FA4B7-1B52-4FE6-4482-F367B2268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152" y="5321663"/>
                <a:ext cx="2754984" cy="523220"/>
              </a:xfrm>
              <a:prstGeom prst="rect">
                <a:avLst/>
              </a:prstGeom>
              <a:blipFill>
                <a:blip r:embed="rId8"/>
                <a:stretch>
                  <a:fillRect l="-4425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6E8F348-E907-319D-96C7-B184CC3589BD}"/>
                  </a:ext>
                </a:extLst>
              </p:cNvPr>
              <p:cNvSpPr txBox="1"/>
              <p:nvPr/>
            </p:nvSpPr>
            <p:spPr>
              <a:xfrm>
                <a:off x="3878775" y="5249816"/>
                <a:ext cx="2253498" cy="6524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type m:val="skw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6E8F348-E907-319D-96C7-B184CC3589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775" y="5249816"/>
                <a:ext cx="2253498" cy="6524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1780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74DF3-3953-4E2A-EA4B-12C5C94BB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216E39-625C-77D8-B640-2A88A447B739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C7C592-168D-CD46-CA80-4F8AB61B9673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12B9B4-93B4-3999-A5F5-7A26433B8992}"/>
              </a:ext>
            </a:extLst>
          </p:cNvPr>
          <p:cNvSpPr txBox="1"/>
          <p:nvPr/>
        </p:nvSpPr>
        <p:spPr>
          <a:xfrm>
            <a:off x="1650611" y="2351883"/>
            <a:ext cx="109781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ea typeface="Cambria Math" panose="02040503050406030204" pitchFamily="18" charset="0"/>
              </a:rPr>
              <a:t>Flow</a:t>
            </a:r>
            <a:endParaRPr lang="en-US" sz="3000" b="1" dirty="0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2EB3897F-C99C-9D74-4475-9F3BB2A095D2}"/>
              </a:ext>
            </a:extLst>
          </p:cNvPr>
          <p:cNvSpPr/>
          <p:nvPr/>
        </p:nvSpPr>
        <p:spPr>
          <a:xfrm flipH="1">
            <a:off x="2771595" y="2018797"/>
            <a:ext cx="675410" cy="1366571"/>
          </a:xfrm>
          <a:prstGeom prst="rightBrace">
            <a:avLst>
              <a:gd name="adj1" fmla="val 8333"/>
              <a:gd name="adj2" fmla="val 45174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0C98774-F3FE-82D9-E4C8-4CB86B9C460A}"/>
                  </a:ext>
                </a:extLst>
              </p:cNvPr>
              <p:cNvSpPr txBox="1"/>
              <p:nvPr/>
            </p:nvSpPr>
            <p:spPr>
              <a:xfrm>
                <a:off x="3329537" y="3622117"/>
                <a:ext cx="5026184" cy="6403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32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type m:val="skw"/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l-G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0C98774-F3FE-82D9-E4C8-4CB86B9C4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9537" y="3622117"/>
                <a:ext cx="5026184" cy="64030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963D33A-A17C-B0A6-E4C9-48447AF1BF94}"/>
                  </a:ext>
                </a:extLst>
              </p:cNvPr>
              <p:cNvSpPr txBox="1"/>
              <p:nvPr/>
            </p:nvSpPr>
            <p:spPr>
              <a:xfrm>
                <a:off x="3447005" y="4266649"/>
                <a:ext cx="278614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3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963D33A-A17C-B0A6-E4C9-48447AF1BF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7005" y="4266649"/>
                <a:ext cx="2786147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82F37E69-516F-0809-644D-CFBF24580AB4}"/>
              </a:ext>
            </a:extLst>
          </p:cNvPr>
          <p:cNvSpPr txBox="1"/>
          <p:nvPr/>
        </p:nvSpPr>
        <p:spPr>
          <a:xfrm>
            <a:off x="1143000" y="3899864"/>
            <a:ext cx="174818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ea typeface="Cambria Math" panose="02040503050406030204" pitchFamily="18" charset="0"/>
              </a:rPr>
              <a:t>Density</a:t>
            </a:r>
            <a:endParaRPr lang="en-US" sz="3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063FB73-0B20-9FA6-E7AA-A70E50790D72}"/>
                  </a:ext>
                </a:extLst>
              </p:cNvPr>
              <p:cNvSpPr txBox="1"/>
              <p:nvPr/>
            </p:nvSpPr>
            <p:spPr>
              <a:xfrm>
                <a:off x="3329537" y="2073947"/>
                <a:ext cx="5586658" cy="6403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type m:val="skw"/>
                              <m:ctrlP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l-G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063FB73-0B20-9FA6-E7AA-A70E50790D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9537" y="2073947"/>
                <a:ext cx="5586658" cy="64030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A8EB12B-7058-3D38-BC1D-26A3704FCB39}"/>
                  </a:ext>
                </a:extLst>
              </p:cNvPr>
              <p:cNvSpPr txBox="1"/>
              <p:nvPr/>
            </p:nvSpPr>
            <p:spPr>
              <a:xfrm>
                <a:off x="3329537" y="2733256"/>
                <a:ext cx="360119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](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A8EB12B-7058-3D38-BC1D-26A3704FC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9537" y="2733256"/>
                <a:ext cx="3601199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ight Brace 31">
            <a:extLst>
              <a:ext uri="{FF2B5EF4-FFF2-40B4-BE49-F238E27FC236}">
                <a16:creationId xmlns:a16="http://schemas.microsoft.com/office/drawing/2014/main" id="{BF8A4C53-B898-84AA-6FA4-3647262DFEFE}"/>
              </a:ext>
            </a:extLst>
          </p:cNvPr>
          <p:cNvSpPr/>
          <p:nvPr/>
        </p:nvSpPr>
        <p:spPr>
          <a:xfrm flipH="1">
            <a:off x="2771595" y="3579135"/>
            <a:ext cx="675410" cy="1366571"/>
          </a:xfrm>
          <a:prstGeom prst="rightBrace">
            <a:avLst>
              <a:gd name="adj1" fmla="val 8333"/>
              <a:gd name="adj2" fmla="val 45174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62E319-D004-9B34-136F-A47ECEEAC911}"/>
              </a:ext>
            </a:extLst>
          </p:cNvPr>
          <p:cNvSpPr txBox="1"/>
          <p:nvPr/>
        </p:nvSpPr>
        <p:spPr>
          <a:xfrm>
            <a:off x="785472" y="344656"/>
            <a:ext cx="106210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Luo and Song’s Compressible Navier-Stokes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0B7E76-ADE5-21E1-CC68-007A6C3BE0A1}"/>
              </a:ext>
            </a:extLst>
          </p:cNvPr>
          <p:cNvSpPr txBox="1"/>
          <p:nvPr/>
        </p:nvSpPr>
        <p:spPr>
          <a:xfrm>
            <a:off x="1444336" y="5266435"/>
            <a:ext cx="9144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Note that one of Luo and Song’s changes was to add a diffusive noise term to the density evolution</a:t>
            </a:r>
          </a:p>
        </p:txBody>
      </p:sp>
    </p:spTree>
    <p:extLst>
      <p:ext uri="{BB962C8B-B14F-4D97-AF65-F5344CB8AC3E}">
        <p14:creationId xmlns:p14="http://schemas.microsoft.com/office/powerpoint/2010/main" val="7359385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147BC-B9C0-DA7B-1B54-B9A8BAC1F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5EF2805-DC8A-E888-E801-007E4C41F754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ED3FB4-4E53-35BB-BB08-C11B733A7752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A3F919-94A2-D94B-D445-3092E55C7297}"/>
              </a:ext>
            </a:extLst>
          </p:cNvPr>
          <p:cNvSpPr txBox="1"/>
          <p:nvPr/>
        </p:nvSpPr>
        <p:spPr>
          <a:xfrm>
            <a:off x="812339" y="151070"/>
            <a:ext cx="106210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Luo and Song’s Compressible Navier-Stokes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DB63E1-CDFC-9936-F3D0-3941118A9B7B}"/>
              </a:ext>
            </a:extLst>
          </p:cNvPr>
          <p:cNvSpPr txBox="1"/>
          <p:nvPr/>
        </p:nvSpPr>
        <p:spPr>
          <a:xfrm>
            <a:off x="0" y="1840948"/>
            <a:ext cx="105779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We have a coupled system of PDEs, one of which has an initial condition and the other which has a terminal condition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3E77BE-BBA7-0098-1AB1-750CC2361230}"/>
              </a:ext>
            </a:extLst>
          </p:cNvPr>
          <p:cNvSpPr txBox="1"/>
          <p:nvPr/>
        </p:nvSpPr>
        <p:spPr>
          <a:xfrm>
            <a:off x="402977" y="2876418"/>
            <a:ext cx="6673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/>
              <a:t>Fixed-point (Banach-Picard) iteration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7281EB-F042-D909-F8CA-6DBF0B65BE4C}"/>
              </a:ext>
            </a:extLst>
          </p:cNvPr>
          <p:cNvSpPr txBox="1"/>
          <p:nvPr/>
        </p:nvSpPr>
        <p:spPr>
          <a:xfrm>
            <a:off x="991135" y="3359294"/>
            <a:ext cx="11776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Guess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85550F2-7831-A643-F4D9-B9006478BF88}"/>
                  </a:ext>
                </a:extLst>
              </p:cNvPr>
              <p:cNvSpPr txBox="1"/>
              <p:nvPr/>
            </p:nvSpPr>
            <p:spPr>
              <a:xfrm>
                <a:off x="2168772" y="3359294"/>
                <a:ext cx="1628202" cy="512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(0)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3200" b="0" i="1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85550F2-7831-A643-F4D9-B9006478B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8772" y="3359294"/>
                <a:ext cx="1628202" cy="5129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842ECC-7DF2-022D-6DFA-BCDB1E8945FD}"/>
                  </a:ext>
                </a:extLst>
              </p:cNvPr>
              <p:cNvSpPr txBox="1"/>
              <p:nvPr/>
            </p:nvSpPr>
            <p:spPr>
              <a:xfrm>
                <a:off x="1487749" y="4384541"/>
                <a:ext cx="6054798" cy="5601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b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∂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800" i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type m:val="skw"/>
                              <m:ctrlPr>
                                <a:rPr lang="en-US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l-GR" sz="28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</m:e>
                      </m:d>
                      <m:sSup>
                        <m:sSupPr>
                          <m:ctrlPr>
                            <a:rPr 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sz="28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842ECC-7DF2-022D-6DFA-BCDB1E894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749" y="4384541"/>
                <a:ext cx="6054798" cy="5601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CB63EAA-9604-D771-AC4F-FA3C4AFB2AE5}"/>
                  </a:ext>
                </a:extLst>
              </p:cNvPr>
              <p:cNvSpPr txBox="1"/>
              <p:nvPr/>
            </p:nvSpPr>
            <p:spPr>
              <a:xfrm>
                <a:off x="1443930" y="4892406"/>
                <a:ext cx="3855434" cy="5429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](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CB63EAA-9604-D771-AC4F-FA3C4AFB2A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3930" y="4892406"/>
                <a:ext cx="3855434" cy="5429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ight Brace 15">
            <a:extLst>
              <a:ext uri="{FF2B5EF4-FFF2-40B4-BE49-F238E27FC236}">
                <a16:creationId xmlns:a16="http://schemas.microsoft.com/office/drawing/2014/main" id="{E544DF14-44A4-9A28-7461-781DC4F48DBD}"/>
              </a:ext>
            </a:extLst>
          </p:cNvPr>
          <p:cNvSpPr/>
          <p:nvPr/>
        </p:nvSpPr>
        <p:spPr>
          <a:xfrm flipH="1">
            <a:off x="785234" y="4385201"/>
            <a:ext cx="675410" cy="1066009"/>
          </a:xfrm>
          <a:prstGeom prst="rightBrace">
            <a:avLst>
              <a:gd name="adj1" fmla="val 8333"/>
              <a:gd name="adj2" fmla="val 45174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63AB41-D941-E6E0-6AC5-FB5F7442D6A8}"/>
              </a:ext>
            </a:extLst>
          </p:cNvPr>
          <p:cNvSpPr txBox="1"/>
          <p:nvPr/>
        </p:nvSpPr>
        <p:spPr>
          <a:xfrm>
            <a:off x="812339" y="3845563"/>
            <a:ext cx="4566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Repeat Until Convergence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BECD481-BD4F-EBB3-FED6-0E4FDCFD920B}"/>
                  </a:ext>
                </a:extLst>
              </p:cNvPr>
              <p:cNvSpPr txBox="1"/>
              <p:nvPr/>
            </p:nvSpPr>
            <p:spPr>
              <a:xfrm>
                <a:off x="1487749" y="5613772"/>
                <a:ext cx="6263061" cy="5601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type m:val="skw"/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l-G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BECD481-BD4F-EBB3-FED6-0E4FDCFD9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749" y="5613772"/>
                <a:ext cx="6263061" cy="56015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FD24033-CA5F-F3A1-3A1F-BF499CBD9305}"/>
                  </a:ext>
                </a:extLst>
              </p:cNvPr>
              <p:cNvSpPr txBox="1"/>
              <p:nvPr/>
            </p:nvSpPr>
            <p:spPr>
              <a:xfrm>
                <a:off x="1579953" y="6173925"/>
                <a:ext cx="3192669" cy="4500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FD24033-CA5F-F3A1-3A1F-BF499CBD93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9953" y="6173925"/>
                <a:ext cx="3192669" cy="4500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ight Brace 20">
            <a:extLst>
              <a:ext uri="{FF2B5EF4-FFF2-40B4-BE49-F238E27FC236}">
                <a16:creationId xmlns:a16="http://schemas.microsoft.com/office/drawing/2014/main" id="{65A2E986-2C32-7425-E76C-1EA42978A1E1}"/>
              </a:ext>
            </a:extLst>
          </p:cNvPr>
          <p:cNvSpPr/>
          <p:nvPr/>
        </p:nvSpPr>
        <p:spPr>
          <a:xfrm flipH="1">
            <a:off x="758129" y="5640921"/>
            <a:ext cx="675410" cy="1066009"/>
          </a:xfrm>
          <a:prstGeom prst="rightBrace">
            <a:avLst>
              <a:gd name="adj1" fmla="val 8333"/>
              <a:gd name="adj2" fmla="val 45174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9677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56B6D-2F35-5B89-11F7-C211A65DD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5D713F-F182-4AE0-FA59-08EC06BC6D5D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C69FE8-B5C1-E8B9-2939-F3D62A894F86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853EE8-4454-92EB-D628-0973E5EFF642}"/>
              </a:ext>
            </a:extLst>
          </p:cNvPr>
          <p:cNvSpPr txBox="1"/>
          <p:nvPr/>
        </p:nvSpPr>
        <p:spPr>
          <a:xfrm>
            <a:off x="812339" y="151070"/>
            <a:ext cx="106210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Luo and Song’s Compressible Navier-Stokes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A14834-304E-76D8-2799-4B90909EB244}"/>
              </a:ext>
            </a:extLst>
          </p:cNvPr>
          <p:cNvSpPr txBox="1"/>
          <p:nvPr/>
        </p:nvSpPr>
        <p:spPr>
          <a:xfrm>
            <a:off x="0" y="1840948"/>
            <a:ext cx="105779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We have a coupled system of PDEs, one of which has an initial condition and the other which has a terminal condition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96AB98-E505-8D16-0FA9-BC111BCBF1A0}"/>
              </a:ext>
            </a:extLst>
          </p:cNvPr>
          <p:cNvSpPr txBox="1"/>
          <p:nvPr/>
        </p:nvSpPr>
        <p:spPr>
          <a:xfrm>
            <a:off x="402977" y="2876418"/>
            <a:ext cx="6673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/>
              <a:t>Fixed-point (Banach-Picard) iteration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A9328B-74E1-503A-640D-79642D855DB1}"/>
              </a:ext>
            </a:extLst>
          </p:cNvPr>
          <p:cNvSpPr txBox="1"/>
          <p:nvPr/>
        </p:nvSpPr>
        <p:spPr>
          <a:xfrm>
            <a:off x="991135" y="3359294"/>
            <a:ext cx="11776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Guess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597037-2C16-7BE6-1443-14ED592B23FE}"/>
                  </a:ext>
                </a:extLst>
              </p:cNvPr>
              <p:cNvSpPr txBox="1"/>
              <p:nvPr/>
            </p:nvSpPr>
            <p:spPr>
              <a:xfrm>
                <a:off x="2168772" y="3359294"/>
                <a:ext cx="1628202" cy="512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(0)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3200" b="0" i="1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597037-2C16-7BE6-1443-14ED592B2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8772" y="3359294"/>
                <a:ext cx="1628202" cy="5129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87665E-FBB7-5AA2-DADE-A85865416F17}"/>
                  </a:ext>
                </a:extLst>
              </p:cNvPr>
              <p:cNvSpPr txBox="1"/>
              <p:nvPr/>
            </p:nvSpPr>
            <p:spPr>
              <a:xfrm>
                <a:off x="1487749" y="4384541"/>
                <a:ext cx="6054798" cy="5601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800" i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type m:val="skw"/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l-GR" sz="28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</m:e>
                      </m:d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sz="28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87665E-FBB7-5AA2-DADE-A85865416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749" y="4384541"/>
                <a:ext cx="6054798" cy="5601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94B711F-FC6B-3766-0BBA-93D6F541350C}"/>
                  </a:ext>
                </a:extLst>
              </p:cNvPr>
              <p:cNvSpPr txBox="1"/>
              <p:nvPr/>
            </p:nvSpPr>
            <p:spPr>
              <a:xfrm>
                <a:off x="1443930" y="4892406"/>
                <a:ext cx="3855434" cy="5429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](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94B711F-FC6B-3766-0BBA-93D6F5413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3930" y="4892406"/>
                <a:ext cx="3855434" cy="5429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ight Brace 15">
            <a:extLst>
              <a:ext uri="{FF2B5EF4-FFF2-40B4-BE49-F238E27FC236}">
                <a16:creationId xmlns:a16="http://schemas.microsoft.com/office/drawing/2014/main" id="{B9CFDD15-7D0D-08E2-9BB5-D5B1D58C9E88}"/>
              </a:ext>
            </a:extLst>
          </p:cNvPr>
          <p:cNvSpPr/>
          <p:nvPr/>
        </p:nvSpPr>
        <p:spPr>
          <a:xfrm flipH="1">
            <a:off x="785234" y="4385201"/>
            <a:ext cx="675410" cy="1066009"/>
          </a:xfrm>
          <a:prstGeom prst="rightBrace">
            <a:avLst>
              <a:gd name="adj1" fmla="val 8333"/>
              <a:gd name="adj2" fmla="val 45174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0A24B1-71FD-C066-9450-212E24D0F8CA}"/>
              </a:ext>
            </a:extLst>
          </p:cNvPr>
          <p:cNvSpPr txBox="1"/>
          <p:nvPr/>
        </p:nvSpPr>
        <p:spPr>
          <a:xfrm>
            <a:off x="812339" y="3845563"/>
            <a:ext cx="4566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Repeat Until Convergence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AFD8E72-558F-D0C9-9A33-D8D3462AFF1A}"/>
                  </a:ext>
                </a:extLst>
              </p:cNvPr>
              <p:cNvSpPr txBox="1"/>
              <p:nvPr/>
            </p:nvSpPr>
            <p:spPr>
              <a:xfrm>
                <a:off x="1487749" y="5613772"/>
                <a:ext cx="6263061" cy="5601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type m:val="skw"/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l-G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AFD8E72-558F-D0C9-9A33-D8D3462AF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749" y="5613772"/>
                <a:ext cx="6263061" cy="56015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1340B8B-92B2-A9F0-4969-504D6CEE161E}"/>
                  </a:ext>
                </a:extLst>
              </p:cNvPr>
              <p:cNvSpPr txBox="1"/>
              <p:nvPr/>
            </p:nvSpPr>
            <p:spPr>
              <a:xfrm>
                <a:off x="1579953" y="6173925"/>
                <a:ext cx="3192669" cy="4500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1340B8B-92B2-A9F0-4969-504D6CEE1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9953" y="6173925"/>
                <a:ext cx="3192669" cy="4500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ight Brace 20">
            <a:extLst>
              <a:ext uri="{FF2B5EF4-FFF2-40B4-BE49-F238E27FC236}">
                <a16:creationId xmlns:a16="http://schemas.microsoft.com/office/drawing/2014/main" id="{0720B8CD-324B-7875-90AE-9D85D41B2A5C}"/>
              </a:ext>
            </a:extLst>
          </p:cNvPr>
          <p:cNvSpPr/>
          <p:nvPr/>
        </p:nvSpPr>
        <p:spPr>
          <a:xfrm flipH="1">
            <a:off x="758129" y="5640921"/>
            <a:ext cx="675410" cy="1066009"/>
          </a:xfrm>
          <a:prstGeom prst="rightBrace">
            <a:avLst>
              <a:gd name="adj1" fmla="val 8333"/>
              <a:gd name="adj2" fmla="val 45174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44BD66-DEE4-4EC1-289C-673776F63494}"/>
              </a:ext>
            </a:extLst>
          </p:cNvPr>
          <p:cNvSpPr/>
          <p:nvPr/>
        </p:nvSpPr>
        <p:spPr>
          <a:xfrm>
            <a:off x="2078183" y="5613772"/>
            <a:ext cx="2234044" cy="560153"/>
          </a:xfrm>
          <a:prstGeom prst="rect">
            <a:avLst/>
          </a:prstGeom>
          <a:solidFill>
            <a:srgbClr val="FF0000">
              <a:alpha val="57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4C65CE-CE37-AC97-76E5-662F0A5B1A78}"/>
              </a:ext>
            </a:extLst>
          </p:cNvPr>
          <p:cNvSpPr txBox="1"/>
          <p:nvPr/>
        </p:nvSpPr>
        <p:spPr>
          <a:xfrm>
            <a:off x="8529203" y="4705831"/>
            <a:ext cx="3314700" cy="181588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The Diffusion Term produces instability for explicit time reversal</a:t>
            </a:r>
          </a:p>
        </p:txBody>
      </p:sp>
    </p:spTree>
    <p:extLst>
      <p:ext uri="{BB962C8B-B14F-4D97-AF65-F5344CB8AC3E}">
        <p14:creationId xmlns:p14="http://schemas.microsoft.com/office/powerpoint/2010/main" val="7491979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4C216-69F0-AB05-492E-9D701A17A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82FC446-0DAA-5EB6-C22E-5623259FA591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B4A4D4-A98F-974E-C506-0E22760B317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41879F-2EE1-3E34-388C-00403F009D14}"/>
              </a:ext>
            </a:extLst>
          </p:cNvPr>
          <p:cNvSpPr txBox="1"/>
          <p:nvPr/>
        </p:nvSpPr>
        <p:spPr>
          <a:xfrm>
            <a:off x="812339" y="151070"/>
            <a:ext cx="106210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Luo and Song’s Compressible Navier-Stokes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DAD96E-DF3B-6F26-0DE6-A80A0BBFB874}"/>
              </a:ext>
            </a:extLst>
          </p:cNvPr>
          <p:cNvSpPr txBox="1"/>
          <p:nvPr/>
        </p:nvSpPr>
        <p:spPr>
          <a:xfrm>
            <a:off x="-83128" y="1820166"/>
            <a:ext cx="120430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The instability of the time-step method means that we have to look for other methods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C75450-0890-742B-E452-9AD561D02415}"/>
              </a:ext>
            </a:extLst>
          </p:cNvPr>
          <p:cNvSpPr txBox="1"/>
          <p:nvPr/>
        </p:nvSpPr>
        <p:spPr>
          <a:xfrm>
            <a:off x="0" y="2883626"/>
            <a:ext cx="120430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Boundary value solving – solving for all times at the same time using a set of non-linear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6FBF80A-7A5B-61B6-76E3-40BC646BD267}"/>
                  </a:ext>
                </a:extLst>
              </p:cNvPr>
              <p:cNvSpPr txBox="1"/>
              <p:nvPr/>
            </p:nvSpPr>
            <p:spPr>
              <a:xfrm>
                <a:off x="181841" y="3947086"/>
                <a:ext cx="5839691" cy="7730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Policy Iteration – solving for policy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lang="en-US" sz="2800" dirty="0"/>
                  <a:t>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6FBF80A-7A5B-61B6-76E3-40BC646BD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841" y="3947086"/>
                <a:ext cx="5839691" cy="773097"/>
              </a:xfrm>
              <a:prstGeom prst="rect">
                <a:avLst/>
              </a:prstGeom>
              <a:blipFill>
                <a:blip r:embed="rId3"/>
                <a:stretch>
                  <a:fillRect l="-1357" b="-3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50589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076DE-FE2B-B8D5-6A4B-FF4EFE9E6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11DF747-47F0-A992-BA02-4CC6F2A01A1A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4C09AC-87E0-A7BB-4316-6380F80B96EB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2072AA-70ED-91D0-4C0D-92C12F3914B9}"/>
              </a:ext>
            </a:extLst>
          </p:cNvPr>
          <p:cNvSpPr txBox="1"/>
          <p:nvPr/>
        </p:nvSpPr>
        <p:spPr>
          <a:xfrm>
            <a:off x="1856448" y="104381"/>
            <a:ext cx="89613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Compressible Navier-Stokes Models vs Mean Field Games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9AEE56-79CB-674E-F9F6-C9F63BDF5FFF}"/>
              </a:ext>
            </a:extLst>
          </p:cNvPr>
          <p:cNvSpPr txBox="1"/>
          <p:nvPr/>
        </p:nvSpPr>
        <p:spPr>
          <a:xfrm>
            <a:off x="-153788" y="2511391"/>
            <a:ext cx="328352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ea typeface="Cambria Math" panose="02040503050406030204" pitchFamily="18" charset="0"/>
              </a:rPr>
              <a:t>Compressible Navier Stokes</a:t>
            </a:r>
            <a:endParaRPr lang="en-US" sz="3000" b="1" dirty="0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A5E3B15A-70B2-A916-CEF5-22654CD05DC2}"/>
              </a:ext>
            </a:extLst>
          </p:cNvPr>
          <p:cNvSpPr/>
          <p:nvPr/>
        </p:nvSpPr>
        <p:spPr>
          <a:xfrm flipH="1">
            <a:off x="2771595" y="1872202"/>
            <a:ext cx="675410" cy="1048148"/>
          </a:xfrm>
          <a:prstGeom prst="rightBrace">
            <a:avLst>
              <a:gd name="adj1" fmla="val 8333"/>
              <a:gd name="adj2" fmla="val 45174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81D3AE3-C39E-DE65-7353-19B6BB91D697}"/>
                  </a:ext>
                </a:extLst>
              </p:cNvPr>
              <p:cNvSpPr txBox="1"/>
              <p:nvPr/>
            </p:nvSpPr>
            <p:spPr>
              <a:xfrm>
                <a:off x="3447005" y="2489463"/>
                <a:ext cx="275017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,0)=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](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81D3AE3-C39E-DE65-7353-19B6BB91D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7005" y="2489463"/>
                <a:ext cx="275017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FADBFDE-CC0B-D0EF-CE4F-125C61FE4F7C}"/>
                  </a:ext>
                </a:extLst>
              </p:cNvPr>
              <p:cNvSpPr txBox="1"/>
              <p:nvPr/>
            </p:nvSpPr>
            <p:spPr>
              <a:xfrm>
                <a:off x="3374979" y="3271303"/>
                <a:ext cx="422064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l-G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𝜐</m:t>
                      </m:r>
                      <m:r>
                        <m:rPr>
                          <m:sty m:val="p"/>
                        </m:rPr>
                        <a:rPr lang="el-GR" sz="28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m:rPr>
                          <m:sty m:val="p"/>
                        </m:rP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FADBFDE-CC0B-D0EF-CE4F-125C61FE4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4979" y="3271303"/>
                <a:ext cx="422064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778D110-4F96-4A31-2B37-A5AD642650A2}"/>
                  </a:ext>
                </a:extLst>
              </p:cNvPr>
              <p:cNvSpPr txBox="1"/>
              <p:nvPr/>
            </p:nvSpPr>
            <p:spPr>
              <a:xfrm>
                <a:off x="3447005" y="3773160"/>
                <a:ext cx="255890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778D110-4F96-4A31-2B37-A5AD64265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7005" y="3773160"/>
                <a:ext cx="2558906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ight Brace 14">
            <a:extLst>
              <a:ext uri="{FF2B5EF4-FFF2-40B4-BE49-F238E27FC236}">
                <a16:creationId xmlns:a16="http://schemas.microsoft.com/office/drawing/2014/main" id="{E48BA274-331E-140C-47F9-A47C80572B11}"/>
              </a:ext>
            </a:extLst>
          </p:cNvPr>
          <p:cNvSpPr/>
          <p:nvPr/>
        </p:nvSpPr>
        <p:spPr>
          <a:xfrm flipH="1">
            <a:off x="2771595" y="3172141"/>
            <a:ext cx="675410" cy="1048148"/>
          </a:xfrm>
          <a:prstGeom prst="rightBrace">
            <a:avLst>
              <a:gd name="adj1" fmla="val 8333"/>
              <a:gd name="adj2" fmla="val 45174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FD1011F6-8C97-FC15-D17F-FF13F4910419}"/>
              </a:ext>
            </a:extLst>
          </p:cNvPr>
          <p:cNvSpPr/>
          <p:nvPr/>
        </p:nvSpPr>
        <p:spPr>
          <a:xfrm flipH="1">
            <a:off x="2788930" y="4405565"/>
            <a:ext cx="675410" cy="1048148"/>
          </a:xfrm>
          <a:prstGeom prst="rightBrace">
            <a:avLst>
              <a:gd name="adj1" fmla="val 8333"/>
              <a:gd name="adj2" fmla="val 45174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E931EE1-7565-60C8-E335-C338E06517CF}"/>
                  </a:ext>
                </a:extLst>
              </p:cNvPr>
              <p:cNvSpPr txBox="1"/>
              <p:nvPr/>
            </p:nvSpPr>
            <p:spPr>
              <a:xfrm>
                <a:off x="3350040" y="4544677"/>
                <a:ext cx="483504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sz="2800" b="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l-G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𝜐</m:t>
                      </m:r>
                      <m:r>
                        <m:rPr>
                          <m:sty m:val="p"/>
                        </m:rPr>
                        <a:rPr lang="el-GR" sz="28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E931EE1-7565-60C8-E335-C338E0651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0040" y="4544677"/>
                <a:ext cx="4835042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7EF866B-4A50-CE00-EEE5-E239CABEDA52}"/>
                  </a:ext>
                </a:extLst>
              </p:cNvPr>
              <p:cNvSpPr txBox="1"/>
              <p:nvPr/>
            </p:nvSpPr>
            <p:spPr>
              <a:xfrm>
                <a:off x="3577542" y="5022826"/>
                <a:ext cx="315253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,0)=</m:t>
                      </m:r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(0)</m:t>
                      </m:r>
                      <m: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7EF866B-4A50-CE00-EEE5-E239CABEDA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7542" y="5022826"/>
                <a:ext cx="3152530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6EDA3DA-3AF0-1182-5484-94A638BFDAF3}"/>
                  </a:ext>
                </a:extLst>
              </p:cNvPr>
              <p:cNvSpPr txBox="1"/>
              <p:nvPr/>
            </p:nvSpPr>
            <p:spPr>
              <a:xfrm>
                <a:off x="3348976" y="5521808"/>
                <a:ext cx="4533036" cy="8917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l-G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𝜐</m:t>
                      </m:r>
                      <m:r>
                        <m:rPr>
                          <m:sty m:val="p"/>
                        </m:rPr>
                        <a:rPr lang="el-GR" sz="28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r>
                            <a:rPr 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6EDA3DA-3AF0-1182-5484-94A638BFD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8976" y="5521808"/>
                <a:ext cx="4533036" cy="8917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8D315B8-115A-5B1D-80B8-AE9C9421F287}"/>
                  </a:ext>
                </a:extLst>
              </p:cNvPr>
              <p:cNvSpPr txBox="1"/>
              <p:nvPr/>
            </p:nvSpPr>
            <p:spPr>
              <a:xfrm>
                <a:off x="3464340" y="6306523"/>
                <a:ext cx="264899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8D315B8-115A-5B1D-80B8-AE9C9421F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4340" y="6306523"/>
                <a:ext cx="2648995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ight Brace 22">
            <a:extLst>
              <a:ext uri="{FF2B5EF4-FFF2-40B4-BE49-F238E27FC236}">
                <a16:creationId xmlns:a16="http://schemas.microsoft.com/office/drawing/2014/main" id="{B46F290B-4483-2EEB-8BF1-AB3DF49799A9}"/>
              </a:ext>
            </a:extLst>
          </p:cNvPr>
          <p:cNvSpPr/>
          <p:nvPr/>
        </p:nvSpPr>
        <p:spPr>
          <a:xfrm flipH="1">
            <a:off x="2788930" y="5705504"/>
            <a:ext cx="675410" cy="1048148"/>
          </a:xfrm>
          <a:prstGeom prst="rightBrace">
            <a:avLst>
              <a:gd name="adj1" fmla="val 8333"/>
              <a:gd name="adj2" fmla="val 45174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DBC310-B14A-B906-733C-3C3CB5237328}"/>
              </a:ext>
            </a:extLst>
          </p:cNvPr>
          <p:cNvSpPr txBox="1"/>
          <p:nvPr/>
        </p:nvSpPr>
        <p:spPr>
          <a:xfrm>
            <a:off x="8848" y="5013976"/>
            <a:ext cx="328352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ea typeface="Cambria Math" panose="02040503050406030204" pitchFamily="18" charset="0"/>
              </a:rPr>
              <a:t>Mean Field Games</a:t>
            </a:r>
            <a:endParaRPr lang="en-US" sz="3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B4E4FE9-1AFC-92FF-17DE-1C79B0F698F6}"/>
                  </a:ext>
                </a:extLst>
              </p:cNvPr>
              <p:cNvSpPr txBox="1"/>
              <p:nvPr/>
            </p:nvSpPr>
            <p:spPr>
              <a:xfrm>
                <a:off x="3348976" y="1895262"/>
                <a:ext cx="5314596" cy="5601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type m:val="skw"/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type m:val="skw"/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l-G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B4E4FE9-1AFC-92FF-17DE-1C79B0F69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8976" y="1895262"/>
                <a:ext cx="5314596" cy="56015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89C01B4-85A5-8DF9-FF91-C60DD6F11EC2}"/>
                  </a:ext>
                </a:extLst>
              </p:cNvPr>
              <p:cNvSpPr txBox="1"/>
              <p:nvPr/>
            </p:nvSpPr>
            <p:spPr>
              <a:xfrm>
                <a:off x="9528463" y="2397130"/>
                <a:ext cx="1654973" cy="52322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89C01B4-85A5-8DF9-FF91-C60DD6F11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8463" y="2397130"/>
                <a:ext cx="1654973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30419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12AE9-B927-A4E8-E55B-955810E17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BA94EAC-E3AE-7AAC-CC70-3AD95F80277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BE3CA0-FB8A-7371-25F4-131FCAAFC45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D2FCD7-C5D8-4C19-934A-C32DA4E9C724}"/>
              </a:ext>
            </a:extLst>
          </p:cNvPr>
          <p:cNvSpPr txBox="1"/>
          <p:nvPr/>
        </p:nvSpPr>
        <p:spPr>
          <a:xfrm>
            <a:off x="1856448" y="104381"/>
            <a:ext cx="89613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Using Navier-Stokes Models to Solve Mean Field Games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A0A641-3A57-C268-71DA-5AD6A374C1C8}"/>
              </a:ext>
            </a:extLst>
          </p:cNvPr>
          <p:cNvSpPr txBox="1"/>
          <p:nvPr/>
        </p:nvSpPr>
        <p:spPr>
          <a:xfrm>
            <a:off x="259771" y="1795871"/>
            <a:ext cx="115962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We can use Navier-Stokes to model Mean Field Games when the following criteria is met: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05C3E0A-682C-9F2E-4121-C14BA3A61CCF}"/>
                  </a:ext>
                </a:extLst>
              </p:cNvPr>
              <p:cNvSpPr txBox="1"/>
              <p:nvPr/>
            </p:nvSpPr>
            <p:spPr>
              <a:xfrm>
                <a:off x="3138054" y="2749978"/>
                <a:ext cx="6109854" cy="7326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lang="en-US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f>
                        <m:fPr>
                          <m:type m:val="skw"/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3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e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05C3E0A-682C-9F2E-4121-C14BA3A61C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8054" y="2749978"/>
                <a:ext cx="6109854" cy="7326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3C56287-E409-5438-B178-5031FEF2B5E3}"/>
              </a:ext>
            </a:extLst>
          </p:cNvPr>
          <p:cNvSpPr txBox="1"/>
          <p:nvPr/>
        </p:nvSpPr>
        <p:spPr>
          <a:xfrm>
            <a:off x="4331276" y="3584803"/>
            <a:ext cx="37234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What does this mean?</a:t>
            </a:r>
          </a:p>
        </p:txBody>
      </p:sp>
    </p:spTree>
    <p:extLst>
      <p:ext uri="{BB962C8B-B14F-4D97-AF65-F5344CB8AC3E}">
        <p14:creationId xmlns:p14="http://schemas.microsoft.com/office/powerpoint/2010/main" val="6491360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C9B38-D8F9-65A5-D12F-824EAF2AD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8FBA4B0-8368-1A13-8525-CB415D656B6C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91E673-6C38-E6A1-68A8-CED9645F669E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BE8784-8D5B-D867-F07A-06AD4CB1E058}"/>
              </a:ext>
            </a:extLst>
          </p:cNvPr>
          <p:cNvSpPr txBox="1"/>
          <p:nvPr/>
        </p:nvSpPr>
        <p:spPr>
          <a:xfrm>
            <a:off x="1615340" y="352084"/>
            <a:ext cx="89613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Hamiltonian Redux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598BA2-1B71-FCF5-E6B2-CC976F8862F7}"/>
              </a:ext>
            </a:extLst>
          </p:cNvPr>
          <p:cNvSpPr txBox="1"/>
          <p:nvPr/>
        </p:nvSpPr>
        <p:spPr>
          <a:xfrm>
            <a:off x="237256" y="1828311"/>
            <a:ext cx="104537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The Hamiltonian encodes the best response given a cost 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6DD0283-79CE-77D7-2E81-4A4BCE1C80F9}"/>
                  </a:ext>
                </a:extLst>
              </p:cNvPr>
              <p:cNvSpPr txBox="1"/>
              <p:nvPr/>
            </p:nvSpPr>
            <p:spPr>
              <a:xfrm>
                <a:off x="237257" y="2538996"/>
                <a:ext cx="10453701" cy="11617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The objective structure of an HJB system is represented as</a:t>
                </a:r>
              </a:p>
              <a:p>
                <a:pPr algn="ctr"/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d>
                              <m:d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</m:e>
                        </m:d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6DD0283-79CE-77D7-2E81-4A4BCE1C8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257" y="2538996"/>
                <a:ext cx="10453701" cy="1161793"/>
              </a:xfrm>
              <a:prstGeom prst="rect">
                <a:avLst/>
              </a:prstGeom>
              <a:blipFill>
                <a:blip r:embed="rId3"/>
                <a:stretch>
                  <a:fillRect t="-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A9C0F8-5D4E-29DB-0A5E-005428CAD0E3}"/>
                  </a:ext>
                </a:extLst>
              </p:cNvPr>
              <p:cNvSpPr txBox="1"/>
              <p:nvPr/>
            </p:nvSpPr>
            <p:spPr>
              <a:xfrm>
                <a:off x="1866412" y="4757176"/>
                <a:ext cx="8459174" cy="9335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3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sz="3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000" b="0" i="0" smtClean="0">
                                  <a:latin typeface="Cambria Math" panose="02040503050406030204" pitchFamily="18" charset="0"/>
                                </a:rPr>
                                <m:t>sup</m:t>
                              </m:r>
                            </m:e>
                            <m:lim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  <m:d>
                                      <m:dPr>
                                        <m:ctrlPr>
                                          <a:rPr lang="en-US" sz="3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30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30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3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30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30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d>
                                    <m:r>
                                      <m:rPr>
                                        <m:brk m:alnAt="7"/>
                                      </m:rP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3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∇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3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sz="3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l-GR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</m:func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A9C0F8-5D4E-29DB-0A5E-005428CAD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412" y="4757176"/>
                <a:ext cx="8459174" cy="9335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BCEE69F-8E3C-CDE0-F217-43A6B8BE3BEA}"/>
                  </a:ext>
                </a:extLst>
              </p:cNvPr>
              <p:cNvSpPr txBox="1"/>
              <p:nvPr/>
            </p:nvSpPr>
            <p:spPr>
              <a:xfrm>
                <a:off x="631712" y="3785720"/>
                <a:ext cx="1229804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Stochastic Time Evolution: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))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l-G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))</m:t>
                    </m:r>
                    <m:r>
                      <m:rPr>
                        <m:sty m:val="p"/>
                      </m:rP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BCEE69F-8E3C-CDE0-F217-43A6B8BE3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712" y="3785720"/>
                <a:ext cx="12298043" cy="523220"/>
              </a:xfrm>
              <a:prstGeom prst="rect">
                <a:avLst/>
              </a:prstGeom>
              <a:blipFill>
                <a:blip r:embed="rId5"/>
                <a:stretch>
                  <a:fillRect l="-1041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D4C9AF3-50EF-9A5E-31E3-2A223663B878}"/>
              </a:ext>
            </a:extLst>
          </p:cNvPr>
          <p:cNvSpPr txBox="1"/>
          <p:nvPr/>
        </p:nvSpPr>
        <p:spPr>
          <a:xfrm>
            <a:off x="4252479" y="4393871"/>
            <a:ext cx="344718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u="sng" dirty="0"/>
              <a:t>HJB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30A4893-7556-8A00-9F81-98CC79981881}"/>
                  </a:ext>
                </a:extLst>
              </p:cNvPr>
              <p:cNvSpPr txBox="1"/>
              <p:nvPr/>
            </p:nvSpPr>
            <p:spPr>
              <a:xfrm>
                <a:off x="631712" y="6054070"/>
                <a:ext cx="6468340" cy="7528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limLow>
                              <m:limLowPr>
                                <m:ctrlPr>
                                  <a:rPr lang="en-US" sz="30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3000">
                                    <a:latin typeface="Cambria Math" panose="02040503050406030204" pitchFamily="18" charset="0"/>
                                  </a:rPr>
                                  <m:t>sup</m:t>
                                </m:r>
                              </m:e>
                              <m:lim>
                                <m:r>
                                  <a:rPr lang="en-US" sz="30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lim>
                            </m:limLow>
                            <m:r>
                              <m:rPr>
                                <m:brk m:alnAt="7"/>
                              </m:r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d>
                              <m:dPr>
                                <m:ctrlP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brk m:alnAt="7"/>
                                  </m:rP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r>
                              <m:rPr>
                                <m:brk m:alnAt="7"/>
                              </m:r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  <m:r>
                              <a:rPr lang="en-US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)]</m:t>
                            </m:r>
                          </m:e>
                        </m:mr>
                      </m:m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30A4893-7556-8A00-9F81-98CC79981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712" y="6054070"/>
                <a:ext cx="6468340" cy="7528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0D38419A-F94F-9B2B-9A59-1D3AA92CD14E}"/>
              </a:ext>
            </a:extLst>
          </p:cNvPr>
          <p:cNvSpPr txBox="1"/>
          <p:nvPr/>
        </p:nvSpPr>
        <p:spPr>
          <a:xfrm>
            <a:off x="6276109" y="6054070"/>
            <a:ext cx="3182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is our Hamiltonian!</a:t>
            </a:r>
          </a:p>
        </p:txBody>
      </p:sp>
    </p:spTree>
    <p:extLst>
      <p:ext uri="{BB962C8B-B14F-4D97-AF65-F5344CB8AC3E}">
        <p14:creationId xmlns:p14="http://schemas.microsoft.com/office/powerpoint/2010/main" val="9479812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66EF6-682B-0EA3-E3BA-D01373DBE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9E6539-49BC-62F6-A7FB-72F9D0ED212F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471571-D524-37DB-2A9C-103020F165CF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0FCC9-FA39-3EBB-F4ED-0182D70650C7}"/>
              </a:ext>
            </a:extLst>
          </p:cNvPr>
          <p:cNvSpPr txBox="1"/>
          <p:nvPr/>
        </p:nvSpPr>
        <p:spPr>
          <a:xfrm>
            <a:off x="1615340" y="352084"/>
            <a:ext cx="89613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Hamiltonian Redux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F090218-75C6-272C-EC14-C6B4B0FBDAF7}"/>
                  </a:ext>
                </a:extLst>
              </p:cNvPr>
              <p:cNvSpPr txBox="1"/>
              <p:nvPr/>
            </p:nvSpPr>
            <p:spPr>
              <a:xfrm>
                <a:off x="1110093" y="3492144"/>
                <a:ext cx="8314460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common way to do that is to assume: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brk m:alnAt="7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skw"/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>
                    <a:ea typeface="Cambria Math" panose="02040503050406030204" pitchFamily="18" charset="0"/>
                  </a:rPr>
                  <a:t> </a:t>
                </a:r>
                <a:r>
                  <a:rPr lang="en-US" sz="2800" dirty="0"/>
                  <a:t>–</a:t>
                </a:r>
                <a:r>
                  <a:rPr lang="en-US" sz="2800" dirty="0">
                    <a:ea typeface="Cambria Math" panose="02040503050406030204" pitchFamily="18" charset="0"/>
                  </a:rPr>
                  <a:t> quadratic cost of control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800" dirty="0"/>
                  <a:t> – complete control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1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rate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F090218-75C6-272C-EC14-C6B4B0FBD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093" y="3492144"/>
                <a:ext cx="8314460" cy="1384995"/>
              </a:xfrm>
              <a:prstGeom prst="rect">
                <a:avLst/>
              </a:prstGeom>
              <a:blipFill>
                <a:blip r:embed="rId3"/>
                <a:stretch>
                  <a:fillRect l="-1466" t="-4846" b="-11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170CD72-DF9D-BD5B-72AC-FF2DB2B71163}"/>
                  </a:ext>
                </a:extLst>
              </p:cNvPr>
              <p:cNvSpPr txBox="1"/>
              <p:nvPr/>
            </p:nvSpPr>
            <p:spPr>
              <a:xfrm>
                <a:off x="290943" y="1772184"/>
                <a:ext cx="1138843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200" b="0" dirty="0">
                    <a:ea typeface="Cambria Math" panose="02040503050406030204" pitchFamily="18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f>
                      <m:fPr>
                        <m:type m:val="skw"/>
                        <m:ctrlP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3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200" dirty="0"/>
                  <a:t>, we need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170CD72-DF9D-BD5B-72AC-FF2DB2B71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43" y="1772184"/>
                <a:ext cx="11388437" cy="584775"/>
              </a:xfrm>
              <a:prstGeom prst="rect">
                <a:avLst/>
              </a:prstGeom>
              <a:blipFill>
                <a:blip r:embed="rId4"/>
                <a:stretch>
                  <a:fillRect l="-642"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2ED8B1A-D8A4-9304-7C6C-1E402D32D80F}"/>
                  </a:ext>
                </a:extLst>
              </p:cNvPr>
              <p:cNvSpPr txBox="1"/>
              <p:nvPr/>
            </p:nvSpPr>
            <p:spPr>
              <a:xfrm>
                <a:off x="-197429" y="2468880"/>
                <a:ext cx="9996055" cy="8969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3200">
                              <a:latin typeface="Cambria Math" panose="02040503050406030204" pitchFamily="18" charset="0"/>
                            </a:rPr>
                            <m:t>sup</m:t>
                          </m:r>
                        </m:e>
                        <m:lim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𝑎</m:t>
                          </m:r>
                        </m:lim>
                      </m:limLow>
                      <m:r>
                        <m:rPr>
                          <m:brk m:alnAt="7"/>
                        </m:rPr>
                        <a:rPr lang="en-US" sz="32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brk m:alnAt="7"/>
                            </m:rPr>
                            <a:rPr lang="en-US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)]=</m:t>
                      </m:r>
                      <m:f>
                        <m:fPr>
                          <m:type m:val="skw"/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3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e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2ED8B1A-D8A4-9304-7C6C-1E402D32D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7429" y="2468880"/>
                <a:ext cx="9996055" cy="8969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6C071B52-61F7-47B9-7E0A-2E501BD652E4}"/>
              </a:ext>
            </a:extLst>
          </p:cNvPr>
          <p:cNvSpPr txBox="1"/>
          <p:nvPr/>
        </p:nvSpPr>
        <p:spPr>
          <a:xfrm>
            <a:off x="588815" y="5003426"/>
            <a:ext cx="1790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Then: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97952D0-9688-5342-9F36-EA3D48FF354E}"/>
                  </a:ext>
                </a:extLst>
              </p:cNvPr>
              <p:cNvSpPr txBox="1"/>
              <p:nvPr/>
            </p:nvSpPr>
            <p:spPr>
              <a:xfrm>
                <a:off x="140273" y="5630107"/>
                <a:ext cx="11689775" cy="8466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30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3000">
                              <a:latin typeface="Cambria Math" panose="02040503050406030204" pitchFamily="18" charset="0"/>
                            </a:rPr>
                            <m:t>sup</m:t>
                          </m:r>
                        </m:e>
                        <m:lim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𝑎</m:t>
                          </m:r>
                        </m:lim>
                      </m:limLow>
                      <m:r>
                        <m:rPr>
                          <m:brk m:alnAt="7"/>
                        </m:rPr>
                        <a:rPr lang="en-US" sz="30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3000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sz="3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brk m:alnAt="7"/>
                            </m:rPr>
                            <a:rPr lang="en-US" sz="3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30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3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0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0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0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0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3000" i="1">
                          <a:latin typeface="Cambria Math" panose="02040503050406030204" pitchFamily="18" charset="0"/>
                        </a:rPr>
                        <m:t>)]=</m:t>
                      </m:r>
                      <m:limLow>
                        <m:limLowPr>
                          <m:ctrlPr>
                            <a:rPr lang="en-US" sz="30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3000">
                              <a:latin typeface="Cambria Math" panose="02040503050406030204" pitchFamily="18" charset="0"/>
                            </a:rPr>
                            <m:t>sup</m:t>
                          </m:r>
                        </m:e>
                        <m:lim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𝑎</m:t>
                          </m:r>
                        </m:lim>
                      </m:limLow>
                      <m:r>
                        <m:rPr>
                          <m:brk m:alnAt="7"/>
                        </m:rPr>
                        <a:rPr lang="en-US" sz="30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type m:val="skw"/>
                          <m:ctrlP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3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e>
                        <m:sup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]=</m:t>
                      </m:r>
                      <m:f>
                        <m:fPr>
                          <m:type m:val="skw"/>
                          <m:ctrlP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3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e>
                        <m:sup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97952D0-9688-5342-9F36-EA3D48FF3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73" y="5630107"/>
                <a:ext cx="11689775" cy="84664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19336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CE2B7-2BEA-0AA0-C184-FAA3A2F8A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26AE84B-9D1C-EFF2-09C6-00DAC70C4DEA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177C40-FC59-53D9-3740-E4E1F9900EF2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72BB1F-21CA-D896-4528-21CF536E745E}"/>
              </a:ext>
            </a:extLst>
          </p:cNvPr>
          <p:cNvSpPr txBox="1"/>
          <p:nvPr/>
        </p:nvSpPr>
        <p:spPr>
          <a:xfrm>
            <a:off x="3020229" y="116970"/>
            <a:ext cx="65082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Mean Field Games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7A70ADD7-4E15-7A87-9AD8-EE128332ED1C}"/>
              </a:ext>
            </a:extLst>
          </p:cNvPr>
          <p:cNvSpPr/>
          <p:nvPr/>
        </p:nvSpPr>
        <p:spPr>
          <a:xfrm flipH="1">
            <a:off x="3117369" y="1922138"/>
            <a:ext cx="675410" cy="1048148"/>
          </a:xfrm>
          <a:prstGeom prst="rightBrace">
            <a:avLst>
              <a:gd name="adj1" fmla="val 8333"/>
              <a:gd name="adj2" fmla="val 45174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0089DBB-4CFD-9F8E-F9B4-F6DC77B3E51C}"/>
                  </a:ext>
                </a:extLst>
              </p:cNvPr>
              <p:cNvSpPr txBox="1"/>
              <p:nvPr/>
            </p:nvSpPr>
            <p:spPr>
              <a:xfrm>
                <a:off x="3678479" y="2061250"/>
                <a:ext cx="483504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sz="2800" b="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l-G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𝜐</m:t>
                      </m:r>
                      <m:r>
                        <m:rPr>
                          <m:sty m:val="p"/>
                        </m:rPr>
                        <a:rPr lang="el-GR" sz="28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0089DBB-4CFD-9F8E-F9B4-F6DC77B3E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8479" y="2061250"/>
                <a:ext cx="4835042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3F6E269-3689-052D-92B9-CBA1FFA538BB}"/>
                  </a:ext>
                </a:extLst>
              </p:cNvPr>
              <p:cNvSpPr txBox="1"/>
              <p:nvPr/>
            </p:nvSpPr>
            <p:spPr>
              <a:xfrm>
                <a:off x="3905981" y="2539399"/>
                <a:ext cx="234173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3F6E269-3689-052D-92B9-CBA1FFA53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5981" y="2539399"/>
                <a:ext cx="2341730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4C63250-ED88-7278-7A7C-96B81CF382A5}"/>
                  </a:ext>
                </a:extLst>
              </p:cNvPr>
              <p:cNvSpPr txBox="1"/>
              <p:nvPr/>
            </p:nvSpPr>
            <p:spPr>
              <a:xfrm>
                <a:off x="3677415" y="3038381"/>
                <a:ext cx="4533036" cy="8917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l-G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𝜐</m:t>
                      </m:r>
                      <m:r>
                        <m:rPr>
                          <m:sty m:val="p"/>
                        </m:rPr>
                        <a:rPr lang="el-GR" sz="28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r>
                            <a:rPr 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US" sz="26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4C63250-ED88-7278-7A7C-96B81CF38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7415" y="3038381"/>
                <a:ext cx="4533036" cy="8917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081F3ED-14CA-8FAB-03DD-19C70F5A8977}"/>
                  </a:ext>
                </a:extLst>
              </p:cNvPr>
              <p:cNvSpPr txBox="1"/>
              <p:nvPr/>
            </p:nvSpPr>
            <p:spPr>
              <a:xfrm>
                <a:off x="3792779" y="3823096"/>
                <a:ext cx="264899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,0)=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081F3ED-14CA-8FAB-03DD-19C70F5A8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2779" y="3823096"/>
                <a:ext cx="2648995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ight Brace 22">
            <a:extLst>
              <a:ext uri="{FF2B5EF4-FFF2-40B4-BE49-F238E27FC236}">
                <a16:creationId xmlns:a16="http://schemas.microsoft.com/office/drawing/2014/main" id="{C46AC3D1-7AD5-5716-F0EA-314713685057}"/>
              </a:ext>
            </a:extLst>
          </p:cNvPr>
          <p:cNvSpPr/>
          <p:nvPr/>
        </p:nvSpPr>
        <p:spPr>
          <a:xfrm flipH="1">
            <a:off x="3117369" y="3222077"/>
            <a:ext cx="675410" cy="1048148"/>
          </a:xfrm>
          <a:prstGeom prst="rightBrace">
            <a:avLst>
              <a:gd name="adj1" fmla="val 8333"/>
              <a:gd name="adj2" fmla="val 45174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008EDD-0B17-D283-0FED-45A0B4E597C1}"/>
              </a:ext>
            </a:extLst>
          </p:cNvPr>
          <p:cNvSpPr txBox="1"/>
          <p:nvPr/>
        </p:nvSpPr>
        <p:spPr>
          <a:xfrm>
            <a:off x="337287" y="2530549"/>
            <a:ext cx="328352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ea typeface="Cambria Math" panose="02040503050406030204" pitchFamily="18" charset="0"/>
              </a:rPr>
              <a:t>Mean Field Games</a:t>
            </a:r>
            <a:endParaRPr 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2B021D-3963-28B6-4EBE-C1285204D1DA}"/>
              </a:ext>
            </a:extLst>
          </p:cNvPr>
          <p:cNvSpPr txBox="1"/>
          <p:nvPr/>
        </p:nvSpPr>
        <p:spPr>
          <a:xfrm>
            <a:off x="337287" y="4577886"/>
            <a:ext cx="112997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Solve the value PDE backward in time and solve the density equation forward in time</a:t>
            </a:r>
          </a:p>
        </p:txBody>
      </p:sp>
    </p:spTree>
    <p:extLst>
      <p:ext uri="{BB962C8B-B14F-4D97-AF65-F5344CB8AC3E}">
        <p14:creationId xmlns:p14="http://schemas.microsoft.com/office/powerpoint/2010/main" val="6440311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0436F-B361-551F-B530-95FF39B50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EA03E9C-04BD-F287-FF77-8765FFB9E240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E356D0-2F94-CD20-2592-73D2691790D3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9FACFE-597C-0FDF-2433-7FDCFFEB5C02}"/>
              </a:ext>
            </a:extLst>
          </p:cNvPr>
          <p:cNvSpPr txBox="1"/>
          <p:nvPr/>
        </p:nvSpPr>
        <p:spPr>
          <a:xfrm>
            <a:off x="3020229" y="116970"/>
            <a:ext cx="65082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Numerically Modeling Mean Field Games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E50CAB-61BE-FE67-D2A6-146CB5B47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36" y="1808159"/>
            <a:ext cx="5403273" cy="38770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FA03D1-AC96-B5E4-FACB-E374ED937A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1824743"/>
            <a:ext cx="5403273" cy="384383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FD1085A-CD80-C438-DBF4-9D440EB7BCA3}"/>
                  </a:ext>
                </a:extLst>
              </p:cNvPr>
              <p:cNvSpPr txBox="1"/>
              <p:nvPr/>
            </p:nvSpPr>
            <p:spPr>
              <a:xfrm>
                <a:off x="-903141" y="5668577"/>
                <a:ext cx="6999141" cy="9186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00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f>
                                <m:f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FD1085A-CD80-C438-DBF4-9D440EB7B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03141" y="5668577"/>
                <a:ext cx="6999141" cy="91864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62CA388-8E27-4ACA-02E5-4910962840E0}"/>
                  </a:ext>
                </a:extLst>
              </p:cNvPr>
              <p:cNvSpPr txBox="1"/>
              <p:nvPr/>
            </p:nvSpPr>
            <p:spPr>
              <a:xfrm>
                <a:off x="7021658" y="5866291"/>
                <a:ext cx="316143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.1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62CA388-8E27-4ACA-02E5-491096284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658" y="5866291"/>
                <a:ext cx="3161433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85115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F4EEE-BCA0-AC6A-80EA-666DA7E91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3F3D21-6438-06B3-E5A8-4381D6F2402C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DED8B6-0A95-513A-04A3-612CEFB4803E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FC108C-46C3-6698-C2A1-1FAF15CE65AE}"/>
              </a:ext>
            </a:extLst>
          </p:cNvPr>
          <p:cNvSpPr txBox="1"/>
          <p:nvPr/>
        </p:nvSpPr>
        <p:spPr>
          <a:xfrm>
            <a:off x="1615340" y="352084"/>
            <a:ext cx="89613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“Financial” Example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EAB4BB-02DF-C4F8-F011-95F51BC23F27}"/>
              </a:ext>
            </a:extLst>
          </p:cNvPr>
          <p:cNvSpPr txBox="1"/>
          <p:nvPr/>
        </p:nvSpPr>
        <p:spPr>
          <a:xfrm>
            <a:off x="290943" y="1772184"/>
            <a:ext cx="113884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dirty="0">
                <a:ea typeface="Cambria Math" panose="02040503050406030204" pitchFamily="18" charset="0"/>
              </a:rPr>
              <a:t>Suppose a group of traders are collecting a specific type of Pokémon card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60C26C-F178-C37A-7011-3F4478DAF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5228" y="3011907"/>
            <a:ext cx="2779975" cy="37041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2DCA6F-CF06-54AF-CF21-CF02D96EA0A7}"/>
                  </a:ext>
                </a:extLst>
              </p:cNvPr>
              <p:cNvSpPr txBox="1"/>
              <p:nvPr/>
            </p:nvSpPr>
            <p:spPr>
              <a:xfrm>
                <a:off x="581888" y="2422617"/>
                <a:ext cx="18391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2DCA6F-CF06-54AF-CF21-CF02D96EA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88" y="2422617"/>
                <a:ext cx="183919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0C93262-B291-6B0D-A957-21800F51CB4D}"/>
                  </a:ext>
                </a:extLst>
              </p:cNvPr>
              <p:cNvSpPr txBox="1"/>
              <p:nvPr/>
            </p:nvSpPr>
            <p:spPr>
              <a:xfrm>
                <a:off x="2022763" y="2422617"/>
                <a:ext cx="712123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b="0" dirty="0">
                    <a:ea typeface="Cambria Math" panose="02040503050406030204" pitchFamily="18" charset="0"/>
                  </a:rPr>
                  <a:t>represents the value of owning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b="0" dirty="0">
                    <a:ea typeface="Cambria Math" panose="02040503050406030204" pitchFamily="18" charset="0"/>
                  </a:rPr>
                  <a:t> of that card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0C93262-B291-6B0D-A957-21800F51C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2763" y="2422617"/>
                <a:ext cx="7121238" cy="523220"/>
              </a:xfrm>
              <a:prstGeom prst="rect">
                <a:avLst/>
              </a:prstGeom>
              <a:blipFill>
                <a:blip r:embed="rId5"/>
                <a:stretch>
                  <a:fillRect l="-1798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09717B8-332C-2F00-4C6C-96295B22D354}"/>
                  </a:ext>
                </a:extLst>
              </p:cNvPr>
              <p:cNvSpPr txBox="1"/>
              <p:nvPr/>
            </p:nvSpPr>
            <p:spPr>
              <a:xfrm>
                <a:off x="581888" y="2945837"/>
                <a:ext cx="18391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09717B8-332C-2F00-4C6C-96295B22D3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88" y="2945837"/>
                <a:ext cx="183919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93A08346-270C-CEEF-51E9-FE38D44D2A9E}"/>
              </a:ext>
            </a:extLst>
          </p:cNvPr>
          <p:cNvSpPr txBox="1"/>
          <p:nvPr/>
        </p:nvSpPr>
        <p:spPr>
          <a:xfrm>
            <a:off x="2143990" y="2945837"/>
            <a:ext cx="71212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dirty="0">
                <a:ea typeface="Cambria Math" panose="02040503050406030204" pitchFamily="18" charset="0"/>
              </a:rPr>
              <a:t>represents the distribution of inventories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B0ADAF-082C-BE18-EFD0-D036F047980D}"/>
                  </a:ext>
                </a:extLst>
              </p:cNvPr>
              <p:cNvSpPr txBox="1"/>
              <p:nvPr/>
            </p:nvSpPr>
            <p:spPr>
              <a:xfrm>
                <a:off x="290943" y="3642436"/>
                <a:ext cx="9445339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Stochastic Time Evolution: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l-G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B0ADAF-082C-BE18-EFD0-D036F0479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43" y="3642436"/>
                <a:ext cx="9445339" cy="954107"/>
              </a:xfrm>
              <a:prstGeom prst="rect">
                <a:avLst/>
              </a:prstGeom>
              <a:blipFill>
                <a:blip r:embed="rId7"/>
                <a:stretch>
                  <a:fillRect l="-1356" t="-7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BDC78AF-1453-84A5-82ED-975802342F1E}"/>
                  </a:ext>
                </a:extLst>
              </p:cNvPr>
              <p:cNvSpPr txBox="1"/>
              <p:nvPr/>
            </p:nvSpPr>
            <p:spPr>
              <a:xfrm>
                <a:off x="945573" y="4672058"/>
                <a:ext cx="610985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&gt; 0   ⇒</m:t>
                    </m:r>
                  </m:oMath>
                </a14:m>
                <a:r>
                  <a:rPr lang="en-US" sz="2800" dirty="0"/>
                  <a:t>   buy cards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BDC78AF-1453-84A5-82ED-975802342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573" y="4672058"/>
                <a:ext cx="6109854" cy="523220"/>
              </a:xfrm>
              <a:prstGeom prst="rect">
                <a:avLst/>
              </a:prstGeom>
              <a:blipFill>
                <a:blip r:embed="rId8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F9108AB-2F6B-29EE-4A2F-6731713C42E1}"/>
                  </a:ext>
                </a:extLst>
              </p:cNvPr>
              <p:cNvSpPr txBox="1"/>
              <p:nvPr/>
            </p:nvSpPr>
            <p:spPr>
              <a:xfrm>
                <a:off x="945573" y="5137751"/>
                <a:ext cx="610985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&lt; 0   ⇒</m:t>
                    </m:r>
                  </m:oMath>
                </a14:m>
                <a:r>
                  <a:rPr lang="en-US" sz="2800" dirty="0"/>
                  <a:t>   sell cards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F9108AB-2F6B-29EE-4A2F-6731713C4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573" y="5137751"/>
                <a:ext cx="6109854" cy="523220"/>
              </a:xfrm>
              <a:prstGeom prst="rect">
                <a:avLst/>
              </a:prstGeom>
              <a:blipFill>
                <a:blip r:embed="rId9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AEC93AB-4953-9017-CBA9-EBE5B31636BD}"/>
                  </a:ext>
                </a:extLst>
              </p:cNvPr>
              <p:cNvSpPr txBox="1"/>
              <p:nvPr/>
            </p:nvSpPr>
            <p:spPr>
              <a:xfrm>
                <a:off x="758533" y="5603444"/>
                <a:ext cx="71385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 ⇒</m:t>
                    </m:r>
                  </m:oMath>
                </a14:m>
                <a:r>
                  <a:rPr lang="en-US" sz="2800" dirty="0"/>
                  <a:t> find cards in packs or lose them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AEC93AB-4953-9017-CBA9-EBE5B3163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33" y="5603444"/>
                <a:ext cx="7138558" cy="523220"/>
              </a:xfrm>
              <a:prstGeom prst="rect">
                <a:avLst/>
              </a:prstGeom>
              <a:blipFill>
                <a:blip r:embed="rId10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44326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35BF0-4A20-1B5F-C8C9-EDD8A1F97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5F8F9BC-5EEA-48E7-88A3-7EAFE41BE248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036E97-25EF-F1B8-31DE-63DE04B58E76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2B8D03-CBE6-8525-45DD-54CA7344E30D}"/>
              </a:ext>
            </a:extLst>
          </p:cNvPr>
          <p:cNvSpPr txBox="1"/>
          <p:nvPr/>
        </p:nvSpPr>
        <p:spPr>
          <a:xfrm>
            <a:off x="1615340" y="352084"/>
            <a:ext cx="89613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“Financial” Example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85D003-27F1-6F54-8787-46097AF90D09}"/>
              </a:ext>
            </a:extLst>
          </p:cNvPr>
          <p:cNvSpPr txBox="1"/>
          <p:nvPr/>
        </p:nvSpPr>
        <p:spPr>
          <a:xfrm>
            <a:off x="290943" y="1772184"/>
            <a:ext cx="1138843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dirty="0">
                <a:ea typeface="Cambria Math" panose="02040503050406030204" pitchFamily="18" charset="0"/>
              </a:rPr>
              <a:t>Assume that buying or selling cards has a quadratic cost. This can be thought of the result of </a:t>
            </a:r>
            <a:r>
              <a:rPr lang="en-US" sz="2800" dirty="0">
                <a:ea typeface="Cambria Math" panose="02040503050406030204" pitchFamily="18" charset="0"/>
              </a:rPr>
              <a:t>b</a:t>
            </a:r>
            <a:r>
              <a:rPr lang="en-US" sz="2800" b="0" dirty="0">
                <a:ea typeface="Cambria Math" panose="02040503050406030204" pitchFamily="18" charset="0"/>
              </a:rPr>
              <a:t>uying or selling moving the price against you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C0E9F4E-D6EE-4AB6-FDF1-72ACB4663F42}"/>
                  </a:ext>
                </a:extLst>
              </p:cNvPr>
              <p:cNvSpPr txBox="1"/>
              <p:nvPr/>
            </p:nvSpPr>
            <p:spPr>
              <a:xfrm>
                <a:off x="290942" y="3429000"/>
                <a:ext cx="10453701" cy="11617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The objective structure of our system is:</a:t>
                </a:r>
              </a:p>
              <a:p>
                <a:pPr algn="ctr"/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( </m:t>
                        </m:r>
                        <m:f>
                          <m:fPr>
                            <m:type m:val="skw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)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</m:nary>
                  </m:oMath>
                </a14:m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C0E9F4E-D6EE-4AB6-FDF1-72ACB4663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42" y="3429000"/>
                <a:ext cx="10453701" cy="1161793"/>
              </a:xfrm>
              <a:prstGeom prst="rect">
                <a:avLst/>
              </a:prstGeom>
              <a:blipFill>
                <a:blip r:embed="rId3"/>
                <a:stretch>
                  <a:fillRect t="-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00E3102-12D7-B3E9-0D6C-2F14AB3F7AFE}"/>
                  </a:ext>
                </a:extLst>
              </p:cNvPr>
              <p:cNvSpPr txBox="1"/>
              <p:nvPr/>
            </p:nvSpPr>
            <p:spPr>
              <a:xfrm>
                <a:off x="290942" y="2839231"/>
                <a:ext cx="939338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ea typeface="Cambria Math" panose="02040503050406030204" pitchFamily="18" charset="0"/>
                  </a:rPr>
                  <a:t>Further a</a:t>
                </a:r>
                <a:r>
                  <a:rPr lang="en-US" sz="2800" b="0" dirty="0">
                    <a:ea typeface="Cambria Math" panose="02040503050406030204" pitchFamily="18" charset="0"/>
                  </a:rPr>
                  <a:t>s</a:t>
                </a:r>
                <a:r>
                  <a:rPr lang="en-US" sz="2800" dirty="0">
                    <a:ea typeface="Cambria Math" panose="02040503050406030204" pitchFamily="18" charset="0"/>
                  </a:rPr>
                  <a:t>sume that there is a running iteration term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n-US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ea typeface="Cambria Math" panose="02040503050406030204" pitchFamily="18" charset="0"/>
                  </a:rPr>
                  <a:t> </a:t>
                </a:r>
                <a:endParaRPr lang="en-US" sz="28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00E3102-12D7-B3E9-0D6C-2F14AB3F7A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42" y="2839231"/>
                <a:ext cx="9393385" cy="523220"/>
              </a:xfrm>
              <a:prstGeom prst="rect">
                <a:avLst/>
              </a:prstGeom>
              <a:blipFill>
                <a:blip r:embed="rId4"/>
                <a:stretch>
                  <a:fillRect l="-1363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C16A3C6-1AB6-F634-5FF9-E3A27B9D45A3}"/>
                  </a:ext>
                </a:extLst>
              </p:cNvPr>
              <p:cNvSpPr txBox="1"/>
              <p:nvPr/>
            </p:nvSpPr>
            <p:spPr>
              <a:xfrm>
                <a:off x="-103909" y="4657342"/>
                <a:ext cx="11045536" cy="540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The associated HJB equation is: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type m:val="skw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l-G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l-GR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type m:val="skw"/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n-US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C16A3C6-1AB6-F634-5FF9-E3A27B9D4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3909" y="4657342"/>
                <a:ext cx="11045536" cy="540725"/>
              </a:xfrm>
              <a:prstGeom prst="rect">
                <a:avLst/>
              </a:prstGeom>
              <a:blipFill>
                <a:blip r:embed="rId5"/>
                <a:stretch>
                  <a:fillRect t="-10112" b="-280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8F5ACD6-72A2-6594-273D-EAE9E651250C}"/>
                  </a:ext>
                </a:extLst>
              </p:cNvPr>
              <p:cNvSpPr txBox="1"/>
              <p:nvPr/>
            </p:nvSpPr>
            <p:spPr>
              <a:xfrm>
                <a:off x="3573170" y="5392993"/>
                <a:ext cx="447872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l-G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𝜐</m:t>
                      </m:r>
                      <m:r>
                        <m:rPr>
                          <m:sty m:val="p"/>
                        </m:rPr>
                        <a:rPr lang="el-GR" sz="28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US" sz="26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8F5ACD6-72A2-6594-273D-EAE9E6512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3170" y="5392993"/>
                <a:ext cx="4478727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9949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9364</TotalTime>
  <Words>1562</Words>
  <Application>Microsoft Office PowerPoint</Application>
  <PresentationFormat>Widescreen</PresentationFormat>
  <Paragraphs>236</Paragraphs>
  <Slides>30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Wyngaard</dc:creator>
  <cp:lastModifiedBy>Jacob Wyngaard</cp:lastModifiedBy>
  <cp:revision>77</cp:revision>
  <cp:lastPrinted>2025-08-21T02:00:35Z</cp:lastPrinted>
  <dcterms:created xsi:type="dcterms:W3CDTF">2025-08-20T23:47:39Z</dcterms:created>
  <dcterms:modified xsi:type="dcterms:W3CDTF">2026-04-28T18:25:57Z</dcterms:modified>
</cp:coreProperties>
</file>