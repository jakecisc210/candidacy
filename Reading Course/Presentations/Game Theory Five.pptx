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0"/>
  </p:notesMasterIdLst>
  <p:sldIdLst>
    <p:sldId id="291" r:id="rId2"/>
    <p:sldId id="341" r:id="rId3"/>
    <p:sldId id="364" r:id="rId4"/>
    <p:sldId id="310" r:id="rId5"/>
    <p:sldId id="342" r:id="rId6"/>
    <p:sldId id="307" r:id="rId7"/>
    <p:sldId id="369" r:id="rId8"/>
    <p:sldId id="339" r:id="rId9"/>
    <p:sldId id="340" r:id="rId10"/>
    <p:sldId id="366" r:id="rId11"/>
    <p:sldId id="371" r:id="rId12"/>
    <p:sldId id="372" r:id="rId13"/>
    <p:sldId id="370" r:id="rId14"/>
    <p:sldId id="367" r:id="rId15"/>
    <p:sldId id="368" r:id="rId16"/>
    <p:sldId id="365" r:id="rId17"/>
    <p:sldId id="303" r:id="rId18"/>
    <p:sldId id="349" r:id="rId19"/>
    <p:sldId id="352" r:id="rId20"/>
    <p:sldId id="354" r:id="rId21"/>
    <p:sldId id="355" r:id="rId22"/>
    <p:sldId id="357" r:id="rId23"/>
    <p:sldId id="358" r:id="rId24"/>
    <p:sldId id="359" r:id="rId25"/>
    <p:sldId id="360" r:id="rId26"/>
    <p:sldId id="361" r:id="rId27"/>
    <p:sldId id="362" r:id="rId28"/>
    <p:sldId id="363" r:id="rId29"/>
  </p:sldIdLst>
  <p:sldSz cx="12192000" cy="6858000"/>
  <p:notesSz cx="6858000" cy="889158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7D359C8-AACA-2EA8-D24E-0AAD455781CC}" name="Jacob Wyngaard" initials="JW" userId="6181fcd471e98458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4EA1"/>
    <a:srgbClr val="FF66CC"/>
    <a:srgbClr val="FFCC00"/>
    <a:srgbClr val="F21C0B"/>
    <a:srgbClr val="5E83A6"/>
    <a:srgbClr val="EBF1F8"/>
    <a:srgbClr val="B2BFB9"/>
    <a:srgbClr val="E9F5E7"/>
    <a:srgbClr val="FFFFFF"/>
    <a:srgbClr val="CDE6E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A6100DC-3F7A-4A8D-B6FE-F34C48361F4D}" v="867" dt="2026-03-10T04:32:53.69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651" autoAdjust="0"/>
    <p:restoredTop sz="93462" autoAdjust="0"/>
  </p:normalViewPr>
  <p:slideViewPr>
    <p:cSldViewPr snapToGrid="0">
      <p:cViewPr varScale="1">
        <p:scale>
          <a:sx n="81" d="100"/>
          <a:sy n="81" d="100"/>
        </p:scale>
        <p:origin x="67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37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35" Type="http://schemas.microsoft.com/office/2016/11/relationships/changesInfo" Target="changesInfos/changesInfo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ob Wyngaard" userId="6181fcd471e98458" providerId="LiveId" clId="{788BA123-62C9-4DDC-86E5-A6BCA4600216}"/>
    <pc:docChg chg="undo custSel addSld delSld modSld sldOrd">
      <pc:chgData name="Jacob Wyngaard" userId="6181fcd471e98458" providerId="LiveId" clId="{788BA123-62C9-4DDC-86E5-A6BCA4600216}" dt="2026-03-10T04:32:53.690" v="2592" actId="20577"/>
      <pc:docMkLst>
        <pc:docMk/>
      </pc:docMkLst>
      <pc:sldChg chg="addSp delSp modSp mod">
        <pc:chgData name="Jacob Wyngaard" userId="6181fcd471e98458" providerId="LiveId" clId="{788BA123-62C9-4DDC-86E5-A6BCA4600216}" dt="2026-03-10T04:14:36.480" v="2223" actId="1076"/>
        <pc:sldMkLst>
          <pc:docMk/>
          <pc:sldMk cId="606609933" sldId="291"/>
        </pc:sldMkLst>
        <pc:spChg chg="mod">
          <ac:chgData name="Jacob Wyngaard" userId="6181fcd471e98458" providerId="LiveId" clId="{788BA123-62C9-4DDC-86E5-A6BCA4600216}" dt="2026-03-10T03:31:00.658" v="1102" actId="1076"/>
          <ac:spMkLst>
            <pc:docMk/>
            <pc:sldMk cId="606609933" sldId="291"/>
            <ac:spMk id="9" creationId="{146DFEDC-5C40-1E05-3C8E-45F902F03177}"/>
          </ac:spMkLst>
        </pc:spChg>
        <pc:picChg chg="del">
          <ac:chgData name="Jacob Wyngaard" userId="6181fcd471e98458" providerId="LiveId" clId="{788BA123-62C9-4DDC-86E5-A6BCA4600216}" dt="2026-03-10T04:14:25.915" v="2217" actId="478"/>
          <ac:picMkLst>
            <pc:docMk/>
            <pc:sldMk cId="606609933" sldId="291"/>
            <ac:picMk id="2" creationId="{D76A7CA4-249F-39A7-40A5-E32F4DFBAFCC}"/>
          </ac:picMkLst>
        </pc:picChg>
        <pc:picChg chg="add mod">
          <ac:chgData name="Jacob Wyngaard" userId="6181fcd471e98458" providerId="LiveId" clId="{788BA123-62C9-4DDC-86E5-A6BCA4600216}" dt="2026-03-10T04:14:36.480" v="2223" actId="1076"/>
          <ac:picMkLst>
            <pc:docMk/>
            <pc:sldMk cId="606609933" sldId="291"/>
            <ac:picMk id="3" creationId="{B2D99EA0-3A0E-47B7-1085-FC1A2F0B8DB8}"/>
          </ac:picMkLst>
        </pc:picChg>
      </pc:sldChg>
      <pc:sldChg chg="modSp add mod">
        <pc:chgData name="Jacob Wyngaard" userId="6181fcd471e98458" providerId="LiveId" clId="{788BA123-62C9-4DDC-86E5-A6BCA4600216}" dt="2026-03-10T04:13:57.072" v="2216" actId="20577"/>
        <pc:sldMkLst>
          <pc:docMk/>
          <pc:sldMk cId="1276044030" sldId="303"/>
        </pc:sldMkLst>
        <pc:spChg chg="mod">
          <ac:chgData name="Jacob Wyngaard" userId="6181fcd471e98458" providerId="LiveId" clId="{788BA123-62C9-4DDC-86E5-A6BCA4600216}" dt="2026-03-10T04:13:21.134" v="2120" actId="14100"/>
          <ac:spMkLst>
            <pc:docMk/>
            <pc:sldMk cId="1276044030" sldId="303"/>
            <ac:spMk id="9" creationId="{B5B6276E-4601-A78B-1C87-83C27FC0F954}"/>
          </ac:spMkLst>
        </pc:spChg>
        <pc:spChg chg="mod">
          <ac:chgData name="Jacob Wyngaard" userId="6181fcd471e98458" providerId="LiveId" clId="{788BA123-62C9-4DDC-86E5-A6BCA4600216}" dt="2026-03-10T04:13:57.072" v="2216" actId="20577"/>
          <ac:spMkLst>
            <pc:docMk/>
            <pc:sldMk cId="1276044030" sldId="303"/>
            <ac:spMk id="15" creationId="{BF589156-1C1E-5A3B-B2CA-64ABAFA875A4}"/>
          </ac:spMkLst>
        </pc:spChg>
        <pc:picChg chg="mod">
          <ac:chgData name="Jacob Wyngaard" userId="6181fcd471e98458" providerId="LiveId" clId="{788BA123-62C9-4DDC-86E5-A6BCA4600216}" dt="2026-03-10T04:12:50.317" v="2061" actId="14826"/>
          <ac:picMkLst>
            <pc:docMk/>
            <pc:sldMk cId="1276044030" sldId="303"/>
            <ac:picMk id="4" creationId="{A3213F0F-4191-E379-5CD2-5B46452977B9}"/>
          </ac:picMkLst>
        </pc:picChg>
      </pc:sldChg>
      <pc:sldChg chg="del">
        <pc:chgData name="Jacob Wyngaard" userId="6181fcd471e98458" providerId="LiveId" clId="{788BA123-62C9-4DDC-86E5-A6BCA4600216}" dt="2026-03-10T03:44:25.418" v="1231" actId="47"/>
        <pc:sldMkLst>
          <pc:docMk/>
          <pc:sldMk cId="1632653986" sldId="304"/>
        </pc:sldMkLst>
      </pc:sldChg>
      <pc:sldChg chg="addSp modSp mod">
        <pc:chgData name="Jacob Wyngaard" userId="6181fcd471e98458" providerId="LiveId" clId="{788BA123-62C9-4DDC-86E5-A6BCA4600216}" dt="2026-03-09T18:04:58.880" v="314" actId="14100"/>
        <pc:sldMkLst>
          <pc:docMk/>
          <pc:sldMk cId="3006645019" sldId="310"/>
        </pc:sldMkLst>
        <pc:spChg chg="add mod">
          <ac:chgData name="Jacob Wyngaard" userId="6181fcd471e98458" providerId="LiveId" clId="{788BA123-62C9-4DDC-86E5-A6BCA4600216}" dt="2026-03-09T18:01:20.964" v="285" actId="14100"/>
          <ac:spMkLst>
            <pc:docMk/>
            <pc:sldMk cId="3006645019" sldId="310"/>
            <ac:spMk id="9" creationId="{94AEF34C-E98B-6DB8-E569-90D176EDF31F}"/>
          </ac:spMkLst>
        </pc:spChg>
        <pc:spChg chg="mod">
          <ac:chgData name="Jacob Wyngaard" userId="6181fcd471e98458" providerId="LiveId" clId="{788BA123-62C9-4DDC-86E5-A6BCA4600216}" dt="2026-03-09T18:04:58.880" v="314" actId="14100"/>
          <ac:spMkLst>
            <pc:docMk/>
            <pc:sldMk cId="3006645019" sldId="310"/>
            <ac:spMk id="14" creationId="{F0EBE0D0-9EC2-1C96-7A4D-900EBC3ACA8D}"/>
          </ac:spMkLst>
        </pc:spChg>
        <pc:spChg chg="mod">
          <ac:chgData name="Jacob Wyngaard" userId="6181fcd471e98458" providerId="LiveId" clId="{788BA123-62C9-4DDC-86E5-A6BCA4600216}" dt="2026-03-09T18:00:12.549" v="192" actId="20577"/>
          <ac:spMkLst>
            <pc:docMk/>
            <pc:sldMk cId="3006645019" sldId="310"/>
            <ac:spMk id="15" creationId="{DE6B6689-4F0C-9793-B9EF-C157198F5C3A}"/>
          </ac:spMkLst>
        </pc:spChg>
        <pc:spChg chg="mod">
          <ac:chgData name="Jacob Wyngaard" userId="6181fcd471e98458" providerId="LiveId" clId="{788BA123-62C9-4DDC-86E5-A6BCA4600216}" dt="2026-03-09T18:00:11.173" v="191" actId="20577"/>
          <ac:spMkLst>
            <pc:docMk/>
            <pc:sldMk cId="3006645019" sldId="310"/>
            <ac:spMk id="17" creationId="{81592692-D028-C86A-0070-21C543C131B7}"/>
          </ac:spMkLst>
        </pc:spChg>
        <pc:spChg chg="mod">
          <ac:chgData name="Jacob Wyngaard" userId="6181fcd471e98458" providerId="LiveId" clId="{788BA123-62C9-4DDC-86E5-A6BCA4600216}" dt="2026-03-09T18:00:10" v="190" actId="20577"/>
          <ac:spMkLst>
            <pc:docMk/>
            <pc:sldMk cId="3006645019" sldId="310"/>
            <ac:spMk id="18" creationId="{8BBB5134-EA76-BA4D-4D0E-DBC2FA6C6D19}"/>
          </ac:spMkLst>
        </pc:spChg>
        <pc:spChg chg="mod">
          <ac:chgData name="Jacob Wyngaard" userId="6181fcd471e98458" providerId="LiveId" clId="{788BA123-62C9-4DDC-86E5-A6BCA4600216}" dt="2026-03-09T18:00:06.435" v="187" actId="20577"/>
          <ac:spMkLst>
            <pc:docMk/>
            <pc:sldMk cId="3006645019" sldId="310"/>
            <ac:spMk id="19" creationId="{9A877039-DBAE-FEEC-F7AD-C920C3DBB9C6}"/>
          </ac:spMkLst>
        </pc:spChg>
        <pc:spChg chg="mod">
          <ac:chgData name="Jacob Wyngaard" userId="6181fcd471e98458" providerId="LiveId" clId="{788BA123-62C9-4DDC-86E5-A6BCA4600216}" dt="2026-03-09T18:00:07.835" v="188" actId="20577"/>
          <ac:spMkLst>
            <pc:docMk/>
            <pc:sldMk cId="3006645019" sldId="310"/>
            <ac:spMk id="21" creationId="{BBEE6892-82BE-F7A5-4906-EBE0C9667175}"/>
          </ac:spMkLst>
        </pc:spChg>
        <pc:spChg chg="mod">
          <ac:chgData name="Jacob Wyngaard" userId="6181fcd471e98458" providerId="LiveId" clId="{788BA123-62C9-4DDC-86E5-A6BCA4600216}" dt="2026-03-09T18:00:08.783" v="189" actId="20577"/>
          <ac:spMkLst>
            <pc:docMk/>
            <pc:sldMk cId="3006645019" sldId="310"/>
            <ac:spMk id="22" creationId="{8C9CB58B-F7F7-A3D0-1B8B-42B4A4EA9986}"/>
          </ac:spMkLst>
        </pc:spChg>
        <pc:spChg chg="mod">
          <ac:chgData name="Jacob Wyngaard" userId="6181fcd471e98458" providerId="LiveId" clId="{788BA123-62C9-4DDC-86E5-A6BCA4600216}" dt="2026-03-09T18:01:26.374" v="288" actId="20577"/>
          <ac:spMkLst>
            <pc:docMk/>
            <pc:sldMk cId="3006645019" sldId="310"/>
            <ac:spMk id="24" creationId="{AD1F350A-71AC-6201-2D8D-5BE261E6C1AC}"/>
          </ac:spMkLst>
        </pc:spChg>
        <pc:spChg chg="mod">
          <ac:chgData name="Jacob Wyngaard" userId="6181fcd471e98458" providerId="LiveId" clId="{788BA123-62C9-4DDC-86E5-A6BCA4600216}" dt="2026-03-09T18:01:29.777" v="291" actId="20577"/>
          <ac:spMkLst>
            <pc:docMk/>
            <pc:sldMk cId="3006645019" sldId="310"/>
            <ac:spMk id="25" creationId="{08C95E68-9A8B-6436-ECE3-CC61AB4AD7B1}"/>
          </ac:spMkLst>
        </pc:spChg>
        <pc:spChg chg="mod">
          <ac:chgData name="Jacob Wyngaard" userId="6181fcd471e98458" providerId="LiveId" clId="{788BA123-62C9-4DDC-86E5-A6BCA4600216}" dt="2026-03-09T18:01:38.217" v="296" actId="20577"/>
          <ac:spMkLst>
            <pc:docMk/>
            <pc:sldMk cId="3006645019" sldId="310"/>
            <ac:spMk id="26" creationId="{F2F5A013-FEEF-2DB8-DFE6-D673750B4252}"/>
          </ac:spMkLst>
        </pc:spChg>
      </pc:sldChg>
      <pc:sldChg chg="addSp modSp del mod">
        <pc:chgData name="Jacob Wyngaard" userId="6181fcd471e98458" providerId="LiveId" clId="{788BA123-62C9-4DDC-86E5-A6BCA4600216}" dt="2026-03-10T03:44:12.484" v="1230" actId="47"/>
        <pc:sldMkLst>
          <pc:docMk/>
          <pc:sldMk cId="3454015702" sldId="313"/>
        </pc:sldMkLst>
        <pc:spChg chg="add mod">
          <ac:chgData name="Jacob Wyngaard" userId="6181fcd471e98458" providerId="LiveId" clId="{788BA123-62C9-4DDC-86E5-A6BCA4600216}" dt="2026-03-09T17:26:45.811" v="172" actId="1076"/>
          <ac:spMkLst>
            <pc:docMk/>
            <pc:sldMk cId="3454015702" sldId="313"/>
            <ac:spMk id="2" creationId="{E5AFF251-08F9-90EB-0692-FB411C114A4B}"/>
          </ac:spMkLst>
        </pc:spChg>
      </pc:sldChg>
      <pc:sldChg chg="del">
        <pc:chgData name="Jacob Wyngaard" userId="6181fcd471e98458" providerId="LiveId" clId="{788BA123-62C9-4DDC-86E5-A6BCA4600216}" dt="2026-03-09T17:21:58.139" v="0" actId="47"/>
        <pc:sldMkLst>
          <pc:docMk/>
          <pc:sldMk cId="3167256528" sldId="325"/>
        </pc:sldMkLst>
      </pc:sldChg>
      <pc:sldChg chg="del">
        <pc:chgData name="Jacob Wyngaard" userId="6181fcd471e98458" providerId="LiveId" clId="{788BA123-62C9-4DDC-86E5-A6BCA4600216}" dt="2026-03-09T17:22:00.739" v="1" actId="47"/>
        <pc:sldMkLst>
          <pc:docMk/>
          <pc:sldMk cId="1605861671" sldId="327"/>
        </pc:sldMkLst>
      </pc:sldChg>
      <pc:sldChg chg="del">
        <pc:chgData name="Jacob Wyngaard" userId="6181fcd471e98458" providerId="LiveId" clId="{788BA123-62C9-4DDC-86E5-A6BCA4600216}" dt="2026-03-09T17:59:46.655" v="173" actId="47"/>
        <pc:sldMkLst>
          <pc:docMk/>
          <pc:sldMk cId="436822231" sldId="338"/>
        </pc:sldMkLst>
      </pc:sldChg>
      <pc:sldChg chg="modSp mod">
        <pc:chgData name="Jacob Wyngaard" userId="6181fcd471e98458" providerId="LiveId" clId="{788BA123-62C9-4DDC-86E5-A6BCA4600216}" dt="2026-03-09T18:12:50.097" v="690" actId="1076"/>
        <pc:sldMkLst>
          <pc:docMk/>
          <pc:sldMk cId="3916718522" sldId="339"/>
        </pc:sldMkLst>
        <pc:spChg chg="mod">
          <ac:chgData name="Jacob Wyngaard" userId="6181fcd471e98458" providerId="LiveId" clId="{788BA123-62C9-4DDC-86E5-A6BCA4600216}" dt="2026-03-09T18:07:49.075" v="640" actId="20577"/>
          <ac:spMkLst>
            <pc:docMk/>
            <pc:sldMk cId="3916718522" sldId="339"/>
            <ac:spMk id="24" creationId="{CA23C72D-873B-B3E7-99DA-0EC0A90CB461}"/>
          </ac:spMkLst>
        </pc:spChg>
        <pc:spChg chg="mod">
          <ac:chgData name="Jacob Wyngaard" userId="6181fcd471e98458" providerId="LiveId" clId="{788BA123-62C9-4DDC-86E5-A6BCA4600216}" dt="2026-03-09T18:08:26.553" v="665" actId="20577"/>
          <ac:spMkLst>
            <pc:docMk/>
            <pc:sldMk cId="3916718522" sldId="339"/>
            <ac:spMk id="25" creationId="{04835B80-1F31-822D-7A8B-D77FA92FB5A4}"/>
          </ac:spMkLst>
        </pc:spChg>
        <pc:spChg chg="mod">
          <ac:chgData name="Jacob Wyngaard" userId="6181fcd471e98458" providerId="LiveId" clId="{788BA123-62C9-4DDC-86E5-A6BCA4600216}" dt="2026-03-09T18:09:00.195" v="687" actId="20577"/>
          <ac:spMkLst>
            <pc:docMk/>
            <pc:sldMk cId="3916718522" sldId="339"/>
            <ac:spMk id="26" creationId="{B9B6CACE-6979-EB79-F461-0730A260CEA0}"/>
          </ac:spMkLst>
        </pc:spChg>
        <pc:spChg chg="mod">
          <ac:chgData name="Jacob Wyngaard" userId="6181fcd471e98458" providerId="LiveId" clId="{788BA123-62C9-4DDC-86E5-A6BCA4600216}" dt="2026-03-09T18:07:57.777" v="646" actId="20577"/>
          <ac:spMkLst>
            <pc:docMk/>
            <pc:sldMk cId="3916718522" sldId="339"/>
            <ac:spMk id="38" creationId="{E559EB65-C21C-CCB7-0EBE-CE94D35B2031}"/>
          </ac:spMkLst>
        </pc:spChg>
        <pc:spChg chg="mod">
          <ac:chgData name="Jacob Wyngaard" userId="6181fcd471e98458" providerId="LiveId" clId="{788BA123-62C9-4DDC-86E5-A6BCA4600216}" dt="2026-03-09T18:08:02.744" v="649" actId="20577"/>
          <ac:spMkLst>
            <pc:docMk/>
            <pc:sldMk cId="3916718522" sldId="339"/>
            <ac:spMk id="39" creationId="{8AC48CCD-907D-F373-FF54-C1F41E593C9F}"/>
          </ac:spMkLst>
        </pc:spChg>
        <pc:spChg chg="mod">
          <ac:chgData name="Jacob Wyngaard" userId="6181fcd471e98458" providerId="LiveId" clId="{788BA123-62C9-4DDC-86E5-A6BCA4600216}" dt="2026-03-09T18:08:08.638" v="656" actId="20577"/>
          <ac:spMkLst>
            <pc:docMk/>
            <pc:sldMk cId="3916718522" sldId="339"/>
            <ac:spMk id="40" creationId="{E1732701-838A-2173-7D12-C66576CAE0CB}"/>
          </ac:spMkLst>
        </pc:spChg>
        <pc:spChg chg="mod">
          <ac:chgData name="Jacob Wyngaard" userId="6181fcd471e98458" providerId="LiveId" clId="{788BA123-62C9-4DDC-86E5-A6BCA4600216}" dt="2026-03-09T18:08:13.743" v="659" actId="20577"/>
          <ac:spMkLst>
            <pc:docMk/>
            <pc:sldMk cId="3916718522" sldId="339"/>
            <ac:spMk id="41" creationId="{E984092A-B5AC-D2D0-4E4D-10FC1838F414}"/>
          </ac:spMkLst>
        </pc:spChg>
        <pc:spChg chg="mod">
          <ac:chgData name="Jacob Wyngaard" userId="6181fcd471e98458" providerId="LiveId" clId="{788BA123-62C9-4DDC-86E5-A6BCA4600216}" dt="2026-03-09T18:08:36.043" v="671" actId="20577"/>
          <ac:spMkLst>
            <pc:docMk/>
            <pc:sldMk cId="3916718522" sldId="339"/>
            <ac:spMk id="43" creationId="{8AA254C2-EE43-B52A-78FC-EBAAA16311A0}"/>
          </ac:spMkLst>
        </pc:spChg>
        <pc:spChg chg="mod">
          <ac:chgData name="Jacob Wyngaard" userId="6181fcd471e98458" providerId="LiveId" clId="{788BA123-62C9-4DDC-86E5-A6BCA4600216}" dt="2026-03-09T18:08:40.614" v="674" actId="20577"/>
          <ac:spMkLst>
            <pc:docMk/>
            <pc:sldMk cId="3916718522" sldId="339"/>
            <ac:spMk id="44" creationId="{06F32AFC-DCC9-A6E4-2FFB-A20EC6F09189}"/>
          </ac:spMkLst>
        </pc:spChg>
        <pc:spChg chg="mod">
          <ac:chgData name="Jacob Wyngaard" userId="6181fcd471e98458" providerId="LiveId" clId="{788BA123-62C9-4DDC-86E5-A6BCA4600216}" dt="2026-03-09T18:08:45.030" v="677" actId="20577"/>
          <ac:spMkLst>
            <pc:docMk/>
            <pc:sldMk cId="3916718522" sldId="339"/>
            <ac:spMk id="45" creationId="{153A7E43-0CA4-DFC8-2473-A1BB65A10CFF}"/>
          </ac:spMkLst>
        </pc:spChg>
        <pc:spChg chg="mod">
          <ac:chgData name="Jacob Wyngaard" userId="6181fcd471e98458" providerId="LiveId" clId="{788BA123-62C9-4DDC-86E5-A6BCA4600216}" dt="2026-03-09T18:08:55.927" v="683" actId="20577"/>
          <ac:spMkLst>
            <pc:docMk/>
            <pc:sldMk cId="3916718522" sldId="339"/>
            <ac:spMk id="46" creationId="{E4029A70-56C2-D33E-BDAC-048D85747C7E}"/>
          </ac:spMkLst>
        </pc:spChg>
        <pc:spChg chg="mod">
          <ac:chgData name="Jacob Wyngaard" userId="6181fcd471e98458" providerId="LiveId" clId="{788BA123-62C9-4DDC-86E5-A6BCA4600216}" dt="2026-03-09T18:08:57.807" v="685" actId="20577"/>
          <ac:spMkLst>
            <pc:docMk/>
            <pc:sldMk cId="3916718522" sldId="339"/>
            <ac:spMk id="47" creationId="{540C176E-CEB6-5A3C-4322-489CEBDDAC78}"/>
          </ac:spMkLst>
        </pc:spChg>
        <pc:spChg chg="mod">
          <ac:chgData name="Jacob Wyngaard" userId="6181fcd471e98458" providerId="LiveId" clId="{788BA123-62C9-4DDC-86E5-A6BCA4600216}" dt="2026-03-09T18:12:34.037" v="688" actId="1076"/>
          <ac:spMkLst>
            <pc:docMk/>
            <pc:sldMk cId="3916718522" sldId="339"/>
            <ac:spMk id="50" creationId="{66B08E75-662B-AD0D-F3A4-B00DED85551D}"/>
          </ac:spMkLst>
        </pc:spChg>
        <pc:spChg chg="mod">
          <ac:chgData name="Jacob Wyngaard" userId="6181fcd471e98458" providerId="LiveId" clId="{788BA123-62C9-4DDC-86E5-A6BCA4600216}" dt="2026-03-09T18:08:51.310" v="679" actId="20577"/>
          <ac:spMkLst>
            <pc:docMk/>
            <pc:sldMk cId="3916718522" sldId="339"/>
            <ac:spMk id="51" creationId="{6AEF4C36-050D-DA8F-5ACB-EDF5CE0BFC65}"/>
          </ac:spMkLst>
        </pc:spChg>
        <pc:spChg chg="mod">
          <ac:chgData name="Jacob Wyngaard" userId="6181fcd471e98458" providerId="LiveId" clId="{788BA123-62C9-4DDC-86E5-A6BCA4600216}" dt="2026-03-09T18:08:53.282" v="681" actId="20577"/>
          <ac:spMkLst>
            <pc:docMk/>
            <pc:sldMk cId="3916718522" sldId="339"/>
            <ac:spMk id="52" creationId="{3BC92F14-4C5E-824B-6054-9286FFDB3F7E}"/>
          </ac:spMkLst>
        </pc:spChg>
        <pc:spChg chg="mod">
          <ac:chgData name="Jacob Wyngaard" userId="6181fcd471e98458" providerId="LiveId" clId="{788BA123-62C9-4DDC-86E5-A6BCA4600216}" dt="2026-03-09T18:12:45.688" v="689" actId="1076"/>
          <ac:spMkLst>
            <pc:docMk/>
            <pc:sldMk cId="3916718522" sldId="339"/>
            <ac:spMk id="53" creationId="{11F27040-A425-2CB5-9F89-06583E8FFDF9}"/>
          </ac:spMkLst>
        </pc:spChg>
        <pc:spChg chg="mod">
          <ac:chgData name="Jacob Wyngaard" userId="6181fcd471e98458" providerId="LiveId" clId="{788BA123-62C9-4DDC-86E5-A6BCA4600216}" dt="2026-03-09T18:12:50.097" v="690" actId="1076"/>
          <ac:spMkLst>
            <pc:docMk/>
            <pc:sldMk cId="3916718522" sldId="339"/>
            <ac:spMk id="54" creationId="{717C348A-16D5-A365-09A0-06AFC24FF03A}"/>
          </ac:spMkLst>
        </pc:spChg>
      </pc:sldChg>
      <pc:sldChg chg="addSp delSp modSp mod">
        <pc:chgData name="Jacob Wyngaard" userId="6181fcd471e98458" providerId="LiveId" clId="{788BA123-62C9-4DDC-86E5-A6BCA4600216}" dt="2026-03-10T03:20:44.963" v="704" actId="20577"/>
        <pc:sldMkLst>
          <pc:docMk/>
          <pc:sldMk cId="2199970145" sldId="340"/>
        </pc:sldMkLst>
        <pc:spChg chg="add mod">
          <ac:chgData name="Jacob Wyngaard" userId="6181fcd471e98458" providerId="LiveId" clId="{788BA123-62C9-4DDC-86E5-A6BCA4600216}" dt="2026-03-10T03:19:39.702" v="692"/>
          <ac:spMkLst>
            <pc:docMk/>
            <pc:sldMk cId="2199970145" sldId="340"/>
            <ac:spMk id="3" creationId="{F995A046-93C3-A8E0-8DCF-CAD43F201823}"/>
          </ac:spMkLst>
        </pc:spChg>
        <pc:spChg chg="add mod">
          <ac:chgData name="Jacob Wyngaard" userId="6181fcd471e98458" providerId="LiveId" clId="{788BA123-62C9-4DDC-86E5-A6BCA4600216}" dt="2026-03-10T03:19:39.702" v="692"/>
          <ac:spMkLst>
            <pc:docMk/>
            <pc:sldMk cId="2199970145" sldId="340"/>
            <ac:spMk id="5" creationId="{389CC067-6219-AA5B-C533-875CA4BA3F67}"/>
          </ac:spMkLst>
        </pc:spChg>
        <pc:spChg chg="add mod">
          <ac:chgData name="Jacob Wyngaard" userId="6181fcd471e98458" providerId="LiveId" clId="{788BA123-62C9-4DDC-86E5-A6BCA4600216}" dt="2026-03-10T03:19:39.702" v="692"/>
          <ac:spMkLst>
            <pc:docMk/>
            <pc:sldMk cId="2199970145" sldId="340"/>
            <ac:spMk id="7" creationId="{071B34E7-8FE6-FFC5-97E9-79F8BB0B85A4}"/>
          </ac:spMkLst>
        </pc:spChg>
        <pc:spChg chg="add mod">
          <ac:chgData name="Jacob Wyngaard" userId="6181fcd471e98458" providerId="LiveId" clId="{788BA123-62C9-4DDC-86E5-A6BCA4600216}" dt="2026-03-10T03:19:39.702" v="692"/>
          <ac:spMkLst>
            <pc:docMk/>
            <pc:sldMk cId="2199970145" sldId="340"/>
            <ac:spMk id="9" creationId="{BE5C9BCA-43BE-6025-823A-53998475B69C}"/>
          </ac:spMkLst>
        </pc:spChg>
        <pc:spChg chg="add mod">
          <ac:chgData name="Jacob Wyngaard" userId="6181fcd471e98458" providerId="LiveId" clId="{788BA123-62C9-4DDC-86E5-A6BCA4600216}" dt="2026-03-10T03:19:39.702" v="692"/>
          <ac:spMkLst>
            <pc:docMk/>
            <pc:sldMk cId="2199970145" sldId="340"/>
            <ac:spMk id="10" creationId="{65A96AD0-6858-A871-F00B-97E9A78BBFC5}"/>
          </ac:spMkLst>
        </pc:spChg>
        <pc:spChg chg="del">
          <ac:chgData name="Jacob Wyngaard" userId="6181fcd471e98458" providerId="LiveId" clId="{788BA123-62C9-4DDC-86E5-A6BCA4600216}" dt="2026-03-10T03:19:39.243" v="691" actId="478"/>
          <ac:spMkLst>
            <pc:docMk/>
            <pc:sldMk cId="2199970145" sldId="340"/>
            <ac:spMk id="24" creationId="{5D26A87B-DDF6-1713-E746-E2934B3D8C42}"/>
          </ac:spMkLst>
        </pc:spChg>
        <pc:spChg chg="del">
          <ac:chgData name="Jacob Wyngaard" userId="6181fcd471e98458" providerId="LiveId" clId="{788BA123-62C9-4DDC-86E5-A6BCA4600216}" dt="2026-03-10T03:19:39.243" v="691" actId="478"/>
          <ac:spMkLst>
            <pc:docMk/>
            <pc:sldMk cId="2199970145" sldId="340"/>
            <ac:spMk id="25" creationId="{747B1CD4-4E3C-4F92-0468-C90752693E68}"/>
          </ac:spMkLst>
        </pc:spChg>
        <pc:spChg chg="del">
          <ac:chgData name="Jacob Wyngaard" userId="6181fcd471e98458" providerId="LiveId" clId="{788BA123-62C9-4DDC-86E5-A6BCA4600216}" dt="2026-03-10T03:19:39.243" v="691" actId="478"/>
          <ac:spMkLst>
            <pc:docMk/>
            <pc:sldMk cId="2199970145" sldId="340"/>
            <ac:spMk id="26" creationId="{F5611E4B-A334-2592-84A8-F0164E0720F4}"/>
          </ac:spMkLst>
        </pc:spChg>
        <pc:spChg chg="del">
          <ac:chgData name="Jacob Wyngaard" userId="6181fcd471e98458" providerId="LiveId" clId="{788BA123-62C9-4DDC-86E5-A6BCA4600216}" dt="2026-03-10T03:19:39.243" v="691" actId="478"/>
          <ac:spMkLst>
            <pc:docMk/>
            <pc:sldMk cId="2199970145" sldId="340"/>
            <ac:spMk id="27" creationId="{42997A53-574A-375F-6CF3-9F6FD09E0D1A}"/>
          </ac:spMkLst>
        </pc:spChg>
        <pc:spChg chg="del">
          <ac:chgData name="Jacob Wyngaard" userId="6181fcd471e98458" providerId="LiveId" clId="{788BA123-62C9-4DDC-86E5-A6BCA4600216}" dt="2026-03-10T03:19:39.243" v="691" actId="478"/>
          <ac:spMkLst>
            <pc:docMk/>
            <pc:sldMk cId="2199970145" sldId="340"/>
            <ac:spMk id="28" creationId="{B51B6ECD-8293-3E14-ADBA-978A66039F63}"/>
          </ac:spMkLst>
        </pc:spChg>
        <pc:spChg chg="mod">
          <ac:chgData name="Jacob Wyngaard" userId="6181fcd471e98458" providerId="LiveId" clId="{788BA123-62C9-4DDC-86E5-A6BCA4600216}" dt="2026-03-10T03:19:44.734" v="693" actId="20577"/>
          <ac:spMkLst>
            <pc:docMk/>
            <pc:sldMk cId="2199970145" sldId="340"/>
            <ac:spMk id="38" creationId="{039580C0-53CF-510E-5444-EA0BD2CE969B}"/>
          </ac:spMkLst>
        </pc:spChg>
        <pc:spChg chg="mod">
          <ac:chgData name="Jacob Wyngaard" userId="6181fcd471e98458" providerId="LiveId" clId="{788BA123-62C9-4DDC-86E5-A6BCA4600216}" dt="2026-03-10T03:19:47.158" v="695" actId="20577"/>
          <ac:spMkLst>
            <pc:docMk/>
            <pc:sldMk cId="2199970145" sldId="340"/>
            <ac:spMk id="39" creationId="{390F6F52-F1CF-C4C4-7B22-A10635375D1A}"/>
          </ac:spMkLst>
        </pc:spChg>
        <pc:spChg chg="mod">
          <ac:chgData name="Jacob Wyngaard" userId="6181fcd471e98458" providerId="LiveId" clId="{788BA123-62C9-4DDC-86E5-A6BCA4600216}" dt="2026-03-10T03:19:49.580" v="697" actId="20577"/>
          <ac:spMkLst>
            <pc:docMk/>
            <pc:sldMk cId="2199970145" sldId="340"/>
            <ac:spMk id="40" creationId="{4E0CF405-FDE1-2CE5-BE42-480E4015BDA7}"/>
          </ac:spMkLst>
        </pc:spChg>
        <pc:spChg chg="mod">
          <ac:chgData name="Jacob Wyngaard" userId="6181fcd471e98458" providerId="LiveId" clId="{788BA123-62C9-4DDC-86E5-A6BCA4600216}" dt="2026-03-10T03:20:18.238" v="698" actId="20577"/>
          <ac:spMkLst>
            <pc:docMk/>
            <pc:sldMk cId="2199970145" sldId="340"/>
            <ac:spMk id="41" creationId="{A4029868-9635-CE5C-9BAF-82F3D14F88A3}"/>
          </ac:spMkLst>
        </pc:spChg>
        <pc:spChg chg="mod">
          <ac:chgData name="Jacob Wyngaard" userId="6181fcd471e98458" providerId="LiveId" clId="{788BA123-62C9-4DDC-86E5-A6BCA4600216}" dt="2026-03-10T03:20:37.137" v="699" actId="20577"/>
          <ac:spMkLst>
            <pc:docMk/>
            <pc:sldMk cId="2199970145" sldId="340"/>
            <ac:spMk id="43" creationId="{C8E9428A-03F8-B1F1-F36E-0A90A1E76BC4}"/>
          </ac:spMkLst>
        </pc:spChg>
        <pc:spChg chg="mod">
          <ac:chgData name="Jacob Wyngaard" userId="6181fcd471e98458" providerId="LiveId" clId="{788BA123-62C9-4DDC-86E5-A6BCA4600216}" dt="2026-03-10T03:20:40.797" v="701" actId="20577"/>
          <ac:spMkLst>
            <pc:docMk/>
            <pc:sldMk cId="2199970145" sldId="340"/>
            <ac:spMk id="44" creationId="{FF26CCBD-2A2A-E35B-83CB-1D0D22433A81}"/>
          </ac:spMkLst>
        </pc:spChg>
        <pc:spChg chg="mod">
          <ac:chgData name="Jacob Wyngaard" userId="6181fcd471e98458" providerId="LiveId" clId="{788BA123-62C9-4DDC-86E5-A6BCA4600216}" dt="2026-03-10T03:20:42.093" v="702" actId="20577"/>
          <ac:spMkLst>
            <pc:docMk/>
            <pc:sldMk cId="2199970145" sldId="340"/>
            <ac:spMk id="45" creationId="{0DF8A80A-FB73-92AF-1456-B0C483636A01}"/>
          </ac:spMkLst>
        </pc:spChg>
        <pc:spChg chg="mod">
          <ac:chgData name="Jacob Wyngaard" userId="6181fcd471e98458" providerId="LiveId" clId="{788BA123-62C9-4DDC-86E5-A6BCA4600216}" dt="2026-03-10T03:20:43.199" v="703" actId="20577"/>
          <ac:spMkLst>
            <pc:docMk/>
            <pc:sldMk cId="2199970145" sldId="340"/>
            <ac:spMk id="46" creationId="{7A4BA89D-5E4E-0B89-0402-7198EB0C415C}"/>
          </ac:spMkLst>
        </pc:spChg>
        <pc:spChg chg="mod">
          <ac:chgData name="Jacob Wyngaard" userId="6181fcd471e98458" providerId="LiveId" clId="{788BA123-62C9-4DDC-86E5-A6BCA4600216}" dt="2026-03-10T03:20:44.963" v="704" actId="20577"/>
          <ac:spMkLst>
            <pc:docMk/>
            <pc:sldMk cId="2199970145" sldId="340"/>
            <ac:spMk id="47" creationId="{83A3B692-59C6-82B6-70AE-D1424E8125F0}"/>
          </ac:spMkLst>
        </pc:spChg>
        <pc:spChg chg="mod">
          <ac:chgData name="Jacob Wyngaard" userId="6181fcd471e98458" providerId="LiveId" clId="{788BA123-62C9-4DDC-86E5-A6BCA4600216}" dt="2026-03-10T03:19:46.031" v="694" actId="20577"/>
          <ac:spMkLst>
            <pc:docMk/>
            <pc:sldMk cId="2199970145" sldId="340"/>
            <ac:spMk id="50" creationId="{35F54DA9-9C15-329A-B479-10AB2EE3F04B}"/>
          </ac:spMkLst>
        </pc:spChg>
        <pc:spChg chg="mod">
          <ac:chgData name="Jacob Wyngaard" userId="6181fcd471e98458" providerId="LiveId" clId="{788BA123-62C9-4DDC-86E5-A6BCA4600216}" dt="2026-03-10T03:19:48.155" v="696" actId="20577"/>
          <ac:spMkLst>
            <pc:docMk/>
            <pc:sldMk cId="2199970145" sldId="340"/>
            <ac:spMk id="51" creationId="{C58F412D-43D2-CFA4-074B-264A02C12213}"/>
          </ac:spMkLst>
        </pc:spChg>
        <pc:spChg chg="mod">
          <ac:chgData name="Jacob Wyngaard" userId="6181fcd471e98458" providerId="LiveId" clId="{788BA123-62C9-4DDC-86E5-A6BCA4600216}" dt="2026-03-10T03:20:38.372" v="700" actId="20577"/>
          <ac:spMkLst>
            <pc:docMk/>
            <pc:sldMk cId="2199970145" sldId="340"/>
            <ac:spMk id="52" creationId="{1924E57D-D433-64B4-C5DC-74A583D08680}"/>
          </ac:spMkLst>
        </pc:spChg>
      </pc:sldChg>
      <pc:sldChg chg="ord">
        <pc:chgData name="Jacob Wyngaard" userId="6181fcd471e98458" providerId="LiveId" clId="{788BA123-62C9-4DDC-86E5-A6BCA4600216}" dt="2026-03-10T03:24:58.345" v="866"/>
        <pc:sldMkLst>
          <pc:docMk/>
          <pc:sldMk cId="3403223485" sldId="341"/>
        </pc:sldMkLst>
      </pc:sldChg>
      <pc:sldChg chg="addSp delSp modSp mod">
        <pc:chgData name="Jacob Wyngaard" userId="6181fcd471e98458" providerId="LiveId" clId="{788BA123-62C9-4DDC-86E5-A6BCA4600216}" dt="2026-03-10T03:37:45.473" v="1186" actId="20577"/>
        <pc:sldMkLst>
          <pc:docMk/>
          <pc:sldMk cId="2521794888" sldId="342"/>
        </pc:sldMkLst>
        <pc:spChg chg="del">
          <ac:chgData name="Jacob Wyngaard" userId="6181fcd471e98458" providerId="LiveId" clId="{788BA123-62C9-4DDC-86E5-A6BCA4600216}" dt="2026-03-09T18:05:13.246" v="318" actId="478"/>
          <ac:spMkLst>
            <pc:docMk/>
            <pc:sldMk cId="2521794888" sldId="342"/>
            <ac:spMk id="4" creationId="{182B70ED-8747-E28C-34ED-E9E4EED9B863}"/>
          </ac:spMkLst>
        </pc:spChg>
        <pc:spChg chg="del">
          <ac:chgData name="Jacob Wyngaard" userId="6181fcd471e98458" providerId="LiveId" clId="{788BA123-62C9-4DDC-86E5-A6BCA4600216}" dt="2026-03-09T18:05:12.048" v="317" actId="478"/>
          <ac:spMkLst>
            <pc:docMk/>
            <pc:sldMk cId="2521794888" sldId="342"/>
            <ac:spMk id="5" creationId="{6CF781EC-3046-B337-C478-5C4B7C13E5D2}"/>
          </ac:spMkLst>
        </pc:spChg>
        <pc:spChg chg="del">
          <ac:chgData name="Jacob Wyngaard" userId="6181fcd471e98458" providerId="LiveId" clId="{788BA123-62C9-4DDC-86E5-A6BCA4600216}" dt="2026-03-09T18:05:12.048" v="317" actId="478"/>
          <ac:spMkLst>
            <pc:docMk/>
            <pc:sldMk cId="2521794888" sldId="342"/>
            <ac:spMk id="7" creationId="{84162F19-FC84-4C58-258E-2DDD8787D192}"/>
          </ac:spMkLst>
        </pc:spChg>
        <pc:spChg chg="add del mod">
          <ac:chgData name="Jacob Wyngaard" userId="6181fcd471e98458" providerId="LiveId" clId="{788BA123-62C9-4DDC-86E5-A6BCA4600216}" dt="2026-03-09T18:05:12.048" v="317" actId="478"/>
          <ac:spMkLst>
            <pc:docMk/>
            <pc:sldMk cId="2521794888" sldId="342"/>
            <ac:spMk id="9" creationId="{D0C46DEA-F358-340D-F65F-CCD77CAC94F4}"/>
          </ac:spMkLst>
        </pc:spChg>
        <pc:spChg chg="del">
          <ac:chgData name="Jacob Wyngaard" userId="6181fcd471e98458" providerId="LiveId" clId="{788BA123-62C9-4DDC-86E5-A6BCA4600216}" dt="2026-03-09T18:05:12.048" v="317" actId="478"/>
          <ac:spMkLst>
            <pc:docMk/>
            <pc:sldMk cId="2521794888" sldId="342"/>
            <ac:spMk id="10" creationId="{0EB1A215-F64F-BD38-FD12-439093CB9884}"/>
          </ac:spMkLst>
        </pc:spChg>
        <pc:spChg chg="del">
          <ac:chgData name="Jacob Wyngaard" userId="6181fcd471e98458" providerId="LiveId" clId="{788BA123-62C9-4DDC-86E5-A6BCA4600216}" dt="2026-03-09T18:05:12.048" v="317" actId="478"/>
          <ac:spMkLst>
            <pc:docMk/>
            <pc:sldMk cId="2521794888" sldId="342"/>
            <ac:spMk id="11" creationId="{6F27BB52-AB6D-6B48-68D5-C9523017DB05}"/>
          </ac:spMkLst>
        </pc:spChg>
        <pc:spChg chg="del">
          <ac:chgData name="Jacob Wyngaard" userId="6181fcd471e98458" providerId="LiveId" clId="{788BA123-62C9-4DDC-86E5-A6BCA4600216}" dt="2026-03-09T18:05:12.048" v="317" actId="478"/>
          <ac:spMkLst>
            <pc:docMk/>
            <pc:sldMk cId="2521794888" sldId="342"/>
            <ac:spMk id="12" creationId="{E9F8B15D-47DC-AD75-87DB-A0D4F1731D57}"/>
          </ac:spMkLst>
        </pc:spChg>
        <pc:spChg chg="add del mod">
          <ac:chgData name="Jacob Wyngaard" userId="6181fcd471e98458" providerId="LiveId" clId="{788BA123-62C9-4DDC-86E5-A6BCA4600216}" dt="2026-03-09T18:05:12.048" v="317" actId="478"/>
          <ac:spMkLst>
            <pc:docMk/>
            <pc:sldMk cId="2521794888" sldId="342"/>
            <ac:spMk id="13" creationId="{336C59E7-578E-905D-D24C-93CAFFEF589E}"/>
          </ac:spMkLst>
        </pc:spChg>
        <pc:spChg chg="del">
          <ac:chgData name="Jacob Wyngaard" userId="6181fcd471e98458" providerId="LiveId" clId="{788BA123-62C9-4DDC-86E5-A6BCA4600216}" dt="2026-03-09T18:03:27.228" v="297" actId="478"/>
          <ac:spMkLst>
            <pc:docMk/>
            <pc:sldMk cId="2521794888" sldId="342"/>
            <ac:spMk id="15" creationId="{A1E6565F-F485-FC4B-1C1A-3D6A040F78F1}"/>
          </ac:spMkLst>
        </pc:spChg>
        <pc:spChg chg="del">
          <ac:chgData name="Jacob Wyngaard" userId="6181fcd471e98458" providerId="LiveId" clId="{788BA123-62C9-4DDC-86E5-A6BCA4600216}" dt="2026-03-09T18:05:15.303" v="320" actId="478"/>
          <ac:spMkLst>
            <pc:docMk/>
            <pc:sldMk cId="2521794888" sldId="342"/>
            <ac:spMk id="16" creationId="{4319FCC3-B273-08A4-1A38-B4FDE3BBF6C1}"/>
          </ac:spMkLst>
        </pc:spChg>
        <pc:spChg chg="del">
          <ac:chgData name="Jacob Wyngaard" userId="6181fcd471e98458" providerId="LiveId" clId="{788BA123-62C9-4DDC-86E5-A6BCA4600216}" dt="2026-03-09T18:03:27.228" v="297" actId="478"/>
          <ac:spMkLst>
            <pc:docMk/>
            <pc:sldMk cId="2521794888" sldId="342"/>
            <ac:spMk id="17" creationId="{4D7334E2-F21D-E1B2-BDE5-765204AF92F7}"/>
          </ac:spMkLst>
        </pc:spChg>
        <pc:spChg chg="del">
          <ac:chgData name="Jacob Wyngaard" userId="6181fcd471e98458" providerId="LiveId" clId="{788BA123-62C9-4DDC-86E5-A6BCA4600216}" dt="2026-03-09T18:03:27.228" v="297" actId="478"/>
          <ac:spMkLst>
            <pc:docMk/>
            <pc:sldMk cId="2521794888" sldId="342"/>
            <ac:spMk id="18" creationId="{49833336-06D0-295E-0E43-7BED3F6830E6}"/>
          </ac:spMkLst>
        </pc:spChg>
        <pc:spChg chg="del">
          <ac:chgData name="Jacob Wyngaard" userId="6181fcd471e98458" providerId="LiveId" clId="{788BA123-62C9-4DDC-86E5-A6BCA4600216}" dt="2026-03-09T18:03:27.228" v="297" actId="478"/>
          <ac:spMkLst>
            <pc:docMk/>
            <pc:sldMk cId="2521794888" sldId="342"/>
            <ac:spMk id="19" creationId="{FF8DA14A-8EF0-D3A9-951C-419BCE6217B1}"/>
          </ac:spMkLst>
        </pc:spChg>
        <pc:spChg chg="del">
          <ac:chgData name="Jacob Wyngaard" userId="6181fcd471e98458" providerId="LiveId" clId="{788BA123-62C9-4DDC-86E5-A6BCA4600216}" dt="2026-03-09T18:05:14.406" v="319" actId="478"/>
          <ac:spMkLst>
            <pc:docMk/>
            <pc:sldMk cId="2521794888" sldId="342"/>
            <ac:spMk id="20" creationId="{314C3B83-B51E-6B8B-958C-E47683C1916B}"/>
          </ac:spMkLst>
        </pc:spChg>
        <pc:spChg chg="del">
          <ac:chgData name="Jacob Wyngaard" userId="6181fcd471e98458" providerId="LiveId" clId="{788BA123-62C9-4DDC-86E5-A6BCA4600216}" dt="2026-03-09T18:03:27.228" v="297" actId="478"/>
          <ac:spMkLst>
            <pc:docMk/>
            <pc:sldMk cId="2521794888" sldId="342"/>
            <ac:spMk id="21" creationId="{A5FA67E0-F146-ECF0-3417-B87CB0C88DE6}"/>
          </ac:spMkLst>
        </pc:spChg>
        <pc:spChg chg="del">
          <ac:chgData name="Jacob Wyngaard" userId="6181fcd471e98458" providerId="LiveId" clId="{788BA123-62C9-4DDC-86E5-A6BCA4600216}" dt="2026-03-09T18:03:27.228" v="297" actId="478"/>
          <ac:spMkLst>
            <pc:docMk/>
            <pc:sldMk cId="2521794888" sldId="342"/>
            <ac:spMk id="22" creationId="{3CD6C20D-585F-ED3E-EED4-EAB88D793C08}"/>
          </ac:spMkLst>
        </pc:spChg>
        <pc:spChg chg="del">
          <ac:chgData name="Jacob Wyngaard" userId="6181fcd471e98458" providerId="LiveId" clId="{788BA123-62C9-4DDC-86E5-A6BCA4600216}" dt="2026-03-09T18:05:02.089" v="315" actId="478"/>
          <ac:spMkLst>
            <pc:docMk/>
            <pc:sldMk cId="2521794888" sldId="342"/>
            <ac:spMk id="23" creationId="{F66B4ABB-A67E-3A8D-9B4C-A46B5AEDF0E2}"/>
          </ac:spMkLst>
        </pc:spChg>
        <pc:spChg chg="add mod">
          <ac:chgData name="Jacob Wyngaard" userId="6181fcd471e98458" providerId="LiveId" clId="{788BA123-62C9-4DDC-86E5-A6BCA4600216}" dt="2026-03-09T18:03:28.354" v="298"/>
          <ac:spMkLst>
            <pc:docMk/>
            <pc:sldMk cId="2521794888" sldId="342"/>
            <ac:spMk id="24" creationId="{D0836872-BDF1-32B3-7EDF-13AA294B18B9}"/>
          </ac:spMkLst>
        </pc:spChg>
        <pc:spChg chg="add del mod">
          <ac:chgData name="Jacob Wyngaard" userId="6181fcd471e98458" providerId="LiveId" clId="{788BA123-62C9-4DDC-86E5-A6BCA4600216}" dt="2026-03-09T18:05:12.048" v="317" actId="478"/>
          <ac:spMkLst>
            <pc:docMk/>
            <pc:sldMk cId="2521794888" sldId="342"/>
            <ac:spMk id="25" creationId="{78569E1C-3B0A-F807-0D26-1FEDEDBCCC9B}"/>
          </ac:spMkLst>
        </pc:spChg>
        <pc:spChg chg="add del mod">
          <ac:chgData name="Jacob Wyngaard" userId="6181fcd471e98458" providerId="LiveId" clId="{788BA123-62C9-4DDC-86E5-A6BCA4600216}" dt="2026-03-09T18:05:12.048" v="317" actId="478"/>
          <ac:spMkLst>
            <pc:docMk/>
            <pc:sldMk cId="2521794888" sldId="342"/>
            <ac:spMk id="26" creationId="{D8823D80-D3E3-0481-5D1F-94E8C12A4D8B}"/>
          </ac:spMkLst>
        </pc:spChg>
        <pc:spChg chg="add del mod">
          <ac:chgData name="Jacob Wyngaard" userId="6181fcd471e98458" providerId="LiveId" clId="{788BA123-62C9-4DDC-86E5-A6BCA4600216}" dt="2026-03-09T18:05:12.048" v="317" actId="478"/>
          <ac:spMkLst>
            <pc:docMk/>
            <pc:sldMk cId="2521794888" sldId="342"/>
            <ac:spMk id="27" creationId="{6845BA22-49CF-B9DE-2400-FABB80525009}"/>
          </ac:spMkLst>
        </pc:spChg>
        <pc:spChg chg="add mod">
          <ac:chgData name="Jacob Wyngaard" userId="6181fcd471e98458" providerId="LiveId" clId="{788BA123-62C9-4DDC-86E5-A6BCA4600216}" dt="2026-03-09T18:05:05.971" v="316"/>
          <ac:spMkLst>
            <pc:docMk/>
            <pc:sldMk cId="2521794888" sldId="342"/>
            <ac:spMk id="28" creationId="{7A13BA41-31E8-D0CD-055F-AF55F018FD12}"/>
          </ac:spMkLst>
        </pc:spChg>
        <pc:spChg chg="add mod">
          <ac:chgData name="Jacob Wyngaard" userId="6181fcd471e98458" providerId="LiveId" clId="{788BA123-62C9-4DDC-86E5-A6BCA4600216}" dt="2026-03-10T03:37:45.473" v="1186" actId="20577"/>
          <ac:spMkLst>
            <pc:docMk/>
            <pc:sldMk cId="2521794888" sldId="342"/>
            <ac:spMk id="29" creationId="{E1BADB68-BA91-C81E-C6AB-F3EB75830155}"/>
          </ac:spMkLst>
        </pc:spChg>
        <pc:spChg chg="mod">
          <ac:chgData name="Jacob Wyngaard" userId="6181fcd471e98458" providerId="LiveId" clId="{788BA123-62C9-4DDC-86E5-A6BCA4600216}" dt="2026-03-09T18:05:30.281" v="325" actId="1076"/>
          <ac:spMkLst>
            <pc:docMk/>
            <pc:sldMk cId="2521794888" sldId="342"/>
            <ac:spMk id="30" creationId="{A5CFB314-3D6F-2639-E62B-3512A462DEBA}"/>
          </ac:spMkLst>
        </pc:spChg>
        <pc:spChg chg="mod">
          <ac:chgData name="Jacob Wyngaard" userId="6181fcd471e98458" providerId="LiveId" clId="{788BA123-62C9-4DDC-86E5-A6BCA4600216}" dt="2026-03-09T18:05:26.811" v="324" actId="1076"/>
          <ac:spMkLst>
            <pc:docMk/>
            <pc:sldMk cId="2521794888" sldId="342"/>
            <ac:spMk id="31" creationId="{87DBDEB5-4C5A-33C3-9757-FE6DC149E495}"/>
          </ac:spMkLst>
        </pc:spChg>
        <pc:spChg chg="add mod">
          <ac:chgData name="Jacob Wyngaard" userId="6181fcd471e98458" providerId="LiveId" clId="{788BA123-62C9-4DDC-86E5-A6BCA4600216}" dt="2026-03-10T03:26:45.410" v="949" actId="1076"/>
          <ac:spMkLst>
            <pc:docMk/>
            <pc:sldMk cId="2521794888" sldId="342"/>
            <ac:spMk id="32" creationId="{D9B4106C-A96E-B101-26D1-55A59D487299}"/>
          </ac:spMkLst>
        </pc:spChg>
        <pc:spChg chg="add mod">
          <ac:chgData name="Jacob Wyngaard" userId="6181fcd471e98458" providerId="LiveId" clId="{788BA123-62C9-4DDC-86E5-A6BCA4600216}" dt="2026-03-10T03:26:53.467" v="952" actId="1076"/>
          <ac:spMkLst>
            <pc:docMk/>
            <pc:sldMk cId="2521794888" sldId="342"/>
            <ac:spMk id="33" creationId="{B6D0B250-65BA-2716-0B8F-3A3CBCBCA3B2}"/>
          </ac:spMkLst>
        </pc:spChg>
        <pc:picChg chg="mod">
          <ac:chgData name="Jacob Wyngaard" userId="6181fcd471e98458" providerId="LiveId" clId="{788BA123-62C9-4DDC-86E5-A6BCA4600216}" dt="2026-03-09T18:05:23.514" v="323" actId="1076"/>
          <ac:picMkLst>
            <pc:docMk/>
            <pc:sldMk cId="2521794888" sldId="342"/>
            <ac:picMk id="14" creationId="{2954CEB2-F620-FA96-6307-949E8A31358C}"/>
          </ac:picMkLst>
        </pc:picChg>
      </pc:sldChg>
      <pc:sldChg chg="del">
        <pc:chgData name="Jacob Wyngaard" userId="6181fcd471e98458" providerId="LiveId" clId="{788BA123-62C9-4DDC-86E5-A6BCA4600216}" dt="2026-03-10T03:44:25.418" v="1231" actId="47"/>
        <pc:sldMkLst>
          <pc:docMk/>
          <pc:sldMk cId="3046037645" sldId="343"/>
        </pc:sldMkLst>
      </pc:sldChg>
      <pc:sldChg chg="del">
        <pc:chgData name="Jacob Wyngaard" userId="6181fcd471e98458" providerId="LiveId" clId="{788BA123-62C9-4DDC-86E5-A6BCA4600216}" dt="2026-03-10T03:44:25.418" v="1231" actId="47"/>
        <pc:sldMkLst>
          <pc:docMk/>
          <pc:sldMk cId="4181798848" sldId="344"/>
        </pc:sldMkLst>
      </pc:sldChg>
      <pc:sldChg chg="del">
        <pc:chgData name="Jacob Wyngaard" userId="6181fcd471e98458" providerId="LiveId" clId="{788BA123-62C9-4DDC-86E5-A6BCA4600216}" dt="2026-03-10T03:44:25.418" v="1231" actId="47"/>
        <pc:sldMkLst>
          <pc:docMk/>
          <pc:sldMk cId="2030494443" sldId="345"/>
        </pc:sldMkLst>
      </pc:sldChg>
      <pc:sldChg chg="del">
        <pc:chgData name="Jacob Wyngaard" userId="6181fcd471e98458" providerId="LiveId" clId="{788BA123-62C9-4DDC-86E5-A6BCA4600216}" dt="2026-03-10T03:44:25.418" v="1231" actId="47"/>
        <pc:sldMkLst>
          <pc:docMk/>
          <pc:sldMk cId="1785115030" sldId="346"/>
        </pc:sldMkLst>
      </pc:sldChg>
      <pc:sldChg chg="del">
        <pc:chgData name="Jacob Wyngaard" userId="6181fcd471e98458" providerId="LiveId" clId="{788BA123-62C9-4DDC-86E5-A6BCA4600216}" dt="2026-03-10T03:44:25.418" v="1231" actId="47"/>
        <pc:sldMkLst>
          <pc:docMk/>
          <pc:sldMk cId="1180299956" sldId="347"/>
        </pc:sldMkLst>
      </pc:sldChg>
      <pc:sldChg chg="del">
        <pc:chgData name="Jacob Wyngaard" userId="6181fcd471e98458" providerId="LiveId" clId="{788BA123-62C9-4DDC-86E5-A6BCA4600216}" dt="2026-03-10T03:44:25.418" v="1231" actId="47"/>
        <pc:sldMkLst>
          <pc:docMk/>
          <pc:sldMk cId="1434565876" sldId="348"/>
        </pc:sldMkLst>
      </pc:sldChg>
      <pc:sldChg chg="del">
        <pc:chgData name="Jacob Wyngaard" userId="6181fcd471e98458" providerId="LiveId" clId="{788BA123-62C9-4DDC-86E5-A6BCA4600216}" dt="2026-03-10T03:44:25.418" v="1231" actId="47"/>
        <pc:sldMkLst>
          <pc:docMk/>
          <pc:sldMk cId="4034914312" sldId="351"/>
        </pc:sldMkLst>
      </pc:sldChg>
      <pc:sldChg chg="del">
        <pc:chgData name="Jacob Wyngaard" userId="6181fcd471e98458" providerId="LiveId" clId="{788BA123-62C9-4DDC-86E5-A6BCA4600216}" dt="2026-03-10T03:44:25.418" v="1231" actId="47"/>
        <pc:sldMkLst>
          <pc:docMk/>
          <pc:sldMk cId="3476215693" sldId="353"/>
        </pc:sldMkLst>
      </pc:sldChg>
      <pc:sldChg chg="addSp modSp add mod ord">
        <pc:chgData name="Jacob Wyngaard" userId="6181fcd471e98458" providerId="LiveId" clId="{788BA123-62C9-4DDC-86E5-A6BCA4600216}" dt="2026-03-10T03:24:58.345" v="866"/>
        <pc:sldMkLst>
          <pc:docMk/>
          <pc:sldMk cId="2458641383" sldId="364"/>
        </pc:sldMkLst>
        <pc:spChg chg="add mod">
          <ac:chgData name="Jacob Wyngaard" userId="6181fcd471e98458" providerId="LiveId" clId="{788BA123-62C9-4DDC-86E5-A6BCA4600216}" dt="2026-03-09T17:25:54.326" v="117" actId="122"/>
          <ac:spMkLst>
            <pc:docMk/>
            <pc:sldMk cId="2458641383" sldId="364"/>
            <ac:spMk id="13" creationId="{31B94C26-6768-9DAA-EA38-BF94428B9A14}"/>
          </ac:spMkLst>
        </pc:spChg>
      </pc:sldChg>
      <pc:sldChg chg="delSp modSp add mod">
        <pc:chgData name="Jacob Wyngaard" userId="6181fcd471e98458" providerId="LiveId" clId="{788BA123-62C9-4DDC-86E5-A6BCA4600216}" dt="2026-03-10T04:32:53.690" v="2592" actId="20577"/>
        <pc:sldMkLst>
          <pc:docMk/>
          <pc:sldMk cId="314132213" sldId="365"/>
        </pc:sldMkLst>
        <pc:spChg chg="mod">
          <ac:chgData name="Jacob Wyngaard" userId="6181fcd471e98458" providerId="LiveId" clId="{788BA123-62C9-4DDC-86E5-A6BCA4600216}" dt="2026-03-10T04:15:06.309" v="2272" actId="1076"/>
          <ac:spMkLst>
            <pc:docMk/>
            <pc:sldMk cId="314132213" sldId="365"/>
            <ac:spMk id="2" creationId="{A6B9A85A-AFBE-6251-F7BC-E85BA381ADBF}"/>
          </ac:spMkLst>
        </pc:spChg>
        <pc:spChg chg="del">
          <ac:chgData name="Jacob Wyngaard" userId="6181fcd471e98458" providerId="LiveId" clId="{788BA123-62C9-4DDC-86E5-A6BCA4600216}" dt="2026-03-10T03:23:17.543" v="834" actId="478"/>
          <ac:spMkLst>
            <pc:docMk/>
            <pc:sldMk cId="314132213" sldId="365"/>
            <ac:spMk id="3" creationId="{B24128CF-033D-E83A-A389-1EA8DBC4A5DD}"/>
          </ac:spMkLst>
        </pc:spChg>
        <pc:spChg chg="mod">
          <ac:chgData name="Jacob Wyngaard" userId="6181fcd471e98458" providerId="LiveId" clId="{788BA123-62C9-4DDC-86E5-A6BCA4600216}" dt="2026-03-10T04:32:53.690" v="2592" actId="20577"/>
          <ac:spMkLst>
            <pc:docMk/>
            <pc:sldMk cId="314132213" sldId="365"/>
            <ac:spMk id="4" creationId="{DE9FAC16-E70C-48D8-EDAD-14B11C99FBF2}"/>
          </ac:spMkLst>
        </pc:spChg>
        <pc:spChg chg="del">
          <ac:chgData name="Jacob Wyngaard" userId="6181fcd471e98458" providerId="LiveId" clId="{788BA123-62C9-4DDC-86E5-A6BCA4600216}" dt="2026-03-10T03:23:17.543" v="834" actId="478"/>
          <ac:spMkLst>
            <pc:docMk/>
            <pc:sldMk cId="314132213" sldId="365"/>
            <ac:spMk id="5" creationId="{9A23BC1A-B262-629A-08F2-1F6CBB4A5CEE}"/>
          </ac:spMkLst>
        </pc:spChg>
        <pc:spChg chg="del">
          <ac:chgData name="Jacob Wyngaard" userId="6181fcd471e98458" providerId="LiveId" clId="{788BA123-62C9-4DDC-86E5-A6BCA4600216}" dt="2026-03-10T03:23:17.543" v="834" actId="478"/>
          <ac:spMkLst>
            <pc:docMk/>
            <pc:sldMk cId="314132213" sldId="365"/>
            <ac:spMk id="7" creationId="{BE6DCBC2-529E-C688-8838-AF53C250AEA2}"/>
          </ac:spMkLst>
        </pc:spChg>
        <pc:spChg chg="del">
          <ac:chgData name="Jacob Wyngaard" userId="6181fcd471e98458" providerId="LiveId" clId="{788BA123-62C9-4DDC-86E5-A6BCA4600216}" dt="2026-03-10T03:23:17.543" v="834" actId="478"/>
          <ac:spMkLst>
            <pc:docMk/>
            <pc:sldMk cId="314132213" sldId="365"/>
            <ac:spMk id="9" creationId="{53F0BA80-17AF-EDE7-2997-484136188BE2}"/>
          </ac:spMkLst>
        </pc:spChg>
        <pc:spChg chg="del">
          <ac:chgData name="Jacob Wyngaard" userId="6181fcd471e98458" providerId="LiveId" clId="{788BA123-62C9-4DDC-86E5-A6BCA4600216}" dt="2026-03-10T03:23:17.543" v="834" actId="478"/>
          <ac:spMkLst>
            <pc:docMk/>
            <pc:sldMk cId="314132213" sldId="365"/>
            <ac:spMk id="10" creationId="{1DAE91B1-B31C-AC0C-258B-E9C377ABB6C4}"/>
          </ac:spMkLst>
        </pc:spChg>
        <pc:spChg chg="del">
          <ac:chgData name="Jacob Wyngaard" userId="6181fcd471e98458" providerId="LiveId" clId="{788BA123-62C9-4DDC-86E5-A6BCA4600216}" dt="2026-03-10T03:23:17.543" v="834" actId="478"/>
          <ac:spMkLst>
            <pc:docMk/>
            <pc:sldMk cId="314132213" sldId="365"/>
            <ac:spMk id="23" creationId="{1D5B770A-8B00-E488-669B-30956E320B18}"/>
          </ac:spMkLst>
        </pc:spChg>
        <pc:spChg chg="del">
          <ac:chgData name="Jacob Wyngaard" userId="6181fcd471e98458" providerId="LiveId" clId="{788BA123-62C9-4DDC-86E5-A6BCA4600216}" dt="2026-03-10T03:21:28.585" v="719" actId="478"/>
          <ac:spMkLst>
            <pc:docMk/>
            <pc:sldMk cId="314132213" sldId="365"/>
            <ac:spMk id="38" creationId="{F461D674-A93F-D5F8-D9AA-B8B735C1001F}"/>
          </ac:spMkLst>
        </pc:spChg>
        <pc:spChg chg="del">
          <ac:chgData name="Jacob Wyngaard" userId="6181fcd471e98458" providerId="LiveId" clId="{788BA123-62C9-4DDC-86E5-A6BCA4600216}" dt="2026-03-10T03:21:28.585" v="719" actId="478"/>
          <ac:spMkLst>
            <pc:docMk/>
            <pc:sldMk cId="314132213" sldId="365"/>
            <ac:spMk id="41" creationId="{E2893A0E-FE3A-266D-949E-B96EF363B2B7}"/>
          </ac:spMkLst>
        </pc:spChg>
        <pc:spChg chg="del">
          <ac:chgData name="Jacob Wyngaard" userId="6181fcd471e98458" providerId="LiveId" clId="{788BA123-62C9-4DDC-86E5-A6BCA4600216}" dt="2026-03-10T03:21:28.585" v="719" actId="478"/>
          <ac:spMkLst>
            <pc:docMk/>
            <pc:sldMk cId="314132213" sldId="365"/>
            <ac:spMk id="43" creationId="{892CECBE-8F1B-9316-3F3F-86B4FCA033B8}"/>
          </ac:spMkLst>
        </pc:spChg>
        <pc:spChg chg="del">
          <ac:chgData name="Jacob Wyngaard" userId="6181fcd471e98458" providerId="LiveId" clId="{788BA123-62C9-4DDC-86E5-A6BCA4600216}" dt="2026-03-10T03:21:28.585" v="719" actId="478"/>
          <ac:spMkLst>
            <pc:docMk/>
            <pc:sldMk cId="314132213" sldId="365"/>
            <ac:spMk id="45" creationId="{0CBC9E4A-61AC-6F53-EEC2-96C0A496E449}"/>
          </ac:spMkLst>
        </pc:spChg>
        <pc:spChg chg="del">
          <ac:chgData name="Jacob Wyngaard" userId="6181fcd471e98458" providerId="LiveId" clId="{788BA123-62C9-4DDC-86E5-A6BCA4600216}" dt="2026-03-10T03:21:28.585" v="719" actId="478"/>
          <ac:spMkLst>
            <pc:docMk/>
            <pc:sldMk cId="314132213" sldId="365"/>
            <ac:spMk id="46" creationId="{4CED5A38-8A32-4ABA-1F5D-24FD87D4F0AA}"/>
          </ac:spMkLst>
        </pc:spChg>
        <pc:spChg chg="del">
          <ac:chgData name="Jacob Wyngaard" userId="6181fcd471e98458" providerId="LiveId" clId="{788BA123-62C9-4DDC-86E5-A6BCA4600216}" dt="2026-03-10T03:21:28.585" v="719" actId="478"/>
          <ac:spMkLst>
            <pc:docMk/>
            <pc:sldMk cId="314132213" sldId="365"/>
            <ac:spMk id="47" creationId="{38F90500-8FAF-13B9-9BF9-9C0BCEF4CAF8}"/>
          </ac:spMkLst>
        </pc:spChg>
        <pc:spChg chg="del">
          <ac:chgData name="Jacob Wyngaard" userId="6181fcd471e98458" providerId="LiveId" clId="{788BA123-62C9-4DDC-86E5-A6BCA4600216}" dt="2026-03-10T03:21:28.585" v="719" actId="478"/>
          <ac:spMkLst>
            <pc:docMk/>
            <pc:sldMk cId="314132213" sldId="365"/>
            <ac:spMk id="49" creationId="{5ABCDE4E-759B-A61F-A282-3848685E1F12}"/>
          </ac:spMkLst>
        </pc:spChg>
        <pc:spChg chg="del">
          <ac:chgData name="Jacob Wyngaard" userId="6181fcd471e98458" providerId="LiveId" clId="{788BA123-62C9-4DDC-86E5-A6BCA4600216}" dt="2026-03-10T03:21:28.585" v="719" actId="478"/>
          <ac:spMkLst>
            <pc:docMk/>
            <pc:sldMk cId="314132213" sldId="365"/>
            <ac:spMk id="54" creationId="{E3DAA480-70A7-D64A-ECE6-234A77ED7FD2}"/>
          </ac:spMkLst>
        </pc:spChg>
        <pc:spChg chg="del">
          <ac:chgData name="Jacob Wyngaard" userId="6181fcd471e98458" providerId="LiveId" clId="{788BA123-62C9-4DDC-86E5-A6BCA4600216}" dt="2026-03-10T03:21:28.585" v="719" actId="478"/>
          <ac:spMkLst>
            <pc:docMk/>
            <pc:sldMk cId="314132213" sldId="365"/>
            <ac:spMk id="56" creationId="{A7DA7E7F-48DC-2838-94C0-0B3F5DFEFABF}"/>
          </ac:spMkLst>
        </pc:spChg>
        <pc:spChg chg="del">
          <ac:chgData name="Jacob Wyngaard" userId="6181fcd471e98458" providerId="LiveId" clId="{788BA123-62C9-4DDC-86E5-A6BCA4600216}" dt="2026-03-10T03:21:28.585" v="719" actId="478"/>
          <ac:spMkLst>
            <pc:docMk/>
            <pc:sldMk cId="314132213" sldId="365"/>
            <ac:spMk id="58" creationId="{8F30A66C-B2EB-016A-BF61-5E594E42311D}"/>
          </ac:spMkLst>
        </pc:spChg>
        <pc:graphicFrameChg chg="del">
          <ac:chgData name="Jacob Wyngaard" userId="6181fcd471e98458" providerId="LiveId" clId="{788BA123-62C9-4DDC-86E5-A6BCA4600216}" dt="2026-03-10T03:21:16.413" v="718" actId="478"/>
          <ac:graphicFrameMkLst>
            <pc:docMk/>
            <pc:sldMk cId="314132213" sldId="365"/>
            <ac:graphicFrameMk id="37" creationId="{AF49A9B7-2452-03CF-2437-BBE311CDD9EB}"/>
          </ac:graphicFrameMkLst>
        </pc:graphicFrameChg>
      </pc:sldChg>
      <pc:sldChg chg="addSp modSp add mod">
        <pc:chgData name="Jacob Wyngaard" userId="6181fcd471e98458" providerId="LiveId" clId="{788BA123-62C9-4DDC-86E5-A6BCA4600216}" dt="2026-03-10T03:27:32.047" v="993" actId="1076"/>
        <pc:sldMkLst>
          <pc:docMk/>
          <pc:sldMk cId="3381562060" sldId="366"/>
        </pc:sldMkLst>
        <pc:spChg chg="add mod">
          <ac:chgData name="Jacob Wyngaard" userId="6181fcd471e98458" providerId="LiveId" clId="{788BA123-62C9-4DDC-86E5-A6BCA4600216}" dt="2026-03-10T03:24:15.958" v="838" actId="14100"/>
          <ac:spMkLst>
            <pc:docMk/>
            <pc:sldMk cId="3381562060" sldId="366"/>
            <ac:spMk id="11" creationId="{2D740342-7E64-CD8C-68D9-F4FCE570E131}"/>
          </ac:spMkLst>
        </pc:spChg>
        <pc:spChg chg="add mod">
          <ac:chgData name="Jacob Wyngaard" userId="6181fcd471e98458" providerId="LiveId" clId="{788BA123-62C9-4DDC-86E5-A6BCA4600216}" dt="2026-03-10T03:27:32.047" v="993" actId="1076"/>
          <ac:spMkLst>
            <pc:docMk/>
            <pc:sldMk cId="3381562060" sldId="366"/>
            <ac:spMk id="12" creationId="{BFA515FE-5BA7-2868-4DB8-7346A893EC1C}"/>
          </ac:spMkLst>
        </pc:spChg>
      </pc:sldChg>
      <pc:sldChg chg="addSp modSp add mod ord">
        <pc:chgData name="Jacob Wyngaard" userId="6181fcd471e98458" providerId="LiveId" clId="{788BA123-62C9-4DDC-86E5-A6BCA4600216}" dt="2026-03-10T03:29:26.243" v="1092" actId="20577"/>
        <pc:sldMkLst>
          <pc:docMk/>
          <pc:sldMk cId="2632971781" sldId="367"/>
        </pc:sldMkLst>
        <pc:spChg chg="mod">
          <ac:chgData name="Jacob Wyngaard" userId="6181fcd471e98458" providerId="LiveId" clId="{788BA123-62C9-4DDC-86E5-A6BCA4600216}" dt="2026-03-10T03:28:18.026" v="1068" actId="16959"/>
          <ac:spMkLst>
            <pc:docMk/>
            <pc:sldMk cId="2632971781" sldId="367"/>
            <ac:spMk id="3" creationId="{07D01C88-C781-9433-3B1A-38F5E7B3E651}"/>
          </ac:spMkLst>
        </pc:spChg>
        <pc:spChg chg="mod">
          <ac:chgData name="Jacob Wyngaard" userId="6181fcd471e98458" providerId="LiveId" clId="{788BA123-62C9-4DDC-86E5-A6BCA4600216}" dt="2026-03-10T03:28:21.163" v="1069" actId="16959"/>
          <ac:spMkLst>
            <pc:docMk/>
            <pc:sldMk cId="2632971781" sldId="367"/>
            <ac:spMk id="5" creationId="{5AA82BF5-219E-84F7-4370-A5599771AE02}"/>
          </ac:spMkLst>
        </pc:spChg>
        <pc:spChg chg="mod">
          <ac:chgData name="Jacob Wyngaard" userId="6181fcd471e98458" providerId="LiveId" clId="{788BA123-62C9-4DDC-86E5-A6BCA4600216}" dt="2026-03-10T03:28:40.292" v="1085" actId="16959"/>
          <ac:spMkLst>
            <pc:docMk/>
            <pc:sldMk cId="2632971781" sldId="367"/>
            <ac:spMk id="7" creationId="{023F7B21-BAED-E410-8E43-D8E31792029B}"/>
          </ac:spMkLst>
        </pc:spChg>
        <pc:spChg chg="mod">
          <ac:chgData name="Jacob Wyngaard" userId="6181fcd471e98458" providerId="LiveId" clId="{788BA123-62C9-4DDC-86E5-A6BCA4600216}" dt="2026-03-10T03:29:13.179" v="1087" actId="16959"/>
          <ac:spMkLst>
            <pc:docMk/>
            <pc:sldMk cId="2632971781" sldId="367"/>
            <ac:spMk id="9" creationId="{C7816E3D-19E8-3CFE-7769-D05FED529CEE}"/>
          </ac:spMkLst>
        </pc:spChg>
        <pc:spChg chg="mod">
          <ac:chgData name="Jacob Wyngaard" userId="6181fcd471e98458" providerId="LiveId" clId="{788BA123-62C9-4DDC-86E5-A6BCA4600216}" dt="2026-03-10T03:29:15.769" v="1088" actId="16959"/>
          <ac:spMkLst>
            <pc:docMk/>
            <pc:sldMk cId="2632971781" sldId="367"/>
            <ac:spMk id="10" creationId="{1845BF5E-4278-0B71-040D-45C0887073F4}"/>
          </ac:spMkLst>
        </pc:spChg>
        <pc:spChg chg="add mod">
          <ac:chgData name="Jacob Wyngaard" userId="6181fcd471e98458" providerId="LiveId" clId="{788BA123-62C9-4DDC-86E5-A6BCA4600216}" dt="2026-03-10T03:29:21.117" v="1090" actId="14100"/>
          <ac:spMkLst>
            <pc:docMk/>
            <pc:sldMk cId="2632971781" sldId="367"/>
            <ac:spMk id="11" creationId="{1BC60845-D118-FBDF-B0E1-BB0496ECC664}"/>
          </ac:spMkLst>
        </pc:spChg>
        <pc:spChg chg="add mod">
          <ac:chgData name="Jacob Wyngaard" userId="6181fcd471e98458" providerId="LiveId" clId="{788BA123-62C9-4DDC-86E5-A6BCA4600216}" dt="2026-03-10T03:29:26.243" v="1092" actId="20577"/>
          <ac:spMkLst>
            <pc:docMk/>
            <pc:sldMk cId="2632971781" sldId="367"/>
            <ac:spMk id="12" creationId="{1B691DD1-620A-FBF2-E12F-8CAE64BB0868}"/>
          </ac:spMkLst>
        </pc:spChg>
      </pc:sldChg>
      <pc:sldChg chg="addSp delSp modSp add mod">
        <pc:chgData name="Jacob Wyngaard" userId="6181fcd471e98458" providerId="LiveId" clId="{788BA123-62C9-4DDC-86E5-A6BCA4600216}" dt="2026-03-10T03:41:59.236" v="1229" actId="207"/>
        <pc:sldMkLst>
          <pc:docMk/>
          <pc:sldMk cId="2164990027" sldId="368"/>
        </pc:sldMkLst>
        <pc:spChg chg="del">
          <ac:chgData name="Jacob Wyngaard" userId="6181fcd471e98458" providerId="LiveId" clId="{788BA123-62C9-4DDC-86E5-A6BCA4600216}" dt="2026-03-10T03:29:42.900" v="1095" actId="478"/>
          <ac:spMkLst>
            <pc:docMk/>
            <pc:sldMk cId="2164990027" sldId="368"/>
            <ac:spMk id="11" creationId="{0E366DD5-6F28-7E5C-2F9E-B599BC87E4F2}"/>
          </ac:spMkLst>
        </pc:spChg>
        <pc:spChg chg="del">
          <ac:chgData name="Jacob Wyngaard" userId="6181fcd471e98458" providerId="LiveId" clId="{788BA123-62C9-4DDC-86E5-A6BCA4600216}" dt="2026-03-10T03:29:42.164" v="1094" actId="478"/>
          <ac:spMkLst>
            <pc:docMk/>
            <pc:sldMk cId="2164990027" sldId="368"/>
            <ac:spMk id="12" creationId="{A92889BE-BFD2-3544-4B7A-A649AF00C090}"/>
          </ac:spMkLst>
        </pc:spChg>
        <pc:spChg chg="add del mod">
          <ac:chgData name="Jacob Wyngaard" userId="6181fcd471e98458" providerId="LiveId" clId="{788BA123-62C9-4DDC-86E5-A6BCA4600216}" dt="2026-03-10T03:35:40.198" v="1118" actId="478"/>
          <ac:spMkLst>
            <pc:docMk/>
            <pc:sldMk cId="2164990027" sldId="368"/>
            <ac:spMk id="13" creationId="{96ED2A71-2641-D622-DC15-BA0EC93CB464}"/>
          </ac:spMkLst>
        </pc:spChg>
        <pc:spChg chg="add del mod">
          <ac:chgData name="Jacob Wyngaard" userId="6181fcd471e98458" providerId="LiveId" clId="{788BA123-62C9-4DDC-86E5-A6BCA4600216}" dt="2026-03-10T03:35:40.900" v="1119" actId="478"/>
          <ac:spMkLst>
            <pc:docMk/>
            <pc:sldMk cId="2164990027" sldId="368"/>
            <ac:spMk id="14" creationId="{3114874F-F022-A3DB-7B78-818936E20AE5}"/>
          </ac:spMkLst>
        </pc:spChg>
        <pc:spChg chg="add del mod">
          <ac:chgData name="Jacob Wyngaard" userId="6181fcd471e98458" providerId="LiveId" clId="{788BA123-62C9-4DDC-86E5-A6BCA4600216}" dt="2026-03-10T03:35:41.385" v="1120" actId="478"/>
          <ac:spMkLst>
            <pc:docMk/>
            <pc:sldMk cId="2164990027" sldId="368"/>
            <ac:spMk id="15" creationId="{67888110-5D69-7363-8855-DA1835943239}"/>
          </ac:spMkLst>
        </pc:spChg>
        <pc:spChg chg="add del mod">
          <ac:chgData name="Jacob Wyngaard" userId="6181fcd471e98458" providerId="LiveId" clId="{788BA123-62C9-4DDC-86E5-A6BCA4600216}" dt="2026-03-10T03:35:42.010" v="1121" actId="478"/>
          <ac:spMkLst>
            <pc:docMk/>
            <pc:sldMk cId="2164990027" sldId="368"/>
            <ac:spMk id="16" creationId="{B6F5BD6B-F567-5E3F-5491-019B74D11313}"/>
          </ac:spMkLst>
        </pc:spChg>
        <pc:spChg chg="add del mod">
          <ac:chgData name="Jacob Wyngaard" userId="6181fcd471e98458" providerId="LiveId" clId="{788BA123-62C9-4DDC-86E5-A6BCA4600216}" dt="2026-03-10T03:35:42.806" v="1122" actId="478"/>
          <ac:spMkLst>
            <pc:docMk/>
            <pc:sldMk cId="2164990027" sldId="368"/>
            <ac:spMk id="17" creationId="{1F828E10-17D2-7E2F-6726-7059A03F4805}"/>
          </ac:spMkLst>
        </pc:spChg>
        <pc:spChg chg="add del mod">
          <ac:chgData name="Jacob Wyngaard" userId="6181fcd471e98458" providerId="LiveId" clId="{788BA123-62C9-4DDC-86E5-A6BCA4600216}" dt="2026-03-10T03:35:36.010" v="1114" actId="478"/>
          <ac:spMkLst>
            <pc:docMk/>
            <pc:sldMk cId="2164990027" sldId="368"/>
            <ac:spMk id="18" creationId="{1262A8E6-5BEB-F695-5A85-4E3F77687441}"/>
          </ac:spMkLst>
        </pc:spChg>
        <pc:spChg chg="add mod">
          <ac:chgData name="Jacob Wyngaard" userId="6181fcd471e98458" providerId="LiveId" clId="{788BA123-62C9-4DDC-86E5-A6BCA4600216}" dt="2026-03-10T03:35:49.151" v="1123" actId="1076"/>
          <ac:spMkLst>
            <pc:docMk/>
            <pc:sldMk cId="2164990027" sldId="368"/>
            <ac:spMk id="19" creationId="{D9BB830E-ACD4-79D1-9DD3-F99374EAE57D}"/>
          </ac:spMkLst>
        </pc:spChg>
        <pc:spChg chg="add del mod">
          <ac:chgData name="Jacob Wyngaard" userId="6181fcd471e98458" providerId="LiveId" clId="{788BA123-62C9-4DDC-86E5-A6BCA4600216}" dt="2026-03-10T03:35:38.541" v="1117" actId="478"/>
          <ac:spMkLst>
            <pc:docMk/>
            <pc:sldMk cId="2164990027" sldId="368"/>
            <ac:spMk id="20" creationId="{117FC366-AC38-7CF6-00EC-8F672D0E5ADE}"/>
          </ac:spMkLst>
        </pc:spChg>
        <pc:spChg chg="add del mod">
          <ac:chgData name="Jacob Wyngaard" userId="6181fcd471e98458" providerId="LiveId" clId="{788BA123-62C9-4DDC-86E5-A6BCA4600216}" dt="2026-03-10T03:35:37.994" v="1116" actId="478"/>
          <ac:spMkLst>
            <pc:docMk/>
            <pc:sldMk cId="2164990027" sldId="368"/>
            <ac:spMk id="21" creationId="{C7C9D63E-742E-6D58-0B88-C825A96594C7}"/>
          </ac:spMkLst>
        </pc:spChg>
        <pc:spChg chg="add del mod">
          <ac:chgData name="Jacob Wyngaard" userId="6181fcd471e98458" providerId="LiveId" clId="{788BA123-62C9-4DDC-86E5-A6BCA4600216}" dt="2026-03-10T03:35:37.163" v="1115" actId="478"/>
          <ac:spMkLst>
            <pc:docMk/>
            <pc:sldMk cId="2164990027" sldId="368"/>
            <ac:spMk id="22" creationId="{C21E8CB1-7494-1921-C4DE-E44ADA5F039E}"/>
          </ac:spMkLst>
        </pc:spChg>
        <pc:spChg chg="add mod">
          <ac:chgData name="Jacob Wyngaard" userId="6181fcd471e98458" providerId="LiveId" clId="{788BA123-62C9-4DDC-86E5-A6BCA4600216}" dt="2026-03-10T03:41:59.236" v="1229" actId="207"/>
          <ac:spMkLst>
            <pc:docMk/>
            <pc:sldMk cId="2164990027" sldId="368"/>
            <ac:spMk id="24" creationId="{B436E355-8BF6-EBE3-AF07-FA132DCE27D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1EB116-73EE-4936-876D-CA6054346043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62000" y="1111250"/>
            <a:ext cx="5334000" cy="30003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278313"/>
            <a:ext cx="5486400" cy="35020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445500"/>
            <a:ext cx="2971800" cy="4460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C46F5-682E-4C43-810E-48CF7D15B87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385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33CBA4-6F19-F1C0-BABF-BF25B60F1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CF632F-0651-EBAB-97FA-5EFDD02974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606BC0-8727-3E49-D6C1-39E7F2EB4B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727B3D-93F1-E0FF-3AF7-081DAD6B85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9654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CA085-A088-8C45-935F-8CFAF84CB6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754E46-066B-AD71-45F6-73A39CB56D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78E09B-151C-F87D-3E12-62C4595582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3FC6B6-C11C-11B0-55BB-2BFF5BBC7D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74843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A9203-9631-45AD-632D-E124CBA84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AD6E1-EDF3-E3D0-FD3D-6FD8E9ABD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BBEFD6-CEE6-3031-5A66-FAA131FBEA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A3E1C9-A231-2EB5-E0BA-0472062633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488442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24261-AD9B-E9BB-4CF1-CA140E9D4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AB23E4-2B96-A3B0-B184-AA4C03BE74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84D3CD-1B56-7276-B789-917A78FD26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DF36F-0B4A-700D-6587-E57BAA6E29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2451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88C13-EFC8-459D-0937-6F6F43B850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C749FA-8A04-895C-1CB4-E1CCE7530F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89493A-1DEF-B157-CF74-E3962BCA5B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25F6C4-6B7A-36CB-A7AE-CB0ABA2F5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13055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A723C5-7E5C-8CF2-EF39-9E2CA9B79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0EDFEDA-348E-C27C-651A-D878EB1CE5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4810C2-9E01-DE0C-BA7A-9D89F19507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FB1364-7112-C6B8-B9EB-907F03F850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7971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317080-6B9D-C17B-8D44-A57FC3B7F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7CD1D7-D4D8-E16D-BF35-E6E047D54A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17E11B-AD6B-A437-A1DB-A8F09016D2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4476A8-3F83-9A2B-ECB1-28C0DAD35F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30730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4C52E-80DA-B0BF-38AB-78DF014F8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197DAC-D395-0E99-15E4-033154D0EF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576253-7988-795F-C73A-21945CDD37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25DE32-9E3A-1B19-CA9C-CD1F28B51A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522522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363E8E-8EBD-7DC2-B705-C0FD64779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5B2B2F7-7776-9F03-778C-8625CCD3D8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7DA07-4E02-6025-CFB2-C63AA0E003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80D600-F2B4-4CEA-2CD4-62284ABC7A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31537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C3CFA0-8CA3-A8D1-1463-5A4358C75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20A121-E3F1-58C9-6428-5E83DFAFBE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5B86C5-A22B-C867-A159-FD01BAB381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D75F0C-1AF8-1267-D708-16D4DD20288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33815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4FF3E7-B1C1-F07C-8D92-5C5F9A3988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E78A1F4-3385-C741-8DBA-186E4CC6BA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054D86-95D6-B8B0-0665-DCC27C89BF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256A3B-4A51-CFEB-F4D3-D3F57B9D28A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32606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BE7111-B3DC-CCA5-66AA-FBA6D0AFB5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93B328-0B38-7CFC-A739-A40915D746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DE6EFC-735B-6EC8-843B-42B538CBFD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B68C72-33EC-7FBD-1B13-F60ACAA60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353023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A335E-121C-F2EF-E355-4A1A684046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C86601-EF20-87E0-FE7C-9D9C0A9401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2295F76-2FC6-01BE-928B-2922386637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67DEEE-F8A3-AEED-B786-379BBB3320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02619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B4C47-BA88-57BE-C61B-695CA2509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67EEBB9-787A-2973-A447-1CD97DF0A9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3E33B5-4485-A1D7-9A81-CA3DEF6F63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423227-61DA-96D6-3AB2-059493BE2A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67729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7E14D-5DD7-5B1B-79C4-3DDE395B9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DF7CB1-BF53-27A1-9EF8-E11EE2EC21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B4646F-86A2-4CDA-BD40-378F19F447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135A90-57CC-84E1-E96D-910765CD695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9461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D7F08C-3AD1-CDA5-1509-49F535EFB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E47FF5-D216-37D3-AD7D-B806D37100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D69502-AAB9-D6EF-6B36-4EB2E82E76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24743D-C0AB-AF92-DAC0-C9040C1E35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86417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A51018-A64D-5CED-97E6-5B42C6CDC8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8629B9-F249-BA35-AC33-82C310C740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667C58E-BF67-0C49-E70E-41AC438089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307CD9-079F-AD84-B65D-4E5787D2D6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973389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9D51A-C782-BEB6-AC9E-CF8040151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6C8C55-F1E1-2CC4-9CD1-4518891C90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DAC8D6-B0BC-8DF5-C255-784BB0C5AC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82E70C-D790-FFC5-5B49-9E8AECB01C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599722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9F1C2B-AB79-50B6-75B8-151F6D6510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BA8304-166A-D40E-67F9-312204A076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81D778-86B9-661E-AC65-6C1A93AD8D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6562E6-5CB2-1872-A798-DFAD542472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0907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414DBB-8FE2-7C7F-8AFC-417C64CED6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78754B-EB9C-759F-DBD1-E9195FCA11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98C7C5-5C28-A71C-6C4C-FFB42FE65E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980D36-4025-079E-9A32-9FB69C6CA1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66200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44E76-2B5B-D9FC-5FE5-EB27B9006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5649DA-2847-A35E-017E-36FB9DF3A0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16EB90-C883-0065-B834-C0D10508DA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DFFBA8-937A-513B-6506-3009CA8885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01786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900B14-79FE-84DC-8D40-9096E5DB2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35208D-E1A3-9E86-1994-6A7ED7CDE5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93CB02-7D3E-FCE1-C1A6-49E8DC4F92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49D091-6C48-4373-52BC-824D3864D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756592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34E8A-4FC0-5E6C-A6FD-C7048BD1C6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E19645A-F136-602B-90B3-6F0619F3A2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55AFDE-0D5C-A6C1-8A1A-3219AE0FD4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3F9B85-4DF2-7998-E957-58B5C7B5AA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0802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ACD37-19A0-7D57-C04B-00A1E888B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20FA4A-8BEB-A81A-C408-53AD9DA618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F3CDA9-B816-B031-2CAA-E334F65508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5452F4-1DD8-8293-E9AF-09003AE9F9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94232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78A35-9B4B-919C-DE67-34659082E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13CAC2-3BAD-455C-E302-56D9B4B19A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FEE98B-7096-3737-DAF0-7D90076BC2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F4A17-D5B3-FFBD-F93C-CD1F654C5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93619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31B51B-04EE-2F19-6917-04E1D6610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01FB0F-E3C4-8576-455B-948F0A52B6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919E9C-B3EE-C575-6B76-119D6249F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FC0F38-D842-610E-84E7-FBB7ADEE35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9663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48DEE-8688-93C9-6E1B-FC8ABD9A6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751C0AC-AFF8-DB4F-F9C6-BA5C8A1AB0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8E64E2-0F36-CDC5-E56C-CC746E3D93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A2FB14-34EF-0D4F-4C27-E601370305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94C46F5-682E-4C43-810E-48CF7D15B873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5456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F67DA-EF88-764F-4BB2-90DD369ECA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31CB49-A6FF-5490-06FF-C691E6E108F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6D7E6-71BD-58F2-CBF4-E78503AECE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AD95E3-7A82-5D3E-BFDC-1AE7B4748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F89A11E-99A9-F23F-4238-A31D781DA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927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EF64B2-129B-23A1-2674-8563348AE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7FD9C-0A2E-B601-59FC-3A526EBBCB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E6DEFB-358E-B6E9-602E-E50D1A5BA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837DC-70E9-4BCE-762A-A3016527F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F871CA-989F-854F-0506-DBC06C396B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35937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E24B9F-5339-2DC7-EF1C-7ADE66AAFC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3F5A0D-A60D-B108-1000-8AB1BEDDEC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A1A79-101A-F9D5-2D58-008D939400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496FEA-451C-9BD7-FE85-ABE7721EAB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68E22-35AC-C4A7-7DF0-25148A4FDF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789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678D99-A43C-243B-C4C8-DD6A377ED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34F5C7-3E98-385C-D4CC-79AA9A57610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A97EA5-02FD-3408-9C44-22CA696BEB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A5EB16-71B7-FEF2-D131-1DC6215A0E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5B5499-CE45-E51E-C9F3-B31DCD75C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5EEEB8-6109-294D-EB1A-32BC9A6C5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845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916EFE-93E5-8BCF-08CB-2CFD45401A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7CD2989-0587-FFA8-CA9B-6B1FC2808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AADFDD-D356-34C7-ABB2-12E204D7CCC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845A8C9-58F4-D8A2-E078-6C86700EBB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05961E0-F79F-DC8A-8942-3409FF4ACC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E262B5-71DA-9BC0-4EA2-2B7D366C6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ED025E-4D61-3485-686F-F7FDC83BCB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1E9E3-1C2A-3967-AB7D-37A593FD1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0994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17C0D-B790-78A5-844C-07DA00A7B1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A8B3C7A-A272-8A74-FDB0-FF10B7AF77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EE517F-231E-473E-2A52-0DBD0429B4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0E8D7-AEF1-33EF-5C16-F459BB1F5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507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A3CB47C-D1EE-D077-3BEF-928DF2122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751ED4-DC95-A9E0-24B4-C2DCA6CB58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20BDA7-CF32-77AD-D5CE-23B56BC2F9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4123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C742E5-59E4-6D3E-78BE-A1E0FD169C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9E5C4-4836-AEE1-B05E-74FDAD2EF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81F0D4-A283-375A-35D9-26B05BFBDA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A6B98DC-0C98-0E90-27A7-75B4CAFEE8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F80928-22DB-5761-6D60-267606D08D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FFF7E1-E86C-19C0-0A2C-5A4E7FB38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1305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E0DA3-7875-1508-B11E-26D67ED2C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74211B7-5EEF-8BCE-B12B-6DEA70B8F06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DAEC012-F909-E4E6-108A-9A27D6B2E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00A5A7-09B3-7AD1-786E-53E840446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CA55B-44A9-BB54-0C67-0AFC84A38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D7F222-9F9A-9E7F-90EE-737ADC31C6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79572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DB68E4-12C6-EA01-70EB-D1FAC1AF9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1CB90F-6B0E-ACFF-CC12-B1507D46E3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0B0E2F-8C14-7F4B-68F3-EE72E41F17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3771C8-4AEB-0EA1-C952-CDA04AAD37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8CEBF8-7B84-5F80-4F7D-AF4F5DBD74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09800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531484-78AC-FB0F-7630-C4370575FEF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2053D0-EB63-CDF3-BF9D-35E71B339A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2C4B92-42E9-67BF-9B36-EA7CF5677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9DFCA7-2E84-49E5-A4F2-77D92A699F3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89637F-4C75-7B24-2A1D-152979DF62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ECF603-77C0-B9F2-A64B-E73520BA82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7997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00D885-ED30-8EA9-7F49-AFA92BBC5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5E0D96-F750-2F67-FAFA-EA3A47809C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AADF68-C2D2-7D96-F604-E6D5948605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DFCA7-2E84-49E5-A4F2-77D92A699F3D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8578D3-0307-EBF0-53AA-0815083E16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FE9A0A-1B61-6FF9-649F-8F9311932A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084F9D-A3CF-4BD7-80E5-0BDA8B1DC1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1184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44.png"/><Relationship Id="rId18" Type="http://schemas.openxmlformats.org/officeDocument/2006/relationships/image" Target="../media/image49.png"/><Relationship Id="rId26" Type="http://schemas.openxmlformats.org/officeDocument/2006/relationships/image" Target="../media/image37.png"/><Relationship Id="rId3" Type="http://schemas.openxmlformats.org/officeDocument/2006/relationships/image" Target="../media/image14.png"/><Relationship Id="rId21" Type="http://schemas.openxmlformats.org/officeDocument/2006/relationships/image" Target="../media/image51.png"/><Relationship Id="rId7" Type="http://schemas.openxmlformats.org/officeDocument/2006/relationships/image" Target="../media/image180.png"/><Relationship Id="rId12" Type="http://schemas.openxmlformats.org/officeDocument/2006/relationships/image" Target="../media/image43.png"/><Relationship Id="rId17" Type="http://schemas.openxmlformats.org/officeDocument/2006/relationships/image" Target="../media/image48.png"/><Relationship Id="rId25" Type="http://schemas.openxmlformats.org/officeDocument/2006/relationships/image" Target="../media/image6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47.png"/><Relationship Id="rId20" Type="http://schemas.openxmlformats.org/officeDocument/2006/relationships/image" Target="../media/image50.png"/><Relationship Id="rId29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0.png"/><Relationship Id="rId11" Type="http://schemas.openxmlformats.org/officeDocument/2006/relationships/image" Target="../media/image42.png"/><Relationship Id="rId24" Type="http://schemas.openxmlformats.org/officeDocument/2006/relationships/image" Target="../media/image35.png"/><Relationship Id="rId5" Type="http://schemas.openxmlformats.org/officeDocument/2006/relationships/image" Target="../media/image160.png"/><Relationship Id="rId15" Type="http://schemas.openxmlformats.org/officeDocument/2006/relationships/image" Target="../media/image46.png"/><Relationship Id="rId23" Type="http://schemas.openxmlformats.org/officeDocument/2006/relationships/image" Target="../media/image64.png"/><Relationship Id="rId28" Type="http://schemas.openxmlformats.org/officeDocument/2006/relationships/image" Target="../media/image39.png"/><Relationship Id="rId10" Type="http://schemas.openxmlformats.org/officeDocument/2006/relationships/image" Target="../media/image41.png"/><Relationship Id="rId19" Type="http://schemas.openxmlformats.org/officeDocument/2006/relationships/image" Target="../media/image30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Relationship Id="rId14" Type="http://schemas.openxmlformats.org/officeDocument/2006/relationships/image" Target="../media/image45.png"/><Relationship Id="rId22" Type="http://schemas.openxmlformats.org/officeDocument/2006/relationships/image" Target="../media/image61.png"/><Relationship Id="rId27" Type="http://schemas.openxmlformats.org/officeDocument/2006/relationships/image" Target="../media/image6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8.png"/><Relationship Id="rId13" Type="http://schemas.openxmlformats.org/officeDocument/2006/relationships/image" Target="../media/image68.png"/><Relationship Id="rId18" Type="http://schemas.openxmlformats.org/officeDocument/2006/relationships/image" Target="../media/image73.png"/><Relationship Id="rId26" Type="http://schemas.openxmlformats.org/officeDocument/2006/relationships/image" Target="../media/image81.png"/><Relationship Id="rId3" Type="http://schemas.openxmlformats.org/officeDocument/2006/relationships/image" Target="../media/image411.png"/><Relationship Id="rId21" Type="http://schemas.openxmlformats.org/officeDocument/2006/relationships/image" Target="../media/image76.png"/><Relationship Id="rId7" Type="http://schemas.openxmlformats.org/officeDocument/2006/relationships/image" Target="../media/image811.png"/><Relationship Id="rId12" Type="http://schemas.openxmlformats.org/officeDocument/2006/relationships/image" Target="../media/image67.png"/><Relationship Id="rId17" Type="http://schemas.openxmlformats.org/officeDocument/2006/relationships/image" Target="../media/image72.png"/><Relationship Id="rId25" Type="http://schemas.openxmlformats.org/officeDocument/2006/relationships/image" Target="../media/image80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71.png"/><Relationship Id="rId20" Type="http://schemas.openxmlformats.org/officeDocument/2006/relationships/image" Target="../media/image75.png"/><Relationship Id="rId29" Type="http://schemas.openxmlformats.org/officeDocument/2006/relationships/image" Target="../media/image8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1.png"/><Relationship Id="rId11" Type="http://schemas.openxmlformats.org/officeDocument/2006/relationships/image" Target="../media/image137.png"/><Relationship Id="rId24" Type="http://schemas.openxmlformats.org/officeDocument/2006/relationships/image" Target="../media/image79.png"/><Relationship Id="rId5" Type="http://schemas.openxmlformats.org/officeDocument/2006/relationships/image" Target="../media/image60.png"/><Relationship Id="rId15" Type="http://schemas.openxmlformats.org/officeDocument/2006/relationships/image" Target="../media/image70.png"/><Relationship Id="rId23" Type="http://schemas.openxmlformats.org/officeDocument/2006/relationships/image" Target="../media/image78.png"/><Relationship Id="rId28" Type="http://schemas.openxmlformats.org/officeDocument/2006/relationships/image" Target="../media/image83.png"/><Relationship Id="rId10" Type="http://schemas.openxmlformats.org/officeDocument/2006/relationships/image" Target="../media/image1210.png"/><Relationship Id="rId19" Type="http://schemas.openxmlformats.org/officeDocument/2006/relationships/image" Target="../media/image74.png"/><Relationship Id="rId4" Type="http://schemas.openxmlformats.org/officeDocument/2006/relationships/image" Target="../media/image56.png"/><Relationship Id="rId9" Type="http://schemas.openxmlformats.org/officeDocument/2006/relationships/image" Target="../media/image1010.png"/><Relationship Id="rId14" Type="http://schemas.openxmlformats.org/officeDocument/2006/relationships/image" Target="../media/image69.png"/><Relationship Id="rId22" Type="http://schemas.openxmlformats.org/officeDocument/2006/relationships/image" Target="../media/image77.png"/><Relationship Id="rId27" Type="http://schemas.openxmlformats.org/officeDocument/2006/relationships/image" Target="../media/image82.png"/><Relationship Id="rId30" Type="http://schemas.openxmlformats.org/officeDocument/2006/relationships/image" Target="../media/image8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2.png"/><Relationship Id="rId7" Type="http://schemas.openxmlformats.org/officeDocument/2006/relationships/image" Target="../media/image3.png"/><Relationship Id="rId12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4.png"/><Relationship Id="rId11" Type="http://schemas.openxmlformats.org/officeDocument/2006/relationships/image" Target="../media/image59.png"/><Relationship Id="rId5" Type="http://schemas.openxmlformats.org/officeDocument/2006/relationships/image" Target="../media/image53.png"/><Relationship Id="rId10" Type="http://schemas.openxmlformats.org/officeDocument/2006/relationships/image" Target="../media/image58.png"/><Relationship Id="rId4" Type="http://schemas.openxmlformats.org/officeDocument/2006/relationships/image" Target="../media/image52.png"/><Relationship Id="rId9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0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10" Type="http://schemas.openxmlformats.org/officeDocument/2006/relationships/image" Target="../media/image21.png"/><Relationship Id="rId4" Type="http://schemas.openxmlformats.org/officeDocument/2006/relationships/image" Target="../media/image11.png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12" Type="http://schemas.openxmlformats.org/officeDocument/2006/relationships/image" Target="../media/image3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31.png"/><Relationship Id="rId5" Type="http://schemas.openxmlformats.org/officeDocument/2006/relationships/image" Target="../media/image24.png"/><Relationship Id="rId10" Type="http://schemas.openxmlformats.org/officeDocument/2006/relationships/image" Target="../media/image29.png"/><Relationship Id="rId4" Type="http://schemas.openxmlformats.org/officeDocument/2006/relationships/image" Target="../media/image23.png"/><Relationship Id="rId9" Type="http://schemas.openxmlformats.org/officeDocument/2006/relationships/image" Target="../media/image2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181.png"/><Relationship Id="rId18" Type="http://schemas.openxmlformats.org/officeDocument/2006/relationships/image" Target="../media/image250.png"/><Relationship Id="rId26" Type="http://schemas.openxmlformats.org/officeDocument/2006/relationships/image" Target="../media/image37.png"/><Relationship Id="rId3" Type="http://schemas.openxmlformats.org/officeDocument/2006/relationships/image" Target="../media/image14.png"/><Relationship Id="rId21" Type="http://schemas.openxmlformats.org/officeDocument/2006/relationships/image" Target="../media/image270.png"/><Relationship Id="rId7" Type="http://schemas.openxmlformats.org/officeDocument/2006/relationships/image" Target="../media/image1211.png"/><Relationship Id="rId12" Type="http://schemas.openxmlformats.org/officeDocument/2006/relationships/image" Target="../media/image171.png"/><Relationship Id="rId17" Type="http://schemas.openxmlformats.org/officeDocument/2006/relationships/image" Target="../media/image240.png"/><Relationship Id="rId25" Type="http://schemas.openxmlformats.org/officeDocument/2006/relationships/image" Target="../media/image36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230.png"/><Relationship Id="rId20" Type="http://schemas.openxmlformats.org/officeDocument/2006/relationships/image" Target="../media/image260.png"/><Relationship Id="rId29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10.png"/><Relationship Id="rId11" Type="http://schemas.openxmlformats.org/officeDocument/2006/relationships/image" Target="../media/image161.png"/><Relationship Id="rId24" Type="http://schemas.openxmlformats.org/officeDocument/2006/relationships/image" Target="../media/image310.png"/><Relationship Id="rId5" Type="http://schemas.openxmlformats.org/officeDocument/2006/relationships/image" Target="../media/image1012.png"/><Relationship Id="rId15" Type="http://schemas.openxmlformats.org/officeDocument/2006/relationships/image" Target="../media/image220.png"/><Relationship Id="rId23" Type="http://schemas.openxmlformats.org/officeDocument/2006/relationships/image" Target="../media/image290.png"/><Relationship Id="rId28" Type="http://schemas.openxmlformats.org/officeDocument/2006/relationships/image" Target="../media/image39.png"/><Relationship Id="rId10" Type="http://schemas.openxmlformats.org/officeDocument/2006/relationships/image" Target="../media/image1310.png"/><Relationship Id="rId19" Type="http://schemas.openxmlformats.org/officeDocument/2006/relationships/image" Target="../media/image30.png"/><Relationship Id="rId4" Type="http://schemas.openxmlformats.org/officeDocument/2006/relationships/image" Target="../media/image15.png"/><Relationship Id="rId9" Type="http://schemas.openxmlformats.org/officeDocument/2006/relationships/image" Target="../media/image20.png"/><Relationship Id="rId14" Type="http://schemas.openxmlformats.org/officeDocument/2006/relationships/image" Target="../media/image210.png"/><Relationship Id="rId22" Type="http://schemas.openxmlformats.org/officeDocument/2006/relationships/image" Target="../media/image280.png"/><Relationship Id="rId27" Type="http://schemas.openxmlformats.org/officeDocument/2006/relationships/image" Target="../media/image3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87.png"/><Relationship Id="rId26" Type="http://schemas.openxmlformats.org/officeDocument/2006/relationships/image" Target="../media/image37.png"/><Relationship Id="rId3" Type="http://schemas.openxmlformats.org/officeDocument/2006/relationships/image" Target="../media/image14.png"/><Relationship Id="rId21" Type="http://schemas.openxmlformats.org/officeDocument/2006/relationships/image" Target="../media/image89.png"/><Relationship Id="rId34" Type="http://schemas.openxmlformats.org/officeDocument/2006/relationships/image" Target="../media/image95.png"/><Relationship Id="rId7" Type="http://schemas.openxmlformats.org/officeDocument/2006/relationships/image" Target="../media/image34.png"/><Relationship Id="rId12" Type="http://schemas.openxmlformats.org/officeDocument/2006/relationships/image" Target="../media/image86.png"/><Relationship Id="rId25" Type="http://schemas.openxmlformats.org/officeDocument/2006/relationships/image" Target="../media/image65.png"/><Relationship Id="rId33" Type="http://schemas.openxmlformats.org/officeDocument/2006/relationships/image" Target="../media/image94.png"/><Relationship Id="rId2" Type="http://schemas.openxmlformats.org/officeDocument/2006/relationships/notesSlide" Target="../notesSlides/notesSlide8.xml"/><Relationship Id="rId20" Type="http://schemas.openxmlformats.org/officeDocument/2006/relationships/image" Target="../media/image88.png"/><Relationship Id="rId29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63.png"/><Relationship Id="rId24" Type="http://schemas.openxmlformats.org/officeDocument/2006/relationships/image" Target="../media/image35.png"/><Relationship Id="rId32" Type="http://schemas.openxmlformats.org/officeDocument/2006/relationships/image" Target="../media/image93.png"/><Relationship Id="rId5" Type="http://schemas.openxmlformats.org/officeDocument/2006/relationships/image" Target="../media/image320.png"/><Relationship Id="rId23" Type="http://schemas.openxmlformats.org/officeDocument/2006/relationships/image" Target="../media/image64.png"/><Relationship Id="rId28" Type="http://schemas.openxmlformats.org/officeDocument/2006/relationships/image" Target="../media/image39.png"/><Relationship Id="rId10" Type="http://schemas.openxmlformats.org/officeDocument/2006/relationships/image" Target="../media/image62.png"/><Relationship Id="rId19" Type="http://schemas.openxmlformats.org/officeDocument/2006/relationships/image" Target="../media/image30.png"/><Relationship Id="rId31" Type="http://schemas.openxmlformats.org/officeDocument/2006/relationships/image" Target="../media/image92.png"/><Relationship Id="rId4" Type="http://schemas.openxmlformats.org/officeDocument/2006/relationships/image" Target="../media/image15.png"/><Relationship Id="rId9" Type="http://schemas.openxmlformats.org/officeDocument/2006/relationships/image" Target="../media/image57.png"/><Relationship Id="rId22" Type="http://schemas.openxmlformats.org/officeDocument/2006/relationships/image" Target="../media/image90.png"/><Relationship Id="rId27" Type="http://schemas.openxmlformats.org/officeDocument/2006/relationships/image" Target="../media/image66.png"/><Relationship Id="rId30" Type="http://schemas.openxmlformats.org/officeDocument/2006/relationships/image" Target="../media/image9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87.png"/><Relationship Id="rId18" Type="http://schemas.openxmlformats.org/officeDocument/2006/relationships/image" Target="../media/image100.png"/><Relationship Id="rId26" Type="http://schemas.openxmlformats.org/officeDocument/2006/relationships/image" Target="../media/image92.png"/><Relationship Id="rId3" Type="http://schemas.openxmlformats.org/officeDocument/2006/relationships/image" Target="../media/image96.png"/><Relationship Id="rId21" Type="http://schemas.openxmlformats.org/officeDocument/2006/relationships/image" Target="../media/image103.png"/><Relationship Id="rId7" Type="http://schemas.openxmlformats.org/officeDocument/2006/relationships/image" Target="../media/image34.png"/><Relationship Id="rId12" Type="http://schemas.openxmlformats.org/officeDocument/2006/relationships/image" Target="../media/image86.png"/><Relationship Id="rId17" Type="http://schemas.openxmlformats.org/officeDocument/2006/relationships/image" Target="../media/image90.png"/><Relationship Id="rId25" Type="http://schemas.openxmlformats.org/officeDocument/2006/relationships/image" Target="../media/image91.png"/><Relationship Id="rId2" Type="http://schemas.openxmlformats.org/officeDocument/2006/relationships/notesSlide" Target="../notesSlides/notesSlide9.xml"/><Relationship Id="rId16" Type="http://schemas.openxmlformats.org/officeDocument/2006/relationships/image" Target="../media/image89.png"/><Relationship Id="rId20" Type="http://schemas.openxmlformats.org/officeDocument/2006/relationships/image" Target="../media/image102.png"/><Relationship Id="rId29" Type="http://schemas.openxmlformats.org/officeDocument/2006/relationships/image" Target="../media/image9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63.png"/><Relationship Id="rId24" Type="http://schemas.openxmlformats.org/officeDocument/2006/relationships/image" Target="../media/image106.png"/><Relationship Id="rId5" Type="http://schemas.openxmlformats.org/officeDocument/2006/relationships/image" Target="../media/image320.png"/><Relationship Id="rId15" Type="http://schemas.openxmlformats.org/officeDocument/2006/relationships/image" Target="../media/image88.png"/><Relationship Id="rId23" Type="http://schemas.openxmlformats.org/officeDocument/2006/relationships/image" Target="../media/image105.png"/><Relationship Id="rId28" Type="http://schemas.openxmlformats.org/officeDocument/2006/relationships/image" Target="../media/image94.png"/><Relationship Id="rId10" Type="http://schemas.openxmlformats.org/officeDocument/2006/relationships/image" Target="../media/image62.png"/><Relationship Id="rId19" Type="http://schemas.openxmlformats.org/officeDocument/2006/relationships/image" Target="../media/image101.png"/><Relationship Id="rId4" Type="http://schemas.openxmlformats.org/officeDocument/2006/relationships/image" Target="../media/image97.png"/><Relationship Id="rId9" Type="http://schemas.openxmlformats.org/officeDocument/2006/relationships/image" Target="../media/image57.png"/><Relationship Id="rId14" Type="http://schemas.openxmlformats.org/officeDocument/2006/relationships/image" Target="../media/image99.png"/><Relationship Id="rId22" Type="http://schemas.openxmlformats.org/officeDocument/2006/relationships/image" Target="../media/image104.png"/><Relationship Id="rId27" Type="http://schemas.openxmlformats.org/officeDocument/2006/relationships/image" Target="../media/image9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2.png"/><Relationship Id="rId13" Type="http://schemas.openxmlformats.org/officeDocument/2006/relationships/image" Target="../media/image117.png"/><Relationship Id="rId18" Type="http://schemas.openxmlformats.org/officeDocument/2006/relationships/image" Target="../media/image122.png"/><Relationship Id="rId26" Type="http://schemas.openxmlformats.org/officeDocument/2006/relationships/image" Target="../media/image130.png"/><Relationship Id="rId3" Type="http://schemas.openxmlformats.org/officeDocument/2006/relationships/image" Target="../media/image107.png"/><Relationship Id="rId21" Type="http://schemas.openxmlformats.org/officeDocument/2006/relationships/image" Target="../media/image125.png"/><Relationship Id="rId7" Type="http://schemas.openxmlformats.org/officeDocument/2006/relationships/image" Target="../media/image111.png"/><Relationship Id="rId12" Type="http://schemas.openxmlformats.org/officeDocument/2006/relationships/image" Target="../media/image116.png"/><Relationship Id="rId17" Type="http://schemas.openxmlformats.org/officeDocument/2006/relationships/image" Target="../media/image121.png"/><Relationship Id="rId25" Type="http://schemas.openxmlformats.org/officeDocument/2006/relationships/image" Target="../media/image129.png"/><Relationship Id="rId2" Type="http://schemas.openxmlformats.org/officeDocument/2006/relationships/notesSlide" Target="../notesSlides/notesSlide10.xml"/><Relationship Id="rId16" Type="http://schemas.openxmlformats.org/officeDocument/2006/relationships/image" Target="../media/image120.png"/><Relationship Id="rId20" Type="http://schemas.openxmlformats.org/officeDocument/2006/relationships/image" Target="../media/image124.png"/><Relationship Id="rId29" Type="http://schemas.openxmlformats.org/officeDocument/2006/relationships/image" Target="../media/image1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0.png"/><Relationship Id="rId11" Type="http://schemas.openxmlformats.org/officeDocument/2006/relationships/image" Target="../media/image115.png"/><Relationship Id="rId24" Type="http://schemas.openxmlformats.org/officeDocument/2006/relationships/image" Target="../media/image128.png"/><Relationship Id="rId5" Type="http://schemas.openxmlformats.org/officeDocument/2006/relationships/image" Target="../media/image109.png"/><Relationship Id="rId15" Type="http://schemas.openxmlformats.org/officeDocument/2006/relationships/image" Target="../media/image119.png"/><Relationship Id="rId23" Type="http://schemas.openxmlformats.org/officeDocument/2006/relationships/image" Target="../media/image127.png"/><Relationship Id="rId28" Type="http://schemas.openxmlformats.org/officeDocument/2006/relationships/image" Target="../media/image132.png"/><Relationship Id="rId10" Type="http://schemas.openxmlformats.org/officeDocument/2006/relationships/image" Target="../media/image114.png"/><Relationship Id="rId19" Type="http://schemas.openxmlformats.org/officeDocument/2006/relationships/image" Target="../media/image123.png"/><Relationship Id="rId4" Type="http://schemas.openxmlformats.org/officeDocument/2006/relationships/image" Target="../media/image108.png"/><Relationship Id="rId9" Type="http://schemas.openxmlformats.org/officeDocument/2006/relationships/image" Target="../media/image113.png"/><Relationship Id="rId14" Type="http://schemas.openxmlformats.org/officeDocument/2006/relationships/image" Target="../media/image118.png"/><Relationship Id="rId22" Type="http://schemas.openxmlformats.org/officeDocument/2006/relationships/image" Target="../media/image126.png"/><Relationship Id="rId27" Type="http://schemas.openxmlformats.org/officeDocument/2006/relationships/image" Target="../media/image13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2.png"/><Relationship Id="rId13" Type="http://schemas.openxmlformats.org/officeDocument/2006/relationships/image" Target="../media/image117.png"/><Relationship Id="rId18" Type="http://schemas.openxmlformats.org/officeDocument/2006/relationships/image" Target="../media/image122.png"/><Relationship Id="rId26" Type="http://schemas.openxmlformats.org/officeDocument/2006/relationships/image" Target="../media/image130.png"/><Relationship Id="rId3" Type="http://schemas.openxmlformats.org/officeDocument/2006/relationships/image" Target="../media/image107.png"/><Relationship Id="rId21" Type="http://schemas.openxmlformats.org/officeDocument/2006/relationships/image" Target="../media/image125.png"/><Relationship Id="rId7" Type="http://schemas.openxmlformats.org/officeDocument/2006/relationships/image" Target="../media/image111.png"/><Relationship Id="rId12" Type="http://schemas.openxmlformats.org/officeDocument/2006/relationships/image" Target="../media/image116.png"/><Relationship Id="rId17" Type="http://schemas.openxmlformats.org/officeDocument/2006/relationships/image" Target="../media/image121.png"/><Relationship Id="rId25" Type="http://schemas.openxmlformats.org/officeDocument/2006/relationships/image" Target="../media/image129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120.png"/><Relationship Id="rId20" Type="http://schemas.openxmlformats.org/officeDocument/2006/relationships/image" Target="../media/image124.png"/><Relationship Id="rId29" Type="http://schemas.openxmlformats.org/officeDocument/2006/relationships/image" Target="../media/image1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0.png"/><Relationship Id="rId11" Type="http://schemas.openxmlformats.org/officeDocument/2006/relationships/image" Target="../media/image115.png"/><Relationship Id="rId24" Type="http://schemas.openxmlformats.org/officeDocument/2006/relationships/image" Target="../media/image128.png"/><Relationship Id="rId5" Type="http://schemas.openxmlformats.org/officeDocument/2006/relationships/image" Target="../media/image109.png"/><Relationship Id="rId15" Type="http://schemas.openxmlformats.org/officeDocument/2006/relationships/image" Target="../media/image119.png"/><Relationship Id="rId23" Type="http://schemas.openxmlformats.org/officeDocument/2006/relationships/image" Target="../media/image127.png"/><Relationship Id="rId28" Type="http://schemas.openxmlformats.org/officeDocument/2006/relationships/image" Target="../media/image132.png"/><Relationship Id="rId10" Type="http://schemas.openxmlformats.org/officeDocument/2006/relationships/image" Target="../media/image114.png"/><Relationship Id="rId19" Type="http://schemas.openxmlformats.org/officeDocument/2006/relationships/image" Target="../media/image123.png"/><Relationship Id="rId4" Type="http://schemas.openxmlformats.org/officeDocument/2006/relationships/image" Target="../media/image108.png"/><Relationship Id="rId9" Type="http://schemas.openxmlformats.org/officeDocument/2006/relationships/image" Target="../media/image113.png"/><Relationship Id="rId14" Type="http://schemas.openxmlformats.org/officeDocument/2006/relationships/image" Target="../media/image118.png"/><Relationship Id="rId22" Type="http://schemas.openxmlformats.org/officeDocument/2006/relationships/image" Target="../media/image126.png"/><Relationship Id="rId27" Type="http://schemas.openxmlformats.org/officeDocument/2006/relationships/image" Target="../media/image13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87.png"/><Relationship Id="rId18" Type="http://schemas.openxmlformats.org/officeDocument/2006/relationships/image" Target="../media/image100.png"/><Relationship Id="rId26" Type="http://schemas.openxmlformats.org/officeDocument/2006/relationships/image" Target="../media/image1081.png"/><Relationship Id="rId3" Type="http://schemas.openxmlformats.org/officeDocument/2006/relationships/image" Target="../media/image96.png"/><Relationship Id="rId21" Type="http://schemas.openxmlformats.org/officeDocument/2006/relationships/image" Target="../media/image103.png"/><Relationship Id="rId7" Type="http://schemas.openxmlformats.org/officeDocument/2006/relationships/image" Target="../media/image34.png"/><Relationship Id="rId12" Type="http://schemas.openxmlformats.org/officeDocument/2006/relationships/image" Target="../media/image86.png"/><Relationship Id="rId17" Type="http://schemas.openxmlformats.org/officeDocument/2006/relationships/image" Target="../media/image90.png"/><Relationship Id="rId25" Type="http://schemas.openxmlformats.org/officeDocument/2006/relationships/image" Target="../media/image1071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89.png"/><Relationship Id="rId20" Type="http://schemas.openxmlformats.org/officeDocument/2006/relationships/image" Target="../media/image102.png"/><Relationship Id="rId29" Type="http://schemas.openxmlformats.org/officeDocument/2006/relationships/image" Target="../media/image11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63.png"/><Relationship Id="rId24" Type="http://schemas.openxmlformats.org/officeDocument/2006/relationships/image" Target="../media/image106.png"/><Relationship Id="rId5" Type="http://schemas.openxmlformats.org/officeDocument/2006/relationships/image" Target="../media/image320.png"/><Relationship Id="rId15" Type="http://schemas.openxmlformats.org/officeDocument/2006/relationships/image" Target="../media/image88.png"/><Relationship Id="rId23" Type="http://schemas.openxmlformats.org/officeDocument/2006/relationships/image" Target="../media/image105.png"/><Relationship Id="rId28" Type="http://schemas.openxmlformats.org/officeDocument/2006/relationships/image" Target="../media/image1100.png"/><Relationship Id="rId10" Type="http://schemas.openxmlformats.org/officeDocument/2006/relationships/image" Target="../media/image62.png"/><Relationship Id="rId19" Type="http://schemas.openxmlformats.org/officeDocument/2006/relationships/image" Target="../media/image101.png"/><Relationship Id="rId4" Type="http://schemas.openxmlformats.org/officeDocument/2006/relationships/image" Target="../media/image97.png"/><Relationship Id="rId9" Type="http://schemas.openxmlformats.org/officeDocument/2006/relationships/image" Target="../media/image57.png"/><Relationship Id="rId14" Type="http://schemas.openxmlformats.org/officeDocument/2006/relationships/image" Target="../media/image99.png"/><Relationship Id="rId22" Type="http://schemas.openxmlformats.org/officeDocument/2006/relationships/image" Target="../media/image104.png"/><Relationship Id="rId27" Type="http://schemas.openxmlformats.org/officeDocument/2006/relationships/image" Target="../media/image109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13" Type="http://schemas.openxmlformats.org/officeDocument/2006/relationships/image" Target="../media/image87.png"/><Relationship Id="rId18" Type="http://schemas.openxmlformats.org/officeDocument/2006/relationships/image" Target="../media/image100.png"/><Relationship Id="rId26" Type="http://schemas.openxmlformats.org/officeDocument/2006/relationships/image" Target="../media/image1081.png"/><Relationship Id="rId3" Type="http://schemas.openxmlformats.org/officeDocument/2006/relationships/image" Target="../media/image96.png"/><Relationship Id="rId21" Type="http://schemas.openxmlformats.org/officeDocument/2006/relationships/image" Target="../media/image103.png"/><Relationship Id="rId7" Type="http://schemas.openxmlformats.org/officeDocument/2006/relationships/image" Target="../media/image34.png"/><Relationship Id="rId12" Type="http://schemas.openxmlformats.org/officeDocument/2006/relationships/image" Target="../media/image86.png"/><Relationship Id="rId17" Type="http://schemas.openxmlformats.org/officeDocument/2006/relationships/image" Target="../media/image90.png"/><Relationship Id="rId25" Type="http://schemas.openxmlformats.org/officeDocument/2006/relationships/image" Target="../media/image1071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89.png"/><Relationship Id="rId20" Type="http://schemas.openxmlformats.org/officeDocument/2006/relationships/image" Target="../media/image102.png"/><Relationship Id="rId29" Type="http://schemas.openxmlformats.org/officeDocument/2006/relationships/image" Target="../media/image111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11" Type="http://schemas.openxmlformats.org/officeDocument/2006/relationships/image" Target="../media/image63.png"/><Relationship Id="rId24" Type="http://schemas.openxmlformats.org/officeDocument/2006/relationships/image" Target="../media/image106.png"/><Relationship Id="rId5" Type="http://schemas.openxmlformats.org/officeDocument/2006/relationships/image" Target="../media/image320.png"/><Relationship Id="rId15" Type="http://schemas.openxmlformats.org/officeDocument/2006/relationships/image" Target="../media/image88.png"/><Relationship Id="rId23" Type="http://schemas.openxmlformats.org/officeDocument/2006/relationships/image" Target="../media/image105.png"/><Relationship Id="rId28" Type="http://schemas.openxmlformats.org/officeDocument/2006/relationships/image" Target="../media/image1100.png"/><Relationship Id="rId10" Type="http://schemas.openxmlformats.org/officeDocument/2006/relationships/image" Target="../media/image62.png"/><Relationship Id="rId19" Type="http://schemas.openxmlformats.org/officeDocument/2006/relationships/image" Target="../media/image101.png"/><Relationship Id="rId4" Type="http://schemas.openxmlformats.org/officeDocument/2006/relationships/image" Target="../media/image97.png"/><Relationship Id="rId9" Type="http://schemas.openxmlformats.org/officeDocument/2006/relationships/image" Target="../media/image57.png"/><Relationship Id="rId14" Type="http://schemas.openxmlformats.org/officeDocument/2006/relationships/image" Target="../media/image99.png"/><Relationship Id="rId22" Type="http://schemas.openxmlformats.org/officeDocument/2006/relationships/image" Target="../media/image104.png"/><Relationship Id="rId27" Type="http://schemas.openxmlformats.org/officeDocument/2006/relationships/image" Target="../media/image109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5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50.png"/><Relationship Id="rId3" Type="http://schemas.openxmlformats.org/officeDocument/2006/relationships/image" Target="../media/image1000.png"/><Relationship Id="rId7" Type="http://schemas.openxmlformats.org/officeDocument/2006/relationships/image" Target="../media/image1040.png"/><Relationship Id="rId12" Type="http://schemas.openxmlformats.org/officeDocument/2006/relationships/image" Target="../media/image109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30.png"/><Relationship Id="rId11" Type="http://schemas.openxmlformats.org/officeDocument/2006/relationships/image" Target="../media/image1080.png"/><Relationship Id="rId5" Type="http://schemas.openxmlformats.org/officeDocument/2006/relationships/image" Target="../media/image1020.png"/><Relationship Id="rId10" Type="http://schemas.openxmlformats.org/officeDocument/2006/relationships/image" Target="../media/image1070.png"/><Relationship Id="rId4" Type="http://schemas.openxmlformats.org/officeDocument/2006/relationships/image" Target="../media/image1011.png"/><Relationship Id="rId9" Type="http://schemas.openxmlformats.org/officeDocument/2006/relationships/image" Target="../media/image106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0.png"/><Relationship Id="rId3" Type="http://schemas.openxmlformats.org/officeDocument/2006/relationships/image" Target="../media/image139.png"/><Relationship Id="rId7" Type="http://schemas.openxmlformats.org/officeDocument/2006/relationships/image" Target="../media/image115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0.png"/><Relationship Id="rId5" Type="http://schemas.openxmlformats.org/officeDocument/2006/relationships/image" Target="../media/image1130.png"/><Relationship Id="rId4" Type="http://schemas.openxmlformats.org/officeDocument/2006/relationships/image" Target="../media/image140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0.png"/><Relationship Id="rId3" Type="http://schemas.openxmlformats.org/officeDocument/2006/relationships/image" Target="../media/image139.png"/><Relationship Id="rId7" Type="http://schemas.openxmlformats.org/officeDocument/2006/relationships/image" Target="../media/image115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0.png"/><Relationship Id="rId5" Type="http://schemas.openxmlformats.org/officeDocument/2006/relationships/image" Target="../media/image1130.png"/><Relationship Id="rId4" Type="http://schemas.openxmlformats.org/officeDocument/2006/relationships/image" Target="../media/image140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70.png"/><Relationship Id="rId3" Type="http://schemas.openxmlformats.org/officeDocument/2006/relationships/image" Target="../media/image139.png"/><Relationship Id="rId7" Type="http://schemas.openxmlformats.org/officeDocument/2006/relationships/image" Target="../media/image115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0.png"/><Relationship Id="rId5" Type="http://schemas.openxmlformats.org/officeDocument/2006/relationships/image" Target="../media/image1130.png"/><Relationship Id="rId10" Type="http://schemas.openxmlformats.org/officeDocument/2006/relationships/image" Target="../media/image1160.png"/><Relationship Id="rId4" Type="http://schemas.openxmlformats.org/officeDocument/2006/relationships/image" Target="../media/image140.png"/><Relationship Id="rId9" Type="http://schemas.openxmlformats.org/officeDocument/2006/relationships/image" Target="../media/image1180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90.png"/><Relationship Id="rId3" Type="http://schemas.openxmlformats.org/officeDocument/2006/relationships/image" Target="../media/image139.png"/><Relationship Id="rId7" Type="http://schemas.openxmlformats.org/officeDocument/2006/relationships/image" Target="../media/image115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0.png"/><Relationship Id="rId5" Type="http://schemas.openxmlformats.org/officeDocument/2006/relationships/image" Target="../media/image1130.png"/><Relationship Id="rId10" Type="http://schemas.openxmlformats.org/officeDocument/2006/relationships/image" Target="../media/image1160.png"/><Relationship Id="rId4" Type="http://schemas.openxmlformats.org/officeDocument/2006/relationships/image" Target="../media/image140.png"/><Relationship Id="rId9" Type="http://schemas.openxmlformats.org/officeDocument/2006/relationships/image" Target="../media/image1200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2.png"/><Relationship Id="rId3" Type="http://schemas.openxmlformats.org/officeDocument/2006/relationships/image" Target="../media/image139.png"/><Relationship Id="rId7" Type="http://schemas.openxmlformats.org/officeDocument/2006/relationships/image" Target="../media/image1150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0.png"/><Relationship Id="rId11" Type="http://schemas.openxmlformats.org/officeDocument/2006/relationships/image" Target="../media/image1160.png"/><Relationship Id="rId5" Type="http://schemas.openxmlformats.org/officeDocument/2006/relationships/image" Target="../media/image1130.png"/><Relationship Id="rId10" Type="http://schemas.openxmlformats.org/officeDocument/2006/relationships/image" Target="../media/image1230.png"/><Relationship Id="rId4" Type="http://schemas.openxmlformats.org/officeDocument/2006/relationships/image" Target="../media/image140.png"/><Relationship Id="rId9" Type="http://schemas.openxmlformats.org/officeDocument/2006/relationships/image" Target="../media/image1220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0.png"/><Relationship Id="rId3" Type="http://schemas.openxmlformats.org/officeDocument/2006/relationships/image" Target="../media/image139.png"/><Relationship Id="rId7" Type="http://schemas.openxmlformats.org/officeDocument/2006/relationships/image" Target="../media/image1160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0.png"/><Relationship Id="rId11" Type="http://schemas.openxmlformats.org/officeDocument/2006/relationships/image" Target="../media/image1260.png"/><Relationship Id="rId5" Type="http://schemas.openxmlformats.org/officeDocument/2006/relationships/image" Target="../media/image1130.png"/><Relationship Id="rId10" Type="http://schemas.openxmlformats.org/officeDocument/2006/relationships/image" Target="../media/image1250.png"/><Relationship Id="rId4" Type="http://schemas.openxmlformats.org/officeDocument/2006/relationships/image" Target="../media/image140.png"/><Relationship Id="rId9" Type="http://schemas.openxmlformats.org/officeDocument/2006/relationships/image" Target="../media/image124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50.png"/><Relationship Id="rId3" Type="http://schemas.openxmlformats.org/officeDocument/2006/relationships/image" Target="../media/image139.png"/><Relationship Id="rId7" Type="http://schemas.openxmlformats.org/officeDocument/2006/relationships/image" Target="../media/image1160.png"/><Relationship Id="rId12" Type="http://schemas.openxmlformats.org/officeDocument/2006/relationships/image" Target="../media/image130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40.png"/><Relationship Id="rId11" Type="http://schemas.openxmlformats.org/officeDocument/2006/relationships/image" Target="../media/image1290.png"/><Relationship Id="rId5" Type="http://schemas.openxmlformats.org/officeDocument/2006/relationships/image" Target="../media/image1130.png"/><Relationship Id="rId10" Type="http://schemas.openxmlformats.org/officeDocument/2006/relationships/image" Target="../media/image1280.png"/><Relationship Id="rId4" Type="http://schemas.openxmlformats.org/officeDocument/2006/relationships/image" Target="../media/image140.png"/><Relationship Id="rId9" Type="http://schemas.openxmlformats.org/officeDocument/2006/relationships/image" Target="../media/image1270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60.png"/><Relationship Id="rId3" Type="http://schemas.openxmlformats.org/officeDocument/2006/relationships/image" Target="../media/image1311.png"/><Relationship Id="rId7" Type="http://schemas.openxmlformats.org/officeDocument/2006/relationships/image" Target="../media/image1350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40.png"/><Relationship Id="rId5" Type="http://schemas.openxmlformats.org/officeDocument/2006/relationships/image" Target="../media/image1330.png"/><Relationship Id="rId4" Type="http://schemas.openxmlformats.org/officeDocument/2006/relationships/image" Target="../media/image13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E8EFE3-AECE-0A3E-F708-3B138EC37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72625B0-9C50-5F21-824B-42EEFCC925B0}"/>
              </a:ext>
            </a:extLst>
          </p:cNvPr>
          <p:cNvSpPr/>
          <p:nvPr/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517C76-1160-6A2D-B8A6-15DDA1E83A22}"/>
              </a:ext>
            </a:extLst>
          </p:cNvPr>
          <p:cNvSpPr/>
          <p:nvPr/>
        </p:nvSpPr>
        <p:spPr>
          <a:xfrm>
            <a:off x="6095999" y="0"/>
            <a:ext cx="383459" cy="6858000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6DFEDC-5C40-1E05-3C8E-45F902F03177}"/>
              </a:ext>
            </a:extLst>
          </p:cNvPr>
          <p:cNvSpPr txBox="1"/>
          <p:nvPr/>
        </p:nvSpPr>
        <p:spPr>
          <a:xfrm>
            <a:off x="206478" y="2305615"/>
            <a:ext cx="5506063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400" b="1" dirty="0">
                <a:solidFill>
                  <a:schemeClr val="bg1"/>
                </a:solidFill>
              </a:rPr>
              <a:t>Game Theory Five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From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Mathematical Optimization and Economic Theory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B411B8F-F3DD-7217-C318-4E4BB0649028}"/>
              </a:ext>
            </a:extLst>
          </p:cNvPr>
          <p:cNvSpPr txBox="1"/>
          <p:nvPr/>
        </p:nvSpPr>
        <p:spPr>
          <a:xfrm>
            <a:off x="294968" y="5998682"/>
            <a:ext cx="550606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Jacob Wyngaard</a:t>
            </a:r>
            <a:endParaRPr lang="en-US" sz="2000" b="1" dirty="0">
              <a:solidFill>
                <a:schemeClr val="bg1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D99EA0-3A0E-47B7-1085-FC1A2F0B8D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1188" y="1575146"/>
            <a:ext cx="4765916" cy="4020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66099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29F725-75C9-2F05-5191-50F05BDC96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F1B1D95-3E23-C1A9-CB39-E9EDBF4AB35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D4EC9BD-7EE7-E371-DFF9-638B7F9822D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88FC015-B580-88AE-777B-7598CC01A1A5}"/>
                  </a:ext>
                </a:extLst>
              </p:cNvPr>
              <p:cNvSpPr txBox="1"/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Since our probability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lives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, we select two constraints at a time to make strict and solve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88FC015-B580-88AE-777B-7598CC01A1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blipFill>
                <a:blip r:embed="rId3"/>
                <a:stretch>
                  <a:fillRect t="-5147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919406F-BA26-D475-747B-7D389FA962DC}"/>
                  </a:ext>
                </a:extLst>
              </p:cNvPr>
              <p:cNvSpPr txBox="1"/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919406F-BA26-D475-747B-7D389FA962D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60B334D-8CCE-83B6-A0A8-103D4F9DB5CF}"/>
                  </a:ext>
                </a:extLst>
              </p:cNvPr>
              <p:cNvSpPr txBox="1"/>
              <p:nvPr/>
            </p:nvSpPr>
            <p:spPr>
              <a:xfrm>
                <a:off x="727645" y="3390851"/>
                <a:ext cx="175701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660B334D-8CCE-83B6-A0A8-103D4F9DB5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390851"/>
                <a:ext cx="1757019" cy="369332"/>
              </a:xfrm>
              <a:prstGeom prst="rect">
                <a:avLst/>
              </a:prstGeom>
              <a:blipFill>
                <a:blip r:embed="rId5"/>
                <a:stretch>
                  <a:fillRect l="-3806" r="-3806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4375C2F-9421-9107-1223-58166942B85B}"/>
                  </a:ext>
                </a:extLst>
              </p:cNvPr>
              <p:cNvSpPr txBox="1"/>
              <p:nvPr/>
            </p:nvSpPr>
            <p:spPr>
              <a:xfrm>
                <a:off x="727645" y="3836712"/>
                <a:ext cx="19189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4375C2F-9421-9107-1223-58166942B8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836712"/>
                <a:ext cx="1918922" cy="369332"/>
              </a:xfrm>
              <a:prstGeom prst="rect">
                <a:avLst/>
              </a:prstGeom>
              <a:blipFill>
                <a:blip r:embed="rId6"/>
                <a:stretch>
                  <a:fillRect l="-317" t="-3279" r="-3492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801BF8D-F8EB-CF9F-8C89-9BDE6F316766}"/>
                  </a:ext>
                </a:extLst>
              </p:cNvPr>
              <p:cNvSpPr txBox="1"/>
              <p:nvPr/>
            </p:nvSpPr>
            <p:spPr>
              <a:xfrm>
                <a:off x="727645" y="4282573"/>
                <a:ext cx="175701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D801BF8D-F8EB-CF9F-8C89-9BDE6F3167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282573"/>
                <a:ext cx="1757019" cy="369332"/>
              </a:xfrm>
              <a:prstGeom prst="rect">
                <a:avLst/>
              </a:prstGeom>
              <a:blipFill>
                <a:blip r:embed="rId7"/>
                <a:stretch>
                  <a:fillRect l="-3806" r="-380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961370F-C502-2D57-54B8-F9C93DF545E8}"/>
                  </a:ext>
                </a:extLst>
              </p:cNvPr>
              <p:cNvSpPr txBox="1"/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961370F-C502-2D57-54B8-F9C93DF545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blipFill>
                <a:blip r:embed="rId8"/>
                <a:stretch>
                  <a:fillRect l="-4167" r="-8333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B8F9294-AE5B-727F-76AB-C308AC687F7F}"/>
                  </a:ext>
                </a:extLst>
              </p:cNvPr>
              <p:cNvSpPr txBox="1"/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B8F9294-AE5B-727F-76AB-C308AC687F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blipFill>
                <a:blip r:embed="rId9"/>
                <a:stretch>
                  <a:fillRect l="-9028" r="-833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7F375709-F220-86EA-0C16-B008CEC95C16}"/>
              </a:ext>
            </a:extLst>
          </p:cNvPr>
          <p:cNvGraphicFramePr>
            <a:graphicFrameLocks noGrp="1"/>
          </p:cNvGraphicFramePr>
          <p:nvPr/>
        </p:nvGraphicFramePr>
        <p:xfrm>
          <a:off x="4268304" y="2273362"/>
          <a:ext cx="7320722" cy="4435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361">
                  <a:extLst>
                    <a:ext uri="{9D8B030D-6E8A-4147-A177-3AD203B41FA5}">
                      <a16:colId xmlns:a16="http://schemas.microsoft.com/office/drawing/2014/main" val="3530767300"/>
                    </a:ext>
                  </a:extLst>
                </a:gridCol>
                <a:gridCol w="3660361">
                  <a:extLst>
                    <a:ext uri="{9D8B030D-6E8A-4147-A177-3AD203B41FA5}">
                      <a16:colId xmlns:a16="http://schemas.microsoft.com/office/drawing/2014/main" val="2323378631"/>
                    </a:ext>
                  </a:extLst>
                </a:gridCol>
              </a:tblGrid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83246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08917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42529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57749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86079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9C65CC1-5AB2-D8CB-EFC5-F45E53C7D472}"/>
                  </a:ext>
                </a:extLst>
              </p:cNvPr>
              <p:cNvSpPr txBox="1"/>
              <p:nvPr/>
            </p:nvSpPr>
            <p:spPr>
              <a:xfrm>
                <a:off x="5251954" y="2344711"/>
                <a:ext cx="129593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=9/22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59C65CC1-5AB2-D8CB-EFC5-F45E53C7D4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4" y="2344711"/>
                <a:ext cx="1295932" cy="369332"/>
              </a:xfrm>
              <a:prstGeom prst="rect">
                <a:avLst/>
              </a:prstGeom>
              <a:blipFill>
                <a:blip r:embed="rId10"/>
                <a:stretch>
                  <a:fillRect l="-3302" t="-1667" r="-566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37BE01A-D129-B579-3A27-6050C3E05D4F}"/>
                  </a:ext>
                </a:extLst>
              </p:cNvPr>
              <p:cNvSpPr txBox="1"/>
              <p:nvPr/>
            </p:nvSpPr>
            <p:spPr>
              <a:xfrm>
                <a:off x="5338606" y="3213069"/>
                <a:ext cx="11260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=2/9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037BE01A-D129-B579-3A27-6050C3E05D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606" y="3213069"/>
                <a:ext cx="1126014" cy="369332"/>
              </a:xfrm>
              <a:prstGeom prst="rect">
                <a:avLst/>
              </a:prstGeom>
              <a:blipFill>
                <a:blip r:embed="rId11"/>
                <a:stretch>
                  <a:fillRect l="-3804" t="-1639" r="-7065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D442FED-68F7-0995-BC0A-6884DD1F72C1}"/>
                  </a:ext>
                </a:extLst>
              </p:cNvPr>
              <p:cNvSpPr txBox="1"/>
              <p:nvPr/>
            </p:nvSpPr>
            <p:spPr>
              <a:xfrm>
                <a:off x="5279948" y="4495586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D442FED-68F7-0995-BC0A-6884DD1F72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9948" y="4495586"/>
                <a:ext cx="1359218" cy="369332"/>
              </a:xfrm>
              <a:prstGeom prst="rect">
                <a:avLst/>
              </a:prstGeom>
              <a:blipFill>
                <a:blip r:embed="rId12"/>
                <a:stretch>
                  <a:fillRect l="-5381" t="-1639" r="-583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AF51FFC-F6FF-2F68-FB2B-698010D250D3}"/>
                  </a:ext>
                </a:extLst>
              </p:cNvPr>
              <p:cNvSpPr txBox="1"/>
              <p:nvPr/>
            </p:nvSpPr>
            <p:spPr>
              <a:xfrm>
                <a:off x="5432020" y="4989629"/>
                <a:ext cx="11260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AF51FFC-F6FF-2F68-FB2B-698010D250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020" y="4989629"/>
                <a:ext cx="1126014" cy="369332"/>
              </a:xfrm>
              <a:prstGeom prst="rect">
                <a:avLst/>
              </a:prstGeom>
              <a:blipFill>
                <a:blip r:embed="rId13"/>
                <a:stretch>
                  <a:fillRect l="-3243" t="-1667" r="-7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DCF5C97-8CEA-E0A0-281A-D76A26098A4B}"/>
                  </a:ext>
                </a:extLst>
              </p:cNvPr>
              <p:cNvSpPr txBox="1"/>
              <p:nvPr/>
            </p:nvSpPr>
            <p:spPr>
              <a:xfrm>
                <a:off x="5315418" y="5897831"/>
                <a:ext cx="129593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DCF5C97-8CEA-E0A0-281A-D76A26098A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5418" y="5897831"/>
                <a:ext cx="1295932" cy="369332"/>
              </a:xfrm>
              <a:prstGeom prst="rect">
                <a:avLst/>
              </a:prstGeom>
              <a:blipFill>
                <a:blip r:embed="rId14"/>
                <a:stretch>
                  <a:fillRect l="-3286" t="-1639" r="-5164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0205AB1-9C7C-E4C1-DE94-8AFEB3FC39EA}"/>
                  </a:ext>
                </a:extLst>
              </p:cNvPr>
              <p:cNvSpPr txBox="1"/>
              <p:nvPr/>
            </p:nvSpPr>
            <p:spPr>
              <a:xfrm>
                <a:off x="9241084" y="2709748"/>
                <a:ext cx="11299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10205AB1-9C7C-E4C1-DE94-8AFEB3FC39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084" y="2709748"/>
                <a:ext cx="1129989" cy="369332"/>
              </a:xfrm>
              <a:prstGeom prst="rect">
                <a:avLst/>
              </a:prstGeom>
              <a:blipFill>
                <a:blip r:embed="rId15"/>
                <a:stretch>
                  <a:fillRect l="-6486" t="-1667" r="-7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C6908E5-BEED-17BF-7BEA-965046FA69D4}"/>
                  </a:ext>
                </a:extLst>
              </p:cNvPr>
              <p:cNvSpPr txBox="1"/>
              <p:nvPr/>
            </p:nvSpPr>
            <p:spPr>
              <a:xfrm>
                <a:off x="9144099" y="3215716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C6908E5-BEED-17BF-7BEA-965046FA69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99" y="3215716"/>
                <a:ext cx="1355243" cy="369332"/>
              </a:xfrm>
              <a:prstGeom prst="rect">
                <a:avLst/>
              </a:prstGeom>
              <a:blipFill>
                <a:blip r:embed="rId16"/>
                <a:stretch>
                  <a:fillRect l="-2703" t="-1667" r="-585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D6741A6-36CB-CECA-D379-8F0429CC068C}"/>
                  </a:ext>
                </a:extLst>
              </p:cNvPr>
              <p:cNvSpPr txBox="1"/>
              <p:nvPr/>
            </p:nvSpPr>
            <p:spPr>
              <a:xfrm>
                <a:off x="9305483" y="4511245"/>
                <a:ext cx="11299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5D6741A6-36CB-CECA-D379-8F0429CC06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5483" y="4511245"/>
                <a:ext cx="1129989" cy="369332"/>
              </a:xfrm>
              <a:prstGeom prst="rect">
                <a:avLst/>
              </a:prstGeom>
              <a:blipFill>
                <a:blip r:embed="rId17"/>
                <a:stretch>
                  <a:fillRect l="-6452" t="-1639" r="-6452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59ABEDE-D342-4FC0-CA8F-D58E4A9B1061}"/>
                  </a:ext>
                </a:extLst>
              </p:cNvPr>
              <p:cNvSpPr txBox="1"/>
              <p:nvPr/>
            </p:nvSpPr>
            <p:spPr>
              <a:xfrm>
                <a:off x="9270737" y="4989629"/>
                <a:ext cx="11260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59ABEDE-D342-4FC0-CA8F-D58E4A9B10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0737" y="4989629"/>
                <a:ext cx="1126014" cy="369332"/>
              </a:xfrm>
              <a:prstGeom prst="rect">
                <a:avLst/>
              </a:prstGeom>
              <a:blipFill>
                <a:blip r:embed="rId18"/>
                <a:stretch>
                  <a:fillRect l="-3784" t="-1667" r="-648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D784F57-4E9D-3DE9-F053-EFEDA84D9A40}"/>
                  </a:ext>
                </a:extLst>
              </p:cNvPr>
              <p:cNvSpPr txBox="1"/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D784F57-4E9D-3DE9-F053-EFEDA84D9A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blipFill>
                <a:blip r:embed="rId19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15EEE18-DF66-8C4D-68C7-FABC7DC5964B}"/>
                  </a:ext>
                </a:extLst>
              </p:cNvPr>
              <p:cNvSpPr txBox="1"/>
              <p:nvPr/>
            </p:nvSpPr>
            <p:spPr>
              <a:xfrm>
                <a:off x="5258126" y="2744966"/>
                <a:ext cx="12999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=4/11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15EEE18-DF66-8C4D-68C7-FABC7DC596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8126" y="2744966"/>
                <a:ext cx="1299908" cy="369332"/>
              </a:xfrm>
              <a:prstGeom prst="rect">
                <a:avLst/>
              </a:prstGeom>
              <a:blipFill>
                <a:blip r:embed="rId20"/>
                <a:stretch>
                  <a:fillRect l="-5634" t="-1639" r="-5634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7547F4B-564B-0F6A-A3FA-A8DF8D8B3265}"/>
                  </a:ext>
                </a:extLst>
              </p:cNvPr>
              <p:cNvSpPr txBox="1"/>
              <p:nvPr/>
            </p:nvSpPr>
            <p:spPr>
              <a:xfrm>
                <a:off x="5251952" y="3622518"/>
                <a:ext cx="12999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=1/12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7547F4B-564B-0F6A-A3FA-A8DF8D8B32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3622518"/>
                <a:ext cx="1299908" cy="369332"/>
              </a:xfrm>
              <a:prstGeom prst="rect">
                <a:avLst/>
              </a:prstGeom>
              <a:blipFill>
                <a:blip r:embed="rId21"/>
                <a:stretch>
                  <a:fillRect l="-5634" t="-1639" r="-5634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D0D81C1-BBEB-F74A-D500-A3874FEAE716}"/>
                  </a:ext>
                </a:extLst>
              </p:cNvPr>
              <p:cNvSpPr txBox="1"/>
              <p:nvPr/>
            </p:nvSpPr>
            <p:spPr>
              <a:xfrm>
                <a:off x="5330627" y="6286726"/>
                <a:ext cx="12999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D0D81C1-BBEB-F74A-D500-A3874FEAE7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0627" y="6286726"/>
                <a:ext cx="1299908" cy="369332"/>
              </a:xfrm>
              <a:prstGeom prst="rect">
                <a:avLst/>
              </a:prstGeom>
              <a:blipFill>
                <a:blip r:embed="rId22"/>
                <a:stretch>
                  <a:fillRect l="-5607" t="-1639" r="-560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F12AAA3-AF8A-CDB2-9B8F-443FD87F185A}"/>
                  </a:ext>
                </a:extLst>
              </p:cNvPr>
              <p:cNvSpPr txBox="1"/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FF12AAA3-AF8A-CDB2-9B8F-443FD87F18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blipFill>
                <a:blip r:embed="rId23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B0C81AE-18B0-A9A5-FF6C-D460A3F130F4}"/>
                  </a:ext>
                </a:extLst>
              </p:cNvPr>
              <p:cNvSpPr txBox="1"/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1B0C81AE-18B0-A9A5-FF6C-D460A3F130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blipFill>
                <a:blip r:embed="rId24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A5D8856-BD1A-B3A5-695B-ED7941FC3642}"/>
                  </a:ext>
                </a:extLst>
              </p:cNvPr>
              <p:cNvSpPr txBox="1"/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BA5D8856-BD1A-B3A5-695B-ED7941FC36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blipFill>
                <a:blip r:embed="rId25"/>
                <a:stretch>
                  <a:fillRect l="-5303" r="-9091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8F7C7C9-456A-C47F-C703-46F8B54760EF}"/>
                  </a:ext>
                </a:extLst>
              </p:cNvPr>
              <p:cNvSpPr txBox="1"/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8F7C7C9-456A-C47F-C703-46F8B54760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blipFill>
                <a:blip r:embed="rId26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C62B5AD-AD05-BF5B-5F40-541FED8C357B}"/>
                  </a:ext>
                </a:extLst>
              </p:cNvPr>
              <p:cNvSpPr txBox="1"/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C62B5AD-AD05-BF5B-5F40-541FED8C35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blipFill>
                <a:blip r:embed="rId27"/>
                <a:stretch>
                  <a:fillRect l="-5303" r="-9091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669AB5F-1860-763A-FAC3-33495C7535FF}"/>
                  </a:ext>
                </a:extLst>
              </p:cNvPr>
              <p:cNvSpPr txBox="1"/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0669AB5F-1860-763A-FAC3-33495C7535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blipFill>
                <a:blip r:embed="rId28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1DD357C4-8B2D-7868-545D-F45C3DFA157F}"/>
                  </a:ext>
                </a:extLst>
              </p:cNvPr>
              <p:cNvSpPr txBox="1"/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1DD357C4-8B2D-7868-545D-F45C3DFA15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blipFill>
                <a:blip r:embed="rId29"/>
                <a:stretch>
                  <a:fillRect l="-9848" r="-9848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7F7CC051-EE11-0554-89D4-6F30C7447F09}"/>
              </a:ext>
            </a:extLst>
          </p:cNvPr>
          <p:cNvSpPr txBox="1"/>
          <p:nvPr/>
        </p:nvSpPr>
        <p:spPr>
          <a:xfrm>
            <a:off x="335139" y="5825061"/>
            <a:ext cx="3402003" cy="83099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Eliminate Vertices That Violate Constraints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ACD119F-A591-E349-7E33-5274BAEAE5FC}"/>
              </a:ext>
            </a:extLst>
          </p:cNvPr>
          <p:cNvSpPr/>
          <p:nvPr/>
        </p:nvSpPr>
        <p:spPr>
          <a:xfrm>
            <a:off x="663178" y="3352247"/>
            <a:ext cx="1995949" cy="407936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3B98C4D-C152-F17E-FB33-F2A5D0510D0A}"/>
              </a:ext>
            </a:extLst>
          </p:cNvPr>
          <p:cNvSpPr/>
          <p:nvPr/>
        </p:nvSpPr>
        <p:spPr>
          <a:xfrm>
            <a:off x="663178" y="3818194"/>
            <a:ext cx="1995949" cy="407936"/>
          </a:xfrm>
          <a:prstGeom prst="rect">
            <a:avLst/>
          </a:prstGeom>
          <a:solidFill>
            <a:srgbClr val="FFC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8C6C82-C505-6772-97D9-DA44D43D88D4}"/>
              </a:ext>
            </a:extLst>
          </p:cNvPr>
          <p:cNvSpPr/>
          <p:nvPr/>
        </p:nvSpPr>
        <p:spPr>
          <a:xfrm>
            <a:off x="645489" y="4287975"/>
            <a:ext cx="1995949" cy="407936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F324EF2-2C18-5135-95F2-B3C4EB128481}"/>
              </a:ext>
            </a:extLst>
          </p:cNvPr>
          <p:cNvSpPr/>
          <p:nvPr/>
        </p:nvSpPr>
        <p:spPr>
          <a:xfrm>
            <a:off x="632770" y="4736425"/>
            <a:ext cx="969217" cy="407936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E246BB6-9C0D-CAF6-912C-7165117161C7}"/>
              </a:ext>
            </a:extLst>
          </p:cNvPr>
          <p:cNvSpPr/>
          <p:nvPr/>
        </p:nvSpPr>
        <p:spPr>
          <a:xfrm>
            <a:off x="627928" y="5189025"/>
            <a:ext cx="969217" cy="407936"/>
          </a:xfrm>
          <a:prstGeom prst="rect">
            <a:avLst/>
          </a:prstGeom>
          <a:solidFill>
            <a:srgbClr val="00B0F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1CB4C13-47C2-5E86-4BD7-BA710937BA37}"/>
              </a:ext>
            </a:extLst>
          </p:cNvPr>
          <p:cNvSpPr/>
          <p:nvPr/>
        </p:nvSpPr>
        <p:spPr>
          <a:xfrm>
            <a:off x="4285994" y="4059303"/>
            <a:ext cx="3636532" cy="868110"/>
          </a:xfrm>
          <a:prstGeom prst="rect">
            <a:avLst/>
          </a:prstGeom>
          <a:solidFill>
            <a:srgbClr val="00B0F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1B72139-8F3B-6F62-0B0C-DD2873168256}"/>
              </a:ext>
            </a:extLst>
          </p:cNvPr>
          <p:cNvSpPr/>
          <p:nvPr/>
        </p:nvSpPr>
        <p:spPr>
          <a:xfrm>
            <a:off x="7922526" y="3175434"/>
            <a:ext cx="3636532" cy="868110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B9592B1-31F5-7E87-E2F3-2395FDBD2259}"/>
              </a:ext>
            </a:extLst>
          </p:cNvPr>
          <p:cNvSpPr/>
          <p:nvPr/>
        </p:nvSpPr>
        <p:spPr>
          <a:xfrm>
            <a:off x="7922526" y="4937258"/>
            <a:ext cx="3636532" cy="89774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DAB4D64-73E0-73F7-86B8-C3F26C082ACD}"/>
              </a:ext>
            </a:extLst>
          </p:cNvPr>
          <p:cNvSpPr/>
          <p:nvPr/>
        </p:nvSpPr>
        <p:spPr>
          <a:xfrm>
            <a:off x="7927571" y="4046715"/>
            <a:ext cx="3636532" cy="897742"/>
          </a:xfrm>
          <a:prstGeom prst="rect">
            <a:avLst/>
          </a:prstGeom>
          <a:solidFill>
            <a:srgbClr val="FFC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0376E26-0F48-0D7B-746E-70D82A96C069}"/>
              </a:ext>
            </a:extLst>
          </p:cNvPr>
          <p:cNvSpPr/>
          <p:nvPr/>
        </p:nvSpPr>
        <p:spPr>
          <a:xfrm>
            <a:off x="4295933" y="2283866"/>
            <a:ext cx="3636532" cy="868110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1C87257-306F-F4F2-0D40-91D0095B2E4C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</p:spTree>
    <p:extLst>
      <p:ext uri="{BB962C8B-B14F-4D97-AF65-F5344CB8AC3E}">
        <p14:creationId xmlns:p14="http://schemas.microsoft.com/office/powerpoint/2010/main" val="34032234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FDBD8E-58F6-40AF-75B8-2AA46E026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148C293-C924-5A5A-160B-D16EACA7931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A6E1EF0-3CBA-7646-7931-AB766CC2B26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67198E4-D786-40E3-B2CC-900DB129151F}"/>
                  </a:ext>
                </a:extLst>
              </p:cNvPr>
              <p:cNvSpPr txBox="1"/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Since our probability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lives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, we select two constraints at a time to make strict and solve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67198E4-D786-40E3-B2CC-900DB12915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blipFill>
                <a:blip r:embed="rId3"/>
                <a:stretch>
                  <a:fillRect t="-5147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E1EE79C-C23F-C100-0A73-310E3D796306}"/>
                  </a:ext>
                </a:extLst>
              </p:cNvPr>
              <p:cNvSpPr txBox="1"/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E1EE79C-C23F-C100-0A73-310E3D7963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6F03EBA-D094-132D-555C-D705AA1A0214}"/>
                  </a:ext>
                </a:extLst>
              </p:cNvPr>
              <p:cNvSpPr txBox="1"/>
              <p:nvPr/>
            </p:nvSpPr>
            <p:spPr>
              <a:xfrm>
                <a:off x="727645" y="3390851"/>
                <a:ext cx="175701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6F03EBA-D094-132D-555C-D705AA1A02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390851"/>
                <a:ext cx="1757019" cy="369332"/>
              </a:xfrm>
              <a:prstGeom prst="rect">
                <a:avLst/>
              </a:prstGeom>
              <a:blipFill>
                <a:blip r:embed="rId5"/>
                <a:stretch>
                  <a:fillRect l="-3806" r="-3806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AED9E82-02BE-EB56-F215-252121F05DB5}"/>
                  </a:ext>
                </a:extLst>
              </p:cNvPr>
              <p:cNvSpPr txBox="1"/>
              <p:nvPr/>
            </p:nvSpPr>
            <p:spPr>
              <a:xfrm>
                <a:off x="727645" y="3836712"/>
                <a:ext cx="191892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BAED9E82-02BE-EB56-F215-252121F05D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836712"/>
                <a:ext cx="1918922" cy="369332"/>
              </a:xfrm>
              <a:prstGeom prst="rect">
                <a:avLst/>
              </a:prstGeom>
              <a:blipFill>
                <a:blip r:embed="rId6"/>
                <a:stretch>
                  <a:fillRect l="-317" t="-3279" r="-3492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12C85D5-5F1A-FA8F-79D7-A2FB325E8EFC}"/>
                  </a:ext>
                </a:extLst>
              </p:cNvPr>
              <p:cNvSpPr txBox="1"/>
              <p:nvPr/>
            </p:nvSpPr>
            <p:spPr>
              <a:xfrm>
                <a:off x="727645" y="4282573"/>
                <a:ext cx="175701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612C85D5-5F1A-FA8F-79D7-A2FB325E8E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282573"/>
                <a:ext cx="1757019" cy="369332"/>
              </a:xfrm>
              <a:prstGeom prst="rect">
                <a:avLst/>
              </a:prstGeom>
              <a:blipFill>
                <a:blip r:embed="rId7"/>
                <a:stretch>
                  <a:fillRect l="-3806" r="-380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16E9F91-6656-6370-20B8-71944C435DA7}"/>
                  </a:ext>
                </a:extLst>
              </p:cNvPr>
              <p:cNvSpPr txBox="1"/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416E9F91-6656-6370-20B8-71944C435D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blipFill>
                <a:blip r:embed="rId8"/>
                <a:stretch>
                  <a:fillRect l="-4167" r="-8333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3021F9B-112C-C533-B19A-916B066A877D}"/>
                  </a:ext>
                </a:extLst>
              </p:cNvPr>
              <p:cNvSpPr txBox="1"/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C3021F9B-112C-C533-B19A-916B066A87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blipFill>
                <a:blip r:embed="rId9"/>
                <a:stretch>
                  <a:fillRect l="-9028" r="-833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BB5309F2-393C-2CE4-AA50-371BF5A43EED}"/>
              </a:ext>
            </a:extLst>
          </p:cNvPr>
          <p:cNvGraphicFramePr>
            <a:graphicFrameLocks noGrp="1"/>
          </p:cNvGraphicFramePr>
          <p:nvPr/>
        </p:nvGraphicFramePr>
        <p:xfrm>
          <a:off x="4268304" y="2273362"/>
          <a:ext cx="7320722" cy="4435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361">
                  <a:extLst>
                    <a:ext uri="{9D8B030D-6E8A-4147-A177-3AD203B41FA5}">
                      <a16:colId xmlns:a16="http://schemas.microsoft.com/office/drawing/2014/main" val="3530767300"/>
                    </a:ext>
                  </a:extLst>
                </a:gridCol>
                <a:gridCol w="3660361">
                  <a:extLst>
                    <a:ext uri="{9D8B030D-6E8A-4147-A177-3AD203B41FA5}">
                      <a16:colId xmlns:a16="http://schemas.microsoft.com/office/drawing/2014/main" val="2323378631"/>
                    </a:ext>
                  </a:extLst>
                </a:gridCol>
              </a:tblGrid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83246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08917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42529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57749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86079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8297525-0223-290B-8169-E6087FD2AC99}"/>
                  </a:ext>
                </a:extLst>
              </p:cNvPr>
              <p:cNvSpPr txBox="1"/>
              <p:nvPr/>
            </p:nvSpPr>
            <p:spPr>
              <a:xfrm>
                <a:off x="5251954" y="2344711"/>
                <a:ext cx="129593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=9/22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8297525-0223-290B-8169-E6087FD2AC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4" y="2344711"/>
                <a:ext cx="1295932" cy="369332"/>
              </a:xfrm>
              <a:prstGeom prst="rect">
                <a:avLst/>
              </a:prstGeom>
              <a:blipFill>
                <a:blip r:embed="rId10"/>
                <a:stretch>
                  <a:fillRect l="-3302" t="-1667" r="-566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14A84D3-EBC6-8B5A-C0FD-1C4C31A7AB22}"/>
                  </a:ext>
                </a:extLst>
              </p:cNvPr>
              <p:cNvSpPr txBox="1"/>
              <p:nvPr/>
            </p:nvSpPr>
            <p:spPr>
              <a:xfrm>
                <a:off x="5338606" y="3213069"/>
                <a:ext cx="11260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=2/9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14A84D3-EBC6-8B5A-C0FD-1C4C31A7AB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606" y="3213069"/>
                <a:ext cx="1126014" cy="369332"/>
              </a:xfrm>
              <a:prstGeom prst="rect">
                <a:avLst/>
              </a:prstGeom>
              <a:blipFill>
                <a:blip r:embed="rId11"/>
                <a:stretch>
                  <a:fillRect l="-3804" t="-1639" r="-7065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F1DBB7B-FE72-AD26-6479-1C5E8B837B35}"/>
                  </a:ext>
                </a:extLst>
              </p:cNvPr>
              <p:cNvSpPr txBox="1"/>
              <p:nvPr/>
            </p:nvSpPr>
            <p:spPr>
              <a:xfrm>
                <a:off x="5279948" y="4495586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8F1DBB7B-FE72-AD26-6479-1C5E8B837B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9948" y="4495586"/>
                <a:ext cx="1359218" cy="369332"/>
              </a:xfrm>
              <a:prstGeom prst="rect">
                <a:avLst/>
              </a:prstGeom>
              <a:blipFill>
                <a:blip r:embed="rId12"/>
                <a:stretch>
                  <a:fillRect l="-5381" t="-1639" r="-583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8BBE5FB-42EF-6E97-4147-44213A00D2CF}"/>
                  </a:ext>
                </a:extLst>
              </p:cNvPr>
              <p:cNvSpPr txBox="1"/>
              <p:nvPr/>
            </p:nvSpPr>
            <p:spPr>
              <a:xfrm>
                <a:off x="5432020" y="4989629"/>
                <a:ext cx="11260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98BBE5FB-42EF-6E97-4147-44213A00D2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020" y="4989629"/>
                <a:ext cx="1126014" cy="369332"/>
              </a:xfrm>
              <a:prstGeom prst="rect">
                <a:avLst/>
              </a:prstGeom>
              <a:blipFill>
                <a:blip r:embed="rId13"/>
                <a:stretch>
                  <a:fillRect l="-3243" t="-1667" r="-7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BDEDD0FF-0BC2-8191-82B9-70DBFB6CC65B}"/>
                  </a:ext>
                </a:extLst>
              </p:cNvPr>
              <p:cNvSpPr txBox="1"/>
              <p:nvPr/>
            </p:nvSpPr>
            <p:spPr>
              <a:xfrm>
                <a:off x="5315418" y="5897831"/>
                <a:ext cx="129593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BDEDD0FF-0BC2-8191-82B9-70DBFB6CC6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5418" y="5897831"/>
                <a:ext cx="1295932" cy="369332"/>
              </a:xfrm>
              <a:prstGeom prst="rect">
                <a:avLst/>
              </a:prstGeom>
              <a:blipFill>
                <a:blip r:embed="rId14"/>
                <a:stretch>
                  <a:fillRect l="-3286" t="-1639" r="-5164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ADDE874-A52F-1717-FE0E-38C6AE4B30C8}"/>
                  </a:ext>
                </a:extLst>
              </p:cNvPr>
              <p:cNvSpPr txBox="1"/>
              <p:nvPr/>
            </p:nvSpPr>
            <p:spPr>
              <a:xfrm>
                <a:off x="9241084" y="2709748"/>
                <a:ext cx="11299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4ADDE874-A52F-1717-FE0E-38C6AE4B3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084" y="2709748"/>
                <a:ext cx="1129989" cy="369332"/>
              </a:xfrm>
              <a:prstGeom prst="rect">
                <a:avLst/>
              </a:prstGeom>
              <a:blipFill>
                <a:blip r:embed="rId15"/>
                <a:stretch>
                  <a:fillRect l="-6486" t="-1667" r="-7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9F19763-3D0C-F50B-A51B-ACB51A4458F6}"/>
                  </a:ext>
                </a:extLst>
              </p:cNvPr>
              <p:cNvSpPr txBox="1"/>
              <p:nvPr/>
            </p:nvSpPr>
            <p:spPr>
              <a:xfrm>
                <a:off x="9144099" y="3215716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79F19763-3D0C-F50B-A51B-ACB51A4458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99" y="3215716"/>
                <a:ext cx="1355243" cy="369332"/>
              </a:xfrm>
              <a:prstGeom prst="rect">
                <a:avLst/>
              </a:prstGeom>
              <a:blipFill>
                <a:blip r:embed="rId16"/>
                <a:stretch>
                  <a:fillRect l="-2703" t="-1667" r="-585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1C5904B-9871-51E2-7A13-56B38CC38FE1}"/>
                  </a:ext>
                </a:extLst>
              </p:cNvPr>
              <p:cNvSpPr txBox="1"/>
              <p:nvPr/>
            </p:nvSpPr>
            <p:spPr>
              <a:xfrm>
                <a:off x="9305483" y="4511245"/>
                <a:ext cx="11299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A1C5904B-9871-51E2-7A13-56B38CC38F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5483" y="4511245"/>
                <a:ext cx="1129989" cy="369332"/>
              </a:xfrm>
              <a:prstGeom prst="rect">
                <a:avLst/>
              </a:prstGeom>
              <a:blipFill>
                <a:blip r:embed="rId17"/>
                <a:stretch>
                  <a:fillRect l="-6452" t="-1639" r="-6452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8F98B95-7D72-65BC-54E2-028B38FAB137}"/>
                  </a:ext>
                </a:extLst>
              </p:cNvPr>
              <p:cNvSpPr txBox="1"/>
              <p:nvPr/>
            </p:nvSpPr>
            <p:spPr>
              <a:xfrm>
                <a:off x="9270737" y="4989629"/>
                <a:ext cx="1126014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8F98B95-7D72-65BC-54E2-028B38FAB1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0737" y="4989629"/>
                <a:ext cx="1126014" cy="369332"/>
              </a:xfrm>
              <a:prstGeom prst="rect">
                <a:avLst/>
              </a:prstGeom>
              <a:blipFill>
                <a:blip r:embed="rId18"/>
                <a:stretch>
                  <a:fillRect l="-3784" t="-1667" r="-648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09198EE-44AB-B689-88B6-7CE8C6A6212F}"/>
                  </a:ext>
                </a:extLst>
              </p:cNvPr>
              <p:cNvSpPr txBox="1"/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09198EE-44AB-B689-88B6-7CE8C6A621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blipFill>
                <a:blip r:embed="rId19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D571DC0-62AB-FF27-219E-9549CCA899AB}"/>
                  </a:ext>
                </a:extLst>
              </p:cNvPr>
              <p:cNvSpPr txBox="1"/>
              <p:nvPr/>
            </p:nvSpPr>
            <p:spPr>
              <a:xfrm>
                <a:off x="5258126" y="2744966"/>
                <a:ext cx="12999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=4/11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D571DC0-62AB-FF27-219E-9549CCA899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8126" y="2744966"/>
                <a:ext cx="1299908" cy="369332"/>
              </a:xfrm>
              <a:prstGeom prst="rect">
                <a:avLst/>
              </a:prstGeom>
              <a:blipFill>
                <a:blip r:embed="rId20"/>
                <a:stretch>
                  <a:fillRect l="-5634" t="-1639" r="-5634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332061A-920E-D291-ED18-4E3C0094F321}"/>
                  </a:ext>
                </a:extLst>
              </p:cNvPr>
              <p:cNvSpPr txBox="1"/>
              <p:nvPr/>
            </p:nvSpPr>
            <p:spPr>
              <a:xfrm>
                <a:off x="5251952" y="3622518"/>
                <a:ext cx="12999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=1/12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332061A-920E-D291-ED18-4E3C0094F3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3622518"/>
                <a:ext cx="1299908" cy="369332"/>
              </a:xfrm>
              <a:prstGeom prst="rect">
                <a:avLst/>
              </a:prstGeom>
              <a:blipFill>
                <a:blip r:embed="rId21"/>
                <a:stretch>
                  <a:fillRect l="-5634" t="-1639" r="-5634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9F3DF75-2ABC-BA1E-9CA3-5EDE0CC1DDF4}"/>
                  </a:ext>
                </a:extLst>
              </p:cNvPr>
              <p:cNvSpPr txBox="1"/>
              <p:nvPr/>
            </p:nvSpPr>
            <p:spPr>
              <a:xfrm>
                <a:off x="5330627" y="6286726"/>
                <a:ext cx="12999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=5/23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9F3DF75-2ABC-BA1E-9CA3-5EDE0CC1DD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0627" y="6286726"/>
                <a:ext cx="1299908" cy="369332"/>
              </a:xfrm>
              <a:prstGeom prst="rect">
                <a:avLst/>
              </a:prstGeom>
              <a:blipFill>
                <a:blip r:embed="rId22"/>
                <a:stretch>
                  <a:fillRect l="-5607" t="-1639" r="-560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3CEE5CF-9E1A-C6B9-45B8-F3193DE25931}"/>
                  </a:ext>
                </a:extLst>
              </p:cNvPr>
              <p:cNvSpPr txBox="1"/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33CEE5CF-9E1A-C6B9-45B8-F3193DE259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blipFill>
                <a:blip r:embed="rId23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F02D9E7-5A21-DD19-39C2-790CB7E76B98}"/>
                  </a:ext>
                </a:extLst>
              </p:cNvPr>
              <p:cNvSpPr txBox="1"/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DF02D9E7-5A21-DD19-39C2-790CB7E76B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blipFill>
                <a:blip r:embed="rId24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D74EB508-E359-465A-ABB7-FC5FCCFB023E}"/>
                  </a:ext>
                </a:extLst>
              </p:cNvPr>
              <p:cNvSpPr txBox="1"/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D74EB508-E359-465A-ABB7-FC5FCCFB02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blipFill>
                <a:blip r:embed="rId25"/>
                <a:stretch>
                  <a:fillRect l="-5303" r="-9091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A0CFF31-9817-87D9-941B-84D9CCBD89FD}"/>
                  </a:ext>
                </a:extLst>
              </p:cNvPr>
              <p:cNvSpPr txBox="1"/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A0CFF31-9817-87D9-941B-84D9CCBD89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blipFill>
                <a:blip r:embed="rId26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25160F1-F704-F6A6-9153-9FD2AF746682}"/>
                  </a:ext>
                </a:extLst>
              </p:cNvPr>
              <p:cNvSpPr txBox="1"/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25160F1-F704-F6A6-9153-9FD2AF7466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blipFill>
                <a:blip r:embed="rId27"/>
                <a:stretch>
                  <a:fillRect l="-5303" r="-9091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27031DF-46AA-5BED-A8A7-9D195270A893}"/>
                  </a:ext>
                </a:extLst>
              </p:cNvPr>
              <p:cNvSpPr txBox="1"/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D27031DF-46AA-5BED-A8A7-9D195270A8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blipFill>
                <a:blip r:embed="rId28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A5BD5251-B5DC-D0A1-313C-25E51F7E72DB}"/>
                  </a:ext>
                </a:extLst>
              </p:cNvPr>
              <p:cNvSpPr txBox="1"/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A5BD5251-B5DC-D0A1-313C-25E51F7E72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blipFill>
                <a:blip r:embed="rId29"/>
                <a:stretch>
                  <a:fillRect l="-9848" r="-9848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D450F162-61A6-5774-2B25-4F644D18CF2A}"/>
              </a:ext>
            </a:extLst>
          </p:cNvPr>
          <p:cNvSpPr txBox="1"/>
          <p:nvPr/>
        </p:nvSpPr>
        <p:spPr>
          <a:xfrm>
            <a:off x="335139" y="5825061"/>
            <a:ext cx="3402003" cy="830997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/>
              <a:t>Eliminate Vertices That Violate Constraints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7667D38-D0A6-4B93-4644-AEAA607B7003}"/>
              </a:ext>
            </a:extLst>
          </p:cNvPr>
          <p:cNvSpPr/>
          <p:nvPr/>
        </p:nvSpPr>
        <p:spPr>
          <a:xfrm>
            <a:off x="663178" y="3352247"/>
            <a:ext cx="1995949" cy="407936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31789E-E981-FB66-75F1-0C974B14D194}"/>
              </a:ext>
            </a:extLst>
          </p:cNvPr>
          <p:cNvSpPr/>
          <p:nvPr/>
        </p:nvSpPr>
        <p:spPr>
          <a:xfrm>
            <a:off x="663178" y="3818194"/>
            <a:ext cx="1995949" cy="407936"/>
          </a:xfrm>
          <a:prstGeom prst="rect">
            <a:avLst/>
          </a:prstGeom>
          <a:solidFill>
            <a:srgbClr val="FFC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2041287-D146-8F2E-E391-31BFB91F3576}"/>
              </a:ext>
            </a:extLst>
          </p:cNvPr>
          <p:cNvSpPr/>
          <p:nvPr/>
        </p:nvSpPr>
        <p:spPr>
          <a:xfrm>
            <a:off x="645489" y="4287975"/>
            <a:ext cx="1995949" cy="407936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C9D7950-8D5E-EBB7-79F4-CBCF966DCFC3}"/>
              </a:ext>
            </a:extLst>
          </p:cNvPr>
          <p:cNvSpPr/>
          <p:nvPr/>
        </p:nvSpPr>
        <p:spPr>
          <a:xfrm>
            <a:off x="632770" y="4736425"/>
            <a:ext cx="969217" cy="407936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401F1B0-84E8-3594-2161-C2E6F9CA3E90}"/>
              </a:ext>
            </a:extLst>
          </p:cNvPr>
          <p:cNvSpPr/>
          <p:nvPr/>
        </p:nvSpPr>
        <p:spPr>
          <a:xfrm>
            <a:off x="627928" y="5189025"/>
            <a:ext cx="969217" cy="407936"/>
          </a:xfrm>
          <a:prstGeom prst="rect">
            <a:avLst/>
          </a:prstGeom>
          <a:solidFill>
            <a:srgbClr val="00B0F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B7398DF-D471-45C9-0DDC-F16DA6CE4B7F}"/>
              </a:ext>
            </a:extLst>
          </p:cNvPr>
          <p:cNvSpPr/>
          <p:nvPr/>
        </p:nvSpPr>
        <p:spPr>
          <a:xfrm>
            <a:off x="4285994" y="4059303"/>
            <a:ext cx="3636532" cy="868110"/>
          </a:xfrm>
          <a:prstGeom prst="rect">
            <a:avLst/>
          </a:prstGeom>
          <a:solidFill>
            <a:srgbClr val="00B0F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7DF4B02-4BB3-FD47-83C4-91780C62DB40}"/>
              </a:ext>
            </a:extLst>
          </p:cNvPr>
          <p:cNvSpPr/>
          <p:nvPr/>
        </p:nvSpPr>
        <p:spPr>
          <a:xfrm>
            <a:off x="7922526" y="3175434"/>
            <a:ext cx="3636532" cy="868110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C538293-DFEC-BB07-CC9E-EB701F8D3B3F}"/>
              </a:ext>
            </a:extLst>
          </p:cNvPr>
          <p:cNvSpPr/>
          <p:nvPr/>
        </p:nvSpPr>
        <p:spPr>
          <a:xfrm>
            <a:off x="7922526" y="4937258"/>
            <a:ext cx="3636532" cy="897742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D437A3B-56C0-BEBE-36E9-8DCB81FBB4CD}"/>
              </a:ext>
            </a:extLst>
          </p:cNvPr>
          <p:cNvSpPr/>
          <p:nvPr/>
        </p:nvSpPr>
        <p:spPr>
          <a:xfrm>
            <a:off x="7927571" y="4046715"/>
            <a:ext cx="3636532" cy="897742"/>
          </a:xfrm>
          <a:prstGeom prst="rect">
            <a:avLst/>
          </a:prstGeom>
          <a:solidFill>
            <a:srgbClr val="FFC0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16D8BCB-F84A-7283-2A31-98C6EB103E68}"/>
              </a:ext>
            </a:extLst>
          </p:cNvPr>
          <p:cNvSpPr/>
          <p:nvPr/>
        </p:nvSpPr>
        <p:spPr>
          <a:xfrm>
            <a:off x="4272183" y="2283866"/>
            <a:ext cx="3636532" cy="868110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56AE7A1-B0AA-E3FF-D273-B52B03788AFC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B94C26-6768-9DAA-EA38-BF94428B9A14}"/>
                  </a:ext>
                </a:extLst>
              </p:cNvPr>
              <p:cNvSpPr txBox="1"/>
              <p:nvPr/>
            </p:nvSpPr>
            <p:spPr>
              <a:xfrm>
                <a:off x="957263" y="4235758"/>
                <a:ext cx="10313872" cy="1709058"/>
              </a:xfrm>
              <a:prstGeom prst="rect">
                <a:avLst/>
              </a:prstGeom>
              <a:solidFill>
                <a:srgbClr val="FFFF00"/>
              </a:solidFill>
              <a:ln w="381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b="0" dirty="0"/>
                  <a:t>But </a:t>
                </a:r>
                <a14:m>
                  <m:oMath xmlns:m="http://schemas.openxmlformats.org/officeDocument/2006/math"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9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22</m:t>
                        </m:r>
                      </m:den>
                    </m:f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3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den>
                    </m:f>
                    <m:r>
                      <a:rPr lang="en-US" sz="3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3600" dirty="0"/>
                  <a:t>gives us our Nash equilibrium!!</a:t>
                </a:r>
              </a:p>
              <a:p>
                <a:pPr algn="ctr"/>
                <a:r>
                  <a:rPr lang="en-US" sz="3600" dirty="0"/>
                  <a:t>It scales up to </a:t>
                </a:r>
                <a14:m>
                  <m:oMath xmlns:m="http://schemas.openxmlformats.org/officeDocument/2006/math">
                    <m:r>
                      <a:rPr lang="en-US" sz="36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3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i="1">
                            <a:latin typeface="Cambria Math" panose="02040503050406030204" pitchFamily="18" charset="0"/>
                          </a:rPr>
                          <m:t>9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  <m:r>
                      <a:rPr lang="en-US" sz="36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36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3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3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8</m:t>
                        </m:r>
                      </m:num>
                      <m:den>
                        <m:r>
                          <a:rPr lang="en-US" sz="3600" b="0" i="1" smtClean="0">
                            <a:latin typeface="Cambria Math" panose="02040503050406030204" pitchFamily="18" charset="0"/>
                          </a:rPr>
                          <m:t>17</m:t>
                        </m:r>
                      </m:den>
                    </m:f>
                    <m:r>
                      <a:rPr lang="en-US" sz="36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36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1B94C26-6768-9DAA-EA38-BF94428B9A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7263" y="4235758"/>
                <a:ext cx="10313872" cy="1709058"/>
              </a:xfrm>
              <a:prstGeom prst="rect">
                <a:avLst/>
              </a:prstGeom>
              <a:blipFill>
                <a:blip r:embed="rId30"/>
                <a:stretch>
                  <a:fillRect b="-2797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586413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725A74-9A00-F6BD-5D90-63CDAEBE5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DCF93DD-E551-ACEC-0410-9B8D82ACD0C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FB98675-B3B2-0CEB-89CF-AD68E218B3B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468F42-7C24-A97F-E5F1-A7C10B7CADEB}"/>
              </a:ext>
            </a:extLst>
          </p:cNvPr>
          <p:cNvSpPr txBox="1"/>
          <p:nvPr/>
        </p:nvSpPr>
        <p:spPr>
          <a:xfrm>
            <a:off x="-376090" y="1744431"/>
            <a:ext cx="45669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Let’s go back to this example: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5DC26D0-2718-8A96-376D-9335952D3C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39714"/>
            <a:ext cx="5675609" cy="26774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CF4A97C-4103-51D4-C959-2EAFA74994A8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9FAFD5-814B-DE74-713A-F0A5E04B104E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CB71EC2-757F-946D-E05E-6FA8EFD71CFB}"/>
              </a:ext>
            </a:extLst>
          </p:cNvPr>
          <p:cNvSpPr txBox="1"/>
          <p:nvPr/>
        </p:nvSpPr>
        <p:spPr>
          <a:xfrm>
            <a:off x="4258171" y="3177999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16D1546-42DF-270B-B0FE-6E2625D9C708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443E5D-CE9C-4A48-5567-F7EA9044D049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F9D42F-C858-F9FD-2C51-73B9E5F20ED7}"/>
              </a:ext>
            </a:extLst>
          </p:cNvPr>
          <p:cNvSpPr txBox="1"/>
          <p:nvPr/>
        </p:nvSpPr>
        <p:spPr>
          <a:xfrm>
            <a:off x="4258171" y="381046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E6B6689-4F0C-9793-B9EF-C157198F5C3A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1592692-D028-C86A-0070-21C543C131B7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BBB5134-EA76-BA4D-4D0E-DBC2FA6C6D19}"/>
              </a:ext>
            </a:extLst>
          </p:cNvPr>
          <p:cNvSpPr txBox="1"/>
          <p:nvPr/>
        </p:nvSpPr>
        <p:spPr>
          <a:xfrm>
            <a:off x="4258171" y="31928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877039-DBAE-FEEC-F7AD-C920C3DBB9C6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EE6892-82BE-F7A5-4906-EBE0C9667175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C9CB58B-F7F7-A3D0-1B8B-42B4A4EA9986}"/>
              </a:ext>
            </a:extLst>
          </p:cNvPr>
          <p:cNvSpPr txBox="1"/>
          <p:nvPr/>
        </p:nvSpPr>
        <p:spPr>
          <a:xfrm>
            <a:off x="4258171" y="383548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-4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7A639F-D22E-084C-F40B-337889FA5668}"/>
                  </a:ext>
                </a:extLst>
              </p:cNvPr>
              <p:cNvSpPr txBox="1"/>
              <p:nvPr/>
            </p:nvSpPr>
            <p:spPr>
              <a:xfrm>
                <a:off x="5486248" y="2499295"/>
                <a:ext cx="684571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7A639F-D22E-084C-F40B-337889FA56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248" y="2499295"/>
                <a:ext cx="6845712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B78ADE7-3D7F-702F-4BB5-47410ED75DE5}"/>
                  </a:ext>
                </a:extLst>
              </p:cNvPr>
              <p:cNvSpPr txBox="1"/>
              <p:nvPr/>
            </p:nvSpPr>
            <p:spPr>
              <a:xfrm>
                <a:off x="5412658" y="3144381"/>
                <a:ext cx="303636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Let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6B78ADE7-3D7F-702F-4BB5-47410ED75D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658" y="3144381"/>
                <a:ext cx="3036361" cy="461665"/>
              </a:xfrm>
              <a:prstGeom prst="rect">
                <a:avLst/>
              </a:prstGeom>
              <a:blipFill>
                <a:blip r:embed="rId5"/>
                <a:stretch>
                  <a:fillRect t="-9211" b="-302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CFDC85A-48E0-FE02-7B4A-23426F882BD1}"/>
                  </a:ext>
                </a:extLst>
              </p:cNvPr>
              <p:cNvSpPr txBox="1"/>
              <p:nvPr/>
            </p:nvSpPr>
            <p:spPr>
              <a:xfrm>
                <a:off x="5412657" y="3682575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CFDC85A-48E0-FE02-7B4A-23426F882B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12657" y="3682575"/>
                <a:ext cx="5275008" cy="461665"/>
              </a:xfrm>
              <a:prstGeom prst="rect">
                <a:avLst/>
              </a:prstGeom>
              <a:blipFill>
                <a:blip r:embed="rId6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D1F350A-71AC-6201-2D8D-5BE261E6C1AC}"/>
                  </a:ext>
                </a:extLst>
              </p:cNvPr>
              <p:cNvSpPr txBox="1"/>
              <p:nvPr/>
            </p:nvSpPr>
            <p:spPr>
              <a:xfrm>
                <a:off x="6516393" y="4220769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AD1F350A-71AC-6201-2D8D-5BE261E6C1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4220769"/>
                <a:ext cx="1986249" cy="369332"/>
              </a:xfrm>
              <a:prstGeom prst="rect">
                <a:avLst/>
              </a:prstGeom>
              <a:blipFill>
                <a:blip r:embed="rId7"/>
                <a:stretch>
                  <a:fillRect l="-613" r="-3374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8C95E68-9A8B-6436-ECE3-CC61AB4AD7B1}"/>
                  </a:ext>
                </a:extLst>
              </p:cNvPr>
              <p:cNvSpPr txBox="1"/>
              <p:nvPr/>
            </p:nvSpPr>
            <p:spPr>
              <a:xfrm>
                <a:off x="6516393" y="4666630"/>
                <a:ext cx="168969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8C95E68-9A8B-6436-ECE3-CC61AB4AD7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4666630"/>
                <a:ext cx="1689693" cy="369332"/>
              </a:xfrm>
              <a:prstGeom prst="rect">
                <a:avLst/>
              </a:prstGeom>
              <a:blipFill>
                <a:blip r:embed="rId8"/>
                <a:stretch>
                  <a:fillRect l="-4332" t="-5000" r="-3971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2F5A013-FEEF-2DB8-DFE6-D673750B4252}"/>
                  </a:ext>
                </a:extLst>
              </p:cNvPr>
              <p:cNvSpPr txBox="1"/>
              <p:nvPr/>
            </p:nvSpPr>
            <p:spPr>
              <a:xfrm>
                <a:off x="6516393" y="5112491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2F5A013-FEEF-2DB8-DFE6-D673750B425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5112491"/>
                <a:ext cx="1986249" cy="369332"/>
              </a:xfrm>
              <a:prstGeom prst="rect">
                <a:avLst/>
              </a:prstGeom>
              <a:blipFill>
                <a:blip r:embed="rId9"/>
                <a:stretch>
                  <a:fillRect l="-613" r="-3374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0816578-F798-E205-1CB8-CA5BD5E0E796}"/>
                  </a:ext>
                </a:extLst>
              </p:cNvPr>
              <p:cNvSpPr txBox="1"/>
              <p:nvPr/>
            </p:nvSpPr>
            <p:spPr>
              <a:xfrm>
                <a:off x="6516393" y="5558352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50816578-F798-E205-1CB8-CA5BD5E0E7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5558352"/>
                <a:ext cx="874342" cy="369332"/>
              </a:xfrm>
              <a:prstGeom prst="rect">
                <a:avLst/>
              </a:prstGeom>
              <a:blipFill>
                <a:blip r:embed="rId10"/>
                <a:stretch>
                  <a:fillRect l="-4895" r="-8392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5952964-3719-F8B4-E3B2-CC26BCB0B95B}"/>
                  </a:ext>
                </a:extLst>
              </p:cNvPr>
              <p:cNvSpPr txBox="1"/>
              <p:nvPr/>
            </p:nvSpPr>
            <p:spPr>
              <a:xfrm>
                <a:off x="6516393" y="6004213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05952964-3719-F8B4-E3B2-CC26BCB0B9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16393" y="6004213"/>
                <a:ext cx="874342" cy="369332"/>
              </a:xfrm>
              <a:prstGeom prst="rect">
                <a:avLst/>
              </a:prstGeom>
              <a:blipFill>
                <a:blip r:embed="rId11"/>
                <a:stretch>
                  <a:fillRect l="-9091" r="-8392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F0EBE0D0-9EC2-1C96-7A4D-900EBC3ACA8D}"/>
              </a:ext>
            </a:extLst>
          </p:cNvPr>
          <p:cNvSpPr txBox="1"/>
          <p:nvPr/>
        </p:nvSpPr>
        <p:spPr>
          <a:xfrm>
            <a:off x="4482548" y="403178"/>
            <a:ext cx="3200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A Correction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AEF34C-E98B-6DB8-E569-90D176EDF31F}"/>
                  </a:ext>
                </a:extLst>
              </p:cNvPr>
              <p:cNvSpPr txBox="1"/>
              <p:nvPr/>
            </p:nvSpPr>
            <p:spPr>
              <a:xfrm>
                <a:off x="182217" y="5466019"/>
                <a:ext cx="5675609" cy="461665"/>
              </a:xfrm>
              <a:prstGeom prst="rect">
                <a:avLst/>
              </a:prstGeom>
              <a:solidFill>
                <a:srgbClr val="FFFF00"/>
              </a:solidFill>
              <a:ln w="38100"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/>
                  <a:t>Previous Solution used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rather than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400" dirty="0"/>
                  <a:t>!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94AEF34C-E98B-6DB8-E569-90D176EDF3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17" y="5466019"/>
                <a:ext cx="5675609" cy="461665"/>
              </a:xfrm>
              <a:prstGeom prst="rect">
                <a:avLst/>
              </a:prstGeom>
              <a:blipFill>
                <a:blip r:embed="rId12"/>
                <a:stretch>
                  <a:fillRect l="-1387" t="-4938" b="-25926"/>
                </a:stretch>
              </a:blipFill>
              <a:ln w="3810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066450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F40B4-4925-7EC8-6778-519C43DA1A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C8D895A-B06C-A8BD-E601-59B958E996CA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A71D96-78CF-67BE-F92D-123ABF2C973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954CEB2-F620-FA96-6307-949E8A3135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05474" y="1942389"/>
            <a:ext cx="5002795" cy="5184937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5CFB314-3D6F-2639-E62B-3512A462DEBA}"/>
                  </a:ext>
                </a:extLst>
              </p:cNvPr>
              <p:cNvSpPr txBox="1"/>
              <p:nvPr/>
            </p:nvSpPr>
            <p:spPr>
              <a:xfrm>
                <a:off x="6005557" y="4577490"/>
                <a:ext cx="32904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5CFB314-3D6F-2639-E62B-3512A462DE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05557" y="4577490"/>
                <a:ext cx="329048" cy="461665"/>
              </a:xfrm>
              <a:prstGeom prst="rect">
                <a:avLst/>
              </a:prstGeom>
              <a:blipFill>
                <a:blip r:embed="rId4"/>
                <a:stretch>
                  <a:fillRect r="-18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DBDEB5-4C5A-33C3-9757-FE6DC149E495}"/>
                  </a:ext>
                </a:extLst>
              </p:cNvPr>
              <p:cNvSpPr txBox="1"/>
              <p:nvPr/>
            </p:nvSpPr>
            <p:spPr>
              <a:xfrm>
                <a:off x="2928053" y="1691848"/>
                <a:ext cx="32904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DBDEB5-4C5A-33C3-9757-FE6DC149E4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28053" y="1691848"/>
                <a:ext cx="329048" cy="461665"/>
              </a:xfrm>
              <a:prstGeom prst="rect">
                <a:avLst/>
              </a:prstGeom>
              <a:blipFill>
                <a:blip r:embed="rId5"/>
                <a:stretch>
                  <a:fillRect l="-5556" r="-12963" b="-9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TextBox 27">
            <a:extLst>
              <a:ext uri="{FF2B5EF4-FFF2-40B4-BE49-F238E27FC236}">
                <a16:creationId xmlns:a16="http://schemas.microsoft.com/office/drawing/2014/main" id="{7A13BA41-31E8-D0CD-055F-AF55F018FD12}"/>
              </a:ext>
            </a:extLst>
          </p:cNvPr>
          <p:cNvSpPr txBox="1"/>
          <p:nvPr/>
        </p:nvSpPr>
        <p:spPr>
          <a:xfrm>
            <a:off x="4482548" y="403178"/>
            <a:ext cx="3200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A Correction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1BADB68-BA91-C81E-C6AB-F3EB75830155}"/>
              </a:ext>
            </a:extLst>
          </p:cNvPr>
          <p:cNvSpPr txBox="1"/>
          <p:nvPr/>
        </p:nvSpPr>
        <p:spPr>
          <a:xfrm>
            <a:off x="5744817" y="1744431"/>
            <a:ext cx="644718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The region formed by our expectation value constraints is unbounded in Quadrant I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9B4106C-A96E-B101-26D1-55A59D487299}"/>
              </a:ext>
            </a:extLst>
          </p:cNvPr>
          <p:cNvSpPr txBox="1"/>
          <p:nvPr/>
        </p:nvSpPr>
        <p:spPr>
          <a:xfrm>
            <a:off x="5744813" y="3121201"/>
            <a:ext cx="644718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Something is going wrong here…</a:t>
            </a:r>
          </a:p>
        </p:txBody>
      </p:sp>
    </p:spTree>
    <p:extLst>
      <p:ext uri="{BB962C8B-B14F-4D97-AF65-F5344CB8AC3E}">
        <p14:creationId xmlns:p14="http://schemas.microsoft.com/office/powerpoint/2010/main" val="25217948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EFFF1-F387-E5C8-4238-8D5FC1707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1F9D220-50EF-DE02-3689-1046284991E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9A34C21-84AB-C5DC-92AD-53934908ABD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9B2C8F-B4AD-451A-77B6-8FFD02A030B0}"/>
              </a:ext>
            </a:extLst>
          </p:cNvPr>
          <p:cNvSpPr txBox="1"/>
          <p:nvPr/>
        </p:nvSpPr>
        <p:spPr>
          <a:xfrm>
            <a:off x="3092244" y="351682"/>
            <a:ext cx="7801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Best Response Polytopes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BD7361A-DB26-C42D-4F99-10796E33691E}"/>
                  </a:ext>
                </a:extLst>
              </p:cNvPr>
              <p:cNvSpPr txBox="1"/>
              <p:nvPr/>
            </p:nvSpPr>
            <p:spPr>
              <a:xfrm>
                <a:off x="1655872" y="1762379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l-G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l-GR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Π</m:t>
                            </m:r>
                          </m:e>
                          <m:sup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𝑇</m:t>
                        </m:r>
                      </m:sup>
                    </m:sSup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sz="28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is a probability vector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BD7361A-DB26-C42D-4F99-10796E3369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5872" y="1762379"/>
                <a:ext cx="9431594" cy="523220"/>
              </a:xfrm>
              <a:prstGeom prst="rect">
                <a:avLst/>
              </a:prstGeom>
              <a:blipFill>
                <a:blip r:embed="rId3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BEA7E5E-E520-04AD-B759-F437E7F180C1}"/>
                  </a:ext>
                </a:extLst>
              </p:cNvPr>
              <p:cNvSpPr txBox="1"/>
              <p:nvPr/>
            </p:nvSpPr>
            <p:spPr>
              <a:xfrm>
                <a:off x="1655872" y="2317590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p>
                        </m:sSup>
                        <m:r>
                          <a:rPr lang="en-US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  <m:r>
                      <a:rPr lang="en-US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𝟏</m:t>
                    </m:r>
                    <m:r>
                      <a:rPr lang="en-US" sz="2800" b="1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US" sz="2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  </m:t>
                        </m:r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US" sz="2800" b="1" dirty="0"/>
                  <a:t> </a:t>
                </a:r>
                <a:r>
                  <a:rPr lang="en-US" sz="2800" dirty="0"/>
                  <a:t>is a probability vector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28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BEA7E5E-E520-04AD-B759-F437E7F180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55872" y="2317590"/>
                <a:ext cx="9431594" cy="523220"/>
              </a:xfrm>
              <a:prstGeom prst="rect">
                <a:avLst/>
              </a:prstGeom>
              <a:blipFill>
                <a:blip r:embed="rId4"/>
                <a:stretch>
                  <a:fillRect t="-10465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866290-4B54-3B7E-1251-11822166E6D4}"/>
                  </a:ext>
                </a:extLst>
              </p:cNvPr>
              <p:cNvSpPr txBox="1"/>
              <p:nvPr/>
            </p:nvSpPr>
            <p:spPr>
              <a:xfrm>
                <a:off x="7019919" y="3086616"/>
                <a:ext cx="3497495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I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are positive </a:t>
                </a: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9866290-4B54-3B7E-1251-11822166E6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19919" y="3086616"/>
                <a:ext cx="3497495" cy="461665"/>
              </a:xfrm>
              <a:prstGeom prst="rect">
                <a:avLst/>
              </a:prstGeom>
              <a:blipFill>
                <a:blip r:embed="rId5"/>
                <a:stretch>
                  <a:fillRect t="-10526" r="-2618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B1D9016-91AD-BC04-33DD-BB5B42696EA2}"/>
                  </a:ext>
                </a:extLst>
              </p:cNvPr>
              <p:cNvSpPr txBox="1"/>
              <p:nvPr/>
            </p:nvSpPr>
            <p:spPr>
              <a:xfrm>
                <a:off x="4019210" y="3978376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CB1D9016-91AD-BC04-33DD-BB5B42696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9210" y="3978376"/>
                <a:ext cx="9431594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F44735C-6185-2B8B-1548-EE779962193E}"/>
                  </a:ext>
                </a:extLst>
              </p:cNvPr>
              <p:cNvSpPr txBox="1"/>
              <p:nvPr/>
            </p:nvSpPr>
            <p:spPr>
              <a:xfrm>
                <a:off x="4019210" y="4537359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           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F44735C-6185-2B8B-1548-EE7799621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19210" y="4537359"/>
                <a:ext cx="9431594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Arrow: Down 4">
            <a:extLst>
              <a:ext uri="{FF2B5EF4-FFF2-40B4-BE49-F238E27FC236}">
                <a16:creationId xmlns:a16="http://schemas.microsoft.com/office/drawing/2014/main" id="{ED20C04E-27F3-6C57-C5B1-0EEE6BCCEDDE}"/>
              </a:ext>
            </a:extLst>
          </p:cNvPr>
          <p:cNvSpPr/>
          <p:nvPr/>
        </p:nvSpPr>
        <p:spPr>
          <a:xfrm>
            <a:off x="7019919" y="2872801"/>
            <a:ext cx="605642" cy="1069812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8731C5EC-36BD-4246-B437-19BF134EF0D7}"/>
              </a:ext>
            </a:extLst>
          </p:cNvPr>
          <p:cNvSpPr/>
          <p:nvPr/>
        </p:nvSpPr>
        <p:spPr>
          <a:xfrm>
            <a:off x="3413568" y="2872802"/>
            <a:ext cx="605642" cy="2283758"/>
          </a:xfrm>
          <a:prstGeom prst="down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3DC9D3C-7446-7E33-A49E-60F46E1F8146}"/>
                  </a:ext>
                </a:extLst>
              </p:cNvPr>
              <p:cNvSpPr txBox="1"/>
              <p:nvPr/>
            </p:nvSpPr>
            <p:spPr>
              <a:xfrm>
                <a:off x="-1302229" y="5402366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l-GR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Π</m:t>
                              </m:r>
                            </m:e>
                            <m:sup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3DC9D3C-7446-7E33-A49E-60F46E1F81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02229" y="5402366"/>
                <a:ext cx="9431594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D406E7F-C302-4109-A06D-9553A289DFC6}"/>
                  </a:ext>
                </a:extLst>
              </p:cNvPr>
              <p:cNvSpPr txBox="1"/>
              <p:nvPr/>
            </p:nvSpPr>
            <p:spPr>
              <a:xfrm>
                <a:off x="-1302229" y="5961349"/>
                <a:ext cx="9431594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∈</m:t>
                          </m:r>
                          <m:sSup>
                            <m:sSupPr>
                              <m:ctrlP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2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ℝ</m:t>
                              </m:r>
                            </m:e>
                            <m:sup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p>
                          </m:sSup>
                          <m:r>
                            <a:rPr lang="en-US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l-GR" sz="2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800" b="1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𝟏</m:t>
                      </m:r>
                      <m:r>
                        <a:rPr lang="en-US" sz="2800" b="1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            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0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US" sz="28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2D406E7F-C302-4109-A06D-9553A289DF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02229" y="5961349"/>
                <a:ext cx="9431594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EA89869-E573-E4C4-3C86-643229DF63DA}"/>
                  </a:ext>
                </a:extLst>
              </p:cNvPr>
              <p:cNvSpPr txBox="1"/>
              <p:nvPr/>
            </p:nvSpPr>
            <p:spPr>
              <a:xfrm>
                <a:off x="0" y="3560138"/>
                <a:ext cx="36274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I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f</m:t>
                    </m:r>
                    <m:r>
                      <a:rPr lang="en-US" sz="24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sz="2400" dirty="0"/>
                  <a:t> and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en-US" sz="2400" dirty="0"/>
                  <a:t> are negative </a:t>
                </a: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EA89869-E573-E4C4-3C86-643229DF63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3560138"/>
                <a:ext cx="3627487" cy="461665"/>
              </a:xfrm>
              <a:prstGeom prst="rect">
                <a:avLst/>
              </a:prstGeom>
              <a:blipFill>
                <a:blip r:embed="rId10"/>
                <a:stretch>
                  <a:fillRect t="-10526" r="-840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95562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183DC-4409-16FB-0E39-0AB362B64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60A7377-7F66-E5AC-8A72-1BCCBF56470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0A06EDD-5804-B805-F572-AD78D5BE6C8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C0C91D9-9EFE-93FF-AAFA-DEB0361551BD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B10B0FB-1F8C-386D-4F21-FA5788942AB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54331" y="2022104"/>
            <a:ext cx="4804668" cy="4367880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72E2677-4CBE-94DF-0A82-2CF160CFD689}"/>
                  </a:ext>
                </a:extLst>
              </p:cNvPr>
              <p:cNvSpPr txBox="1"/>
              <p:nvPr/>
            </p:nvSpPr>
            <p:spPr>
              <a:xfrm>
                <a:off x="263035" y="2105478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72E2677-4CBE-94DF-0A82-2CF160CFD6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3035" y="2105478"/>
                <a:ext cx="5275008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BE9592F-7B35-0F5C-A206-C33DE2B2C419}"/>
                  </a:ext>
                </a:extLst>
              </p:cNvPr>
              <p:cNvSpPr txBox="1"/>
              <p:nvPr/>
            </p:nvSpPr>
            <p:spPr>
              <a:xfrm>
                <a:off x="1366771" y="2643672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BE9592F-7B35-0F5C-A206-C33DE2B2C41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6771" y="2643672"/>
                <a:ext cx="1986249" cy="369332"/>
              </a:xfrm>
              <a:prstGeom prst="rect">
                <a:avLst/>
              </a:prstGeom>
              <a:blipFill>
                <a:blip r:embed="rId5"/>
                <a:stretch>
                  <a:fillRect l="-307" r="-368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7205008-9BC6-922C-965D-D3E4DE5E250B}"/>
                  </a:ext>
                </a:extLst>
              </p:cNvPr>
              <p:cNvSpPr txBox="1"/>
              <p:nvPr/>
            </p:nvSpPr>
            <p:spPr>
              <a:xfrm>
                <a:off x="1366771" y="3089533"/>
                <a:ext cx="168969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7205008-9BC6-922C-965D-D3E4DE5E25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6771" y="3089533"/>
                <a:ext cx="1689693" cy="369332"/>
              </a:xfrm>
              <a:prstGeom prst="rect">
                <a:avLst/>
              </a:prstGeom>
              <a:blipFill>
                <a:blip r:embed="rId6"/>
                <a:stretch>
                  <a:fillRect l="-3971" t="-3333" r="-4332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F18B60C-21DF-0E00-213C-C8AF6C0B57B5}"/>
                  </a:ext>
                </a:extLst>
              </p:cNvPr>
              <p:cNvSpPr txBox="1"/>
              <p:nvPr/>
            </p:nvSpPr>
            <p:spPr>
              <a:xfrm>
                <a:off x="1366771" y="3535394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3F18B60C-21DF-0E00-213C-C8AF6C0B57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6771" y="3535394"/>
                <a:ext cx="1986249" cy="369332"/>
              </a:xfrm>
              <a:prstGeom prst="rect">
                <a:avLst/>
              </a:prstGeom>
              <a:blipFill>
                <a:blip r:embed="rId7"/>
                <a:stretch>
                  <a:fillRect l="-307" r="-3681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0E8F941-D664-FC20-60F3-DF09000ED7FE}"/>
                  </a:ext>
                </a:extLst>
              </p:cNvPr>
              <p:cNvSpPr txBox="1"/>
              <p:nvPr/>
            </p:nvSpPr>
            <p:spPr>
              <a:xfrm>
                <a:off x="1366771" y="3981255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0E8F941-D664-FC20-60F3-DF09000ED7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6771" y="3981255"/>
                <a:ext cx="874342" cy="369332"/>
              </a:xfrm>
              <a:prstGeom prst="rect">
                <a:avLst/>
              </a:prstGeom>
              <a:blipFill>
                <a:blip r:embed="rId8"/>
                <a:stretch>
                  <a:fillRect l="-4167" r="-8333" b="-98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3C4253D-1E00-3029-67CD-22290DAD17C1}"/>
                  </a:ext>
                </a:extLst>
              </p:cNvPr>
              <p:cNvSpPr txBox="1"/>
              <p:nvPr/>
            </p:nvSpPr>
            <p:spPr>
              <a:xfrm>
                <a:off x="1366771" y="4427116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3C4253D-1E00-3029-67CD-22290DAD17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66771" y="4427116"/>
                <a:ext cx="874342" cy="369332"/>
              </a:xfrm>
              <a:prstGeom prst="rect">
                <a:avLst/>
              </a:prstGeom>
              <a:blipFill>
                <a:blip r:embed="rId9"/>
                <a:stretch>
                  <a:fillRect l="-9028" r="-8333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E33728-9405-2464-8BA3-E4D498C4DC83}"/>
                  </a:ext>
                </a:extLst>
              </p:cNvPr>
              <p:cNvSpPr txBox="1"/>
              <p:nvPr/>
            </p:nvSpPr>
            <p:spPr>
              <a:xfrm>
                <a:off x="9958999" y="3820908"/>
                <a:ext cx="32904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B4E33728-9405-2464-8BA3-E4D498C4DC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58999" y="3820908"/>
                <a:ext cx="329048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900B549-3A13-6A9C-8A84-7010BB6F27AF}"/>
                  </a:ext>
                </a:extLst>
              </p:cNvPr>
              <p:cNvSpPr txBox="1"/>
              <p:nvPr/>
            </p:nvSpPr>
            <p:spPr>
              <a:xfrm>
                <a:off x="7224242" y="1643813"/>
                <a:ext cx="32904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900B549-3A13-6A9C-8A84-7010BB6F27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4242" y="1643813"/>
                <a:ext cx="329048" cy="461665"/>
              </a:xfrm>
              <a:prstGeom prst="rect">
                <a:avLst/>
              </a:prstGeom>
              <a:blipFill>
                <a:blip r:embed="rId11"/>
                <a:stretch>
                  <a:fillRect l="-5556" r="-12963" b="-9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6C73D23-698A-AC18-CA41-E2835ECA222D}"/>
                  </a:ext>
                </a:extLst>
              </p:cNvPr>
              <p:cNvSpPr txBox="1"/>
              <p:nvPr/>
            </p:nvSpPr>
            <p:spPr>
              <a:xfrm>
                <a:off x="5824352" y="4935195"/>
                <a:ext cx="543296" cy="70788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latin typeface="Cambria Math" panose="02040503050406030204" pitchFamily="18" charset="0"/>
                        </a:rPr>
                        <m:t>𝑃</m:t>
                      </m:r>
                    </m:oMath>
                  </m:oMathPara>
                </a14:m>
                <a:endParaRPr lang="en-US" sz="4000" dirty="0"/>
              </a:p>
            </p:txBody>
          </p:sp>
        </mc:Choice>
        <mc:Fallback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6C73D23-698A-AC18-CA41-E2835ECA22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4352" y="4935195"/>
                <a:ext cx="543296" cy="70788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79787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0CD30-F00C-1122-7B19-A9D1006BCC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9D838367-3CC6-B0C9-8905-3416913978A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4B2C8D-B8CD-CC4D-A919-757C81C9715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A5C5F6E-DF44-6225-C736-344B697BEADF}"/>
                  </a:ext>
                </a:extLst>
              </p:cNvPr>
              <p:cNvSpPr txBox="1"/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Since our probability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lives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, we select two constraints at a time to make strict and solve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A5C5F6E-DF44-6225-C736-344B697BEA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blipFill>
                <a:blip r:embed="rId3"/>
                <a:stretch>
                  <a:fillRect t="-5147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500C933-394D-6C1B-9755-7E84A77D1EBE}"/>
                  </a:ext>
                </a:extLst>
              </p:cNvPr>
              <p:cNvSpPr txBox="1"/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500C933-394D-6C1B-9755-7E84A77D1E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A23C72D-873B-B3E7-99DA-0EC0A90CB461}"/>
                  </a:ext>
                </a:extLst>
              </p:cNvPr>
              <p:cNvSpPr txBox="1"/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CA23C72D-873B-B3E7-99DA-0EC0A90CB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blipFill>
                <a:blip r:embed="rId5"/>
                <a:stretch>
                  <a:fillRect l="-307" r="-3681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4835B80-1F31-822D-7A8B-D77FA92FB5A4}"/>
                  </a:ext>
                </a:extLst>
              </p:cNvPr>
              <p:cNvSpPr txBox="1"/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4835B80-1F31-822D-7A8B-D77FA92FB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blipFill>
                <a:blip r:embed="rId6"/>
                <a:stretch>
                  <a:fillRect l="-3957" t="-3279" r="-395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B6CACE-6979-EB79-F461-0730A260CEA0}"/>
                  </a:ext>
                </a:extLst>
              </p:cNvPr>
              <p:cNvSpPr txBox="1"/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B9B6CACE-6979-EB79-F461-0730A260CE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blipFill>
                <a:blip r:embed="rId7"/>
                <a:stretch>
                  <a:fillRect l="-307" r="-368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E31C567-D725-AF0B-4B5A-ED15C4FE1F8A}"/>
                  </a:ext>
                </a:extLst>
              </p:cNvPr>
              <p:cNvSpPr txBox="1"/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CE31C567-D725-AF0B-4B5A-ED15C4FE1F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blipFill>
                <a:blip r:embed="rId8"/>
                <a:stretch>
                  <a:fillRect l="-4167" r="-8333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EF8ACE8-3814-8C08-A3AF-EF056A4E8092}"/>
                  </a:ext>
                </a:extLst>
              </p:cNvPr>
              <p:cNvSpPr txBox="1"/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AEF8ACE8-3814-8C08-A3AF-EF056A4E80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blipFill>
                <a:blip r:embed="rId9"/>
                <a:stretch>
                  <a:fillRect l="-9028" r="-833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0F87FC33-49D0-BCC5-C7AA-99295923D1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0752469"/>
              </p:ext>
            </p:extLst>
          </p:nvPr>
        </p:nvGraphicFramePr>
        <p:xfrm>
          <a:off x="4268304" y="2273362"/>
          <a:ext cx="7320722" cy="4435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361">
                  <a:extLst>
                    <a:ext uri="{9D8B030D-6E8A-4147-A177-3AD203B41FA5}">
                      <a16:colId xmlns:a16="http://schemas.microsoft.com/office/drawing/2014/main" val="3530767300"/>
                    </a:ext>
                  </a:extLst>
                </a:gridCol>
                <a:gridCol w="3660361">
                  <a:extLst>
                    <a:ext uri="{9D8B030D-6E8A-4147-A177-3AD203B41FA5}">
                      <a16:colId xmlns:a16="http://schemas.microsoft.com/office/drawing/2014/main" val="2323378631"/>
                    </a:ext>
                  </a:extLst>
                </a:gridCol>
              </a:tblGrid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83246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08917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42529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57749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86079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559EB65-C21C-CCB7-0EBE-CE94D35B2031}"/>
                  </a:ext>
                </a:extLst>
              </p:cNvPr>
              <p:cNvSpPr txBox="1"/>
              <p:nvPr/>
            </p:nvSpPr>
            <p:spPr>
              <a:xfrm>
                <a:off x="5251954" y="2344711"/>
                <a:ext cx="19173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E559EB65-C21C-CCB7-0EBE-CE94D35B2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4" y="2344711"/>
                <a:ext cx="1917320" cy="369332"/>
              </a:xfrm>
              <a:prstGeom prst="rect">
                <a:avLst/>
              </a:prstGeom>
              <a:blipFill>
                <a:blip r:embed="rId10"/>
                <a:stretch>
                  <a:fillRect l="-637" r="-350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8AC48CCD-907D-F373-FF54-C1F41E593C9F}"/>
                  </a:ext>
                </a:extLst>
              </p:cNvPr>
              <p:cNvSpPr txBox="1"/>
              <p:nvPr/>
            </p:nvSpPr>
            <p:spPr>
              <a:xfrm>
                <a:off x="5251953" y="3233623"/>
                <a:ext cx="19173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8AC48CCD-907D-F373-FF54-C1F41E593C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3" y="3233623"/>
                <a:ext cx="1917320" cy="369332"/>
              </a:xfrm>
              <a:prstGeom prst="rect">
                <a:avLst/>
              </a:prstGeom>
              <a:blipFill>
                <a:blip r:embed="rId11"/>
                <a:stretch>
                  <a:fillRect l="-637" r="-3503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1732701-838A-2173-7D12-C66576CAE0CB}"/>
                  </a:ext>
                </a:extLst>
              </p:cNvPr>
              <p:cNvSpPr txBox="1"/>
              <p:nvPr/>
            </p:nvSpPr>
            <p:spPr>
              <a:xfrm>
                <a:off x="5251953" y="4100717"/>
                <a:ext cx="19173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1732701-838A-2173-7D12-C66576CAE0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3" y="4100717"/>
                <a:ext cx="1917320" cy="369332"/>
              </a:xfrm>
              <a:prstGeom prst="rect">
                <a:avLst/>
              </a:prstGeom>
              <a:blipFill>
                <a:blip r:embed="rId12"/>
                <a:stretch>
                  <a:fillRect l="-637" r="-350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984092A-B5AC-D2D0-4E4D-10FC1838F414}"/>
                  </a:ext>
                </a:extLst>
              </p:cNvPr>
              <p:cNvSpPr txBox="1"/>
              <p:nvPr/>
            </p:nvSpPr>
            <p:spPr>
              <a:xfrm>
                <a:off x="5251952" y="4989629"/>
                <a:ext cx="19173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E984092A-B5AC-D2D0-4E4D-10FC1838F4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4989629"/>
                <a:ext cx="1917320" cy="369332"/>
              </a:xfrm>
              <a:prstGeom prst="rect">
                <a:avLst/>
              </a:prstGeom>
              <a:blipFill>
                <a:blip r:embed="rId13"/>
                <a:stretch>
                  <a:fillRect l="-637" r="-3503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AA254C2-EE43-B52A-78FC-EBAAA16311A0}"/>
                  </a:ext>
                </a:extLst>
              </p:cNvPr>
              <p:cNvSpPr txBox="1"/>
              <p:nvPr/>
            </p:nvSpPr>
            <p:spPr>
              <a:xfrm>
                <a:off x="5136536" y="5897831"/>
                <a:ext cx="168809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AA254C2-EE43-B52A-78FC-EBAAA16311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36536" y="5897831"/>
                <a:ext cx="1688091" cy="369332"/>
              </a:xfrm>
              <a:prstGeom prst="rect">
                <a:avLst/>
              </a:prstGeom>
              <a:blipFill>
                <a:blip r:embed="rId14"/>
                <a:stretch>
                  <a:fillRect l="-4332" t="-3279" r="-3971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6F32AFC-DCC9-A6E4-2FFB-A20EC6F09189}"/>
                  </a:ext>
                </a:extLst>
              </p:cNvPr>
              <p:cNvSpPr txBox="1"/>
              <p:nvPr/>
            </p:nvSpPr>
            <p:spPr>
              <a:xfrm>
                <a:off x="8862261" y="2344711"/>
                <a:ext cx="168809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06F32AFC-DCC9-A6E4-2FFB-A20EC6F091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2261" y="2344711"/>
                <a:ext cx="1688091" cy="369332"/>
              </a:xfrm>
              <a:prstGeom prst="rect">
                <a:avLst/>
              </a:prstGeom>
              <a:blipFill>
                <a:blip r:embed="rId15"/>
                <a:stretch>
                  <a:fillRect l="-4332" t="-5000" r="-3971" b="-3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53A7E43-0CA4-DFC8-2473-A1BB65A10CFF}"/>
                  </a:ext>
                </a:extLst>
              </p:cNvPr>
              <p:cNvSpPr txBox="1"/>
              <p:nvPr/>
            </p:nvSpPr>
            <p:spPr>
              <a:xfrm>
                <a:off x="8862261" y="3206185"/>
                <a:ext cx="168809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53A7E43-0CA4-DFC8-2473-A1BB65A10C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62261" y="3206185"/>
                <a:ext cx="1688091" cy="369332"/>
              </a:xfrm>
              <a:prstGeom prst="rect">
                <a:avLst/>
              </a:prstGeom>
              <a:blipFill>
                <a:blip r:embed="rId16"/>
                <a:stretch>
                  <a:fillRect l="-4332" t="-3279" r="-3971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4029A70-56C2-D33E-BDAC-048D85747C7E}"/>
                  </a:ext>
                </a:extLst>
              </p:cNvPr>
              <p:cNvSpPr txBox="1"/>
              <p:nvPr/>
            </p:nvSpPr>
            <p:spPr>
              <a:xfrm>
                <a:off x="9024164" y="4121805"/>
                <a:ext cx="19173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E4029A70-56C2-D33E-BDAC-048D85747C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4164" y="4121805"/>
                <a:ext cx="1917320" cy="369332"/>
              </a:xfrm>
              <a:prstGeom prst="rect">
                <a:avLst/>
              </a:prstGeom>
              <a:blipFill>
                <a:blip r:embed="rId17"/>
                <a:stretch>
                  <a:fillRect l="-317" r="-3492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40C176E-CEB6-5A3C-4322-489CEBDDAC78}"/>
                  </a:ext>
                </a:extLst>
              </p:cNvPr>
              <p:cNvSpPr txBox="1"/>
              <p:nvPr/>
            </p:nvSpPr>
            <p:spPr>
              <a:xfrm>
                <a:off x="9013133" y="4999960"/>
                <a:ext cx="19173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540C176E-CEB6-5A3C-4322-489CEBDDAC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13133" y="4999960"/>
                <a:ext cx="1917320" cy="369332"/>
              </a:xfrm>
              <a:prstGeom prst="rect">
                <a:avLst/>
              </a:prstGeom>
              <a:blipFill>
                <a:blip r:embed="rId18"/>
                <a:stretch>
                  <a:fillRect l="-637" r="-3503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84F41AA-F9C8-C2F5-4616-30461C2E2A7C}"/>
                  </a:ext>
                </a:extLst>
              </p:cNvPr>
              <p:cNvSpPr txBox="1"/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284F41AA-F9C8-C2F5-4616-30461C2E2A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blipFill>
                <a:blip r:embed="rId19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6B08E75-662B-AD0D-F3A4-B00DED85551D}"/>
                  </a:ext>
                </a:extLst>
              </p:cNvPr>
              <p:cNvSpPr txBox="1"/>
              <p:nvPr/>
            </p:nvSpPr>
            <p:spPr>
              <a:xfrm>
                <a:off x="5476886" y="2785392"/>
                <a:ext cx="168809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66B08E75-662B-AD0D-F3A4-B00DED8555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76886" y="2785392"/>
                <a:ext cx="1688091" cy="369332"/>
              </a:xfrm>
              <a:prstGeom prst="rect">
                <a:avLst/>
              </a:prstGeom>
              <a:blipFill>
                <a:blip r:embed="rId20"/>
                <a:stretch>
                  <a:fillRect l="-3971" t="-3279" r="-4332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AEF4C36-050D-DA8F-5ACB-EDF5CE0BFC65}"/>
                  </a:ext>
                </a:extLst>
              </p:cNvPr>
              <p:cNvSpPr txBox="1"/>
              <p:nvPr/>
            </p:nvSpPr>
            <p:spPr>
              <a:xfrm>
                <a:off x="5251952" y="3622518"/>
                <a:ext cx="19173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AEF4C36-050D-DA8F-5ACB-EDF5CE0BFC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3622518"/>
                <a:ext cx="1917320" cy="369332"/>
              </a:xfrm>
              <a:prstGeom prst="rect">
                <a:avLst/>
              </a:prstGeom>
              <a:blipFill>
                <a:blip r:embed="rId21"/>
                <a:stretch>
                  <a:fillRect l="-637" r="-3503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BC92F14-4C5E-824B-6054-9286FFDB3F7E}"/>
                  </a:ext>
                </a:extLst>
              </p:cNvPr>
              <p:cNvSpPr txBox="1"/>
              <p:nvPr/>
            </p:nvSpPr>
            <p:spPr>
              <a:xfrm>
                <a:off x="5251952" y="6286726"/>
                <a:ext cx="191732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3BC92F14-4C5E-824B-6054-9286FFDB3F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6286726"/>
                <a:ext cx="1917320" cy="369332"/>
              </a:xfrm>
              <a:prstGeom prst="rect">
                <a:avLst/>
              </a:prstGeom>
              <a:blipFill>
                <a:blip r:embed="rId22"/>
                <a:stretch>
                  <a:fillRect l="-637" r="-3503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1F27040-A425-2CB5-9F89-06583E8FFDF9}"/>
                  </a:ext>
                </a:extLst>
              </p:cNvPr>
              <p:cNvSpPr txBox="1"/>
              <p:nvPr/>
            </p:nvSpPr>
            <p:spPr>
              <a:xfrm>
                <a:off x="5807905" y="448961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1F27040-A425-2CB5-9F89-06583E8FFD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07905" y="4489612"/>
                <a:ext cx="805413" cy="369332"/>
              </a:xfrm>
              <a:prstGeom prst="rect">
                <a:avLst/>
              </a:prstGeom>
              <a:blipFill>
                <a:blip r:embed="rId23"/>
                <a:stretch>
                  <a:fillRect l="-5303" r="-9091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17C348A-16D5-A365-09A0-06AFC24FF03A}"/>
                  </a:ext>
                </a:extLst>
              </p:cNvPr>
              <p:cNvSpPr txBox="1"/>
              <p:nvPr/>
            </p:nvSpPr>
            <p:spPr>
              <a:xfrm>
                <a:off x="5835305" y="5356289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717C348A-16D5-A365-09A0-06AFC24FF0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35305" y="5356289"/>
                <a:ext cx="805413" cy="369332"/>
              </a:xfrm>
              <a:prstGeom prst="rect">
                <a:avLst/>
              </a:prstGeom>
              <a:blipFill>
                <a:blip r:embed="rId24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77F9478-35F9-A6BC-4D6E-9B92E09AFD99}"/>
                  </a:ext>
                </a:extLst>
              </p:cNvPr>
              <p:cNvSpPr txBox="1"/>
              <p:nvPr/>
            </p:nvSpPr>
            <p:spPr>
              <a:xfrm>
                <a:off x="9431038" y="2751834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977F9478-35F9-A6BC-4D6E-9B92E09AFD9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2751834"/>
                <a:ext cx="805413" cy="369332"/>
              </a:xfrm>
              <a:prstGeom prst="rect">
                <a:avLst/>
              </a:prstGeom>
              <a:blipFill>
                <a:blip r:embed="rId25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FC0BBE8-56D1-6A37-BAA0-82DE4FC65144}"/>
                  </a:ext>
                </a:extLst>
              </p:cNvPr>
              <p:cNvSpPr txBox="1"/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4FC0BBE8-56D1-6A37-BAA0-82DE4FC651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blipFill>
                <a:blip r:embed="rId26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5F124A0-D576-A55A-580D-5D6CA4232F91}"/>
                  </a:ext>
                </a:extLst>
              </p:cNvPr>
              <p:cNvSpPr txBox="1"/>
              <p:nvPr/>
            </p:nvSpPr>
            <p:spPr>
              <a:xfrm>
                <a:off x="9431038" y="449514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B5F124A0-D576-A55A-580D-5D6CA4232F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4495141"/>
                <a:ext cx="805413" cy="369332"/>
              </a:xfrm>
              <a:prstGeom prst="rect">
                <a:avLst/>
              </a:prstGeom>
              <a:blipFill>
                <a:blip r:embed="rId27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8B97390E-BECB-FFD1-71E8-463CC0526CE2}"/>
                  </a:ext>
                </a:extLst>
              </p:cNvPr>
              <p:cNvSpPr txBox="1"/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8B97390E-BECB-FFD1-71E8-463CC0526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blipFill>
                <a:blip r:embed="rId28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B1D9FB68-82D1-1A7B-4AA0-093CB62280ED}"/>
                  </a:ext>
                </a:extLst>
              </p:cNvPr>
              <p:cNvSpPr txBox="1"/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B1D9FB68-82D1-1A7B-4AA0-093CB62280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blipFill>
                <a:blip r:embed="rId29"/>
                <a:stretch>
                  <a:fillRect l="-9848" r="-9848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TextBox 59">
            <a:extLst>
              <a:ext uri="{FF2B5EF4-FFF2-40B4-BE49-F238E27FC236}">
                <a16:creationId xmlns:a16="http://schemas.microsoft.com/office/drawing/2014/main" id="{DDF42E83-EC0F-C6B1-BE0E-C447A95CAFC6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</p:spTree>
    <p:extLst>
      <p:ext uri="{BB962C8B-B14F-4D97-AF65-F5344CB8AC3E}">
        <p14:creationId xmlns:p14="http://schemas.microsoft.com/office/powerpoint/2010/main" val="39167185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678E54-5930-F4A4-7D3F-887CA200A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DD2941C-DD39-E99D-78E8-1ED6E5C9E653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6E3D6B7-1583-B0FC-3182-999DAB0A528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AF62F3C-B287-E971-C846-36D8A5EF1CEB}"/>
                  </a:ext>
                </a:extLst>
              </p:cNvPr>
              <p:cNvSpPr txBox="1"/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Since our probability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lives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, we select two constraints at a time to make strict and solve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AF62F3C-B287-E971-C846-36D8A5EF1C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blipFill>
                <a:blip r:embed="rId3"/>
                <a:stretch>
                  <a:fillRect t="-5147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75835C2-E8C9-0B4F-5EFA-474CCBFA6A81}"/>
                  </a:ext>
                </a:extLst>
              </p:cNvPr>
              <p:cNvSpPr txBox="1"/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75835C2-E8C9-0B4F-5EFA-474CCBFA6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0DC93C32-0D78-8B50-7BF1-92298C652C2A}"/>
              </a:ext>
            </a:extLst>
          </p:cNvPr>
          <p:cNvGraphicFramePr>
            <a:graphicFrameLocks noGrp="1"/>
          </p:cNvGraphicFramePr>
          <p:nvPr/>
        </p:nvGraphicFramePr>
        <p:xfrm>
          <a:off x="4268304" y="2273362"/>
          <a:ext cx="7320722" cy="4435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361">
                  <a:extLst>
                    <a:ext uri="{9D8B030D-6E8A-4147-A177-3AD203B41FA5}">
                      <a16:colId xmlns:a16="http://schemas.microsoft.com/office/drawing/2014/main" val="3530767300"/>
                    </a:ext>
                  </a:extLst>
                </a:gridCol>
                <a:gridCol w="3660361">
                  <a:extLst>
                    <a:ext uri="{9D8B030D-6E8A-4147-A177-3AD203B41FA5}">
                      <a16:colId xmlns:a16="http://schemas.microsoft.com/office/drawing/2014/main" val="2323378631"/>
                    </a:ext>
                  </a:extLst>
                </a:gridCol>
              </a:tblGrid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83246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08917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42529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57749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86079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39580C0-53CF-510E-5444-EA0BD2CE969B}"/>
                  </a:ext>
                </a:extLst>
              </p:cNvPr>
              <p:cNvSpPr txBox="1"/>
              <p:nvPr/>
            </p:nvSpPr>
            <p:spPr>
              <a:xfrm>
                <a:off x="5251954" y="2344711"/>
                <a:ext cx="1525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=−9/22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039580C0-53CF-510E-5444-EA0BD2CE96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4" y="2344711"/>
                <a:ext cx="1525161" cy="369332"/>
              </a:xfrm>
              <a:prstGeom prst="rect">
                <a:avLst/>
              </a:prstGeom>
              <a:blipFill>
                <a:blip r:embed="rId5"/>
                <a:stretch>
                  <a:fillRect l="-2800" t="-1667" r="-480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90F6F52-F1CF-C4C4-7B22-A10635375D1A}"/>
                  </a:ext>
                </a:extLst>
              </p:cNvPr>
              <p:cNvSpPr txBox="1"/>
              <p:nvPr/>
            </p:nvSpPr>
            <p:spPr>
              <a:xfrm>
                <a:off x="5338606" y="321306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=−2/9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90F6F52-F1CF-C4C4-7B22-A10635375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606" y="3213069"/>
                <a:ext cx="1355243" cy="369332"/>
              </a:xfrm>
              <a:prstGeom prst="rect">
                <a:avLst/>
              </a:prstGeom>
              <a:blipFill>
                <a:blip r:embed="rId6"/>
                <a:stretch>
                  <a:fillRect l="-3153" t="-1639" r="-5405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E0CF405-FDE1-2CE5-BE42-480E4015BDA7}"/>
                  </a:ext>
                </a:extLst>
              </p:cNvPr>
              <p:cNvSpPr txBox="1"/>
              <p:nvPr/>
            </p:nvSpPr>
            <p:spPr>
              <a:xfrm>
                <a:off x="5279948" y="4495586"/>
                <a:ext cx="11299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4E0CF405-FDE1-2CE5-BE42-480E4015BD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9948" y="4495586"/>
                <a:ext cx="1129989" cy="369332"/>
              </a:xfrm>
              <a:prstGeom prst="rect">
                <a:avLst/>
              </a:prstGeom>
              <a:blipFill>
                <a:blip r:embed="rId7"/>
                <a:stretch>
                  <a:fillRect l="-6486" t="-1639" r="-702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4029868-9635-CE5C-9BAF-82F3D14F88A3}"/>
                  </a:ext>
                </a:extLst>
              </p:cNvPr>
              <p:cNvSpPr txBox="1"/>
              <p:nvPr/>
            </p:nvSpPr>
            <p:spPr>
              <a:xfrm>
                <a:off x="5432020" y="498962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4029868-9635-CE5C-9BAF-82F3D14F88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020" y="4989629"/>
                <a:ext cx="1355243" cy="369332"/>
              </a:xfrm>
              <a:prstGeom prst="rect">
                <a:avLst/>
              </a:prstGeom>
              <a:blipFill>
                <a:blip r:embed="rId8"/>
                <a:stretch>
                  <a:fillRect l="-2703" t="-1667" r="-585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8E9428A-03F8-B1F1-F36E-0A90A1E76BC4}"/>
                  </a:ext>
                </a:extLst>
              </p:cNvPr>
              <p:cNvSpPr txBox="1"/>
              <p:nvPr/>
            </p:nvSpPr>
            <p:spPr>
              <a:xfrm>
                <a:off x="5315418" y="5897831"/>
                <a:ext cx="1525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C8E9428A-03F8-B1F1-F36E-0A90A1E76B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5418" y="5897831"/>
                <a:ext cx="1525161" cy="369332"/>
              </a:xfrm>
              <a:prstGeom prst="rect">
                <a:avLst/>
              </a:prstGeom>
              <a:blipFill>
                <a:blip r:embed="rId9"/>
                <a:stretch>
                  <a:fillRect l="-2800" t="-1639" r="-48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F26CCBD-2A2A-E35B-83CB-1D0D22433A81}"/>
                  </a:ext>
                </a:extLst>
              </p:cNvPr>
              <p:cNvSpPr txBox="1"/>
              <p:nvPr/>
            </p:nvSpPr>
            <p:spPr>
              <a:xfrm>
                <a:off x="9241084" y="2709748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F26CCBD-2A2A-E35B-83CB-1D0D22433A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084" y="2709748"/>
                <a:ext cx="1359218" cy="369332"/>
              </a:xfrm>
              <a:prstGeom prst="rect">
                <a:avLst/>
              </a:prstGeom>
              <a:blipFill>
                <a:blip r:embed="rId10"/>
                <a:stretch>
                  <a:fillRect l="-5381" t="-1667" r="-583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DF8A80A-FB73-92AF-1456-B0C483636A01}"/>
                  </a:ext>
                </a:extLst>
              </p:cNvPr>
              <p:cNvSpPr txBox="1"/>
              <p:nvPr/>
            </p:nvSpPr>
            <p:spPr>
              <a:xfrm>
                <a:off x="9144099" y="3215716"/>
                <a:ext cx="11260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DF8A80A-FB73-92AF-1456-B0C483636A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99" y="3215716"/>
                <a:ext cx="1126013" cy="369332"/>
              </a:xfrm>
              <a:prstGeom prst="rect">
                <a:avLst/>
              </a:prstGeom>
              <a:blipFill>
                <a:blip r:embed="rId11"/>
                <a:stretch>
                  <a:fillRect l="-3243" t="-1667" r="-7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A4BA89D-5E4E-0B89-0402-7198EB0C415C}"/>
                  </a:ext>
                </a:extLst>
              </p:cNvPr>
              <p:cNvSpPr txBox="1"/>
              <p:nvPr/>
            </p:nvSpPr>
            <p:spPr>
              <a:xfrm>
                <a:off x="9305483" y="4511245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7A4BA89D-5E4E-0B89-0402-7198EB0C4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5483" y="4511245"/>
                <a:ext cx="1359218" cy="369332"/>
              </a:xfrm>
              <a:prstGeom prst="rect">
                <a:avLst/>
              </a:prstGeom>
              <a:blipFill>
                <a:blip r:embed="rId12"/>
                <a:stretch>
                  <a:fillRect l="-5381" t="-1639" r="-583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3A3B692-59C6-82B6-70AE-D1424E8125F0}"/>
                  </a:ext>
                </a:extLst>
              </p:cNvPr>
              <p:cNvSpPr txBox="1"/>
              <p:nvPr/>
            </p:nvSpPr>
            <p:spPr>
              <a:xfrm>
                <a:off x="9270737" y="498962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83A3B692-59C6-82B6-70AE-D1424E8125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0737" y="4989629"/>
                <a:ext cx="1355243" cy="369332"/>
              </a:xfrm>
              <a:prstGeom prst="rect">
                <a:avLst/>
              </a:prstGeom>
              <a:blipFill>
                <a:blip r:embed="rId13"/>
                <a:stretch>
                  <a:fillRect l="-3153" t="-1667" r="-54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94BF3C9-C8D2-12B8-0501-9725574139B0}"/>
                  </a:ext>
                </a:extLst>
              </p:cNvPr>
              <p:cNvSpPr txBox="1"/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F94BF3C9-C8D2-12B8-0501-9725574139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blipFill>
                <a:blip r:embed="rId19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35F54DA9-9C15-329A-B479-10AB2EE3F04B}"/>
                  </a:ext>
                </a:extLst>
              </p:cNvPr>
              <p:cNvSpPr txBox="1"/>
              <p:nvPr/>
            </p:nvSpPr>
            <p:spPr>
              <a:xfrm>
                <a:off x="5258126" y="2744966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=−4/11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35F54DA9-9C15-329A-B479-10AB2EE3F0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8126" y="2744966"/>
                <a:ext cx="1529137" cy="369332"/>
              </a:xfrm>
              <a:prstGeom prst="rect">
                <a:avLst/>
              </a:prstGeom>
              <a:blipFill>
                <a:blip r:embed="rId20"/>
                <a:stretch>
                  <a:fillRect l="-4800" t="-1639" r="-52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58F412D-43D2-CFA4-074B-264A02C12213}"/>
                  </a:ext>
                </a:extLst>
              </p:cNvPr>
              <p:cNvSpPr txBox="1"/>
              <p:nvPr/>
            </p:nvSpPr>
            <p:spPr>
              <a:xfrm>
                <a:off x="5251952" y="3622518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=−1/12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58F412D-43D2-CFA4-074B-264A02C12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3622518"/>
                <a:ext cx="1529137" cy="369332"/>
              </a:xfrm>
              <a:prstGeom prst="rect">
                <a:avLst/>
              </a:prstGeom>
              <a:blipFill>
                <a:blip r:embed="rId21"/>
                <a:stretch>
                  <a:fillRect l="-4800" t="-1639" r="-52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924E57D-D433-64B4-C5DC-74A583D08680}"/>
                  </a:ext>
                </a:extLst>
              </p:cNvPr>
              <p:cNvSpPr txBox="1"/>
              <p:nvPr/>
            </p:nvSpPr>
            <p:spPr>
              <a:xfrm>
                <a:off x="5330627" y="6286726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=−5/23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1924E57D-D433-64B4-C5DC-74A583D086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0627" y="6286726"/>
                <a:ext cx="1529137" cy="369332"/>
              </a:xfrm>
              <a:prstGeom prst="rect">
                <a:avLst/>
              </a:prstGeom>
              <a:blipFill>
                <a:blip r:embed="rId22"/>
                <a:stretch>
                  <a:fillRect l="-4781" t="-1639" r="-5179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AFC6E2E-CD16-BB6A-DAAD-9A257D4D598A}"/>
                  </a:ext>
                </a:extLst>
              </p:cNvPr>
              <p:cNvSpPr txBox="1"/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5AFC6E2E-CD16-BB6A-DAAD-9A257D4D5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blipFill>
                <a:blip r:embed="rId23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804E80C1-F892-2227-CF03-05A1F57EB71C}"/>
                  </a:ext>
                </a:extLst>
              </p:cNvPr>
              <p:cNvSpPr txBox="1"/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804E80C1-F892-2227-CF03-05A1F57EB7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blipFill>
                <a:blip r:embed="rId24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4B2613B-E23B-3364-8D5E-AFFF6D6D83C1}"/>
                  </a:ext>
                </a:extLst>
              </p:cNvPr>
              <p:cNvSpPr txBox="1"/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E4B2613B-E23B-3364-8D5E-AFFF6D6D83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blipFill>
                <a:blip r:embed="rId25"/>
                <a:stretch>
                  <a:fillRect l="-5303" r="-9091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A1E181D-478E-2C7A-5F26-9799CF48CCF3}"/>
                  </a:ext>
                </a:extLst>
              </p:cNvPr>
              <p:cNvSpPr txBox="1"/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AA1E181D-478E-2C7A-5F26-9799CF48CC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blipFill>
                <a:blip r:embed="rId26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1CD9658-3919-E6AB-C112-94E0DAE15C86}"/>
                  </a:ext>
                </a:extLst>
              </p:cNvPr>
              <p:cNvSpPr txBox="1"/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1CD9658-3919-E6AB-C112-94E0DAE15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blipFill>
                <a:blip r:embed="rId27"/>
                <a:stretch>
                  <a:fillRect l="-5303" r="-9091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5EE4E3B4-22DB-8EA6-8FF0-82174C3980A5}"/>
                  </a:ext>
                </a:extLst>
              </p:cNvPr>
              <p:cNvSpPr txBox="1"/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5EE4E3B4-22DB-8EA6-8FF0-82174C398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blipFill>
                <a:blip r:embed="rId28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EF92DA9D-AC04-A83C-98F3-006672682282}"/>
                  </a:ext>
                </a:extLst>
              </p:cNvPr>
              <p:cNvSpPr txBox="1"/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EF92DA9D-AC04-A83C-98F3-0066726822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blipFill>
                <a:blip r:embed="rId29"/>
                <a:stretch>
                  <a:fillRect l="-9848" r="-9848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69027174-FC87-8C52-BF54-8E75692CE7DC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995A046-93C3-A8E0-8DCF-CAD43F201823}"/>
                  </a:ext>
                </a:extLst>
              </p:cNvPr>
              <p:cNvSpPr txBox="1"/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995A046-93C3-A8E0-8DCF-CAD43F2018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blipFill>
                <a:blip r:embed="rId30"/>
                <a:stretch>
                  <a:fillRect l="-307" r="-3681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89CC067-6219-AA5B-C533-875CA4BA3F67}"/>
                  </a:ext>
                </a:extLst>
              </p:cNvPr>
              <p:cNvSpPr txBox="1"/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89CC067-6219-AA5B-C533-875CA4BA3F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blipFill>
                <a:blip r:embed="rId31"/>
                <a:stretch>
                  <a:fillRect l="-3957" t="-3279" r="-395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71B34E7-8FE6-FFC5-97E9-79F8BB0B85A4}"/>
                  </a:ext>
                </a:extLst>
              </p:cNvPr>
              <p:cNvSpPr txBox="1"/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71B34E7-8FE6-FFC5-97E9-79F8BB0B85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blipFill>
                <a:blip r:embed="rId32"/>
                <a:stretch>
                  <a:fillRect l="-307" r="-368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E5C9BCA-43BE-6025-823A-53998475B69C}"/>
                  </a:ext>
                </a:extLst>
              </p:cNvPr>
              <p:cNvSpPr txBox="1"/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E5C9BCA-43BE-6025-823A-53998475B6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blipFill>
                <a:blip r:embed="rId33"/>
                <a:stretch>
                  <a:fillRect l="-4167" r="-8333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5A96AD0-6858-A871-F00B-97E9A78BBFC5}"/>
                  </a:ext>
                </a:extLst>
              </p:cNvPr>
              <p:cNvSpPr txBox="1"/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5A96AD0-6858-A871-F00B-97E9A78BBF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blipFill>
                <a:blip r:embed="rId34"/>
                <a:stretch>
                  <a:fillRect l="-9028" r="-833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999701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91C53-F242-7B5D-E9E8-8241216A8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04981FE-DD79-B8B2-FD0B-69AD542D9A3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8552C8E-D9DC-20B7-1168-B570846A7284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1FAF876-D93F-415F-D03E-C9B697B055E1}"/>
                  </a:ext>
                </a:extLst>
              </p:cNvPr>
              <p:cNvSpPr txBox="1"/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Since our probability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lives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, we select two constraints at a time to make strict and solve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1FAF876-D93F-415F-D03E-C9B697B055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blipFill>
                <a:blip r:embed="rId3"/>
                <a:stretch>
                  <a:fillRect t="-5147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D0D0546-8DAD-24AD-2544-943427EC482B}"/>
                  </a:ext>
                </a:extLst>
              </p:cNvPr>
              <p:cNvSpPr txBox="1"/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D0D0546-8DAD-24AD-2544-943427EC48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00C08EFE-F3BC-D1A8-5198-0E547DAA7E39}"/>
              </a:ext>
            </a:extLst>
          </p:cNvPr>
          <p:cNvGraphicFramePr>
            <a:graphicFrameLocks noGrp="1"/>
          </p:cNvGraphicFramePr>
          <p:nvPr/>
        </p:nvGraphicFramePr>
        <p:xfrm>
          <a:off x="4268304" y="2273362"/>
          <a:ext cx="7320722" cy="4435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361">
                  <a:extLst>
                    <a:ext uri="{9D8B030D-6E8A-4147-A177-3AD203B41FA5}">
                      <a16:colId xmlns:a16="http://schemas.microsoft.com/office/drawing/2014/main" val="3530767300"/>
                    </a:ext>
                  </a:extLst>
                </a:gridCol>
                <a:gridCol w="3660361">
                  <a:extLst>
                    <a:ext uri="{9D8B030D-6E8A-4147-A177-3AD203B41FA5}">
                      <a16:colId xmlns:a16="http://schemas.microsoft.com/office/drawing/2014/main" val="2323378631"/>
                    </a:ext>
                  </a:extLst>
                </a:gridCol>
              </a:tblGrid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83246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08917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42529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57749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86079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E2E5396-E85C-7515-004C-09AB311A0E6C}"/>
                  </a:ext>
                </a:extLst>
              </p:cNvPr>
              <p:cNvSpPr txBox="1"/>
              <p:nvPr/>
            </p:nvSpPr>
            <p:spPr>
              <a:xfrm>
                <a:off x="5251954" y="2344711"/>
                <a:ext cx="1525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=−9/22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E2E5396-E85C-7515-004C-09AB311A0E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4" y="2344711"/>
                <a:ext cx="1525161" cy="369332"/>
              </a:xfrm>
              <a:prstGeom prst="rect">
                <a:avLst/>
              </a:prstGeom>
              <a:blipFill>
                <a:blip r:embed="rId5"/>
                <a:stretch>
                  <a:fillRect l="-2800" t="-1667" r="-480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D4149BF-31F4-685F-2E75-DDB281B21A6B}"/>
                  </a:ext>
                </a:extLst>
              </p:cNvPr>
              <p:cNvSpPr txBox="1"/>
              <p:nvPr/>
            </p:nvSpPr>
            <p:spPr>
              <a:xfrm>
                <a:off x="5338606" y="321306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=−2/9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ED4149BF-31F4-685F-2E75-DDB281B21A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606" y="3213069"/>
                <a:ext cx="1355243" cy="369332"/>
              </a:xfrm>
              <a:prstGeom prst="rect">
                <a:avLst/>
              </a:prstGeom>
              <a:blipFill>
                <a:blip r:embed="rId6"/>
                <a:stretch>
                  <a:fillRect l="-3153" t="-1639" r="-5405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F3054EF-CB43-78B8-9A9A-01F510D4A701}"/>
                  </a:ext>
                </a:extLst>
              </p:cNvPr>
              <p:cNvSpPr txBox="1"/>
              <p:nvPr/>
            </p:nvSpPr>
            <p:spPr>
              <a:xfrm>
                <a:off x="5279948" y="4495586"/>
                <a:ext cx="11299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F3054EF-CB43-78B8-9A9A-01F510D4A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9948" y="4495586"/>
                <a:ext cx="1129989" cy="369332"/>
              </a:xfrm>
              <a:prstGeom prst="rect">
                <a:avLst/>
              </a:prstGeom>
              <a:blipFill>
                <a:blip r:embed="rId7"/>
                <a:stretch>
                  <a:fillRect l="-6486" t="-1639" r="-702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908AFBF-ED6C-FB29-6951-B1CD3A3E9BEB}"/>
                  </a:ext>
                </a:extLst>
              </p:cNvPr>
              <p:cNvSpPr txBox="1"/>
              <p:nvPr/>
            </p:nvSpPr>
            <p:spPr>
              <a:xfrm>
                <a:off x="5432020" y="498962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908AFBF-ED6C-FB29-6951-B1CD3A3E9B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020" y="4989629"/>
                <a:ext cx="1355243" cy="369332"/>
              </a:xfrm>
              <a:prstGeom prst="rect">
                <a:avLst/>
              </a:prstGeom>
              <a:blipFill>
                <a:blip r:embed="rId8"/>
                <a:stretch>
                  <a:fillRect l="-2703" t="-1667" r="-585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67DDBE08-5621-9B8D-0820-997F1278DB2C}"/>
                  </a:ext>
                </a:extLst>
              </p:cNvPr>
              <p:cNvSpPr txBox="1"/>
              <p:nvPr/>
            </p:nvSpPr>
            <p:spPr>
              <a:xfrm>
                <a:off x="5315418" y="5897831"/>
                <a:ext cx="1525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67DDBE08-5621-9B8D-0820-997F1278DB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5418" y="5897831"/>
                <a:ext cx="1525161" cy="369332"/>
              </a:xfrm>
              <a:prstGeom prst="rect">
                <a:avLst/>
              </a:prstGeom>
              <a:blipFill>
                <a:blip r:embed="rId9"/>
                <a:stretch>
                  <a:fillRect l="-2800" t="-1639" r="-48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07B49FB-EF09-168B-3145-EAFB10C0146F}"/>
                  </a:ext>
                </a:extLst>
              </p:cNvPr>
              <p:cNvSpPr txBox="1"/>
              <p:nvPr/>
            </p:nvSpPr>
            <p:spPr>
              <a:xfrm>
                <a:off x="9241084" y="2709748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07B49FB-EF09-168B-3145-EAFB10C014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084" y="2709748"/>
                <a:ext cx="1359218" cy="369332"/>
              </a:xfrm>
              <a:prstGeom prst="rect">
                <a:avLst/>
              </a:prstGeom>
              <a:blipFill>
                <a:blip r:embed="rId10"/>
                <a:stretch>
                  <a:fillRect l="-5381" t="-1667" r="-583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154196C-1DB7-6620-D778-595221104F0E}"/>
                  </a:ext>
                </a:extLst>
              </p:cNvPr>
              <p:cNvSpPr txBox="1"/>
              <p:nvPr/>
            </p:nvSpPr>
            <p:spPr>
              <a:xfrm>
                <a:off x="9144099" y="3215716"/>
                <a:ext cx="11260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154196C-1DB7-6620-D778-595221104F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99" y="3215716"/>
                <a:ext cx="1126013" cy="369332"/>
              </a:xfrm>
              <a:prstGeom prst="rect">
                <a:avLst/>
              </a:prstGeom>
              <a:blipFill>
                <a:blip r:embed="rId11"/>
                <a:stretch>
                  <a:fillRect l="-3243" t="-1667" r="-7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878158A-D0F2-00F0-76B8-83268D576F5A}"/>
                  </a:ext>
                </a:extLst>
              </p:cNvPr>
              <p:cNvSpPr txBox="1"/>
              <p:nvPr/>
            </p:nvSpPr>
            <p:spPr>
              <a:xfrm>
                <a:off x="9305483" y="4511245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B878158A-D0F2-00F0-76B8-83268D576F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5483" y="4511245"/>
                <a:ext cx="1359218" cy="369332"/>
              </a:xfrm>
              <a:prstGeom prst="rect">
                <a:avLst/>
              </a:prstGeom>
              <a:blipFill>
                <a:blip r:embed="rId12"/>
                <a:stretch>
                  <a:fillRect l="-5381" t="-1639" r="-583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C181752-A653-ECF4-8C39-289F7B9897D1}"/>
                  </a:ext>
                </a:extLst>
              </p:cNvPr>
              <p:cNvSpPr txBox="1"/>
              <p:nvPr/>
            </p:nvSpPr>
            <p:spPr>
              <a:xfrm>
                <a:off x="9270737" y="498962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C181752-A653-ECF4-8C39-289F7B9897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0737" y="4989629"/>
                <a:ext cx="1355243" cy="369332"/>
              </a:xfrm>
              <a:prstGeom prst="rect">
                <a:avLst/>
              </a:prstGeom>
              <a:blipFill>
                <a:blip r:embed="rId13"/>
                <a:stretch>
                  <a:fillRect l="-3153" t="-1667" r="-54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A515A34B-196B-A10D-5C80-940F2A5F9802}"/>
                  </a:ext>
                </a:extLst>
              </p:cNvPr>
              <p:cNvSpPr txBox="1"/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A515A34B-196B-A10D-5C80-940F2A5F98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blipFill>
                <a:blip r:embed="rId14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B26E3A0-72D9-4CF4-B3D5-3DB58F3F9783}"/>
                  </a:ext>
                </a:extLst>
              </p:cNvPr>
              <p:cNvSpPr txBox="1"/>
              <p:nvPr/>
            </p:nvSpPr>
            <p:spPr>
              <a:xfrm>
                <a:off x="5258126" y="2744966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=−4/11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B26E3A0-72D9-4CF4-B3D5-3DB58F3F97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8126" y="2744966"/>
                <a:ext cx="1529137" cy="369332"/>
              </a:xfrm>
              <a:prstGeom prst="rect">
                <a:avLst/>
              </a:prstGeom>
              <a:blipFill>
                <a:blip r:embed="rId15"/>
                <a:stretch>
                  <a:fillRect l="-4800" t="-1639" r="-52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798F9CE-9314-4586-CBC1-F759F06D0CCA}"/>
                  </a:ext>
                </a:extLst>
              </p:cNvPr>
              <p:cNvSpPr txBox="1"/>
              <p:nvPr/>
            </p:nvSpPr>
            <p:spPr>
              <a:xfrm>
                <a:off x="5251952" y="3622518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=−1/12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6798F9CE-9314-4586-CBC1-F759F06D0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3622518"/>
                <a:ext cx="1529137" cy="369332"/>
              </a:xfrm>
              <a:prstGeom prst="rect">
                <a:avLst/>
              </a:prstGeom>
              <a:blipFill>
                <a:blip r:embed="rId16"/>
                <a:stretch>
                  <a:fillRect l="-4800" t="-1639" r="-52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BB7E4B3-2233-888C-CA8D-9B1524BF1601}"/>
                  </a:ext>
                </a:extLst>
              </p:cNvPr>
              <p:cNvSpPr txBox="1"/>
              <p:nvPr/>
            </p:nvSpPr>
            <p:spPr>
              <a:xfrm>
                <a:off x="5330627" y="6286726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=−5/23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BB7E4B3-2233-888C-CA8D-9B1524BF16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0627" y="6286726"/>
                <a:ext cx="1529137" cy="369332"/>
              </a:xfrm>
              <a:prstGeom prst="rect">
                <a:avLst/>
              </a:prstGeom>
              <a:blipFill>
                <a:blip r:embed="rId17"/>
                <a:stretch>
                  <a:fillRect l="-4781" t="-1639" r="-5179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EA6BD94-85BB-7EAF-BBE2-513A57F7E328}"/>
                  </a:ext>
                </a:extLst>
              </p:cNvPr>
              <p:cNvSpPr txBox="1"/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EA6BD94-85BB-7EAF-BBE2-513A57F7E3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blipFill>
                <a:blip r:embed="rId18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391B0525-4E08-F6AB-EA7F-4CDAF4578476}"/>
                  </a:ext>
                </a:extLst>
              </p:cNvPr>
              <p:cNvSpPr txBox="1"/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391B0525-4E08-F6AB-EA7F-4CDAF45784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blipFill>
                <a:blip r:embed="rId19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9CA64BF-A994-9080-1596-F04DBFB66DE6}"/>
                  </a:ext>
                </a:extLst>
              </p:cNvPr>
              <p:cNvSpPr txBox="1"/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F9CA64BF-A994-9080-1596-F04DBFB66D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blipFill>
                <a:blip r:embed="rId20"/>
                <a:stretch>
                  <a:fillRect l="-5303" r="-9091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6E10A1E-0456-C5B1-3CF2-F9969D4F820A}"/>
                  </a:ext>
                </a:extLst>
              </p:cNvPr>
              <p:cNvSpPr txBox="1"/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F6E10A1E-0456-C5B1-3CF2-F9969D4F82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blipFill>
                <a:blip r:embed="rId21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009C78D-5785-8875-6952-BFB1D771456E}"/>
                  </a:ext>
                </a:extLst>
              </p:cNvPr>
              <p:cNvSpPr txBox="1"/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7009C78D-5785-8875-6952-BFB1D77145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blipFill>
                <a:blip r:embed="rId22"/>
                <a:stretch>
                  <a:fillRect l="-5303" r="-9091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9FF9E3AB-CA37-1461-1FF1-A0E50A9D2FF9}"/>
                  </a:ext>
                </a:extLst>
              </p:cNvPr>
              <p:cNvSpPr txBox="1"/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9FF9E3AB-CA37-1461-1FF1-A0E50A9D2F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blipFill>
                <a:blip r:embed="rId23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526496E1-1322-4C7D-A79F-65B9876F9E44}"/>
                  </a:ext>
                </a:extLst>
              </p:cNvPr>
              <p:cNvSpPr txBox="1"/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526496E1-1322-4C7D-A79F-65B9876F9E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blipFill>
                <a:blip r:embed="rId24"/>
                <a:stretch>
                  <a:fillRect l="-9848" r="-9848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A4BC4AB-918F-08F7-3477-DC1961B2BAE4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C34A18-B501-E88F-6590-D0641625A746}"/>
                  </a:ext>
                </a:extLst>
              </p:cNvPr>
              <p:cNvSpPr txBox="1"/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CC34A18-B501-E88F-6590-D0641625A7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blipFill>
                <a:blip r:embed="rId25"/>
                <a:stretch>
                  <a:fillRect l="-307" r="-3681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7C562C7-8A87-A6FA-CB36-905CD349E1A3}"/>
                  </a:ext>
                </a:extLst>
              </p:cNvPr>
              <p:cNvSpPr txBox="1"/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7C562C7-8A87-A6FA-CB36-905CD349E1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blipFill>
                <a:blip r:embed="rId26"/>
                <a:stretch>
                  <a:fillRect l="-3957" t="-3279" r="-395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8E1CBF-E3FE-0A01-06C5-70EA324058A9}"/>
                  </a:ext>
                </a:extLst>
              </p:cNvPr>
              <p:cNvSpPr txBox="1"/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A8E1CBF-E3FE-0A01-06C5-70EA324058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blipFill>
                <a:blip r:embed="rId27"/>
                <a:stretch>
                  <a:fillRect l="-307" r="-368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490A2CF-BA33-771E-097B-6B1EDA552812}"/>
                  </a:ext>
                </a:extLst>
              </p:cNvPr>
              <p:cNvSpPr txBox="1"/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490A2CF-BA33-771E-097B-6B1EDA5528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blipFill>
                <a:blip r:embed="rId28"/>
                <a:stretch>
                  <a:fillRect l="-4167" r="-8333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01D8243-BE56-2C20-0DCE-79897ED26703}"/>
                  </a:ext>
                </a:extLst>
              </p:cNvPr>
              <p:cNvSpPr txBox="1"/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01D8243-BE56-2C20-0DCE-79897ED267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blipFill>
                <a:blip r:embed="rId29"/>
                <a:stretch>
                  <a:fillRect l="-9028" r="-833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BA396868-237A-E5A3-0488-176E95F36ED7}"/>
              </a:ext>
            </a:extLst>
          </p:cNvPr>
          <p:cNvSpPr/>
          <p:nvPr/>
        </p:nvSpPr>
        <p:spPr>
          <a:xfrm>
            <a:off x="4258062" y="4063758"/>
            <a:ext cx="3636532" cy="868110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E6B620F-3B2E-8AED-FEF7-7B6C4AE59D3E}"/>
              </a:ext>
            </a:extLst>
          </p:cNvPr>
          <p:cNvSpPr/>
          <p:nvPr/>
        </p:nvSpPr>
        <p:spPr>
          <a:xfrm>
            <a:off x="7928665" y="5833108"/>
            <a:ext cx="3636532" cy="868110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1463B89-A6FB-286B-3064-25F3145B39F4}"/>
              </a:ext>
            </a:extLst>
          </p:cNvPr>
          <p:cNvSpPr/>
          <p:nvPr/>
        </p:nvSpPr>
        <p:spPr>
          <a:xfrm>
            <a:off x="7952494" y="3184008"/>
            <a:ext cx="3636532" cy="868110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9AB104-90FA-EB4E-FC8C-5431FE9DD96E}"/>
              </a:ext>
            </a:extLst>
          </p:cNvPr>
          <p:cNvSpPr txBox="1"/>
          <p:nvPr/>
        </p:nvSpPr>
        <p:spPr>
          <a:xfrm>
            <a:off x="727645" y="5248513"/>
            <a:ext cx="6487206" cy="1200329"/>
          </a:xfrm>
          <a:prstGeom prst="rect">
            <a:avLst/>
          </a:prstGeom>
          <a:solidFill>
            <a:srgbClr val="00B05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600" b="0" dirty="0"/>
              <a:t>These are the only points satisfying all constraints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381562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E1C4DA-F6CF-29FE-EA13-A463275E2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70C1E692-9E11-1625-F3C0-A315C1C7FA70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90474A5-1491-D69D-E447-BA2909ED8FD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9F9D298-E95D-9CB9-755D-8083C30F02DB}"/>
                  </a:ext>
                </a:extLst>
              </p:cNvPr>
              <p:cNvSpPr txBox="1"/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Since our probability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lives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, we select two constraints at a time to make strict and solve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9F9D298-E95D-9CB9-755D-8083C30F02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blipFill>
                <a:blip r:embed="rId3"/>
                <a:stretch>
                  <a:fillRect t="-5147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840112E-2877-02ED-CC9D-BB68D936D5F0}"/>
                  </a:ext>
                </a:extLst>
              </p:cNvPr>
              <p:cNvSpPr txBox="1"/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D840112E-2877-02ED-CC9D-BB68D936D5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0201F1A0-EA0C-7DD6-A56B-AB227196E714}"/>
              </a:ext>
            </a:extLst>
          </p:cNvPr>
          <p:cNvGraphicFramePr>
            <a:graphicFrameLocks noGrp="1"/>
          </p:cNvGraphicFramePr>
          <p:nvPr/>
        </p:nvGraphicFramePr>
        <p:xfrm>
          <a:off x="4268304" y="2273362"/>
          <a:ext cx="7320722" cy="4435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361">
                  <a:extLst>
                    <a:ext uri="{9D8B030D-6E8A-4147-A177-3AD203B41FA5}">
                      <a16:colId xmlns:a16="http://schemas.microsoft.com/office/drawing/2014/main" val="3530767300"/>
                    </a:ext>
                  </a:extLst>
                </a:gridCol>
                <a:gridCol w="3660361">
                  <a:extLst>
                    <a:ext uri="{9D8B030D-6E8A-4147-A177-3AD203B41FA5}">
                      <a16:colId xmlns:a16="http://schemas.microsoft.com/office/drawing/2014/main" val="2323378631"/>
                    </a:ext>
                  </a:extLst>
                </a:gridCol>
              </a:tblGrid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83246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08917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42529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57749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860796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9AC1EE1-6106-553E-A8A3-D0C4EADE39E0}"/>
                  </a:ext>
                </a:extLst>
              </p:cNvPr>
              <p:cNvSpPr txBox="1"/>
              <p:nvPr/>
            </p:nvSpPr>
            <p:spPr>
              <a:xfrm>
                <a:off x="5251954" y="2344711"/>
                <a:ext cx="1525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=−9/22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9AC1EE1-6106-553E-A8A3-D0C4EADE39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4" y="2344711"/>
                <a:ext cx="1525161" cy="369332"/>
              </a:xfrm>
              <a:prstGeom prst="rect">
                <a:avLst/>
              </a:prstGeom>
              <a:blipFill>
                <a:blip r:embed="rId5"/>
                <a:stretch>
                  <a:fillRect l="-2800" t="-1667" r="-480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E9940A7-88B5-2432-4233-95B1E5EAB2DA}"/>
                  </a:ext>
                </a:extLst>
              </p:cNvPr>
              <p:cNvSpPr txBox="1"/>
              <p:nvPr/>
            </p:nvSpPr>
            <p:spPr>
              <a:xfrm>
                <a:off x="5338606" y="321306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=−2/9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AE9940A7-88B5-2432-4233-95B1E5EAB2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606" y="3213069"/>
                <a:ext cx="1355243" cy="369332"/>
              </a:xfrm>
              <a:prstGeom prst="rect">
                <a:avLst/>
              </a:prstGeom>
              <a:blipFill>
                <a:blip r:embed="rId6"/>
                <a:stretch>
                  <a:fillRect l="-3153" t="-1639" r="-5405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FDB7E37-6172-963A-4B1B-FF9FD7911640}"/>
                  </a:ext>
                </a:extLst>
              </p:cNvPr>
              <p:cNvSpPr txBox="1"/>
              <p:nvPr/>
            </p:nvSpPr>
            <p:spPr>
              <a:xfrm>
                <a:off x="5279948" y="4495586"/>
                <a:ext cx="11299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BFDB7E37-6172-963A-4B1B-FF9FD79116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9948" y="4495586"/>
                <a:ext cx="1129989" cy="369332"/>
              </a:xfrm>
              <a:prstGeom prst="rect">
                <a:avLst/>
              </a:prstGeom>
              <a:blipFill>
                <a:blip r:embed="rId7"/>
                <a:stretch>
                  <a:fillRect l="-6486" t="-1639" r="-702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7686C29-51F7-D439-CE1F-4941758B6EAC}"/>
                  </a:ext>
                </a:extLst>
              </p:cNvPr>
              <p:cNvSpPr txBox="1"/>
              <p:nvPr/>
            </p:nvSpPr>
            <p:spPr>
              <a:xfrm>
                <a:off x="5432020" y="498962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C7686C29-51F7-D439-CE1F-4941758B6E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020" y="4989629"/>
                <a:ext cx="1355243" cy="369332"/>
              </a:xfrm>
              <a:prstGeom prst="rect">
                <a:avLst/>
              </a:prstGeom>
              <a:blipFill>
                <a:blip r:embed="rId8"/>
                <a:stretch>
                  <a:fillRect l="-2703" t="-1667" r="-585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94EE626-CBD6-5CAF-3299-D4E0A86846A8}"/>
                  </a:ext>
                </a:extLst>
              </p:cNvPr>
              <p:cNvSpPr txBox="1"/>
              <p:nvPr/>
            </p:nvSpPr>
            <p:spPr>
              <a:xfrm>
                <a:off x="5315418" y="5897831"/>
                <a:ext cx="1525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94EE626-CBD6-5CAF-3299-D4E0A86846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5418" y="5897831"/>
                <a:ext cx="1525161" cy="369332"/>
              </a:xfrm>
              <a:prstGeom prst="rect">
                <a:avLst/>
              </a:prstGeom>
              <a:blipFill>
                <a:blip r:embed="rId9"/>
                <a:stretch>
                  <a:fillRect l="-2800" t="-1639" r="-48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7C5F3D3-BBC1-70A5-834E-E26A399367BB}"/>
                  </a:ext>
                </a:extLst>
              </p:cNvPr>
              <p:cNvSpPr txBox="1"/>
              <p:nvPr/>
            </p:nvSpPr>
            <p:spPr>
              <a:xfrm>
                <a:off x="9241084" y="2709748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7C5F3D3-BBC1-70A5-834E-E26A399367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084" y="2709748"/>
                <a:ext cx="1359218" cy="369332"/>
              </a:xfrm>
              <a:prstGeom prst="rect">
                <a:avLst/>
              </a:prstGeom>
              <a:blipFill>
                <a:blip r:embed="rId10"/>
                <a:stretch>
                  <a:fillRect l="-5381" t="-1667" r="-583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7A59051-2216-4B5D-E0F6-FAA8C001E50E}"/>
                  </a:ext>
                </a:extLst>
              </p:cNvPr>
              <p:cNvSpPr txBox="1"/>
              <p:nvPr/>
            </p:nvSpPr>
            <p:spPr>
              <a:xfrm>
                <a:off x="9144099" y="3215716"/>
                <a:ext cx="11260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07A59051-2216-4B5D-E0F6-FAA8C001E5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99" y="3215716"/>
                <a:ext cx="1126013" cy="369332"/>
              </a:xfrm>
              <a:prstGeom prst="rect">
                <a:avLst/>
              </a:prstGeom>
              <a:blipFill>
                <a:blip r:embed="rId11"/>
                <a:stretch>
                  <a:fillRect l="-3243" t="-1667" r="-7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1083450F-8A56-A10A-7C5B-651AE5F372CA}"/>
                  </a:ext>
                </a:extLst>
              </p:cNvPr>
              <p:cNvSpPr txBox="1"/>
              <p:nvPr/>
            </p:nvSpPr>
            <p:spPr>
              <a:xfrm>
                <a:off x="9305483" y="4511245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1083450F-8A56-A10A-7C5B-651AE5F372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5483" y="4511245"/>
                <a:ext cx="1359218" cy="369332"/>
              </a:xfrm>
              <a:prstGeom prst="rect">
                <a:avLst/>
              </a:prstGeom>
              <a:blipFill>
                <a:blip r:embed="rId12"/>
                <a:stretch>
                  <a:fillRect l="-5381" t="-1639" r="-583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D7B6FBB-3F76-978E-E361-D0D2CC882712}"/>
                  </a:ext>
                </a:extLst>
              </p:cNvPr>
              <p:cNvSpPr txBox="1"/>
              <p:nvPr/>
            </p:nvSpPr>
            <p:spPr>
              <a:xfrm>
                <a:off x="9270737" y="498962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0D7B6FBB-3F76-978E-E361-D0D2CC8827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0737" y="4989629"/>
                <a:ext cx="1355243" cy="369332"/>
              </a:xfrm>
              <a:prstGeom prst="rect">
                <a:avLst/>
              </a:prstGeom>
              <a:blipFill>
                <a:blip r:embed="rId13"/>
                <a:stretch>
                  <a:fillRect l="-3153" t="-1667" r="-54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1F8DD7C-2A5D-39CC-5CB5-164F593C5832}"/>
                  </a:ext>
                </a:extLst>
              </p:cNvPr>
              <p:cNvSpPr txBox="1"/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71F8DD7C-2A5D-39CC-5CB5-164F593C583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blipFill>
                <a:blip r:embed="rId14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A14195B-9DAB-AAF9-FCAF-CCF686ADC8D8}"/>
                  </a:ext>
                </a:extLst>
              </p:cNvPr>
              <p:cNvSpPr txBox="1"/>
              <p:nvPr/>
            </p:nvSpPr>
            <p:spPr>
              <a:xfrm>
                <a:off x="5258126" y="2744966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=−4/11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4A14195B-9DAB-AAF9-FCAF-CCF686ADC8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8126" y="2744966"/>
                <a:ext cx="1529137" cy="369332"/>
              </a:xfrm>
              <a:prstGeom prst="rect">
                <a:avLst/>
              </a:prstGeom>
              <a:blipFill>
                <a:blip r:embed="rId15"/>
                <a:stretch>
                  <a:fillRect l="-4800" t="-1639" r="-52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3D8E6FD-0B8A-D201-E203-058CAE8C28C2}"/>
                  </a:ext>
                </a:extLst>
              </p:cNvPr>
              <p:cNvSpPr txBox="1"/>
              <p:nvPr/>
            </p:nvSpPr>
            <p:spPr>
              <a:xfrm>
                <a:off x="5251952" y="3622518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=−1/12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3D8E6FD-0B8A-D201-E203-058CAE8C28C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3622518"/>
                <a:ext cx="1529137" cy="369332"/>
              </a:xfrm>
              <a:prstGeom prst="rect">
                <a:avLst/>
              </a:prstGeom>
              <a:blipFill>
                <a:blip r:embed="rId16"/>
                <a:stretch>
                  <a:fillRect l="-4800" t="-1639" r="-52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5DC898A-8ADF-59C5-6F62-5D69B22BBE06}"/>
                  </a:ext>
                </a:extLst>
              </p:cNvPr>
              <p:cNvSpPr txBox="1"/>
              <p:nvPr/>
            </p:nvSpPr>
            <p:spPr>
              <a:xfrm>
                <a:off x="5330627" y="6286726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=−5/23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B5DC898A-8ADF-59C5-6F62-5D69B22BBE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0627" y="6286726"/>
                <a:ext cx="1529137" cy="369332"/>
              </a:xfrm>
              <a:prstGeom prst="rect">
                <a:avLst/>
              </a:prstGeom>
              <a:blipFill>
                <a:blip r:embed="rId17"/>
                <a:stretch>
                  <a:fillRect l="-4781" t="-1639" r="-5179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33614D7-9762-6581-0280-53F5F789D5B5}"/>
                  </a:ext>
                </a:extLst>
              </p:cNvPr>
              <p:cNvSpPr txBox="1"/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E33614D7-9762-6581-0280-53F5F789D5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blipFill>
                <a:blip r:embed="rId18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85248BF1-7BF9-E169-92D1-2120994B8518}"/>
                  </a:ext>
                </a:extLst>
              </p:cNvPr>
              <p:cNvSpPr txBox="1"/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85248BF1-7BF9-E169-92D1-2120994B85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blipFill>
                <a:blip r:embed="rId19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A47F99B-CDE5-BE7E-D7FA-2706A5BE1105}"/>
                  </a:ext>
                </a:extLst>
              </p:cNvPr>
              <p:cNvSpPr txBox="1"/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CA47F99B-CDE5-BE7E-D7FA-2706A5BE11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blipFill>
                <a:blip r:embed="rId20"/>
                <a:stretch>
                  <a:fillRect l="-5303" r="-9091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B05D4C4C-2DCC-D588-A03D-96E4642CF3E1}"/>
                  </a:ext>
                </a:extLst>
              </p:cNvPr>
              <p:cNvSpPr txBox="1"/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B05D4C4C-2DCC-D588-A03D-96E4642CF3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blipFill>
                <a:blip r:embed="rId21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4548876-5FB0-3D9B-CB6B-4C03E8C76512}"/>
                  </a:ext>
                </a:extLst>
              </p:cNvPr>
              <p:cNvSpPr txBox="1"/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C4548876-5FB0-3D9B-CB6B-4C03E8C765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blipFill>
                <a:blip r:embed="rId22"/>
                <a:stretch>
                  <a:fillRect l="-5303" r="-9091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10C5D6F-5F4F-4BBB-8E6D-54DE44571D9F}"/>
                  </a:ext>
                </a:extLst>
              </p:cNvPr>
              <p:cNvSpPr txBox="1"/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A10C5D6F-5F4F-4BBB-8E6D-54DE44571D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blipFill>
                <a:blip r:embed="rId23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7C440EE3-66F0-D729-0672-188437ACE180}"/>
                  </a:ext>
                </a:extLst>
              </p:cNvPr>
              <p:cNvSpPr txBox="1"/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7C440EE3-66F0-D729-0672-188437ACE1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blipFill>
                <a:blip r:embed="rId24"/>
                <a:stretch>
                  <a:fillRect l="-9848" r="-9848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776E3578-06BD-DFE1-D4C1-2750A0F5A142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D16A1D0-281A-4B13-D8A2-5E4203FD74B2}"/>
                  </a:ext>
                </a:extLst>
              </p:cNvPr>
              <p:cNvSpPr txBox="1"/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D16A1D0-281A-4B13-D8A2-5E4203FD74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blipFill>
                <a:blip r:embed="rId25"/>
                <a:stretch>
                  <a:fillRect l="-307" r="-3681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71CFFB7-3C44-9480-3D3A-578A4E62D6A0}"/>
                  </a:ext>
                </a:extLst>
              </p:cNvPr>
              <p:cNvSpPr txBox="1"/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71CFFB7-3C44-9480-3D3A-578A4E62D6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blipFill>
                <a:blip r:embed="rId26"/>
                <a:stretch>
                  <a:fillRect l="-3957" t="-3279" r="-395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0B7F2AA-F3D4-4D39-10C3-4949B6E157C5}"/>
                  </a:ext>
                </a:extLst>
              </p:cNvPr>
              <p:cNvSpPr txBox="1"/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0B7F2AA-F3D4-4D39-10C3-4949B6E157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blipFill>
                <a:blip r:embed="rId27"/>
                <a:stretch>
                  <a:fillRect l="-307" r="-368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ED6B9FF-8DF3-9A95-04F6-7120F94817A8}"/>
                  </a:ext>
                </a:extLst>
              </p:cNvPr>
              <p:cNvSpPr txBox="1"/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ED6B9FF-8DF3-9A95-04F6-7120F94817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blipFill>
                <a:blip r:embed="rId28"/>
                <a:stretch>
                  <a:fillRect l="-4167" r="-8333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236E3F2-CD60-C11C-B423-17E980D81FDA}"/>
                  </a:ext>
                </a:extLst>
              </p:cNvPr>
              <p:cNvSpPr txBox="1"/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236E3F2-CD60-C11C-B423-17E980D81F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blipFill>
                <a:blip r:embed="rId29"/>
                <a:stretch>
                  <a:fillRect l="-9028" r="-833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A2995D25-45E9-8D91-D522-B29EE09429F4}"/>
              </a:ext>
            </a:extLst>
          </p:cNvPr>
          <p:cNvSpPr/>
          <p:nvPr/>
        </p:nvSpPr>
        <p:spPr>
          <a:xfrm>
            <a:off x="4258062" y="4063758"/>
            <a:ext cx="3636532" cy="868110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7A5979F-B501-4714-528B-95A5185E3512}"/>
              </a:ext>
            </a:extLst>
          </p:cNvPr>
          <p:cNvSpPr/>
          <p:nvPr/>
        </p:nvSpPr>
        <p:spPr>
          <a:xfrm>
            <a:off x="7928665" y="5833108"/>
            <a:ext cx="3636532" cy="868110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F995C0-50FD-0107-17AD-63B5F29C2EC3}"/>
              </a:ext>
            </a:extLst>
          </p:cNvPr>
          <p:cNvSpPr/>
          <p:nvPr/>
        </p:nvSpPr>
        <p:spPr>
          <a:xfrm>
            <a:off x="7952494" y="3184008"/>
            <a:ext cx="3636532" cy="868110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B305199-4159-BE27-1A48-E0BC1CFDC143}"/>
              </a:ext>
            </a:extLst>
          </p:cNvPr>
          <p:cNvSpPr txBox="1"/>
          <p:nvPr/>
        </p:nvSpPr>
        <p:spPr>
          <a:xfrm>
            <a:off x="2554303" y="5153497"/>
            <a:ext cx="6487206" cy="1384995"/>
          </a:xfrm>
          <a:prstGeom prst="rect">
            <a:avLst/>
          </a:prstGeom>
          <a:solidFill>
            <a:srgbClr val="00B05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b="0" dirty="0"/>
              <a:t>This means that Player 2’s maximum expected value occurs with the following strategy selections: 2 A, 1 B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10743182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C25A0-E903-CA45-5461-61C9D33D8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ACD86B6D-76A4-FB35-9381-3C2E355FD02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5F897A2-E1AF-5E01-02B8-6644AAE58D6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E3E4775-48DA-760A-E46A-EAAE8F2FC8E9}"/>
              </a:ext>
            </a:extLst>
          </p:cNvPr>
          <p:cNvSpPr txBox="1"/>
          <p:nvPr/>
        </p:nvSpPr>
        <p:spPr>
          <a:xfrm>
            <a:off x="-376090" y="1744431"/>
            <a:ext cx="456693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spcAft>
                <a:spcPts val="600"/>
              </a:spcAft>
            </a:pPr>
            <a:r>
              <a:rPr lang="en-US" sz="2400" dirty="0"/>
              <a:t>Let’s go back to this example: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0E4E86C-606C-D745-CC3B-BCD9DFAFE7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39714"/>
            <a:ext cx="5675609" cy="267747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E004404-0BAB-5752-64F8-F2D3D52CF437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30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CDEFB53-992A-6236-86A7-6C7B7F8BCC4A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F908150-7390-B7E2-06DA-5F206AE62097}"/>
              </a:ext>
            </a:extLst>
          </p:cNvPr>
          <p:cNvSpPr txBox="1"/>
          <p:nvPr/>
        </p:nvSpPr>
        <p:spPr>
          <a:xfrm>
            <a:off x="4258171" y="3177999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151EB4-27A9-1887-4270-DB559A969A19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-10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CD1433-F6D3-B9F8-A9A6-EB0312ABD04A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20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DABE62A-15FC-66D4-E005-E9B69A913DBA}"/>
              </a:ext>
            </a:extLst>
          </p:cNvPr>
          <p:cNvSpPr txBox="1"/>
          <p:nvPr/>
        </p:nvSpPr>
        <p:spPr>
          <a:xfrm>
            <a:off x="4258171" y="3810462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FF0000"/>
                </a:solidFill>
              </a:rPr>
              <a:t>-20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C18CBF9-2061-1E76-01E6-41A9397819A0}"/>
              </a:ext>
            </a:extLst>
          </p:cNvPr>
          <p:cNvSpPr txBox="1"/>
          <p:nvPr/>
        </p:nvSpPr>
        <p:spPr>
          <a:xfrm>
            <a:off x="16673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-6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3BA262-3FDF-0FB1-719E-ED2F9B9F4BC5}"/>
              </a:ext>
            </a:extLst>
          </p:cNvPr>
          <p:cNvSpPr txBox="1"/>
          <p:nvPr/>
        </p:nvSpPr>
        <p:spPr>
          <a:xfrm>
            <a:off x="2962771" y="319825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2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2C52075-5FED-0319-E103-17AF3C630634}"/>
              </a:ext>
            </a:extLst>
          </p:cNvPr>
          <p:cNvSpPr txBox="1"/>
          <p:nvPr/>
        </p:nvSpPr>
        <p:spPr>
          <a:xfrm>
            <a:off x="4258171" y="3192877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A7EF1D6-4983-A8D0-8E65-906E784420C1}"/>
              </a:ext>
            </a:extLst>
          </p:cNvPr>
          <p:cNvSpPr txBox="1"/>
          <p:nvPr/>
        </p:nvSpPr>
        <p:spPr>
          <a:xfrm>
            <a:off x="16673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336287A-7231-5194-6A24-54FC4B03EF0C}"/>
              </a:ext>
            </a:extLst>
          </p:cNvPr>
          <p:cNvSpPr txBox="1"/>
          <p:nvPr/>
        </p:nvSpPr>
        <p:spPr>
          <a:xfrm>
            <a:off x="2962771" y="3830718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0C992B9-5488-39AD-C786-39FB38DE499A}"/>
              </a:ext>
            </a:extLst>
          </p:cNvPr>
          <p:cNvSpPr txBox="1"/>
          <p:nvPr/>
        </p:nvSpPr>
        <p:spPr>
          <a:xfrm>
            <a:off x="4258171" y="3835485"/>
            <a:ext cx="1228077" cy="58477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solidFill>
                  <a:srgbClr val="064EA1"/>
                </a:solidFill>
              </a:rPr>
              <a:t>-4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695D76E-4082-1100-CB41-4A76452D0DFC}"/>
              </a:ext>
            </a:extLst>
          </p:cNvPr>
          <p:cNvSpPr txBox="1"/>
          <p:nvPr/>
        </p:nvSpPr>
        <p:spPr>
          <a:xfrm>
            <a:off x="4482548" y="403178"/>
            <a:ext cx="3200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A Correction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4E7AA32-EEEE-B01B-604F-6BA9E35335CC}"/>
              </a:ext>
            </a:extLst>
          </p:cNvPr>
          <p:cNvSpPr txBox="1"/>
          <p:nvPr/>
        </p:nvSpPr>
        <p:spPr>
          <a:xfrm>
            <a:off x="5675609" y="2792766"/>
            <a:ext cx="6487206" cy="1384995"/>
          </a:xfrm>
          <a:prstGeom prst="rect">
            <a:avLst/>
          </a:prstGeom>
          <a:solidFill>
            <a:srgbClr val="00B05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b="0" dirty="0"/>
              <a:t>This means that Player 2’s maximum expected value occurs with the following strategy selections: 2 A, 1 B</a:t>
            </a:r>
            <a:endParaRPr lang="en-US" sz="28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FB1DB47-B418-08F6-3373-E33519338D3A}"/>
              </a:ext>
            </a:extLst>
          </p:cNvPr>
          <p:cNvSpPr/>
          <p:nvPr/>
        </p:nvSpPr>
        <p:spPr>
          <a:xfrm>
            <a:off x="1667371" y="3830718"/>
            <a:ext cx="1295400" cy="618393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DE06B7E-5FEA-33B9-8DB2-05F225012F76}"/>
              </a:ext>
            </a:extLst>
          </p:cNvPr>
          <p:cNvSpPr/>
          <p:nvPr/>
        </p:nvSpPr>
        <p:spPr>
          <a:xfrm>
            <a:off x="2929110" y="3164637"/>
            <a:ext cx="1295400" cy="618393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0CC312-319B-F3E8-D477-F44ED2715702}"/>
              </a:ext>
            </a:extLst>
          </p:cNvPr>
          <p:cNvSpPr txBox="1"/>
          <p:nvPr/>
        </p:nvSpPr>
        <p:spPr>
          <a:xfrm>
            <a:off x="6958396" y="4655581"/>
            <a:ext cx="3921632" cy="523220"/>
          </a:xfrm>
          <a:prstGeom prst="rect">
            <a:avLst/>
          </a:prstGeom>
          <a:solidFill>
            <a:srgbClr val="00B05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800" b="0" dirty="0"/>
              <a:t>But these are not equal!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4697402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6B044-B97E-1E32-4900-5894CDC82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6E8734E-358E-A76E-486C-8AFC80032E2D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DCF1F85-25D9-C7BA-E1CA-469E5A5A8318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18CD410-3122-4753-A711-822EF23007C4}"/>
                  </a:ext>
                </a:extLst>
              </p:cNvPr>
              <p:cNvSpPr txBox="1"/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Since our probability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lives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, we select two constraints at a time to make strict and solve</a:t>
                </a: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F18CD410-3122-4753-A711-822EF2300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blipFill>
                <a:blip r:embed="rId3"/>
                <a:stretch>
                  <a:fillRect t="-5147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05A40AD-1395-456B-E1A2-06D57CB63A14}"/>
                  </a:ext>
                </a:extLst>
              </p:cNvPr>
              <p:cNvSpPr txBox="1"/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05A40AD-1395-456B-E1A2-06D57CB63A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3C5C4809-B930-CDE4-E22C-5B8A82D3303C}"/>
              </a:ext>
            </a:extLst>
          </p:cNvPr>
          <p:cNvGraphicFramePr>
            <a:graphicFrameLocks noGrp="1"/>
          </p:cNvGraphicFramePr>
          <p:nvPr/>
        </p:nvGraphicFramePr>
        <p:xfrm>
          <a:off x="4268304" y="2273362"/>
          <a:ext cx="7320722" cy="4435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361">
                  <a:extLst>
                    <a:ext uri="{9D8B030D-6E8A-4147-A177-3AD203B41FA5}">
                      <a16:colId xmlns:a16="http://schemas.microsoft.com/office/drawing/2014/main" val="3530767300"/>
                    </a:ext>
                  </a:extLst>
                </a:gridCol>
                <a:gridCol w="3660361">
                  <a:extLst>
                    <a:ext uri="{9D8B030D-6E8A-4147-A177-3AD203B41FA5}">
                      <a16:colId xmlns:a16="http://schemas.microsoft.com/office/drawing/2014/main" val="2323378631"/>
                    </a:ext>
                  </a:extLst>
                </a:gridCol>
              </a:tblGrid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83246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08917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42529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57749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860796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9DC7499-B21A-1332-E754-98A3577D7401}"/>
                  </a:ext>
                </a:extLst>
              </p:cNvPr>
              <p:cNvSpPr txBox="1"/>
              <p:nvPr/>
            </p:nvSpPr>
            <p:spPr>
              <a:xfrm>
                <a:off x="5251954" y="2344711"/>
                <a:ext cx="1525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=−9/22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9DC7499-B21A-1332-E754-98A3577D74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4" y="2344711"/>
                <a:ext cx="1525161" cy="369332"/>
              </a:xfrm>
              <a:prstGeom prst="rect">
                <a:avLst/>
              </a:prstGeom>
              <a:blipFill>
                <a:blip r:embed="rId5"/>
                <a:stretch>
                  <a:fillRect l="-2800" t="-1667" r="-480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35E7022-81EB-0989-0D24-5D20987A9EA8}"/>
                  </a:ext>
                </a:extLst>
              </p:cNvPr>
              <p:cNvSpPr txBox="1"/>
              <p:nvPr/>
            </p:nvSpPr>
            <p:spPr>
              <a:xfrm>
                <a:off x="5338606" y="321306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=−2/9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35E7022-81EB-0989-0D24-5D20987A9E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606" y="3213069"/>
                <a:ext cx="1355243" cy="369332"/>
              </a:xfrm>
              <a:prstGeom prst="rect">
                <a:avLst/>
              </a:prstGeom>
              <a:blipFill>
                <a:blip r:embed="rId6"/>
                <a:stretch>
                  <a:fillRect l="-3153" t="-1639" r="-5405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79D2410-A488-AE4D-17B4-F74674C747D7}"/>
                  </a:ext>
                </a:extLst>
              </p:cNvPr>
              <p:cNvSpPr txBox="1"/>
              <p:nvPr/>
            </p:nvSpPr>
            <p:spPr>
              <a:xfrm>
                <a:off x="5279948" y="4495586"/>
                <a:ext cx="11299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E79D2410-A488-AE4D-17B4-F74674C747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9948" y="4495586"/>
                <a:ext cx="1129989" cy="369332"/>
              </a:xfrm>
              <a:prstGeom prst="rect">
                <a:avLst/>
              </a:prstGeom>
              <a:blipFill>
                <a:blip r:embed="rId7"/>
                <a:stretch>
                  <a:fillRect l="-6486" t="-1639" r="-702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CC8A795-4AC7-CD71-8512-0D7D9AB0157E}"/>
                  </a:ext>
                </a:extLst>
              </p:cNvPr>
              <p:cNvSpPr txBox="1"/>
              <p:nvPr/>
            </p:nvSpPr>
            <p:spPr>
              <a:xfrm>
                <a:off x="5432020" y="498962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BCC8A795-4AC7-CD71-8512-0D7D9AB015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020" y="4989629"/>
                <a:ext cx="1355243" cy="369332"/>
              </a:xfrm>
              <a:prstGeom prst="rect">
                <a:avLst/>
              </a:prstGeom>
              <a:blipFill>
                <a:blip r:embed="rId8"/>
                <a:stretch>
                  <a:fillRect l="-2703" t="-1667" r="-585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E2D8E08-8BAA-A2CB-9D52-1E7FD59E9F88}"/>
                  </a:ext>
                </a:extLst>
              </p:cNvPr>
              <p:cNvSpPr txBox="1"/>
              <p:nvPr/>
            </p:nvSpPr>
            <p:spPr>
              <a:xfrm>
                <a:off x="5315418" y="5897831"/>
                <a:ext cx="1525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E2D8E08-8BAA-A2CB-9D52-1E7FD59E9F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5418" y="5897831"/>
                <a:ext cx="1525161" cy="369332"/>
              </a:xfrm>
              <a:prstGeom prst="rect">
                <a:avLst/>
              </a:prstGeom>
              <a:blipFill>
                <a:blip r:embed="rId9"/>
                <a:stretch>
                  <a:fillRect l="-2800" t="-1639" r="-48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E3E2511-B807-5DB9-852E-AA781E185581}"/>
                  </a:ext>
                </a:extLst>
              </p:cNvPr>
              <p:cNvSpPr txBox="1"/>
              <p:nvPr/>
            </p:nvSpPr>
            <p:spPr>
              <a:xfrm>
                <a:off x="9241084" y="2709748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FE3E2511-B807-5DB9-852E-AA781E1855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084" y="2709748"/>
                <a:ext cx="1359218" cy="369332"/>
              </a:xfrm>
              <a:prstGeom prst="rect">
                <a:avLst/>
              </a:prstGeom>
              <a:blipFill>
                <a:blip r:embed="rId10"/>
                <a:stretch>
                  <a:fillRect l="-5381" t="-1667" r="-583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6AE6DA0-0368-D056-79AC-09B663367A83}"/>
                  </a:ext>
                </a:extLst>
              </p:cNvPr>
              <p:cNvSpPr txBox="1"/>
              <p:nvPr/>
            </p:nvSpPr>
            <p:spPr>
              <a:xfrm>
                <a:off x="9144099" y="3215716"/>
                <a:ext cx="11260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16AE6DA0-0368-D056-79AC-09B663367A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99" y="3215716"/>
                <a:ext cx="1126013" cy="369332"/>
              </a:xfrm>
              <a:prstGeom prst="rect">
                <a:avLst/>
              </a:prstGeom>
              <a:blipFill>
                <a:blip r:embed="rId11"/>
                <a:stretch>
                  <a:fillRect l="-3243" t="-1667" r="-7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7F5045C-3A7B-3E40-DF50-5EEFE9D6545D}"/>
                  </a:ext>
                </a:extLst>
              </p:cNvPr>
              <p:cNvSpPr txBox="1"/>
              <p:nvPr/>
            </p:nvSpPr>
            <p:spPr>
              <a:xfrm>
                <a:off x="9305483" y="4511245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27F5045C-3A7B-3E40-DF50-5EEFE9D654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5483" y="4511245"/>
                <a:ext cx="1359218" cy="369332"/>
              </a:xfrm>
              <a:prstGeom prst="rect">
                <a:avLst/>
              </a:prstGeom>
              <a:blipFill>
                <a:blip r:embed="rId12"/>
                <a:stretch>
                  <a:fillRect l="-5381" t="-1639" r="-583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961ACDA-B737-70B8-DFFF-46D11F94934C}"/>
                  </a:ext>
                </a:extLst>
              </p:cNvPr>
              <p:cNvSpPr txBox="1"/>
              <p:nvPr/>
            </p:nvSpPr>
            <p:spPr>
              <a:xfrm>
                <a:off x="9270737" y="498962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7961ACDA-B737-70B8-DFFF-46D11F9493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0737" y="4989629"/>
                <a:ext cx="1355243" cy="369332"/>
              </a:xfrm>
              <a:prstGeom prst="rect">
                <a:avLst/>
              </a:prstGeom>
              <a:blipFill>
                <a:blip r:embed="rId13"/>
                <a:stretch>
                  <a:fillRect l="-3153" t="-1667" r="-54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BE20422-9F9D-5F2D-6DA8-51F4E67A811F}"/>
                  </a:ext>
                </a:extLst>
              </p:cNvPr>
              <p:cNvSpPr txBox="1"/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BBE20422-9F9D-5F2D-6DA8-51F4E67A81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blipFill>
                <a:blip r:embed="rId14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D1DE7E6-1ABB-F2E6-32D0-0EED1810AFBF}"/>
                  </a:ext>
                </a:extLst>
              </p:cNvPr>
              <p:cNvSpPr txBox="1"/>
              <p:nvPr/>
            </p:nvSpPr>
            <p:spPr>
              <a:xfrm>
                <a:off x="5258126" y="2744966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=−4/11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1D1DE7E6-1ABB-F2E6-32D0-0EED1810AF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8126" y="2744966"/>
                <a:ext cx="1529137" cy="369332"/>
              </a:xfrm>
              <a:prstGeom prst="rect">
                <a:avLst/>
              </a:prstGeom>
              <a:blipFill>
                <a:blip r:embed="rId15"/>
                <a:stretch>
                  <a:fillRect l="-4800" t="-1639" r="-52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1500B13-8AF3-A14A-3A20-DA03D7C5453E}"/>
                  </a:ext>
                </a:extLst>
              </p:cNvPr>
              <p:cNvSpPr txBox="1"/>
              <p:nvPr/>
            </p:nvSpPr>
            <p:spPr>
              <a:xfrm>
                <a:off x="5251952" y="3622518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=−1/12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C1500B13-8AF3-A14A-3A20-DA03D7C545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3622518"/>
                <a:ext cx="1529137" cy="369332"/>
              </a:xfrm>
              <a:prstGeom prst="rect">
                <a:avLst/>
              </a:prstGeom>
              <a:blipFill>
                <a:blip r:embed="rId16"/>
                <a:stretch>
                  <a:fillRect l="-4800" t="-1639" r="-52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4ADAF58-7F64-B2B1-614F-FB860BB8FA7A}"/>
                  </a:ext>
                </a:extLst>
              </p:cNvPr>
              <p:cNvSpPr txBox="1"/>
              <p:nvPr/>
            </p:nvSpPr>
            <p:spPr>
              <a:xfrm>
                <a:off x="5330627" y="6286726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=−5/23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D4ADAF58-7F64-B2B1-614F-FB860BB8FA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0627" y="6286726"/>
                <a:ext cx="1529137" cy="369332"/>
              </a:xfrm>
              <a:prstGeom prst="rect">
                <a:avLst/>
              </a:prstGeom>
              <a:blipFill>
                <a:blip r:embed="rId17"/>
                <a:stretch>
                  <a:fillRect l="-4781" t="-1639" r="-5179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FA77837-5F3B-3F95-6864-F2F1328D0462}"/>
                  </a:ext>
                </a:extLst>
              </p:cNvPr>
              <p:cNvSpPr txBox="1"/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DFA77837-5F3B-3F95-6864-F2F1328D04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blipFill>
                <a:blip r:embed="rId18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F184160-AA65-8514-6D8D-D907860B3A29}"/>
                  </a:ext>
                </a:extLst>
              </p:cNvPr>
              <p:cNvSpPr txBox="1"/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F184160-AA65-8514-6D8D-D907860B3A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blipFill>
                <a:blip r:embed="rId19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432DFA19-6462-3FC2-7F44-53F201FADFAB}"/>
                  </a:ext>
                </a:extLst>
              </p:cNvPr>
              <p:cNvSpPr txBox="1"/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432DFA19-6462-3FC2-7F44-53F201FADF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blipFill>
                <a:blip r:embed="rId20"/>
                <a:stretch>
                  <a:fillRect l="-5303" r="-9091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4597FC2-767F-3234-8312-373C4CB8F5FB}"/>
                  </a:ext>
                </a:extLst>
              </p:cNvPr>
              <p:cNvSpPr txBox="1"/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74597FC2-767F-3234-8312-373C4CB8F5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blipFill>
                <a:blip r:embed="rId21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774C172-F110-33E4-2F40-B3FB84D37245}"/>
                  </a:ext>
                </a:extLst>
              </p:cNvPr>
              <p:cNvSpPr txBox="1"/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E774C172-F110-33E4-2F40-B3FB84D372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blipFill>
                <a:blip r:embed="rId22"/>
                <a:stretch>
                  <a:fillRect l="-5303" r="-9091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CB7C8A79-9F47-25D4-C17D-4304A01102A2}"/>
                  </a:ext>
                </a:extLst>
              </p:cNvPr>
              <p:cNvSpPr txBox="1"/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CB7C8A79-9F47-25D4-C17D-4304A0110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blipFill>
                <a:blip r:embed="rId23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1452DFAB-D9FE-786D-38D7-796D27CC0ACB}"/>
                  </a:ext>
                </a:extLst>
              </p:cNvPr>
              <p:cNvSpPr txBox="1"/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1452DFAB-D9FE-786D-38D7-796D27CC0A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blipFill>
                <a:blip r:embed="rId24"/>
                <a:stretch>
                  <a:fillRect l="-9848" r="-9848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438DDCB3-22CC-ABD8-7DD7-51481925E810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537CED-DCE7-E20A-EE17-8258C03F3F08}"/>
                  </a:ext>
                </a:extLst>
              </p:cNvPr>
              <p:cNvSpPr txBox="1"/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42537CED-DCE7-E20A-EE17-8258C03F3F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blipFill>
                <a:blip r:embed="rId25"/>
                <a:stretch>
                  <a:fillRect l="-307" r="-3681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8A2EB6F-732E-8BEF-18ED-E3E8E9902454}"/>
                  </a:ext>
                </a:extLst>
              </p:cNvPr>
              <p:cNvSpPr txBox="1"/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38A2EB6F-732E-8BEF-18ED-E3E8E99024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blipFill>
                <a:blip r:embed="rId26"/>
                <a:stretch>
                  <a:fillRect l="-3957" t="-3279" r="-395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F16513-6171-13F7-848E-D2B67E1A2DD5}"/>
                  </a:ext>
                </a:extLst>
              </p:cNvPr>
              <p:cNvSpPr txBox="1"/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7F16513-6171-13F7-848E-D2B67E1A2D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blipFill>
                <a:blip r:embed="rId27"/>
                <a:stretch>
                  <a:fillRect l="-307" r="-368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6367E9F-21A5-76EC-74B4-FDF752DA049F}"/>
                  </a:ext>
                </a:extLst>
              </p:cNvPr>
              <p:cNvSpPr txBox="1"/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6367E9F-21A5-76EC-74B4-FDF752DA049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blipFill>
                <a:blip r:embed="rId28"/>
                <a:stretch>
                  <a:fillRect l="-4167" r="-8333" b="-11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90816B1-D9CB-9EED-658E-43CB1BF1EF87}"/>
                  </a:ext>
                </a:extLst>
              </p:cNvPr>
              <p:cNvSpPr txBox="1"/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90816B1-D9CB-9EED-658E-43CB1BF1EF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blipFill>
                <a:blip r:embed="rId29"/>
                <a:stretch>
                  <a:fillRect l="-9028" r="-833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3DCF5397-0B09-0A3F-7037-9915E8DCEDAC}"/>
              </a:ext>
            </a:extLst>
          </p:cNvPr>
          <p:cNvSpPr/>
          <p:nvPr/>
        </p:nvSpPr>
        <p:spPr>
          <a:xfrm>
            <a:off x="582294" y="4663711"/>
            <a:ext cx="1107358" cy="879916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69A30CC-C5DE-314A-6899-B9DA57F50978}"/>
              </a:ext>
            </a:extLst>
          </p:cNvPr>
          <p:cNvSpPr txBox="1"/>
          <p:nvPr/>
        </p:nvSpPr>
        <p:spPr>
          <a:xfrm>
            <a:off x="2126095" y="4361794"/>
            <a:ext cx="6056647" cy="1754326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600" b="0" dirty="0"/>
              <a:t>These constraints eliminate all of the “interesting” vertices 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32409838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0E31F-E7A8-E65D-263E-9A6E9B784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8BA039A5-EB86-F0CB-5B58-E49DB8D282D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357ABE6-0007-2B0C-212E-32E77A377AE5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CF00209-E2F8-BEC4-324A-76F0AC6E386D}"/>
                  </a:ext>
                </a:extLst>
              </p:cNvPr>
              <p:cNvSpPr txBox="1"/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Since our probability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lives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, we select two constraints at a time to make strict and solve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CF00209-E2F8-BEC4-324A-76F0AC6E38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blipFill>
                <a:blip r:embed="rId3"/>
                <a:stretch>
                  <a:fillRect t="-5147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144B3FD-2D09-9D66-0A3D-FA8F89D24CCA}"/>
                  </a:ext>
                </a:extLst>
              </p:cNvPr>
              <p:cNvSpPr txBox="1"/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7144B3FD-2D09-9D66-0A3D-FA8F89D24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5AD0A5B6-A0C8-2993-6AE7-282008C8AF6D}"/>
              </a:ext>
            </a:extLst>
          </p:cNvPr>
          <p:cNvGraphicFramePr>
            <a:graphicFrameLocks noGrp="1"/>
          </p:cNvGraphicFramePr>
          <p:nvPr/>
        </p:nvGraphicFramePr>
        <p:xfrm>
          <a:off x="4268304" y="2273362"/>
          <a:ext cx="7320722" cy="4435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361">
                  <a:extLst>
                    <a:ext uri="{9D8B030D-6E8A-4147-A177-3AD203B41FA5}">
                      <a16:colId xmlns:a16="http://schemas.microsoft.com/office/drawing/2014/main" val="3530767300"/>
                    </a:ext>
                  </a:extLst>
                </a:gridCol>
                <a:gridCol w="3660361">
                  <a:extLst>
                    <a:ext uri="{9D8B030D-6E8A-4147-A177-3AD203B41FA5}">
                      <a16:colId xmlns:a16="http://schemas.microsoft.com/office/drawing/2014/main" val="2323378631"/>
                    </a:ext>
                  </a:extLst>
                </a:gridCol>
              </a:tblGrid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83246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08917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42529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57749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86079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CD68ABE-9D9A-2039-F8E2-58BC179DBC1D}"/>
                  </a:ext>
                </a:extLst>
              </p:cNvPr>
              <p:cNvSpPr txBox="1"/>
              <p:nvPr/>
            </p:nvSpPr>
            <p:spPr>
              <a:xfrm>
                <a:off x="5251954" y="2344711"/>
                <a:ext cx="1525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=−9/22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1CD68ABE-9D9A-2039-F8E2-58BC179DBC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4" y="2344711"/>
                <a:ext cx="1525161" cy="369332"/>
              </a:xfrm>
              <a:prstGeom prst="rect">
                <a:avLst/>
              </a:prstGeom>
              <a:blipFill>
                <a:blip r:embed="rId5"/>
                <a:stretch>
                  <a:fillRect l="-2800" t="-1667" r="-480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2E86929-52B2-E048-0927-4C4A2D355FFD}"/>
                  </a:ext>
                </a:extLst>
              </p:cNvPr>
              <p:cNvSpPr txBox="1"/>
              <p:nvPr/>
            </p:nvSpPr>
            <p:spPr>
              <a:xfrm>
                <a:off x="5338606" y="321306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=−2/9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D2E86929-52B2-E048-0927-4C4A2D355F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606" y="3213069"/>
                <a:ext cx="1355243" cy="369332"/>
              </a:xfrm>
              <a:prstGeom prst="rect">
                <a:avLst/>
              </a:prstGeom>
              <a:blipFill>
                <a:blip r:embed="rId6"/>
                <a:stretch>
                  <a:fillRect l="-3153" t="-1639" r="-5405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CF870F6-C40A-6527-780C-5722163FA612}"/>
                  </a:ext>
                </a:extLst>
              </p:cNvPr>
              <p:cNvSpPr txBox="1"/>
              <p:nvPr/>
            </p:nvSpPr>
            <p:spPr>
              <a:xfrm>
                <a:off x="5279948" y="4495586"/>
                <a:ext cx="11299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CF870F6-C40A-6527-780C-5722163FA61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9948" y="4495586"/>
                <a:ext cx="1129989" cy="369332"/>
              </a:xfrm>
              <a:prstGeom prst="rect">
                <a:avLst/>
              </a:prstGeom>
              <a:blipFill>
                <a:blip r:embed="rId7"/>
                <a:stretch>
                  <a:fillRect l="-6486" t="-1639" r="-702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EE842FD-5639-FBDC-4030-87D404061CD8}"/>
                  </a:ext>
                </a:extLst>
              </p:cNvPr>
              <p:cNvSpPr txBox="1"/>
              <p:nvPr/>
            </p:nvSpPr>
            <p:spPr>
              <a:xfrm>
                <a:off x="5432020" y="498962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3EE842FD-5639-FBDC-4030-87D404061C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020" y="4989629"/>
                <a:ext cx="1355243" cy="369332"/>
              </a:xfrm>
              <a:prstGeom prst="rect">
                <a:avLst/>
              </a:prstGeom>
              <a:blipFill>
                <a:blip r:embed="rId8"/>
                <a:stretch>
                  <a:fillRect l="-2703" t="-1667" r="-585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7EE235A-B7C6-160A-9DB3-8D65CC75D13D}"/>
                  </a:ext>
                </a:extLst>
              </p:cNvPr>
              <p:cNvSpPr txBox="1"/>
              <p:nvPr/>
            </p:nvSpPr>
            <p:spPr>
              <a:xfrm>
                <a:off x="5315418" y="5897831"/>
                <a:ext cx="1525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7EE235A-B7C6-160A-9DB3-8D65CC75D1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5418" y="5897831"/>
                <a:ext cx="1525161" cy="369332"/>
              </a:xfrm>
              <a:prstGeom prst="rect">
                <a:avLst/>
              </a:prstGeom>
              <a:blipFill>
                <a:blip r:embed="rId9"/>
                <a:stretch>
                  <a:fillRect l="-2800" t="-1639" r="-48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DA336ED-8B1F-94C2-A565-5E4526A5403F}"/>
                  </a:ext>
                </a:extLst>
              </p:cNvPr>
              <p:cNvSpPr txBox="1"/>
              <p:nvPr/>
            </p:nvSpPr>
            <p:spPr>
              <a:xfrm>
                <a:off x="9241084" y="2709748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BDA336ED-8B1F-94C2-A565-5E4526A540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084" y="2709748"/>
                <a:ext cx="1359218" cy="369332"/>
              </a:xfrm>
              <a:prstGeom prst="rect">
                <a:avLst/>
              </a:prstGeom>
              <a:blipFill>
                <a:blip r:embed="rId10"/>
                <a:stretch>
                  <a:fillRect l="-5381" t="-1667" r="-583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96F4160-DD2E-1A10-38FA-BD06DDEDE539}"/>
                  </a:ext>
                </a:extLst>
              </p:cNvPr>
              <p:cNvSpPr txBox="1"/>
              <p:nvPr/>
            </p:nvSpPr>
            <p:spPr>
              <a:xfrm>
                <a:off x="9144099" y="3215716"/>
                <a:ext cx="11260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496F4160-DD2E-1A10-38FA-BD06DDEDE5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99" y="3215716"/>
                <a:ext cx="1126013" cy="369332"/>
              </a:xfrm>
              <a:prstGeom prst="rect">
                <a:avLst/>
              </a:prstGeom>
              <a:blipFill>
                <a:blip r:embed="rId11"/>
                <a:stretch>
                  <a:fillRect l="-3243" t="-1667" r="-7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F4A93FCD-B1C0-0611-449E-9C24C8D7D392}"/>
                  </a:ext>
                </a:extLst>
              </p:cNvPr>
              <p:cNvSpPr txBox="1"/>
              <p:nvPr/>
            </p:nvSpPr>
            <p:spPr>
              <a:xfrm>
                <a:off x="9305483" y="4511245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F4A93FCD-B1C0-0611-449E-9C24C8D7D3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5483" y="4511245"/>
                <a:ext cx="1359218" cy="369332"/>
              </a:xfrm>
              <a:prstGeom prst="rect">
                <a:avLst/>
              </a:prstGeom>
              <a:blipFill>
                <a:blip r:embed="rId12"/>
                <a:stretch>
                  <a:fillRect l="-5381" t="-1639" r="-583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34E6797-3F61-9C13-1154-EAFF92E957B3}"/>
                  </a:ext>
                </a:extLst>
              </p:cNvPr>
              <p:cNvSpPr txBox="1"/>
              <p:nvPr/>
            </p:nvSpPr>
            <p:spPr>
              <a:xfrm>
                <a:off x="9270737" y="498962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34E6797-3F61-9C13-1154-EAFF92E957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0737" y="4989629"/>
                <a:ext cx="1355243" cy="369332"/>
              </a:xfrm>
              <a:prstGeom prst="rect">
                <a:avLst/>
              </a:prstGeom>
              <a:blipFill>
                <a:blip r:embed="rId13"/>
                <a:stretch>
                  <a:fillRect l="-3153" t="-1667" r="-54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EF02101-BF78-BBEB-01CC-66F6F486FACE}"/>
                  </a:ext>
                </a:extLst>
              </p:cNvPr>
              <p:cNvSpPr txBox="1"/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9EF02101-BF78-BBEB-01CC-66F6F486FA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blipFill>
                <a:blip r:embed="rId14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4C8F20E-043A-4941-DFD3-0B402996227B}"/>
                  </a:ext>
                </a:extLst>
              </p:cNvPr>
              <p:cNvSpPr txBox="1"/>
              <p:nvPr/>
            </p:nvSpPr>
            <p:spPr>
              <a:xfrm>
                <a:off x="5258126" y="2744966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=−4/11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24C8F20E-043A-4941-DFD3-0B40299622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8126" y="2744966"/>
                <a:ext cx="1529137" cy="369332"/>
              </a:xfrm>
              <a:prstGeom prst="rect">
                <a:avLst/>
              </a:prstGeom>
              <a:blipFill>
                <a:blip r:embed="rId15"/>
                <a:stretch>
                  <a:fillRect l="-4800" t="-1639" r="-52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625F89-C4B5-735F-46D6-CB94813CD70C}"/>
                  </a:ext>
                </a:extLst>
              </p:cNvPr>
              <p:cNvSpPr txBox="1"/>
              <p:nvPr/>
            </p:nvSpPr>
            <p:spPr>
              <a:xfrm>
                <a:off x="5251952" y="3622518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=−1/12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E625F89-C4B5-735F-46D6-CB94813CD7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3622518"/>
                <a:ext cx="1529137" cy="369332"/>
              </a:xfrm>
              <a:prstGeom prst="rect">
                <a:avLst/>
              </a:prstGeom>
              <a:blipFill>
                <a:blip r:embed="rId16"/>
                <a:stretch>
                  <a:fillRect l="-4800" t="-1639" r="-52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1FFCECD-CE82-F733-93DF-7E58F54BB0B9}"/>
                  </a:ext>
                </a:extLst>
              </p:cNvPr>
              <p:cNvSpPr txBox="1"/>
              <p:nvPr/>
            </p:nvSpPr>
            <p:spPr>
              <a:xfrm>
                <a:off x="5330627" y="6286726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=−5/23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01FFCECD-CE82-F733-93DF-7E58F54BB0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0627" y="6286726"/>
                <a:ext cx="1529137" cy="369332"/>
              </a:xfrm>
              <a:prstGeom prst="rect">
                <a:avLst/>
              </a:prstGeom>
              <a:blipFill>
                <a:blip r:embed="rId17"/>
                <a:stretch>
                  <a:fillRect l="-4781" t="-1639" r="-5179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87F3F26-1B2F-20EE-3F1D-011AB690F506}"/>
                  </a:ext>
                </a:extLst>
              </p:cNvPr>
              <p:cNvSpPr txBox="1"/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187F3F26-1B2F-20EE-3F1D-011AB690F5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blipFill>
                <a:blip r:embed="rId18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4C8B739-2E53-F229-1D9F-BC5A7530F372}"/>
                  </a:ext>
                </a:extLst>
              </p:cNvPr>
              <p:cNvSpPr txBox="1"/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44C8B739-2E53-F229-1D9F-BC5A7530F3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blipFill>
                <a:blip r:embed="rId19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0E6C68F5-171F-F6A0-F37A-4D81C81F62EA}"/>
                  </a:ext>
                </a:extLst>
              </p:cNvPr>
              <p:cNvSpPr txBox="1"/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0E6C68F5-171F-F6A0-F37A-4D81C81F62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blipFill>
                <a:blip r:embed="rId20"/>
                <a:stretch>
                  <a:fillRect l="-5303" r="-9091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D5BB22A-A6E4-F936-ED0D-E5DBDA0B0BF6}"/>
                  </a:ext>
                </a:extLst>
              </p:cNvPr>
              <p:cNvSpPr txBox="1"/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6D5BB22A-A6E4-F936-ED0D-E5DBDA0B0B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blipFill>
                <a:blip r:embed="rId21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36F62DF5-2DA0-3512-F564-8B019E6CB37A}"/>
                  </a:ext>
                </a:extLst>
              </p:cNvPr>
              <p:cNvSpPr txBox="1"/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36F62DF5-2DA0-3512-F564-8B019E6CB3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blipFill>
                <a:blip r:embed="rId22"/>
                <a:stretch>
                  <a:fillRect l="-5303" r="-9091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BEBB70B-3795-184E-9143-AE6F73E0C630}"/>
                  </a:ext>
                </a:extLst>
              </p:cNvPr>
              <p:cNvSpPr txBox="1"/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BEBB70B-3795-184E-9143-AE6F73E0C6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blipFill>
                <a:blip r:embed="rId23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84EBC8AD-E89F-39E3-2A7F-47CE2FE3A7A2}"/>
                  </a:ext>
                </a:extLst>
              </p:cNvPr>
              <p:cNvSpPr txBox="1"/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84EBC8AD-E89F-39E3-2A7F-47CE2FE3A7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blipFill>
                <a:blip r:embed="rId24"/>
                <a:stretch>
                  <a:fillRect l="-9848" r="-9848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AD3E6646-70E7-91A8-7A40-844C4205EE56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7D01C88-C781-9433-3B1A-38F5E7B3E651}"/>
                  </a:ext>
                </a:extLst>
              </p:cNvPr>
              <p:cNvSpPr txBox="1"/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7D01C88-C781-9433-3B1A-38F5E7B3E6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blipFill>
                <a:blip r:embed="rId25"/>
                <a:stretch>
                  <a:fillRect l="-307" r="-3681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AA82BF5-219E-84F7-4370-A5599771AE02}"/>
                  </a:ext>
                </a:extLst>
              </p:cNvPr>
              <p:cNvSpPr txBox="1"/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5AA82BF5-219E-84F7-4370-A5599771AE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blipFill>
                <a:blip r:embed="rId26"/>
                <a:stretch>
                  <a:fillRect l="-3957" t="-3279" r="-395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3F7B21-BAED-E410-8E43-D8E31792029B}"/>
                  </a:ext>
                </a:extLst>
              </p:cNvPr>
              <p:cNvSpPr txBox="1"/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23F7B21-BAED-E410-8E43-D8E3179202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blipFill>
                <a:blip r:embed="rId27"/>
                <a:stretch>
                  <a:fillRect l="-307" r="-368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7816E3D-19E8-3CFE-7769-D05FED529CEE}"/>
                  </a:ext>
                </a:extLst>
              </p:cNvPr>
              <p:cNvSpPr txBox="1"/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C7816E3D-19E8-3CFE-7769-D05FED529C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blipFill>
                <a:blip r:embed="rId28"/>
                <a:stretch>
                  <a:fillRect l="-4167" r="-8333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845BF5E-4278-0B71-040D-45C0887073F4}"/>
                  </a:ext>
                </a:extLst>
              </p:cNvPr>
              <p:cNvSpPr txBox="1"/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845BF5E-4278-0B71-040D-45C0887073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blipFill>
                <a:blip r:embed="rId29"/>
                <a:stretch>
                  <a:fillRect l="-9028" r="-833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1BC60845-D118-FBDF-B0E1-BB0496ECC664}"/>
              </a:ext>
            </a:extLst>
          </p:cNvPr>
          <p:cNvSpPr/>
          <p:nvPr/>
        </p:nvSpPr>
        <p:spPr>
          <a:xfrm>
            <a:off x="599047" y="3401983"/>
            <a:ext cx="2197427" cy="2323638"/>
          </a:xfrm>
          <a:prstGeom prst="rect">
            <a:avLst/>
          </a:prstGeom>
          <a:solidFill>
            <a:srgbClr val="FFFF0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B691DD1-620A-FBF2-E12F-8CAE64BB0868}"/>
              </a:ext>
            </a:extLst>
          </p:cNvPr>
          <p:cNvSpPr txBox="1"/>
          <p:nvPr/>
        </p:nvSpPr>
        <p:spPr>
          <a:xfrm>
            <a:off x="3318873" y="3846032"/>
            <a:ext cx="6487206" cy="1200329"/>
          </a:xfrm>
          <a:prstGeom prst="rect">
            <a:avLst/>
          </a:prstGeom>
          <a:solidFill>
            <a:srgbClr val="FFFF0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600" b="0" dirty="0"/>
              <a:t>We “flip the inequality” in each expression 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6329717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D93A1-03A2-3778-AC28-C4CBA9F4B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40EB951-2DB6-00E8-E22E-DD59D2673BB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19CCFF5-84A3-C5BE-0240-8E77F09D0CF9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79197C6-63AA-BA46-4D59-F24ABD686666}"/>
                  </a:ext>
                </a:extLst>
              </p:cNvPr>
              <p:cNvSpPr txBox="1"/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Since our probability vector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</m:oMath>
                </a14:m>
                <a:r>
                  <a:rPr lang="en-US" sz="2400" dirty="0"/>
                  <a:t> lives in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sz="2400" dirty="0"/>
                  <a:t>, we select two constraints at a time to make strict and solve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79197C6-63AA-BA46-4D59-F24ABD6866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1744431"/>
                <a:ext cx="12084387" cy="830997"/>
              </a:xfrm>
              <a:prstGeom prst="rect">
                <a:avLst/>
              </a:prstGeom>
              <a:blipFill>
                <a:blip r:embed="rId3"/>
                <a:stretch>
                  <a:fillRect t="-5147" b="-161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882890C-1115-7EFD-F156-9EEE229B5FF7}"/>
                  </a:ext>
                </a:extLst>
              </p:cNvPr>
              <p:cNvSpPr txBox="1"/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US" sz="2400" dirty="0"/>
                  <a:t> is the polytope bounded by: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882890C-1115-7EFD-F156-9EEE229B5F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2852657"/>
                <a:ext cx="5275008" cy="461665"/>
              </a:xfrm>
              <a:prstGeom prst="rect">
                <a:avLst/>
              </a:prstGeom>
              <a:blipFill>
                <a:blip r:embed="rId4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E17A5EB0-2F62-7EC6-817D-6FE03AD5CEFB}"/>
              </a:ext>
            </a:extLst>
          </p:cNvPr>
          <p:cNvGraphicFramePr>
            <a:graphicFrameLocks noGrp="1"/>
          </p:cNvGraphicFramePr>
          <p:nvPr/>
        </p:nvGraphicFramePr>
        <p:xfrm>
          <a:off x="4268304" y="2273362"/>
          <a:ext cx="7320722" cy="44355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60361">
                  <a:extLst>
                    <a:ext uri="{9D8B030D-6E8A-4147-A177-3AD203B41FA5}">
                      <a16:colId xmlns:a16="http://schemas.microsoft.com/office/drawing/2014/main" val="3530767300"/>
                    </a:ext>
                  </a:extLst>
                </a:gridCol>
                <a:gridCol w="3660361">
                  <a:extLst>
                    <a:ext uri="{9D8B030D-6E8A-4147-A177-3AD203B41FA5}">
                      <a16:colId xmlns:a16="http://schemas.microsoft.com/office/drawing/2014/main" val="2323378631"/>
                    </a:ext>
                  </a:extLst>
                </a:gridCol>
              </a:tblGrid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883246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408917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1425293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577492"/>
                  </a:ext>
                </a:extLst>
              </a:tr>
              <a:tr h="88711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6860796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A82C123-3302-0F26-6FEC-9C8F4B940149}"/>
                  </a:ext>
                </a:extLst>
              </p:cNvPr>
              <p:cNvSpPr txBox="1"/>
              <p:nvPr/>
            </p:nvSpPr>
            <p:spPr>
              <a:xfrm>
                <a:off x="5251954" y="2344711"/>
                <a:ext cx="1525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=−9/22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6A82C123-3302-0F26-6FEC-9C8F4B9401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4" y="2344711"/>
                <a:ext cx="1525161" cy="369332"/>
              </a:xfrm>
              <a:prstGeom prst="rect">
                <a:avLst/>
              </a:prstGeom>
              <a:blipFill>
                <a:blip r:embed="rId5"/>
                <a:stretch>
                  <a:fillRect l="-2800" t="-1667" r="-480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284A22D-2BBE-B263-8C54-496FE5E90276}"/>
                  </a:ext>
                </a:extLst>
              </p:cNvPr>
              <p:cNvSpPr txBox="1"/>
              <p:nvPr/>
            </p:nvSpPr>
            <p:spPr>
              <a:xfrm>
                <a:off x="5338606" y="321306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=−2/9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3284A22D-2BBE-B263-8C54-496FE5E902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8606" y="3213069"/>
                <a:ext cx="1355243" cy="369332"/>
              </a:xfrm>
              <a:prstGeom prst="rect">
                <a:avLst/>
              </a:prstGeom>
              <a:blipFill>
                <a:blip r:embed="rId6"/>
                <a:stretch>
                  <a:fillRect l="-3153" t="-1639" r="-5405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3BBA362-298A-76B1-5BBA-70D904A1692D}"/>
                  </a:ext>
                </a:extLst>
              </p:cNvPr>
              <p:cNvSpPr txBox="1"/>
              <p:nvPr/>
            </p:nvSpPr>
            <p:spPr>
              <a:xfrm>
                <a:off x="5279948" y="4495586"/>
                <a:ext cx="112998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13BBA362-298A-76B1-5BBA-70D904A169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9948" y="4495586"/>
                <a:ext cx="1129989" cy="369332"/>
              </a:xfrm>
              <a:prstGeom prst="rect">
                <a:avLst/>
              </a:prstGeom>
              <a:blipFill>
                <a:blip r:embed="rId7"/>
                <a:stretch>
                  <a:fillRect l="-6486" t="-1639" r="-702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3F1E015-5085-2E51-456D-4541C7F14193}"/>
                  </a:ext>
                </a:extLst>
              </p:cNvPr>
              <p:cNvSpPr txBox="1"/>
              <p:nvPr/>
            </p:nvSpPr>
            <p:spPr>
              <a:xfrm>
                <a:off x="5432020" y="498962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=−1/6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3F1E015-5085-2E51-456D-4541C7F141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2020" y="4989629"/>
                <a:ext cx="1355243" cy="369332"/>
              </a:xfrm>
              <a:prstGeom prst="rect">
                <a:avLst/>
              </a:prstGeom>
              <a:blipFill>
                <a:blip r:embed="rId8"/>
                <a:stretch>
                  <a:fillRect l="-2703" t="-1667" r="-5856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B4AB612-E5B0-7FF0-6F69-F4A86715D107}"/>
                  </a:ext>
                </a:extLst>
              </p:cNvPr>
              <p:cNvSpPr txBox="1"/>
              <p:nvPr/>
            </p:nvSpPr>
            <p:spPr>
              <a:xfrm>
                <a:off x="5315418" y="5897831"/>
                <a:ext cx="152516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1B4AB612-E5B0-7FF0-6F69-F4A86715D1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5418" y="5897831"/>
                <a:ext cx="1525161" cy="369332"/>
              </a:xfrm>
              <a:prstGeom prst="rect">
                <a:avLst/>
              </a:prstGeom>
              <a:blipFill>
                <a:blip r:embed="rId9"/>
                <a:stretch>
                  <a:fillRect l="-2800" t="-1639" r="-48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4786A5B-6E25-9506-28EB-D535DB8E1F14}"/>
                  </a:ext>
                </a:extLst>
              </p:cNvPr>
              <p:cNvSpPr txBox="1"/>
              <p:nvPr/>
            </p:nvSpPr>
            <p:spPr>
              <a:xfrm>
                <a:off x="9241084" y="2709748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=−1/5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94786A5B-6E25-9506-28EB-D535DB8E1F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41084" y="2709748"/>
                <a:ext cx="1359218" cy="369332"/>
              </a:xfrm>
              <a:prstGeom prst="rect">
                <a:avLst/>
              </a:prstGeom>
              <a:blipFill>
                <a:blip r:embed="rId10"/>
                <a:stretch>
                  <a:fillRect l="-5381" t="-1667" r="-5830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B656A1C-EB74-1533-97F0-59D5CB7D1DD4}"/>
                  </a:ext>
                </a:extLst>
              </p:cNvPr>
              <p:cNvSpPr txBox="1"/>
              <p:nvPr/>
            </p:nvSpPr>
            <p:spPr>
              <a:xfrm>
                <a:off x="9144099" y="3215716"/>
                <a:ext cx="11260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=1/2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FB656A1C-EB74-1533-97F0-59D5CB7D1D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99" y="3215716"/>
                <a:ext cx="1126013" cy="369332"/>
              </a:xfrm>
              <a:prstGeom prst="rect">
                <a:avLst/>
              </a:prstGeom>
              <a:blipFill>
                <a:blip r:embed="rId11"/>
                <a:stretch>
                  <a:fillRect l="-3243" t="-1667" r="-7027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AD22E48-1B87-09C3-4E3C-274FA6D67C6E}"/>
                  </a:ext>
                </a:extLst>
              </p:cNvPr>
              <p:cNvSpPr txBox="1"/>
              <p:nvPr/>
            </p:nvSpPr>
            <p:spPr>
              <a:xfrm>
                <a:off x="9305483" y="4511245"/>
                <a:ext cx="135921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=−1/4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CAD22E48-1B87-09C3-4E3C-274FA6D67C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05483" y="4511245"/>
                <a:ext cx="1359218" cy="369332"/>
              </a:xfrm>
              <a:prstGeom prst="rect">
                <a:avLst/>
              </a:prstGeom>
              <a:blipFill>
                <a:blip r:embed="rId12"/>
                <a:stretch>
                  <a:fillRect l="-5381" t="-1639" r="-583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448E6C77-886F-13F8-332D-CD1B690EF57C}"/>
                  </a:ext>
                </a:extLst>
              </p:cNvPr>
              <p:cNvSpPr txBox="1"/>
              <p:nvPr/>
            </p:nvSpPr>
            <p:spPr>
              <a:xfrm>
                <a:off x="9270737" y="4989629"/>
                <a:ext cx="135524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448E6C77-886F-13F8-332D-CD1B690EF5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70737" y="4989629"/>
                <a:ext cx="1355243" cy="369332"/>
              </a:xfrm>
              <a:prstGeom prst="rect">
                <a:avLst/>
              </a:prstGeom>
              <a:blipFill>
                <a:blip r:embed="rId13"/>
                <a:stretch>
                  <a:fillRect l="-3153" t="-1667" r="-5405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FA8E6A3-DC83-3AE0-2641-4A84D7093DD3}"/>
                  </a:ext>
                </a:extLst>
              </p:cNvPr>
              <p:cNvSpPr txBox="1"/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CFA8E6A3-DC83-3AE0-2641-4A84D7093D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897831"/>
                <a:ext cx="805413" cy="369332"/>
              </a:xfrm>
              <a:prstGeom prst="rect">
                <a:avLst/>
              </a:prstGeom>
              <a:blipFill>
                <a:blip r:embed="rId14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73F5074-DC23-CB0B-4483-0161B0B9125E}"/>
                  </a:ext>
                </a:extLst>
              </p:cNvPr>
              <p:cNvSpPr txBox="1"/>
              <p:nvPr/>
            </p:nvSpPr>
            <p:spPr>
              <a:xfrm>
                <a:off x="5258126" y="2744966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=−4/11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0" name="TextBox 49">
                <a:extLst>
                  <a:ext uri="{FF2B5EF4-FFF2-40B4-BE49-F238E27FC236}">
                    <a16:creationId xmlns:a16="http://schemas.microsoft.com/office/drawing/2014/main" id="{A73F5074-DC23-CB0B-4483-0161B0B91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8126" y="2744966"/>
                <a:ext cx="1529137" cy="369332"/>
              </a:xfrm>
              <a:prstGeom prst="rect">
                <a:avLst/>
              </a:prstGeom>
              <a:blipFill>
                <a:blip r:embed="rId15"/>
                <a:stretch>
                  <a:fillRect l="-4800" t="-1639" r="-52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8AB0D91-1D55-B425-C911-75125A2CCE0D}"/>
                  </a:ext>
                </a:extLst>
              </p:cNvPr>
              <p:cNvSpPr txBox="1"/>
              <p:nvPr/>
            </p:nvSpPr>
            <p:spPr>
              <a:xfrm>
                <a:off x="5251952" y="3622518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=−1/12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48AB0D91-1D55-B425-C911-75125A2CCE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51952" y="3622518"/>
                <a:ext cx="1529137" cy="369332"/>
              </a:xfrm>
              <a:prstGeom prst="rect">
                <a:avLst/>
              </a:prstGeom>
              <a:blipFill>
                <a:blip r:embed="rId16"/>
                <a:stretch>
                  <a:fillRect l="-4800" t="-1639" r="-5200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941B569-7E75-F189-18B9-E495A97A1B23}"/>
                  </a:ext>
                </a:extLst>
              </p:cNvPr>
              <p:cNvSpPr txBox="1"/>
              <p:nvPr/>
            </p:nvSpPr>
            <p:spPr>
              <a:xfrm>
                <a:off x="5330627" y="6286726"/>
                <a:ext cx="152913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=−5/23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5941B569-7E75-F189-18B9-E495A97A1B2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0627" y="6286726"/>
                <a:ext cx="1529137" cy="369332"/>
              </a:xfrm>
              <a:prstGeom prst="rect">
                <a:avLst/>
              </a:prstGeom>
              <a:blipFill>
                <a:blip r:embed="rId17"/>
                <a:stretch>
                  <a:fillRect l="-4781" t="-1639" r="-5179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4902D9B-D77D-2901-4DBA-8A7066B4C72D}"/>
                  </a:ext>
                </a:extLst>
              </p:cNvPr>
              <p:cNvSpPr txBox="1"/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4902D9B-D77D-2901-4DBA-8A7066B4C7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11706" y="4121805"/>
                <a:ext cx="805413" cy="369332"/>
              </a:xfrm>
              <a:prstGeom prst="rect">
                <a:avLst/>
              </a:prstGeom>
              <a:blipFill>
                <a:blip r:embed="rId18"/>
                <a:stretch>
                  <a:fillRect l="-4545" r="-9848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D06CAFA-8EA5-3DEE-E11F-A59C37826CD9}"/>
                  </a:ext>
                </a:extLst>
              </p:cNvPr>
              <p:cNvSpPr txBox="1"/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D06CAFA-8EA5-3DEE-E11F-A59C37826C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7875" y="5369162"/>
                <a:ext cx="805413" cy="369332"/>
              </a:xfrm>
              <a:prstGeom prst="rect">
                <a:avLst/>
              </a:prstGeom>
              <a:blipFill>
                <a:blip r:embed="rId19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4230600-FF4E-2624-F1CA-313448A81C5C}"/>
                  </a:ext>
                </a:extLst>
              </p:cNvPr>
              <p:cNvSpPr txBox="1"/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A4230600-FF4E-2624-F1CA-313448A81C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03373" y="2344711"/>
                <a:ext cx="805413" cy="369332"/>
              </a:xfrm>
              <a:prstGeom prst="rect">
                <a:avLst/>
              </a:prstGeom>
              <a:blipFill>
                <a:blip r:embed="rId20"/>
                <a:stretch>
                  <a:fillRect l="-5303" r="-9091" b="-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88B358C-8651-7A5A-5989-162AF9D91490}"/>
                  </a:ext>
                </a:extLst>
              </p:cNvPr>
              <p:cNvSpPr txBox="1"/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888B358C-8651-7A5A-5989-162AF9D914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3612982"/>
                <a:ext cx="805413" cy="369332"/>
              </a:xfrm>
              <a:prstGeom prst="rect">
                <a:avLst/>
              </a:prstGeom>
              <a:blipFill>
                <a:blip r:embed="rId21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BDA8DF4-6056-4124-1844-30F3EF121DA2}"/>
                  </a:ext>
                </a:extLst>
              </p:cNvPr>
              <p:cNvSpPr txBox="1"/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7" name="TextBox 56">
                <a:extLst>
                  <a:ext uri="{FF2B5EF4-FFF2-40B4-BE49-F238E27FC236}">
                    <a16:creationId xmlns:a16="http://schemas.microsoft.com/office/drawing/2014/main" id="{4BDA8DF4-6056-4124-1844-30F3EF121D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72068" y="4128481"/>
                <a:ext cx="805413" cy="369332"/>
              </a:xfrm>
              <a:prstGeom prst="rect">
                <a:avLst/>
              </a:prstGeom>
              <a:blipFill>
                <a:blip r:embed="rId22"/>
                <a:stretch>
                  <a:fillRect l="-5303" r="-9091" b="-49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CEA0B843-066A-1397-B91B-2F2D31D775E6}"/>
                  </a:ext>
                </a:extLst>
              </p:cNvPr>
              <p:cNvSpPr txBox="1"/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CEA0B843-066A-1397-B91B-2F2D31D775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5356289"/>
                <a:ext cx="805413" cy="369332"/>
              </a:xfrm>
              <a:prstGeom prst="rect">
                <a:avLst/>
              </a:prstGeom>
              <a:blipFill>
                <a:blip r:embed="rId23"/>
                <a:stretch>
                  <a:fillRect l="-9848" r="-9848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AD91A29-0C49-8457-5C45-3EAE2AD0B418}"/>
                  </a:ext>
                </a:extLst>
              </p:cNvPr>
              <p:cNvSpPr txBox="1"/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AD91A29-0C49-8457-5C45-3EAE2AD0B4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31038" y="6286726"/>
                <a:ext cx="805413" cy="369332"/>
              </a:xfrm>
              <a:prstGeom prst="rect">
                <a:avLst/>
              </a:prstGeom>
              <a:blipFill>
                <a:blip r:embed="rId24"/>
                <a:stretch>
                  <a:fillRect l="-9848" r="-9848" b="-229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0A876028-CD92-5C7D-CF4D-E69E9B3EE40A}"/>
              </a:ext>
            </a:extLst>
          </p:cNvPr>
          <p:cNvSpPr txBox="1"/>
          <p:nvPr/>
        </p:nvSpPr>
        <p:spPr>
          <a:xfrm>
            <a:off x="2241113" y="403178"/>
            <a:ext cx="881953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E77E553-B5E2-66D8-7A90-FF432FDF9B2C}"/>
                  </a:ext>
                </a:extLst>
              </p:cNvPr>
              <p:cNvSpPr txBox="1"/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−6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E77E553-B5E2-66D8-7A90-FF432FDF9B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390851"/>
                <a:ext cx="1986249" cy="369332"/>
              </a:xfrm>
              <a:prstGeom prst="rect">
                <a:avLst/>
              </a:prstGeom>
              <a:blipFill>
                <a:blip r:embed="rId25"/>
                <a:stretch>
                  <a:fillRect l="-307" r="-3681" b="-31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6AEE39B-F72B-8EE7-C735-034FFE699706}"/>
                  </a:ext>
                </a:extLst>
              </p:cNvPr>
              <p:cNvSpPr txBox="1"/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−5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96AEE39B-F72B-8EE7-C735-034FFE6997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3836712"/>
                <a:ext cx="1689693" cy="369332"/>
              </a:xfrm>
              <a:prstGeom prst="rect">
                <a:avLst/>
              </a:prstGeom>
              <a:blipFill>
                <a:blip r:embed="rId26"/>
                <a:stretch>
                  <a:fillRect l="-3957" t="-3279" r="-3957" b="-3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BBCDDEE-1F35-04C6-4471-8E45B13DB661}"/>
                  </a:ext>
                </a:extLst>
              </p:cNvPr>
              <p:cNvSpPr txBox="1"/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−3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−4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≥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CBBCDDEE-1F35-04C6-4471-8E45B13DB6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282573"/>
                <a:ext cx="1986249" cy="369332"/>
              </a:xfrm>
              <a:prstGeom prst="rect">
                <a:avLst/>
              </a:prstGeom>
              <a:blipFill>
                <a:blip r:embed="rId27"/>
                <a:stretch>
                  <a:fillRect l="-307" r="-3681" b="-3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22C98C-9177-1464-E185-8491D0D74347}"/>
                  </a:ext>
                </a:extLst>
              </p:cNvPr>
              <p:cNvSpPr txBox="1"/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B22C98C-9177-1464-E185-8491D0D743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4728434"/>
                <a:ext cx="874342" cy="369332"/>
              </a:xfrm>
              <a:prstGeom prst="rect">
                <a:avLst/>
              </a:prstGeom>
              <a:blipFill>
                <a:blip r:embed="rId28"/>
                <a:stretch>
                  <a:fillRect l="-4167" r="-8333"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417354E-1DE3-9D19-D235-5AF44DF2919C}"/>
                  </a:ext>
                </a:extLst>
              </p:cNvPr>
              <p:cNvSpPr txBox="1"/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≤0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417354E-1DE3-9D19-D235-5AF44DF291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7645" y="5174295"/>
                <a:ext cx="874342" cy="369332"/>
              </a:xfrm>
              <a:prstGeom prst="rect">
                <a:avLst/>
              </a:prstGeom>
              <a:blipFill>
                <a:blip r:embed="rId29"/>
                <a:stretch>
                  <a:fillRect l="-9028" r="-8333" b="-2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Rectangle 18">
            <a:extLst>
              <a:ext uri="{FF2B5EF4-FFF2-40B4-BE49-F238E27FC236}">
                <a16:creationId xmlns:a16="http://schemas.microsoft.com/office/drawing/2014/main" id="{D9BB830E-ACD4-79D1-9DD3-F99374EAE57D}"/>
              </a:ext>
            </a:extLst>
          </p:cNvPr>
          <p:cNvSpPr/>
          <p:nvPr/>
        </p:nvSpPr>
        <p:spPr>
          <a:xfrm>
            <a:off x="4271394" y="2271779"/>
            <a:ext cx="3636532" cy="868110"/>
          </a:xfrm>
          <a:prstGeom prst="rect">
            <a:avLst/>
          </a:prstGeom>
          <a:solidFill>
            <a:srgbClr val="00B050">
              <a:alpha val="5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36E355-8BF6-EBE3-AF07-FA132DCE27D2}"/>
              </a:ext>
            </a:extLst>
          </p:cNvPr>
          <p:cNvSpPr txBox="1"/>
          <p:nvPr/>
        </p:nvSpPr>
        <p:spPr>
          <a:xfrm>
            <a:off x="3318873" y="3846032"/>
            <a:ext cx="6487206" cy="1200329"/>
          </a:xfrm>
          <a:prstGeom prst="rect">
            <a:avLst/>
          </a:prstGeom>
          <a:solidFill>
            <a:srgbClr val="00B050"/>
          </a:solidFill>
          <a:ln w="381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600" b="0" dirty="0"/>
              <a:t>This corresponds to our Nash equilibrium!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216499002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06FF89-57A7-87CF-6D52-29EE10D69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B25168E-0DAE-6BF7-AE7A-65A4386F54F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E2880B2-4F38-7ABD-2929-E1CCCCAB6E8E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E9FAC16-E70C-48D8-EDAD-14B11C99FBF2}"/>
                  </a:ext>
                </a:extLst>
              </p:cNvPr>
              <p:cNvSpPr txBox="1"/>
              <p:nvPr/>
            </p:nvSpPr>
            <p:spPr>
              <a:xfrm>
                <a:off x="-376091" y="1744431"/>
                <a:ext cx="12491891" cy="493667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Over-constrained system where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sSup>
                      <m:sSup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el-GR" sz="24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=1 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with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no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zero</m:t>
                    </m:r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components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⇒</m:t>
                    </m:r>
                    <m:sSup>
                      <m:sSup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r>
                  <a:rPr lang="en-US" sz="2400" dirty="0"/>
                  <a:t>?</a:t>
                </a:r>
              </a:p>
              <a:p>
                <a:pPr lvl="1">
                  <a:spcAft>
                    <a:spcPts val="600"/>
                  </a:spcAft>
                </a:pPr>
                <a:endParaRPr lang="en-US" sz="2400" dirty="0"/>
              </a:p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A fully negative probability vector? </a:t>
                </a:r>
                <a:r>
                  <a:rPr lang="en-US" sz="2400"/>
                  <a:t>No</a:t>
                </a:r>
                <a:endParaRPr lang="en-US" sz="2400" dirty="0"/>
              </a:p>
              <a:p>
                <a:pPr lvl="1">
                  <a:spcAft>
                    <a:spcPts val="600"/>
                  </a:spcAft>
                </a:pPr>
                <a:endParaRPr lang="en-US" sz="2400" b="1" i="1" dirty="0"/>
              </a:p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The only vectors that satisfy all constraints are the zero vector and all of the pure strategy vectors?</a:t>
                </a:r>
              </a:p>
              <a:p>
                <a:pPr lvl="1">
                  <a:spcAft>
                    <a:spcPts val="600"/>
                  </a:spcAft>
                </a:pPr>
                <a:endParaRPr lang="en-US" sz="2400" dirty="0"/>
              </a:p>
              <a:p>
                <a:pPr lvl="1">
                  <a:spcAft>
                    <a:spcPts val="600"/>
                  </a:spcAft>
                </a:pPr>
                <a:r>
                  <a:rPr lang="en-US" sz="2400" dirty="0"/>
                  <a:t>How the code handles it:</a:t>
                </a:r>
              </a:p>
              <a:p>
                <a:pPr lvl="1">
                  <a:spcAft>
                    <a:spcPts val="600"/>
                  </a:spcAft>
                </a:pPr>
                <a:endParaRPr lang="en-US" sz="2400" dirty="0"/>
              </a:p>
              <a:p>
                <a:pPr lvl="1">
                  <a:spcAft>
                    <a:spcPts val="600"/>
                  </a:spcAft>
                </a:pPr>
                <a:endParaRPr lang="en-US" sz="2400" dirty="0"/>
              </a:p>
              <a:p>
                <a:pPr lvl="1">
                  <a:spcAft>
                    <a:spcPts val="600"/>
                  </a:spcAft>
                </a:pPr>
                <a:endParaRPr lang="en-US" sz="2400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E9FAC16-E70C-48D8-EDAD-14B11C99FB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376091" y="1744431"/>
                <a:ext cx="12491891" cy="4936672"/>
              </a:xfrm>
              <a:prstGeom prst="rect">
                <a:avLst/>
              </a:prstGeom>
              <a:blipFill>
                <a:blip r:embed="rId3"/>
                <a:stretch>
                  <a:fillRect t="-6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A6B9A85A-AFBE-6251-F7BC-E85BA381ADBF}"/>
              </a:ext>
            </a:extLst>
          </p:cNvPr>
          <p:cNvSpPr txBox="1"/>
          <p:nvPr/>
        </p:nvSpPr>
        <p:spPr>
          <a:xfrm>
            <a:off x="-76200" y="107950"/>
            <a:ext cx="12192000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How Do We Know When a Player’s Maximum Expected Value is Negative?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BBA61C-96F6-90D2-4A70-F049025BD0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7090" y="4617913"/>
            <a:ext cx="7308005" cy="2240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1322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8B929A-0A30-5CE0-937C-30198D420B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888D514-8B16-8E6C-69C7-D67F8EC2F732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46DEBF9-844A-CD99-3453-73C65F0EB6AD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B6276E-4601-A78B-1C87-83C27FC0F954}"/>
              </a:ext>
            </a:extLst>
          </p:cNvPr>
          <p:cNvSpPr txBox="1"/>
          <p:nvPr/>
        </p:nvSpPr>
        <p:spPr>
          <a:xfrm>
            <a:off x="377687" y="388722"/>
            <a:ext cx="1095225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b="1" dirty="0">
                <a:solidFill>
                  <a:schemeClr val="bg1"/>
                </a:solidFill>
              </a:rPr>
              <a:t>Combinatorial Vertex Enumeration Function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589156-1C1E-5A3B-B2CA-64ABAFA875A4}"/>
              </a:ext>
            </a:extLst>
          </p:cNvPr>
          <p:cNvSpPr txBox="1"/>
          <p:nvPr/>
        </p:nvSpPr>
        <p:spPr>
          <a:xfrm>
            <a:off x="5099901" y="2953449"/>
            <a:ext cx="7092099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As a proof of concept, I coded up a combinatorial vertex enumeration program in Python</a:t>
            </a:r>
          </a:p>
          <a:p>
            <a:endParaRPr lang="en-US" sz="2000" dirty="0"/>
          </a:p>
          <a:p>
            <a:r>
              <a:rPr lang="en-US" sz="2000" dirty="0"/>
              <a:t>I’ve successfully tested it on the 2 x 3 example discussed and the three examples used for previous testing</a:t>
            </a:r>
          </a:p>
          <a:p>
            <a:endParaRPr lang="en-US" sz="2000" dirty="0"/>
          </a:p>
          <a:p>
            <a:r>
              <a:rPr lang="en-US" sz="2000" dirty="0"/>
              <a:t>The code is included in Appendix A of this week’s latex write up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213F0F-4191-E379-5CD2-5B46452977B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92969" y="2019050"/>
            <a:ext cx="4898361" cy="45156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0440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750C6-4C9A-B564-76BA-1E0D19D58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DC2D833B-D1D3-9FBE-DC12-40D42181C994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CC170C2-D24A-6709-F716-1ABD4680D4B6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105712-D383-649D-D199-7CA758763E4B}"/>
              </a:ext>
            </a:extLst>
          </p:cNvPr>
          <p:cNvSpPr txBox="1"/>
          <p:nvPr/>
        </p:nvSpPr>
        <p:spPr>
          <a:xfrm>
            <a:off x="3024672" y="107950"/>
            <a:ext cx="614265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Simplex Algorithm and Nash Equilibrium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42AA798-13C1-41E3-ACC3-CB48D2411995}"/>
              </a:ext>
            </a:extLst>
          </p:cNvPr>
          <p:cNvSpPr txBox="1"/>
          <p:nvPr/>
        </p:nvSpPr>
        <p:spPr>
          <a:xfrm>
            <a:off x="-376090" y="1744431"/>
            <a:ext cx="1249189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dirty="0"/>
              <a:t>Is there a way to use the mechanics of the simplex algorithm to find Nash equilibrium?</a:t>
            </a:r>
          </a:p>
          <a:p>
            <a:pPr lvl="1"/>
            <a:endParaRPr lang="en-US" sz="2400" dirty="0"/>
          </a:p>
          <a:p>
            <a:pPr lvl="1"/>
            <a:r>
              <a:rPr lang="en-US" sz="2400" dirty="0"/>
              <a:t>This is the intuition behind the </a:t>
            </a:r>
            <a:r>
              <a:rPr lang="en-US" sz="2400" b="1" dirty="0"/>
              <a:t>Lemke-Howson Algorithm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F9D2235-C197-5CAD-AD42-BCE568CC3A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1162" y="3224185"/>
            <a:ext cx="8707299" cy="3327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12060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11501-58F7-B843-99D9-A5194DE5B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2902B9E-84DF-B214-06EE-CE6905EDB365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2FA2129-5188-1FA5-1A1D-D811605FC26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FAB769-6E39-7536-E6A5-5460CDF2A7FE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0316D0F-370F-69CA-6245-C20775387213}"/>
                  </a:ext>
                </a:extLst>
              </p:cNvPr>
              <p:cNvSpPr txBox="1"/>
              <p:nvPr/>
            </p:nvSpPr>
            <p:spPr>
              <a:xfrm>
                <a:off x="-299890" y="1710813"/>
                <a:ext cx="12491890" cy="526297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1"/>
                <a:r>
                  <a:rPr lang="en-US" sz="2400" dirty="0"/>
                  <a:t>The algorithm starts by considering the pair of origin vertices. This pair is fully labeled since all probability values are equal to zero</a:t>
                </a:r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Select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{1,2,…,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i="1" dirty="0">
                        <a:latin typeface="Cambria Math" panose="02040503050406030204" pitchFamily="18" charset="0"/>
                      </a:rPr>
                      <m:t>} </m:t>
                    </m:r>
                  </m:oMath>
                </a14:m>
                <a:endParaRPr lang="en-US" sz="2400" dirty="0"/>
              </a:p>
              <a:p>
                <a:pPr lvl="1"/>
                <a:endParaRPr lang="en-US" sz="2400" dirty="0"/>
              </a:p>
              <a:p>
                <a:pPr lvl="1"/>
                <a:r>
                  <a:rPr lang="en-US" sz="2400" dirty="0"/>
                  <a:t>Set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en-US" sz="2400" dirty="0"/>
              </a:p>
              <a:p>
                <a:pPr lvl="1"/>
                <a:r>
                  <a:rPr lang="en-US" sz="2400" dirty="0"/>
                  <a:t>We then begin a loop:</a:t>
                </a:r>
              </a:p>
              <a:p>
                <a:pPr lvl="1"/>
                <a:r>
                  <a:rPr lang="en-US" sz="2400" dirty="0"/>
                  <a:t>	Drop label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from Player 1’s vertex</a:t>
                </a:r>
              </a:p>
              <a:p>
                <a:pPr lvl="1"/>
                <a:r>
                  <a:rPr lang="en-US" sz="2400" dirty="0"/>
                  <a:t>	Move along edge to add label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sz="2400" dirty="0"/>
                  <a:t> to Player 2’s vertex; lose label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in the process</a:t>
                </a:r>
              </a:p>
              <a:p>
                <a:pPr lvl="1"/>
                <a:r>
                  <a:rPr lang="en-US" sz="2400" dirty="0"/>
                  <a:t>	If fully labeled, stop looping </a:t>
                </a:r>
              </a:p>
              <a:p>
                <a:pPr lvl="1"/>
                <a:r>
                  <a:rPr lang="en-US" sz="2400" dirty="0"/>
                  <a:t>	 Move along edge to add label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to Player 1’s vertex; lose label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2400" dirty="0"/>
                  <a:t> in the process</a:t>
                </a:r>
              </a:p>
              <a:p>
                <a:pPr lvl="1"/>
                <a:r>
                  <a:rPr lang="en-US" sz="2400" dirty="0"/>
                  <a:t>	If fully labeled, stop looping </a:t>
                </a:r>
              </a:p>
              <a:p>
                <a:pPr lvl="1"/>
                <a:r>
                  <a:rPr lang="en-US" sz="2400" dirty="0"/>
                  <a:t>	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′′</m:t>
                    </m:r>
                  </m:oMath>
                </a14:m>
                <a:endParaRPr lang="en-US" sz="2400" dirty="0"/>
              </a:p>
              <a:p>
                <a:pPr lvl="1"/>
                <a:endParaRPr lang="en-US" sz="24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0316D0F-370F-69CA-6245-C207753872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299890" y="1710813"/>
                <a:ext cx="12491890" cy="5262979"/>
              </a:xfrm>
              <a:prstGeom prst="rect">
                <a:avLst/>
              </a:prstGeom>
              <a:blipFill>
                <a:blip r:embed="rId3"/>
                <a:stretch>
                  <a:fillRect t="-927" r="-9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894153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2E806A-1883-842A-5BD0-5B2EE71E7E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3CFCC59-022F-A020-644A-CA717E5CAA3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AC29625-DBDC-A377-20A5-2944AFEC4E7C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0B5234-8CFC-8931-042D-807F749948F2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9B755A42-038C-0C8C-197F-D44110A324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7017031"/>
              </p:ext>
            </p:extLst>
          </p:nvPr>
        </p:nvGraphicFramePr>
        <p:xfrm>
          <a:off x="2134636" y="2453346"/>
          <a:ext cx="3874276" cy="16689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7138">
                  <a:extLst>
                    <a:ext uri="{9D8B030D-6E8A-4147-A177-3AD203B41FA5}">
                      <a16:colId xmlns:a16="http://schemas.microsoft.com/office/drawing/2014/main" val="490707801"/>
                    </a:ext>
                  </a:extLst>
                </a:gridCol>
                <a:gridCol w="1937138">
                  <a:extLst>
                    <a:ext uri="{9D8B030D-6E8A-4147-A177-3AD203B41FA5}">
                      <a16:colId xmlns:a16="http://schemas.microsoft.com/office/drawing/2014/main" val="812926897"/>
                    </a:ext>
                  </a:extLst>
                </a:gridCol>
              </a:tblGrid>
              <a:tr h="834486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95725"/>
                  </a:ext>
                </a:extLst>
              </a:tr>
              <a:tr h="834486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7542149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D0DEFC6-9623-C536-F2F9-7A1AEB5019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3563572"/>
              </p:ext>
            </p:extLst>
          </p:nvPr>
        </p:nvGraphicFramePr>
        <p:xfrm>
          <a:off x="7605486" y="2437283"/>
          <a:ext cx="3874276" cy="16689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7138">
                  <a:extLst>
                    <a:ext uri="{9D8B030D-6E8A-4147-A177-3AD203B41FA5}">
                      <a16:colId xmlns:a16="http://schemas.microsoft.com/office/drawing/2014/main" val="490707801"/>
                    </a:ext>
                  </a:extLst>
                </a:gridCol>
                <a:gridCol w="1937138">
                  <a:extLst>
                    <a:ext uri="{9D8B030D-6E8A-4147-A177-3AD203B41FA5}">
                      <a16:colId xmlns:a16="http://schemas.microsoft.com/office/drawing/2014/main" val="812926897"/>
                    </a:ext>
                  </a:extLst>
                </a:gridCol>
              </a:tblGrid>
              <a:tr h="834486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95725"/>
                  </a:ext>
                </a:extLst>
              </a:tr>
              <a:tr h="834486"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57542149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24B1C1-9E22-DF1E-ED54-67C98C83EAD0}"/>
                  </a:ext>
                </a:extLst>
              </p:cNvPr>
              <p:cNvSpPr txBox="1"/>
              <p:nvPr/>
            </p:nvSpPr>
            <p:spPr>
              <a:xfrm>
                <a:off x="3217157" y="4849919"/>
                <a:ext cx="193918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24B1C1-9E22-DF1E-ED54-67C98C83EA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157" y="4849919"/>
                <a:ext cx="1939185" cy="369332"/>
              </a:xfrm>
              <a:prstGeom prst="rect">
                <a:avLst/>
              </a:prstGeom>
              <a:blipFill>
                <a:blip r:embed="rId3"/>
                <a:stretch>
                  <a:fillRect l="-3459" r="-3459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21EEABB-86FC-0775-29DB-641E44CDB240}"/>
                  </a:ext>
                </a:extLst>
              </p:cNvPr>
              <p:cNvSpPr txBox="1"/>
              <p:nvPr/>
            </p:nvSpPr>
            <p:spPr>
              <a:xfrm>
                <a:off x="3217157" y="5295780"/>
                <a:ext cx="193918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1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+3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21EEABB-86FC-0775-29DB-641E44CDB2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7157" y="5295780"/>
                <a:ext cx="1939185" cy="369332"/>
              </a:xfrm>
              <a:prstGeom prst="rect">
                <a:avLst/>
              </a:prstGeom>
              <a:blipFill>
                <a:blip r:embed="rId4"/>
                <a:stretch>
                  <a:fillRect l="-3459" r="-3459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FEC3005-582F-20FC-0F72-DD33CA0670E0}"/>
                  </a:ext>
                </a:extLst>
              </p:cNvPr>
              <p:cNvSpPr txBox="1"/>
              <p:nvPr/>
            </p:nvSpPr>
            <p:spPr>
              <a:xfrm>
                <a:off x="3777484" y="5741641"/>
                <a:ext cx="93019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AFEC3005-582F-20FC-0F72-DD33CA0670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7484" y="5741641"/>
                <a:ext cx="930190" cy="369332"/>
              </a:xfrm>
              <a:prstGeom prst="rect">
                <a:avLst/>
              </a:prstGeom>
              <a:blipFill>
                <a:blip r:embed="rId5"/>
                <a:stretch>
                  <a:fillRect l="-4605" r="-7895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7CFC104-FCFA-0627-5D6C-9C46B800C2C1}"/>
                  </a:ext>
                </a:extLst>
              </p:cNvPr>
              <p:cNvSpPr txBox="1"/>
              <p:nvPr/>
            </p:nvSpPr>
            <p:spPr>
              <a:xfrm>
                <a:off x="3770366" y="6187502"/>
                <a:ext cx="9373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7CFC104-FCFA-0627-5D6C-9C46B800C2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70366" y="6187502"/>
                <a:ext cx="937308" cy="369332"/>
              </a:xfrm>
              <a:prstGeom prst="rect">
                <a:avLst/>
              </a:prstGeom>
              <a:blipFill>
                <a:blip r:embed="rId6"/>
                <a:stretch>
                  <a:fillRect l="-3896" r="-7792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A8745C36-E4C9-4AA0-9BF2-423CC43F62F0}"/>
              </a:ext>
            </a:extLst>
          </p:cNvPr>
          <p:cNvSpPr txBox="1"/>
          <p:nvPr/>
        </p:nvSpPr>
        <p:spPr>
          <a:xfrm>
            <a:off x="2383834" y="1710813"/>
            <a:ext cx="29839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Payoffs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3AC83F-4FAC-0FB2-55E9-BD3985C0EDAC}"/>
              </a:ext>
            </a:extLst>
          </p:cNvPr>
          <p:cNvSpPr txBox="1"/>
          <p:nvPr/>
        </p:nvSpPr>
        <p:spPr>
          <a:xfrm>
            <a:off x="7854682" y="1710813"/>
            <a:ext cx="298399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Payoffs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3F9CDD-24C8-5E3A-243C-7739903AD6F6}"/>
              </a:ext>
            </a:extLst>
          </p:cNvPr>
          <p:cNvSpPr txBox="1"/>
          <p:nvPr/>
        </p:nvSpPr>
        <p:spPr>
          <a:xfrm>
            <a:off x="2472612" y="2074722"/>
            <a:ext cx="785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solidFill>
                  <a:srgbClr val="064EA1"/>
                </a:solidFill>
              </a:rPr>
              <a:t>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2C2EB63-A74E-89D6-D3E5-9A745F75CCB5}"/>
              </a:ext>
            </a:extLst>
          </p:cNvPr>
          <p:cNvSpPr txBox="1"/>
          <p:nvPr/>
        </p:nvSpPr>
        <p:spPr>
          <a:xfrm>
            <a:off x="7972159" y="2074722"/>
            <a:ext cx="785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solidFill>
                  <a:srgbClr val="064EA1"/>
                </a:solidFill>
              </a:rPr>
              <a:t>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2771C62-C37F-7EB5-61B5-FC7BCEBA7E55}"/>
              </a:ext>
            </a:extLst>
          </p:cNvPr>
          <p:cNvSpPr txBox="1"/>
          <p:nvPr/>
        </p:nvSpPr>
        <p:spPr>
          <a:xfrm>
            <a:off x="9937331" y="2074048"/>
            <a:ext cx="785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solidFill>
                  <a:srgbClr val="064EA1"/>
                </a:solidFill>
              </a:rPr>
              <a:t>B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6A3F583-105D-B4D2-9BB4-93AA60467DF9}"/>
              </a:ext>
            </a:extLst>
          </p:cNvPr>
          <p:cNvSpPr txBox="1"/>
          <p:nvPr/>
        </p:nvSpPr>
        <p:spPr>
          <a:xfrm>
            <a:off x="4378083" y="2074047"/>
            <a:ext cx="785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solidFill>
                  <a:srgbClr val="064EA1"/>
                </a:solidFill>
              </a:rPr>
              <a:t>B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7605D8E-165E-FF13-C1CA-619DBF9BF286}"/>
              </a:ext>
            </a:extLst>
          </p:cNvPr>
          <p:cNvSpPr txBox="1"/>
          <p:nvPr/>
        </p:nvSpPr>
        <p:spPr>
          <a:xfrm>
            <a:off x="1281403" y="2696278"/>
            <a:ext cx="785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029E64F-ADD0-0BFE-B524-4EA13E80FE08}"/>
              </a:ext>
            </a:extLst>
          </p:cNvPr>
          <p:cNvSpPr txBox="1"/>
          <p:nvPr/>
        </p:nvSpPr>
        <p:spPr>
          <a:xfrm>
            <a:off x="1281403" y="3467108"/>
            <a:ext cx="785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solidFill>
                  <a:srgbClr val="FF0000"/>
                </a:solidFill>
              </a:rPr>
              <a:t>2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3A33B27-7798-FFF6-AE85-C190FBAF0A4D}"/>
              </a:ext>
            </a:extLst>
          </p:cNvPr>
          <p:cNvSpPr txBox="1"/>
          <p:nvPr/>
        </p:nvSpPr>
        <p:spPr>
          <a:xfrm>
            <a:off x="6696268" y="2696278"/>
            <a:ext cx="785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solidFill>
                  <a:srgbClr val="FF0000"/>
                </a:solidFill>
              </a:rPr>
              <a:t>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208A6CC-D864-8F17-B3C6-92D291E95D65}"/>
              </a:ext>
            </a:extLst>
          </p:cNvPr>
          <p:cNvSpPr txBox="1"/>
          <p:nvPr/>
        </p:nvSpPr>
        <p:spPr>
          <a:xfrm>
            <a:off x="6696268" y="3467108"/>
            <a:ext cx="785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>
                <a:solidFill>
                  <a:srgbClr val="FF0000"/>
                </a:solidFill>
              </a:rPr>
              <a:t>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C269498-4CC9-30DF-D53B-1734C9FA6DE1}"/>
                  </a:ext>
                </a:extLst>
              </p:cNvPr>
              <p:cNvSpPr txBox="1"/>
              <p:nvPr/>
            </p:nvSpPr>
            <p:spPr>
              <a:xfrm>
                <a:off x="8673489" y="4851534"/>
                <a:ext cx="198086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1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FC269498-4CC9-30DF-D53B-1734C9FA6D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489" y="4851534"/>
                <a:ext cx="1980863" cy="369332"/>
              </a:xfrm>
              <a:prstGeom prst="rect">
                <a:avLst/>
              </a:prstGeom>
              <a:blipFill>
                <a:blip r:embed="rId7"/>
                <a:stretch>
                  <a:fillRect l="-3385" r="-3385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01F2FE1-302C-2E11-6BF1-454DB3DE1FBB}"/>
                  </a:ext>
                </a:extLst>
              </p:cNvPr>
              <p:cNvSpPr txBox="1"/>
              <p:nvPr/>
            </p:nvSpPr>
            <p:spPr>
              <a:xfrm>
                <a:off x="8673488" y="5290203"/>
                <a:ext cx="198086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3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01F2FE1-302C-2E11-6BF1-454DB3DE1FB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73488" y="5290203"/>
                <a:ext cx="1980863" cy="369332"/>
              </a:xfrm>
              <a:prstGeom prst="rect">
                <a:avLst/>
              </a:prstGeom>
              <a:blipFill>
                <a:blip r:embed="rId8"/>
                <a:stretch>
                  <a:fillRect l="-3385" r="-3385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A3FD5C6-1991-12E8-46E6-2DD837C7BB75}"/>
                  </a:ext>
                </a:extLst>
              </p:cNvPr>
              <p:cNvSpPr txBox="1"/>
              <p:nvPr/>
            </p:nvSpPr>
            <p:spPr>
              <a:xfrm>
                <a:off x="9263782" y="5728872"/>
                <a:ext cx="94339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DA3FD5C6-1991-12E8-46E6-2DD837C7BB7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3782" y="5728872"/>
                <a:ext cx="943399" cy="369332"/>
              </a:xfrm>
              <a:prstGeom prst="rect">
                <a:avLst/>
              </a:prstGeom>
              <a:blipFill>
                <a:blip r:embed="rId9"/>
                <a:stretch>
                  <a:fillRect l="-4545" r="-7792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ACEFE4B-8F80-7E4E-6479-4211B161B750}"/>
                  </a:ext>
                </a:extLst>
              </p:cNvPr>
              <p:cNvSpPr txBox="1"/>
              <p:nvPr/>
            </p:nvSpPr>
            <p:spPr>
              <a:xfrm>
                <a:off x="9263782" y="6187502"/>
                <a:ext cx="965777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5ACEFE4B-8F80-7E4E-6479-4211B161B7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63782" y="6187502"/>
                <a:ext cx="965777" cy="369332"/>
              </a:xfrm>
              <a:prstGeom prst="rect">
                <a:avLst/>
              </a:prstGeom>
              <a:blipFill>
                <a:blip r:embed="rId10"/>
                <a:stretch>
                  <a:fillRect l="-4430" r="-7595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ADE6C129-B009-1B32-5B8F-4112B329323C}"/>
              </a:ext>
            </a:extLst>
          </p:cNvPr>
          <p:cNvSpPr txBox="1"/>
          <p:nvPr/>
        </p:nvSpPr>
        <p:spPr>
          <a:xfrm>
            <a:off x="-474589" y="1710813"/>
            <a:ext cx="2072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Example: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AF99622-E005-E3EB-55F1-751A9AC17703}"/>
                  </a:ext>
                </a:extLst>
              </p:cNvPr>
              <p:cNvSpPr txBox="1"/>
              <p:nvPr/>
            </p:nvSpPr>
            <p:spPr>
              <a:xfrm>
                <a:off x="1782653" y="4301452"/>
                <a:ext cx="457824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2400" dirty="0"/>
                  <a:t>Player 1 Probability Vector: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4AF99622-E005-E3EB-55F1-751A9AC177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2653" y="4301452"/>
                <a:ext cx="4578241" cy="369332"/>
              </a:xfrm>
              <a:prstGeom prst="rect">
                <a:avLst/>
              </a:prstGeom>
              <a:blipFill>
                <a:blip r:embed="rId11"/>
                <a:stretch>
                  <a:fillRect l="-3995" t="-26667" r="-2264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D1E37BD-5052-C80A-E108-37C0A2D16F90}"/>
                  </a:ext>
                </a:extLst>
              </p:cNvPr>
              <p:cNvSpPr txBox="1"/>
              <p:nvPr/>
            </p:nvSpPr>
            <p:spPr>
              <a:xfrm>
                <a:off x="7253503" y="4301559"/>
                <a:ext cx="466211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US" sz="2400" dirty="0"/>
                  <a:t>Player 2 Probability Vector: </a:t>
                </a:r>
                <a14:m>
                  <m:oMath xmlns:m="http://schemas.openxmlformats.org/officeDocument/2006/math">
                    <m:r>
                      <a:rPr lang="en-US" sz="24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AD1E37BD-5052-C80A-E108-37C0A2D16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53503" y="4301559"/>
                <a:ext cx="4662110" cy="369332"/>
              </a:xfrm>
              <a:prstGeom prst="rect">
                <a:avLst/>
              </a:prstGeom>
              <a:blipFill>
                <a:blip r:embed="rId12"/>
                <a:stretch>
                  <a:fillRect l="-4052" t="-26667" r="-1176" b="-5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32369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8185FD-9D5A-B70B-4A1E-119847BB3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54E72FEC-C95E-F11A-6060-DC99FA8BBE8F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D93C1FA-1A6B-4C9E-7E96-E96F67F33BE0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3E9F2B-2641-06BF-9BEA-ABE66E136898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B6E79F5-8162-8C00-3533-9DD274B06690}"/>
              </a:ext>
            </a:extLst>
          </p:cNvPr>
          <p:cNvSpPr txBox="1"/>
          <p:nvPr/>
        </p:nvSpPr>
        <p:spPr>
          <a:xfrm>
            <a:off x="-474589" y="1710813"/>
            <a:ext cx="2072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Example: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F37A3F7-2133-7CEA-26FE-125FD062E7DE}"/>
              </a:ext>
            </a:extLst>
          </p:cNvPr>
          <p:cNvSpPr txBox="1"/>
          <p:nvPr/>
        </p:nvSpPr>
        <p:spPr>
          <a:xfrm>
            <a:off x="891360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B9E634BE-6D80-3D1B-D9DB-0FBF0CC7A72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810" r="18397"/>
          <a:stretch>
            <a:fillRect/>
          </a:stretch>
        </p:blipFill>
        <p:spPr>
          <a:xfrm>
            <a:off x="487298" y="2535712"/>
            <a:ext cx="4327796" cy="411893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CD000E41-5ABB-9F22-F1C7-E3E0A03C80B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866"/>
          <a:stretch>
            <a:fillRect/>
          </a:stretch>
        </p:blipFill>
        <p:spPr>
          <a:xfrm>
            <a:off x="5436135" y="2535712"/>
            <a:ext cx="4258074" cy="411893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050414D2-6513-034F-B6CF-D2977C60B12C}"/>
              </a:ext>
            </a:extLst>
          </p:cNvPr>
          <p:cNvSpPr txBox="1"/>
          <p:nvPr/>
        </p:nvSpPr>
        <p:spPr>
          <a:xfrm>
            <a:off x="5738411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5A055C5-F5BB-8E94-CC93-401FAAA18F43}"/>
                  </a:ext>
                </a:extLst>
              </p:cNvPr>
              <p:cNvSpPr txBox="1"/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5A055C5-F5BB-8E94-CC93-401FAAA18F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C5550E0-A59E-F4DA-EF9C-C6B5CA79612B}"/>
                  </a:ext>
                </a:extLst>
              </p:cNvPr>
              <p:cNvSpPr txBox="1"/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1C5550E0-A59E-F4DA-EF9C-C6B5CA7961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23C9B34-5F91-FDC2-C4F8-FE134FE0CCFD}"/>
                  </a:ext>
                </a:extLst>
              </p:cNvPr>
              <p:cNvSpPr txBox="1"/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B23C9B34-5F91-FDC2-C4F8-FE134FE0CCF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D86FB7D-7350-394A-467E-76E56E1820E9}"/>
                  </a:ext>
                </a:extLst>
              </p:cNvPr>
              <p:cNvSpPr txBox="1"/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CD86FB7D-7350-394A-467E-76E56E1820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572783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C3BB8-651A-9A9F-D353-5E62E43784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363905D-FB18-1187-8EA7-AE947DB5A477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6C72242-1BD1-EDC8-31EB-954CE6B8ADF2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06F0F8C-2B80-04C5-DBFD-E96AF98C7B5B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D534334-2736-7ABF-9D1B-F6CC88936839}"/>
              </a:ext>
            </a:extLst>
          </p:cNvPr>
          <p:cNvSpPr txBox="1"/>
          <p:nvPr/>
        </p:nvSpPr>
        <p:spPr>
          <a:xfrm>
            <a:off x="-474589" y="1710813"/>
            <a:ext cx="2072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Example: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5054218-6294-5D48-270F-CD8D8CDD5F83}"/>
              </a:ext>
            </a:extLst>
          </p:cNvPr>
          <p:cNvSpPr txBox="1"/>
          <p:nvPr/>
        </p:nvSpPr>
        <p:spPr>
          <a:xfrm>
            <a:off x="891360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09EB3AC-0FF8-8C32-128C-008EC39BEDC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810" r="18397"/>
          <a:stretch>
            <a:fillRect/>
          </a:stretch>
        </p:blipFill>
        <p:spPr>
          <a:xfrm>
            <a:off x="487298" y="2535712"/>
            <a:ext cx="4327796" cy="411893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9E7653B4-403C-50A4-9F9E-A7BA06343CB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866"/>
          <a:stretch>
            <a:fillRect/>
          </a:stretch>
        </p:blipFill>
        <p:spPr>
          <a:xfrm>
            <a:off x="5436135" y="2535712"/>
            <a:ext cx="4258074" cy="411893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417D9C91-94C2-D9A5-59EB-A9D0ADBF364F}"/>
              </a:ext>
            </a:extLst>
          </p:cNvPr>
          <p:cNvSpPr txBox="1"/>
          <p:nvPr/>
        </p:nvSpPr>
        <p:spPr>
          <a:xfrm>
            <a:off x="5738411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3C1AA66-5C6D-AE29-9B04-B4AC7FEF1BCD}"/>
                  </a:ext>
                </a:extLst>
              </p:cNvPr>
              <p:cNvSpPr txBox="1"/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3C1AA66-5C6D-AE29-9B04-B4AC7FEF1B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2D59C44-146B-1D22-EA85-B8FA9157A949}"/>
                  </a:ext>
                </a:extLst>
              </p:cNvPr>
              <p:cNvSpPr txBox="1"/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2D59C44-146B-1D22-EA85-B8FA9157A9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0F7E9FE-1E67-706D-1303-ABC7F01C902F}"/>
                  </a:ext>
                </a:extLst>
              </p:cNvPr>
              <p:cNvSpPr txBox="1"/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0F7E9FE-1E67-706D-1303-ABC7F01C90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7F9CF14C-6DD5-1B68-2889-623E0DCA93B1}"/>
              </a:ext>
            </a:extLst>
          </p:cNvPr>
          <p:cNvSpPr/>
          <p:nvPr/>
        </p:nvSpPr>
        <p:spPr>
          <a:xfrm>
            <a:off x="738328" y="6398767"/>
            <a:ext cx="171694" cy="16692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7E40838B-B894-75F5-CF80-719A777BC9BC}"/>
              </a:ext>
            </a:extLst>
          </p:cNvPr>
          <p:cNvSpPr/>
          <p:nvPr/>
        </p:nvSpPr>
        <p:spPr>
          <a:xfrm>
            <a:off x="5668377" y="6395978"/>
            <a:ext cx="171694" cy="16692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954A5C5-76F3-0CF0-9220-E691FEF3DBC4}"/>
              </a:ext>
            </a:extLst>
          </p:cNvPr>
          <p:cNvSpPr txBox="1"/>
          <p:nvPr/>
        </p:nvSpPr>
        <p:spPr>
          <a:xfrm>
            <a:off x="891360" y="6035533"/>
            <a:ext cx="606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1,2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A57F051-CC5E-2C2F-DF67-E73BA72FB2AE}"/>
              </a:ext>
            </a:extLst>
          </p:cNvPr>
          <p:cNvSpPr txBox="1"/>
          <p:nvPr/>
        </p:nvSpPr>
        <p:spPr>
          <a:xfrm>
            <a:off x="5793520" y="6035533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A,B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31D575-8A78-1670-3F99-5BE264A37940}"/>
                  </a:ext>
                </a:extLst>
              </p:cNvPr>
              <p:cNvSpPr txBox="1"/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31D575-8A78-1670-3F99-5BE264A379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74532F86-E8B5-92F4-A412-4A1870215F23}"/>
              </a:ext>
            </a:extLst>
          </p:cNvPr>
          <p:cNvSpPr txBox="1"/>
          <p:nvPr/>
        </p:nvSpPr>
        <p:spPr>
          <a:xfrm>
            <a:off x="9611139" y="2619643"/>
            <a:ext cx="263356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Start with the pair of origin vertices</a:t>
            </a:r>
          </a:p>
        </p:txBody>
      </p:sp>
    </p:spTree>
    <p:extLst>
      <p:ext uri="{BB962C8B-B14F-4D97-AF65-F5344CB8AC3E}">
        <p14:creationId xmlns:p14="http://schemas.microsoft.com/office/powerpoint/2010/main" val="8690361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C68BFE-F13A-496E-70CF-C1AAC29D9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A205F6D-2343-DED1-43F5-382104C40AF9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248852-B76E-B9EE-E0F7-570C878945F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85F2D9-9E73-2F8B-118A-B4289C33272D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6D5619-02A6-6D56-AFE4-9E2BE4277940}"/>
              </a:ext>
            </a:extLst>
          </p:cNvPr>
          <p:cNvSpPr txBox="1"/>
          <p:nvPr/>
        </p:nvSpPr>
        <p:spPr>
          <a:xfrm>
            <a:off x="-474589" y="1710813"/>
            <a:ext cx="2072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Example: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C6DAFDA-425E-6027-1136-60FF62BB60B4}"/>
              </a:ext>
            </a:extLst>
          </p:cNvPr>
          <p:cNvSpPr txBox="1"/>
          <p:nvPr/>
        </p:nvSpPr>
        <p:spPr>
          <a:xfrm>
            <a:off x="891360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7C4E2FA4-A694-0829-AC42-D6FD90C388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810" r="18397"/>
          <a:stretch>
            <a:fillRect/>
          </a:stretch>
        </p:blipFill>
        <p:spPr>
          <a:xfrm>
            <a:off x="487298" y="2535712"/>
            <a:ext cx="4327796" cy="411893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3E753E19-E861-370F-366A-81E6FC574F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866"/>
          <a:stretch>
            <a:fillRect/>
          </a:stretch>
        </p:blipFill>
        <p:spPr>
          <a:xfrm>
            <a:off x="5436135" y="2535712"/>
            <a:ext cx="4258074" cy="411893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6F18FB69-5FFC-7A2A-CC87-5C0ECB056911}"/>
              </a:ext>
            </a:extLst>
          </p:cNvPr>
          <p:cNvSpPr txBox="1"/>
          <p:nvPr/>
        </p:nvSpPr>
        <p:spPr>
          <a:xfrm>
            <a:off x="5738411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DD421E5-7B14-6424-7E74-A763A0E39D14}"/>
                  </a:ext>
                </a:extLst>
              </p:cNvPr>
              <p:cNvSpPr txBox="1"/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DD421E5-7B14-6424-7E74-A763A0E39D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B5F442D-A3A8-FB0D-F6C2-AA7785AA1D77}"/>
                  </a:ext>
                </a:extLst>
              </p:cNvPr>
              <p:cNvSpPr txBox="1"/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B5F442D-A3A8-FB0D-F6C2-AA7785AA1D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C991CB7-BD50-F673-FC12-51AB1ABE30A5}"/>
                  </a:ext>
                </a:extLst>
              </p:cNvPr>
              <p:cNvSpPr txBox="1"/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4C991CB7-BD50-F673-FC12-51AB1ABE30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6CE6A3A4-120F-5732-A30F-73FE7D4EC89C}"/>
              </a:ext>
            </a:extLst>
          </p:cNvPr>
          <p:cNvSpPr/>
          <p:nvPr/>
        </p:nvSpPr>
        <p:spPr>
          <a:xfrm>
            <a:off x="738328" y="6398767"/>
            <a:ext cx="171694" cy="16692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B84AF301-7F5B-DB85-BDD0-7C1DC9A4ACF6}"/>
              </a:ext>
            </a:extLst>
          </p:cNvPr>
          <p:cNvSpPr/>
          <p:nvPr/>
        </p:nvSpPr>
        <p:spPr>
          <a:xfrm>
            <a:off x="5668377" y="6395978"/>
            <a:ext cx="171694" cy="16692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1317D7C-6656-A5B8-8C21-A0183D589E10}"/>
              </a:ext>
            </a:extLst>
          </p:cNvPr>
          <p:cNvSpPr txBox="1"/>
          <p:nvPr/>
        </p:nvSpPr>
        <p:spPr>
          <a:xfrm>
            <a:off x="891360" y="6035533"/>
            <a:ext cx="606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1,2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0163116-D904-2F10-2DBC-BEE4BEDBDFA1}"/>
              </a:ext>
            </a:extLst>
          </p:cNvPr>
          <p:cNvSpPr txBox="1"/>
          <p:nvPr/>
        </p:nvSpPr>
        <p:spPr>
          <a:xfrm>
            <a:off x="5793520" y="6035533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A,B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13AD14B-5791-0AA5-DBDD-316F9BA97B28}"/>
                  </a:ext>
                </a:extLst>
              </p:cNvPr>
              <p:cNvSpPr txBox="1"/>
              <p:nvPr/>
            </p:nvSpPr>
            <p:spPr>
              <a:xfrm>
                <a:off x="9971232" y="4404635"/>
                <a:ext cx="198086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1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+4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013AD14B-5791-0AA5-DBDD-316F9BA97B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1232" y="4404635"/>
                <a:ext cx="1980863" cy="369332"/>
              </a:xfrm>
              <a:prstGeom prst="rect">
                <a:avLst/>
              </a:prstGeom>
              <a:blipFill>
                <a:blip r:embed="rId8"/>
                <a:stretch>
                  <a:fillRect l="-3385" r="-3077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26F03AC2-A9F5-DEA7-399C-594BCE447979}"/>
              </a:ext>
            </a:extLst>
          </p:cNvPr>
          <p:cNvSpPr txBox="1"/>
          <p:nvPr/>
        </p:nvSpPr>
        <p:spPr>
          <a:xfrm>
            <a:off x="9712767" y="3236541"/>
            <a:ext cx="249779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Strategy 1 must have highest expected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FD513BF-8364-1343-9AFB-5BDCD685F9FB}"/>
                  </a:ext>
                </a:extLst>
              </p:cNvPr>
              <p:cNvSpPr txBox="1"/>
              <p:nvPr/>
            </p:nvSpPr>
            <p:spPr>
              <a:xfrm>
                <a:off x="10335681" y="4874408"/>
                <a:ext cx="964175" cy="69147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4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FD513BF-8364-1343-9AFB-5BDCD685F9F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5681" y="4874408"/>
                <a:ext cx="964175" cy="69147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52CD60A-0E2D-006B-05BE-64C77E72D47F}"/>
              </a:ext>
            </a:extLst>
          </p:cNvPr>
          <p:cNvCxnSpPr/>
          <p:nvPr/>
        </p:nvCxnSpPr>
        <p:spPr>
          <a:xfrm flipH="1" flipV="1">
            <a:off x="5738411" y="4226767"/>
            <a:ext cx="15813" cy="2039598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66D51A0-7114-FA7C-FABC-72F487184EA8}"/>
              </a:ext>
            </a:extLst>
          </p:cNvPr>
          <p:cNvCxnSpPr/>
          <p:nvPr/>
        </p:nvCxnSpPr>
        <p:spPr>
          <a:xfrm>
            <a:off x="860612" y="6110880"/>
            <a:ext cx="356669" cy="30791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02A1BAD-1D92-37B9-10D0-6D13D7FDBA33}"/>
              </a:ext>
            </a:extLst>
          </p:cNvPr>
          <p:cNvCxnSpPr>
            <a:cxnSpLocks/>
          </p:cNvCxnSpPr>
          <p:nvPr/>
        </p:nvCxnSpPr>
        <p:spPr>
          <a:xfrm flipV="1">
            <a:off x="892139" y="6111394"/>
            <a:ext cx="254535" cy="307910"/>
          </a:xfrm>
          <a:prstGeom prst="line">
            <a:avLst/>
          </a:prstGeom>
          <a:ln w="57150">
            <a:solidFill>
              <a:srgbClr val="00B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41DBE771-36F2-05E6-FF75-1F03C08614E0}"/>
              </a:ext>
            </a:extLst>
          </p:cNvPr>
          <p:cNvSpPr/>
          <p:nvPr/>
        </p:nvSpPr>
        <p:spPr>
          <a:xfrm>
            <a:off x="5649819" y="4046487"/>
            <a:ext cx="171694" cy="166923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BF82773-A883-11D8-6BA3-D58066B64F99}"/>
              </a:ext>
            </a:extLst>
          </p:cNvPr>
          <p:cNvSpPr txBox="1"/>
          <p:nvPr/>
        </p:nvSpPr>
        <p:spPr>
          <a:xfrm>
            <a:off x="5840071" y="3777190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A,1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3612F91-349D-5292-95E2-AF5C051875E7}"/>
              </a:ext>
            </a:extLst>
          </p:cNvPr>
          <p:cNvSpPr txBox="1"/>
          <p:nvPr/>
        </p:nvSpPr>
        <p:spPr>
          <a:xfrm>
            <a:off x="9694209" y="2601778"/>
            <a:ext cx="249779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“Drop” Label 1 from Player 1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DC1F162-F70D-26A5-DA2F-F72F4B3F9347}"/>
                  </a:ext>
                </a:extLst>
              </p:cNvPr>
              <p:cNvSpPr txBox="1"/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7DC1F162-F70D-26A5-DA2F-F72F4B3F93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72866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CE34E-ED65-69B3-B5B7-F5A7A1586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48D918D6-AFB1-C818-69D1-F723F3EE2E7B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38391C0-D1CC-5F3C-E64B-6B327C7F1D37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E5966FF-D48E-110A-0962-819FDA8FFFE0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88BF8B-52A2-8D59-BB47-5291751D6ADF}"/>
              </a:ext>
            </a:extLst>
          </p:cNvPr>
          <p:cNvSpPr txBox="1"/>
          <p:nvPr/>
        </p:nvSpPr>
        <p:spPr>
          <a:xfrm>
            <a:off x="-474589" y="1710813"/>
            <a:ext cx="2072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Example: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4629F8-CC15-2565-FB66-AE21E24B3309}"/>
              </a:ext>
            </a:extLst>
          </p:cNvPr>
          <p:cNvSpPr txBox="1"/>
          <p:nvPr/>
        </p:nvSpPr>
        <p:spPr>
          <a:xfrm>
            <a:off x="891360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F9556D4D-693B-762C-7EDB-E0F0AC35F24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810" r="18397"/>
          <a:stretch>
            <a:fillRect/>
          </a:stretch>
        </p:blipFill>
        <p:spPr>
          <a:xfrm>
            <a:off x="487298" y="2535712"/>
            <a:ext cx="4327796" cy="411893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93C6D9C-D217-1FFC-D1DA-141C77D0CF8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866"/>
          <a:stretch>
            <a:fillRect/>
          </a:stretch>
        </p:blipFill>
        <p:spPr>
          <a:xfrm>
            <a:off x="5436135" y="2535712"/>
            <a:ext cx="4258074" cy="411893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3D4717F0-F09F-5F9A-20CF-AE2B6A107452}"/>
              </a:ext>
            </a:extLst>
          </p:cNvPr>
          <p:cNvSpPr txBox="1"/>
          <p:nvPr/>
        </p:nvSpPr>
        <p:spPr>
          <a:xfrm>
            <a:off x="5738411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89D88E1-B86D-253F-3D25-FE17BE39535F}"/>
                  </a:ext>
                </a:extLst>
              </p:cNvPr>
              <p:cNvSpPr txBox="1"/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89D88E1-B86D-253F-3D25-FE17BE3953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640978B-1334-0A24-A21D-C87C688F30C4}"/>
                  </a:ext>
                </a:extLst>
              </p:cNvPr>
              <p:cNvSpPr txBox="1"/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9640978B-1334-0A24-A21D-C87C688F30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A67C827-8166-F209-9D2F-315ACF601E55}"/>
                  </a:ext>
                </a:extLst>
              </p:cNvPr>
              <p:cNvSpPr txBox="1"/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A67C827-8166-F209-9D2F-315ACF601E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Oval 2">
            <a:extLst>
              <a:ext uri="{FF2B5EF4-FFF2-40B4-BE49-F238E27FC236}">
                <a16:creationId xmlns:a16="http://schemas.microsoft.com/office/drawing/2014/main" id="{CE7BE467-CE2F-B56D-861D-EB281973025C}"/>
              </a:ext>
            </a:extLst>
          </p:cNvPr>
          <p:cNvSpPr/>
          <p:nvPr/>
        </p:nvSpPr>
        <p:spPr>
          <a:xfrm>
            <a:off x="738328" y="6398767"/>
            <a:ext cx="171694" cy="166923"/>
          </a:xfrm>
          <a:prstGeom prst="ellips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4F11A23-CF5F-5ED3-917E-6CFD3B7C0759}"/>
              </a:ext>
            </a:extLst>
          </p:cNvPr>
          <p:cNvSpPr txBox="1"/>
          <p:nvPr/>
        </p:nvSpPr>
        <p:spPr>
          <a:xfrm>
            <a:off x="891360" y="6035533"/>
            <a:ext cx="6062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1,2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EE63D35-6E73-A40C-5513-7248AB04F6EE}"/>
                  </a:ext>
                </a:extLst>
              </p:cNvPr>
              <p:cNvSpPr txBox="1"/>
              <p:nvPr/>
            </p:nvSpPr>
            <p:spPr>
              <a:xfrm>
                <a:off x="9973377" y="3901397"/>
                <a:ext cx="193758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1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+3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EE63D35-6E73-A40C-5513-7248AB04F6E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73377" y="3901397"/>
                <a:ext cx="1937582" cy="369332"/>
              </a:xfrm>
              <a:prstGeom prst="rect">
                <a:avLst/>
              </a:prstGeom>
              <a:blipFill>
                <a:blip r:embed="rId8"/>
                <a:stretch>
                  <a:fillRect l="-3145" r="-3774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DC4F7651-4C81-3751-97F9-FB7322029273}"/>
              </a:ext>
            </a:extLst>
          </p:cNvPr>
          <p:cNvSpPr txBox="1"/>
          <p:nvPr/>
        </p:nvSpPr>
        <p:spPr>
          <a:xfrm>
            <a:off x="9692336" y="2682493"/>
            <a:ext cx="249779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Strategy B must have highest expected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6478708-2413-1BDB-8EFE-042663ECB173}"/>
                  </a:ext>
                </a:extLst>
              </p:cNvPr>
              <p:cNvSpPr txBox="1"/>
              <p:nvPr/>
            </p:nvSpPr>
            <p:spPr>
              <a:xfrm>
                <a:off x="10500450" y="4329162"/>
                <a:ext cx="935704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6478708-2413-1BDB-8EFE-042663ECB1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00450" y="4329162"/>
                <a:ext cx="935704" cy="69384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>
            <a:extLst>
              <a:ext uri="{FF2B5EF4-FFF2-40B4-BE49-F238E27FC236}">
                <a16:creationId xmlns:a16="http://schemas.microsoft.com/office/drawing/2014/main" id="{1CB700C4-1193-E516-53E5-B2EA5D94297A}"/>
              </a:ext>
            </a:extLst>
          </p:cNvPr>
          <p:cNvSpPr/>
          <p:nvPr/>
        </p:nvSpPr>
        <p:spPr>
          <a:xfrm>
            <a:off x="5649819" y="4046487"/>
            <a:ext cx="171694" cy="1669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16EDA4-993B-0BC3-D356-7258B70F695E}"/>
              </a:ext>
            </a:extLst>
          </p:cNvPr>
          <p:cNvSpPr txBox="1"/>
          <p:nvPr/>
        </p:nvSpPr>
        <p:spPr>
          <a:xfrm>
            <a:off x="5840071" y="3777190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A,1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8359B34D-374D-B995-84CF-AF78FA57636A}"/>
              </a:ext>
            </a:extLst>
          </p:cNvPr>
          <p:cNvCxnSpPr>
            <a:cxnSpLocks/>
          </p:cNvCxnSpPr>
          <p:nvPr/>
        </p:nvCxnSpPr>
        <p:spPr>
          <a:xfrm flipH="1" flipV="1">
            <a:off x="821026" y="3445749"/>
            <a:ext cx="18962" cy="2953018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8EBAA126-2BAE-79E1-63DD-DD7DEDDEA8A7}"/>
              </a:ext>
            </a:extLst>
          </p:cNvPr>
          <p:cNvSpPr/>
          <p:nvPr/>
        </p:nvSpPr>
        <p:spPr>
          <a:xfrm>
            <a:off x="754141" y="3253381"/>
            <a:ext cx="171694" cy="166923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97B8DD2-1807-3C7B-BB46-30DBAD5EB4F2}"/>
              </a:ext>
            </a:extLst>
          </p:cNvPr>
          <p:cNvSpPr txBox="1"/>
          <p:nvPr/>
        </p:nvSpPr>
        <p:spPr>
          <a:xfrm>
            <a:off x="944393" y="2984084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1,B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DA51C6E-7300-2A61-CBD2-C021A79EF881}"/>
                  </a:ext>
                </a:extLst>
              </p:cNvPr>
              <p:cNvSpPr txBox="1"/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DA51C6E-7300-2A61-CBD2-C021A79EF8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141618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20828-8418-0DC6-99A3-4EADBE3FB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18BCEFDB-E33C-C636-374D-CFB7C3CF3685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AC92FC-71F1-CB22-3A94-441875FB4F0A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BCEB56-40D5-5BB3-61BB-F877BE0F04B0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3E763E-4327-BE04-0786-7320D9647CA9}"/>
              </a:ext>
            </a:extLst>
          </p:cNvPr>
          <p:cNvSpPr txBox="1"/>
          <p:nvPr/>
        </p:nvSpPr>
        <p:spPr>
          <a:xfrm>
            <a:off x="-474589" y="1710813"/>
            <a:ext cx="2072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Example: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CA3809F-2633-15C0-64E8-32F9D23ABE06}"/>
              </a:ext>
            </a:extLst>
          </p:cNvPr>
          <p:cNvSpPr txBox="1"/>
          <p:nvPr/>
        </p:nvSpPr>
        <p:spPr>
          <a:xfrm>
            <a:off x="891360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DE31A654-C971-4EEE-01B5-5F160B722EE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810" r="18397"/>
          <a:stretch>
            <a:fillRect/>
          </a:stretch>
        </p:blipFill>
        <p:spPr>
          <a:xfrm>
            <a:off x="487298" y="2535712"/>
            <a:ext cx="4327796" cy="411893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8D2D11D0-01EA-1211-203C-1B4CABBFD48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866"/>
          <a:stretch>
            <a:fillRect/>
          </a:stretch>
        </p:blipFill>
        <p:spPr>
          <a:xfrm>
            <a:off x="5436135" y="2535712"/>
            <a:ext cx="4258074" cy="411893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C0D0FAB-D548-4536-4CC2-0A469C63CDCC}"/>
              </a:ext>
            </a:extLst>
          </p:cNvPr>
          <p:cNvSpPr txBox="1"/>
          <p:nvPr/>
        </p:nvSpPr>
        <p:spPr>
          <a:xfrm>
            <a:off x="5738411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1F90A55-28C7-DFC0-D713-DC337B2F6AB3}"/>
                  </a:ext>
                </a:extLst>
              </p:cNvPr>
              <p:cNvSpPr txBox="1"/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1F90A55-28C7-DFC0-D713-DC337B2F6A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1716971-6816-9CB9-041B-059A6B2ADCEA}"/>
                  </a:ext>
                </a:extLst>
              </p:cNvPr>
              <p:cNvSpPr txBox="1"/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1716971-6816-9CB9-041B-059A6B2ADC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D647CC8-5114-6C03-C156-FBE61911CC14}"/>
                  </a:ext>
                </a:extLst>
              </p:cNvPr>
              <p:cNvSpPr txBox="1"/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1D647CC8-5114-6C03-C156-FBE61911CC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6CE549EA-5C71-089E-262F-0464CDD0A795}"/>
              </a:ext>
            </a:extLst>
          </p:cNvPr>
          <p:cNvSpPr txBox="1"/>
          <p:nvPr/>
        </p:nvSpPr>
        <p:spPr>
          <a:xfrm>
            <a:off x="9692336" y="2682493"/>
            <a:ext cx="249779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Strategy 2 must have highest expected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13B8716-8A73-9E16-B731-B9D41EE5A173}"/>
                  </a:ext>
                </a:extLst>
              </p:cNvPr>
              <p:cNvSpPr txBox="1"/>
              <p:nvPr/>
            </p:nvSpPr>
            <p:spPr>
              <a:xfrm>
                <a:off x="10531877" y="4209403"/>
                <a:ext cx="94179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13B8716-8A73-9E16-B731-B9D41EE5A1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1877" y="4209403"/>
                <a:ext cx="941796" cy="693844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>
            <a:extLst>
              <a:ext uri="{FF2B5EF4-FFF2-40B4-BE49-F238E27FC236}">
                <a16:creationId xmlns:a16="http://schemas.microsoft.com/office/drawing/2014/main" id="{784A2ADD-F235-161E-0CA0-4F628664FD04}"/>
              </a:ext>
            </a:extLst>
          </p:cNvPr>
          <p:cNvSpPr/>
          <p:nvPr/>
        </p:nvSpPr>
        <p:spPr>
          <a:xfrm>
            <a:off x="5649819" y="4046487"/>
            <a:ext cx="171694" cy="1669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C9EB36D-239D-1432-D96A-EE222026D934}"/>
              </a:ext>
            </a:extLst>
          </p:cNvPr>
          <p:cNvSpPr txBox="1"/>
          <p:nvPr/>
        </p:nvSpPr>
        <p:spPr>
          <a:xfrm>
            <a:off x="5840071" y="3777190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A,1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4EF0DA5-4279-84A1-BB3A-CB8C195FF000}"/>
              </a:ext>
            </a:extLst>
          </p:cNvPr>
          <p:cNvSpPr/>
          <p:nvPr/>
        </p:nvSpPr>
        <p:spPr>
          <a:xfrm>
            <a:off x="754141" y="3253381"/>
            <a:ext cx="171694" cy="1669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F4C6C54-568E-7E18-5EA0-32CAC0C789D9}"/>
              </a:ext>
            </a:extLst>
          </p:cNvPr>
          <p:cNvSpPr txBox="1"/>
          <p:nvPr/>
        </p:nvSpPr>
        <p:spPr>
          <a:xfrm>
            <a:off x="944393" y="2984084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1,B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990B9E8-1572-9ACF-62F3-3E66C9D15C41}"/>
                  </a:ext>
                </a:extLst>
              </p:cNvPr>
              <p:cNvSpPr txBox="1"/>
              <p:nvPr/>
            </p:nvSpPr>
            <p:spPr>
              <a:xfrm>
                <a:off x="10010099" y="3813634"/>
                <a:ext cx="197926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smtClean="0">
                          <a:latin typeface="Cambria Math" panose="02040503050406030204" pitchFamily="18" charset="0"/>
                        </a:rPr>
                        <m:t>3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9990B9E8-1572-9ACF-62F3-3E66C9D15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10099" y="3813634"/>
                <a:ext cx="1979260" cy="369332"/>
              </a:xfrm>
              <a:prstGeom prst="rect">
                <a:avLst/>
              </a:prstGeom>
              <a:blipFill>
                <a:blip r:embed="rId9"/>
                <a:stretch>
                  <a:fillRect l="-3077" r="-3385"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5839DE7-15C6-F8BB-6440-F80B7B87847D}"/>
                  </a:ext>
                </a:extLst>
              </p:cNvPr>
              <p:cNvSpPr txBox="1"/>
              <p:nvPr/>
            </p:nvSpPr>
            <p:spPr>
              <a:xfrm>
                <a:off x="10531877" y="4929684"/>
                <a:ext cx="964175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5839DE7-15C6-F8BB-6440-F80B7B8784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31877" y="4929684"/>
                <a:ext cx="964175" cy="69384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D204DFFD-3E72-3B94-705A-274BAA1109FE}"/>
              </a:ext>
            </a:extLst>
          </p:cNvPr>
          <p:cNvCxnSpPr>
            <a:cxnSpLocks/>
          </p:cNvCxnSpPr>
          <p:nvPr/>
        </p:nvCxnSpPr>
        <p:spPr>
          <a:xfrm>
            <a:off x="5840071" y="4142792"/>
            <a:ext cx="1682404" cy="430715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>
            <a:extLst>
              <a:ext uri="{FF2B5EF4-FFF2-40B4-BE49-F238E27FC236}">
                <a16:creationId xmlns:a16="http://schemas.microsoft.com/office/drawing/2014/main" id="{02DB1AA2-91D6-041F-DAD0-A8AB9136E6D8}"/>
              </a:ext>
            </a:extLst>
          </p:cNvPr>
          <p:cNvSpPr/>
          <p:nvPr/>
        </p:nvSpPr>
        <p:spPr>
          <a:xfrm>
            <a:off x="7541033" y="4508152"/>
            <a:ext cx="171694" cy="166923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B4E7C4-6E55-2678-FC9E-D50FDBA34E1F}"/>
              </a:ext>
            </a:extLst>
          </p:cNvPr>
          <p:cNvSpPr txBox="1"/>
          <p:nvPr/>
        </p:nvSpPr>
        <p:spPr>
          <a:xfrm>
            <a:off x="7731285" y="4238855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1,2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1050868-F6DE-8353-2648-A4F271CE474A}"/>
                  </a:ext>
                </a:extLst>
              </p:cNvPr>
              <p:cNvSpPr txBox="1"/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1050868-F6DE-8353-2648-A4F271CE47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507947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24A5D-1E01-86EA-9546-0972B4F10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5C7D058-5B86-AF5E-38BA-5FD71217D591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2B6955F-2EB8-AD34-8B18-6B4D0616C621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45FE154-D3AC-02C0-820B-7828CE1CEE7B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026236-44C2-0412-CCC9-F0B65DE07463}"/>
              </a:ext>
            </a:extLst>
          </p:cNvPr>
          <p:cNvSpPr txBox="1"/>
          <p:nvPr/>
        </p:nvSpPr>
        <p:spPr>
          <a:xfrm>
            <a:off x="-474589" y="1710813"/>
            <a:ext cx="2072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Example: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327C67-EDED-B39E-2924-2D368D2B9160}"/>
              </a:ext>
            </a:extLst>
          </p:cNvPr>
          <p:cNvSpPr txBox="1"/>
          <p:nvPr/>
        </p:nvSpPr>
        <p:spPr>
          <a:xfrm>
            <a:off x="891360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0A00DA2A-FF24-06EA-D6BF-FED9C8B47B5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810" r="18397"/>
          <a:stretch>
            <a:fillRect/>
          </a:stretch>
        </p:blipFill>
        <p:spPr>
          <a:xfrm>
            <a:off x="487298" y="2535712"/>
            <a:ext cx="4327796" cy="411893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2F3126A3-9878-D684-73B1-B09D2B870AB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866"/>
          <a:stretch>
            <a:fillRect/>
          </a:stretch>
        </p:blipFill>
        <p:spPr>
          <a:xfrm>
            <a:off x="5436135" y="2535712"/>
            <a:ext cx="4258074" cy="411893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A07CF89E-4191-C8E0-835A-D829DB15E1E6}"/>
              </a:ext>
            </a:extLst>
          </p:cNvPr>
          <p:cNvSpPr txBox="1"/>
          <p:nvPr/>
        </p:nvSpPr>
        <p:spPr>
          <a:xfrm>
            <a:off x="5738411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5F2935E-56F1-E842-D2B3-D0AA3F410116}"/>
                  </a:ext>
                </a:extLst>
              </p:cNvPr>
              <p:cNvSpPr txBox="1"/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45F2935E-56F1-E842-D2B3-D0AA3F4101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3069B99-0CF0-876B-49E5-67346DD491C8}"/>
                  </a:ext>
                </a:extLst>
              </p:cNvPr>
              <p:cNvSpPr txBox="1"/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3069B99-0CF0-876B-49E5-67346DD491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3F7609B-EE79-CD62-B5CC-9774BE51A54B}"/>
                  </a:ext>
                </a:extLst>
              </p:cNvPr>
              <p:cNvSpPr txBox="1"/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3F7609B-EE79-CD62-B5CC-9774BE51A5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6650DAF-56CC-40F4-391B-CED6A891258A}"/>
                  </a:ext>
                </a:extLst>
              </p:cNvPr>
              <p:cNvSpPr txBox="1"/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76650DAF-56CC-40F4-391B-CED6A89125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36D6AE8D-3BCA-44AC-61BB-FA8E464CDA7D}"/>
              </a:ext>
            </a:extLst>
          </p:cNvPr>
          <p:cNvSpPr txBox="1"/>
          <p:nvPr/>
        </p:nvSpPr>
        <p:spPr>
          <a:xfrm>
            <a:off x="9694209" y="2576924"/>
            <a:ext cx="2497791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Strategy A must have highest expected 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B73CE3A-CFDE-D8A9-AA03-366C84132216}"/>
                  </a:ext>
                </a:extLst>
              </p:cNvPr>
              <p:cNvSpPr txBox="1"/>
              <p:nvPr/>
            </p:nvSpPr>
            <p:spPr>
              <a:xfrm>
                <a:off x="10542797" y="4055071"/>
                <a:ext cx="1098506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0B73CE3A-CFDE-D8A9-AA03-366C8413221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797" y="4055071"/>
                <a:ext cx="1098506" cy="693844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Oval 15">
            <a:extLst>
              <a:ext uri="{FF2B5EF4-FFF2-40B4-BE49-F238E27FC236}">
                <a16:creationId xmlns:a16="http://schemas.microsoft.com/office/drawing/2014/main" id="{C9981EA1-11BD-0584-F0C7-E0AB6B962E30}"/>
              </a:ext>
            </a:extLst>
          </p:cNvPr>
          <p:cNvSpPr/>
          <p:nvPr/>
        </p:nvSpPr>
        <p:spPr>
          <a:xfrm>
            <a:off x="754141" y="3253381"/>
            <a:ext cx="171694" cy="1669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6E8F4F-BBD4-D9FD-D918-0B6B57ACFF28}"/>
              </a:ext>
            </a:extLst>
          </p:cNvPr>
          <p:cNvSpPr txBox="1"/>
          <p:nvPr/>
        </p:nvSpPr>
        <p:spPr>
          <a:xfrm>
            <a:off x="944393" y="2984084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1,B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3013250-21CB-CF82-FE99-E50B8FCCB00C}"/>
                  </a:ext>
                </a:extLst>
              </p:cNvPr>
              <p:cNvSpPr txBox="1"/>
              <p:nvPr/>
            </p:nvSpPr>
            <p:spPr>
              <a:xfrm>
                <a:off x="10542797" y="4775352"/>
                <a:ext cx="1105624" cy="6938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F3013250-21CB-CF82-FE99-E50B8FCCB0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2797" y="4775352"/>
                <a:ext cx="1105624" cy="693844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val 19">
            <a:extLst>
              <a:ext uri="{FF2B5EF4-FFF2-40B4-BE49-F238E27FC236}">
                <a16:creationId xmlns:a16="http://schemas.microsoft.com/office/drawing/2014/main" id="{5CEC471D-4BC2-2A40-03A0-C7AD2E713779}"/>
              </a:ext>
            </a:extLst>
          </p:cNvPr>
          <p:cNvSpPr/>
          <p:nvPr/>
        </p:nvSpPr>
        <p:spPr>
          <a:xfrm>
            <a:off x="7541033" y="4508152"/>
            <a:ext cx="171694" cy="1669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5A57F85-7DB3-836F-7959-04AE74E54510}"/>
              </a:ext>
            </a:extLst>
          </p:cNvPr>
          <p:cNvSpPr txBox="1"/>
          <p:nvPr/>
        </p:nvSpPr>
        <p:spPr>
          <a:xfrm>
            <a:off x="7731285" y="4238855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1,2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E0572AF-35FE-4854-08AC-5B8FCE464711}"/>
                  </a:ext>
                </a:extLst>
              </p:cNvPr>
              <p:cNvSpPr txBox="1"/>
              <p:nvPr/>
            </p:nvSpPr>
            <p:spPr>
              <a:xfrm>
                <a:off x="9967969" y="3634112"/>
                <a:ext cx="193758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4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+2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E0572AF-35FE-4854-08AC-5B8FCE4647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67969" y="3634112"/>
                <a:ext cx="1937582" cy="369332"/>
              </a:xfrm>
              <a:prstGeom prst="rect">
                <a:avLst/>
              </a:prstGeom>
              <a:blipFill>
                <a:blip r:embed="rId11"/>
                <a:stretch>
                  <a:fillRect l="-3145" r="-3774" b="-114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1966253D-785E-DBAE-4C2C-3538060DCB55}"/>
              </a:ext>
            </a:extLst>
          </p:cNvPr>
          <p:cNvCxnSpPr>
            <a:cxnSpLocks/>
          </p:cNvCxnSpPr>
          <p:nvPr/>
        </p:nvCxnSpPr>
        <p:spPr>
          <a:xfrm>
            <a:off x="925835" y="3378268"/>
            <a:ext cx="793789" cy="258992"/>
          </a:xfrm>
          <a:prstGeom prst="straightConnector1">
            <a:avLst/>
          </a:prstGeom>
          <a:ln w="57150"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CB3EDA22-4E52-2597-C5BB-09B9B32EBA65}"/>
              </a:ext>
            </a:extLst>
          </p:cNvPr>
          <p:cNvSpPr/>
          <p:nvPr/>
        </p:nvSpPr>
        <p:spPr>
          <a:xfrm>
            <a:off x="1719624" y="3603356"/>
            <a:ext cx="171694" cy="166923"/>
          </a:xfrm>
          <a:prstGeom prst="ellipse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921DAC-803E-CCE0-F620-45E0BACB55AC}"/>
              </a:ext>
            </a:extLst>
          </p:cNvPr>
          <p:cNvSpPr txBox="1"/>
          <p:nvPr/>
        </p:nvSpPr>
        <p:spPr>
          <a:xfrm>
            <a:off x="1875965" y="3267884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rgbClr val="00B050"/>
                </a:solidFill>
              </a:rPr>
              <a:t>A,B</a:t>
            </a:r>
          </a:p>
        </p:txBody>
      </p:sp>
    </p:spTree>
    <p:extLst>
      <p:ext uri="{BB962C8B-B14F-4D97-AF65-F5344CB8AC3E}">
        <p14:creationId xmlns:p14="http://schemas.microsoft.com/office/powerpoint/2010/main" val="13846906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17276-0EB0-0790-3509-C59573DBB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B3E567C9-E0AE-4353-1558-BA28C775B2C6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BFAEFE5-5A05-26EC-6982-270672DB266F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7B6F0F7-B62B-C4ED-E2C5-A24E56A5CB60}"/>
              </a:ext>
            </a:extLst>
          </p:cNvPr>
          <p:cNvSpPr txBox="1"/>
          <p:nvPr/>
        </p:nvSpPr>
        <p:spPr>
          <a:xfrm>
            <a:off x="3004794" y="378560"/>
            <a:ext cx="660634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Lemke-Howson Algorithm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80CB4AE-A9A2-37C8-BD5F-DF5C3ACD7E84}"/>
              </a:ext>
            </a:extLst>
          </p:cNvPr>
          <p:cNvSpPr txBox="1"/>
          <p:nvPr/>
        </p:nvSpPr>
        <p:spPr>
          <a:xfrm>
            <a:off x="-474589" y="1710813"/>
            <a:ext cx="20727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Example: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3A1DBDC-7B6C-76A5-8438-111816D5216C}"/>
              </a:ext>
            </a:extLst>
          </p:cNvPr>
          <p:cNvSpPr txBox="1"/>
          <p:nvPr/>
        </p:nvSpPr>
        <p:spPr>
          <a:xfrm>
            <a:off x="891360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1 Polytope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5F47E219-466E-D839-2DD2-CE4E64C91F6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8810" r="18397"/>
          <a:stretch>
            <a:fillRect/>
          </a:stretch>
        </p:blipFill>
        <p:spPr>
          <a:xfrm>
            <a:off x="487298" y="2535712"/>
            <a:ext cx="4327796" cy="411893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B75DB209-40DB-4FE8-B446-247F6EF5125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1866"/>
          <a:stretch>
            <a:fillRect/>
          </a:stretch>
        </p:blipFill>
        <p:spPr>
          <a:xfrm>
            <a:off x="5436135" y="2535712"/>
            <a:ext cx="4258074" cy="411893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63421845-31B7-1E10-75F3-E0F74B97CFD0}"/>
              </a:ext>
            </a:extLst>
          </p:cNvPr>
          <p:cNvSpPr txBox="1"/>
          <p:nvPr/>
        </p:nvSpPr>
        <p:spPr>
          <a:xfrm>
            <a:off x="5738411" y="2074047"/>
            <a:ext cx="30604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/>
            <a:r>
              <a:rPr lang="en-US" sz="2400" b="1" dirty="0"/>
              <a:t>Player 2 Polytope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1F632AC-0580-310E-2662-CFB224D7DA11}"/>
                  </a:ext>
                </a:extLst>
              </p:cNvPr>
              <p:cNvSpPr txBox="1"/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D1F632AC-0580-310E-2662-CFB224D7DA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94209" y="6192980"/>
                <a:ext cx="513184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6B5B1E0-0B1B-3F9D-25F9-0116EADC5466}"/>
                  </a:ext>
                </a:extLst>
              </p:cNvPr>
              <p:cNvSpPr txBox="1"/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6B5B1E0-0B1B-3F9D-25F9-0116EADC54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97632" y="2074047"/>
                <a:ext cx="513184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A4BD41-1458-26EE-F8CE-2DADAE230838}"/>
                  </a:ext>
                </a:extLst>
              </p:cNvPr>
              <p:cNvSpPr txBox="1"/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27A4BD41-1458-26EE-F8CE-2DADAE230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5094" y="6192980"/>
                <a:ext cx="513184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D3F2B3C-BDA4-0382-59E3-857CE0891930}"/>
                  </a:ext>
                </a:extLst>
              </p:cNvPr>
              <p:cNvSpPr txBox="1"/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2D3F2B3C-BDA4-0382-59E3-857CE08919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020" y="2074047"/>
                <a:ext cx="513184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9CB016D9-8AC6-3B33-BB72-EE4F953D118E}"/>
              </a:ext>
            </a:extLst>
          </p:cNvPr>
          <p:cNvSpPr txBox="1"/>
          <p:nvPr/>
        </p:nvSpPr>
        <p:spPr>
          <a:xfrm>
            <a:off x="9694208" y="2002299"/>
            <a:ext cx="249779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We stop because we are fully labeled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9C729F3-B217-47FB-E8C8-43868E5DF8A9}"/>
              </a:ext>
            </a:extLst>
          </p:cNvPr>
          <p:cNvSpPr/>
          <p:nvPr/>
        </p:nvSpPr>
        <p:spPr>
          <a:xfrm>
            <a:off x="7541033" y="4508152"/>
            <a:ext cx="171694" cy="1669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9139D17-E9B3-9A26-E2C4-A120E75C8A04}"/>
              </a:ext>
            </a:extLst>
          </p:cNvPr>
          <p:cNvSpPr txBox="1"/>
          <p:nvPr/>
        </p:nvSpPr>
        <p:spPr>
          <a:xfrm>
            <a:off x="7731285" y="4238855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1,2</a:t>
            </a:r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FA641FC-DE82-CAAD-349F-D4E631678D9E}"/>
              </a:ext>
            </a:extLst>
          </p:cNvPr>
          <p:cNvSpPr/>
          <p:nvPr/>
        </p:nvSpPr>
        <p:spPr>
          <a:xfrm>
            <a:off x="1719624" y="3603356"/>
            <a:ext cx="171694" cy="166923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2E53C81-1307-964B-8BF2-2E7A6653F2C9}"/>
              </a:ext>
            </a:extLst>
          </p:cNvPr>
          <p:cNvSpPr txBox="1"/>
          <p:nvPr/>
        </p:nvSpPr>
        <p:spPr>
          <a:xfrm>
            <a:off x="1875965" y="3267884"/>
            <a:ext cx="7752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A,B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315CB01-0228-117B-CC3E-B3EE5B02535D}"/>
                  </a:ext>
                </a:extLst>
              </p:cNvPr>
              <p:cNvSpPr txBox="1"/>
              <p:nvPr/>
            </p:nvSpPr>
            <p:spPr>
              <a:xfrm>
                <a:off x="9802066" y="2700237"/>
                <a:ext cx="2252587" cy="6705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=(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10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315CB01-0228-117B-CC3E-B3EE5B0253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2066" y="2700237"/>
                <a:ext cx="2252587" cy="67056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8F707F4-0DB7-A663-038F-A668CF55C885}"/>
                  </a:ext>
                </a:extLst>
              </p:cNvPr>
              <p:cNvSpPr txBox="1"/>
              <p:nvPr/>
            </p:nvSpPr>
            <p:spPr>
              <a:xfrm>
                <a:off x="9736772" y="3408123"/>
                <a:ext cx="2252587" cy="6705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=(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8F707F4-0DB7-A663-038F-A668CF55C8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6772" y="3408123"/>
                <a:ext cx="2252587" cy="670505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49C4B54-D96B-A818-D24A-8478C7FDF76D}"/>
                  </a:ext>
                </a:extLst>
              </p:cNvPr>
              <p:cNvSpPr txBox="1"/>
              <p:nvPr/>
            </p:nvSpPr>
            <p:spPr>
              <a:xfrm>
                <a:off x="9755508" y="4391812"/>
                <a:ext cx="2375190" cy="6705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p>
                          </m:sSubSup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=(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549C4B54-D96B-A818-D24A-8478C7FDF76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5508" y="4391812"/>
                <a:ext cx="2375190" cy="670568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EF7DA6C-6CD4-FB36-FFB8-B2141680CF98}"/>
                  </a:ext>
                </a:extLst>
              </p:cNvPr>
              <p:cNvSpPr txBox="1"/>
              <p:nvPr/>
            </p:nvSpPr>
            <p:spPr>
              <a:xfrm>
                <a:off x="9736771" y="5062380"/>
                <a:ext cx="2252587" cy="6705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  <m:r>
                            <a:rPr lang="en-US" sz="2000" i="1"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200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2000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  <m:sup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=(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,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0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EF7DA6C-6CD4-FB36-FFB8-B2141680CF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6771" y="5062380"/>
                <a:ext cx="2252587" cy="670505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5EE69BC3-279F-AAD6-A821-C044F22A2524}"/>
              </a:ext>
            </a:extLst>
          </p:cNvPr>
          <p:cNvSpPr txBox="1"/>
          <p:nvPr/>
        </p:nvSpPr>
        <p:spPr>
          <a:xfrm>
            <a:off x="9656074" y="5760255"/>
            <a:ext cx="249779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dirty="0"/>
              <a:t>This is our Nash Equilibrium</a:t>
            </a:r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6E5919B2-0B9C-4195-E13D-B150808AB4E8}"/>
              </a:ext>
            </a:extLst>
          </p:cNvPr>
          <p:cNvSpPr/>
          <p:nvPr/>
        </p:nvSpPr>
        <p:spPr>
          <a:xfrm rot="5400000">
            <a:off x="10672771" y="4076496"/>
            <a:ext cx="484442" cy="414196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25806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B9F092-C6F9-D881-6354-9BD6EF823F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E6F89225-CA9A-10E0-CBC5-7339A2E61478}"/>
              </a:ext>
            </a:extLst>
          </p:cNvPr>
          <p:cNvSpPr/>
          <p:nvPr/>
        </p:nvSpPr>
        <p:spPr>
          <a:xfrm>
            <a:off x="4916" y="0"/>
            <a:ext cx="12192000" cy="1465006"/>
          </a:xfrm>
          <a:prstGeom prst="rect">
            <a:avLst/>
          </a:prstGeom>
          <a:solidFill>
            <a:srgbClr val="064EA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F4744A-E811-E3CE-4BAC-70326501239B}"/>
              </a:ext>
            </a:extLst>
          </p:cNvPr>
          <p:cNvSpPr/>
          <p:nvPr/>
        </p:nvSpPr>
        <p:spPr>
          <a:xfrm>
            <a:off x="0" y="1465007"/>
            <a:ext cx="12192000" cy="245806"/>
          </a:xfrm>
          <a:prstGeom prst="rect">
            <a:avLst/>
          </a:prstGeom>
          <a:solidFill>
            <a:srgbClr val="FBDB0E"/>
          </a:solidFill>
          <a:ln>
            <a:solidFill>
              <a:srgbClr val="FBDB0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B227BA0-F6B2-5FBC-8609-82D18638DA1F}"/>
              </a:ext>
            </a:extLst>
          </p:cNvPr>
          <p:cNvSpPr txBox="1"/>
          <p:nvPr/>
        </p:nvSpPr>
        <p:spPr>
          <a:xfrm>
            <a:off x="1532789" y="342307"/>
            <a:ext cx="93302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b="1" dirty="0">
                <a:solidFill>
                  <a:schemeClr val="bg1"/>
                </a:solidFill>
              </a:rPr>
              <a:t>Brown-von Neumann- Nash Dynamics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AE7F55C-6C66-ABB7-D8E5-2484D01D2827}"/>
              </a:ext>
            </a:extLst>
          </p:cNvPr>
          <p:cNvSpPr txBox="1"/>
          <p:nvPr/>
        </p:nvSpPr>
        <p:spPr>
          <a:xfrm>
            <a:off x="170519" y="1807313"/>
            <a:ext cx="1095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use the set of continuous functions that Nash defined for his existence proof: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D31C93-42FD-F34A-1016-47C3062960C8}"/>
                  </a:ext>
                </a:extLst>
              </p:cNvPr>
              <p:cNvSpPr txBox="1"/>
              <p:nvPr/>
            </p:nvSpPr>
            <p:spPr>
              <a:xfrm>
                <a:off x="2517167" y="2268978"/>
                <a:ext cx="6258273" cy="51783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400" b="0" i="0" dirty="0" smtClean="0">
                          <a:latin typeface="Cambria Math" panose="02040503050406030204" pitchFamily="18" charset="0"/>
                        </a:rPr>
                        <m:t>max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⁡(0,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i="0" dirty="0">
                              <a:latin typeface="Cambria Math" panose="02040503050406030204" pitchFamily="18" charset="0"/>
                            </a:rPr>
                            <m:t>Payoff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</m:sub>
                          </m:sSub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dirty="0">
                              <a:latin typeface="Cambria Math" panose="02040503050406030204" pitchFamily="18" charset="0"/>
                            </a:rPr>
                            <m:t>Payoff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D31C93-42FD-F34A-1016-47C306296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7167" y="2268978"/>
                <a:ext cx="6258273" cy="51783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6FB216F-8FF8-B234-8420-9A5BBD8CBEAD}"/>
                  </a:ext>
                </a:extLst>
              </p:cNvPr>
              <p:cNvSpPr txBox="1"/>
              <p:nvPr/>
            </p:nvSpPr>
            <p:spPr>
              <a:xfrm>
                <a:off x="986946" y="3017605"/>
                <a:ext cx="6258273" cy="4113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Payoff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𝑒</m:t>
                            </m:r>
                          </m:e>
                          <m:sub>
                            <m:r>
                              <a:rPr lang="en-US" i="1" dirty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payoff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th Player from playing pure strategy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6FB216F-8FF8-B234-8420-9A5BBD8CBE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946" y="3017605"/>
                <a:ext cx="6258273" cy="411395"/>
              </a:xfrm>
              <a:prstGeom prst="rect">
                <a:avLst/>
              </a:prstGeom>
              <a:blipFill>
                <a:blip r:embed="rId4"/>
                <a:stretch>
                  <a:fillRect l="-292" b="-191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3358746-954F-7246-735F-B4492E56C4AE}"/>
                  </a:ext>
                </a:extLst>
              </p:cNvPr>
              <p:cNvSpPr txBox="1"/>
              <p:nvPr/>
            </p:nvSpPr>
            <p:spPr>
              <a:xfrm>
                <a:off x="986946" y="3429000"/>
                <a:ext cx="625827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dirty="0">
                            <a:latin typeface="Cambria Math" panose="02040503050406030204" pitchFamily="18" charset="0"/>
                          </a:rPr>
                          <m:t>Payoff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0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payoff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th Player from playing strategy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3358746-954F-7246-735F-B4492E56C4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946" y="3429000"/>
                <a:ext cx="6258273" cy="369332"/>
              </a:xfrm>
              <a:prstGeom prst="rect">
                <a:avLst/>
              </a:prstGeom>
              <a:blipFill>
                <a:blip r:embed="rId5"/>
                <a:stretch>
                  <a:fillRect l="-292" t="-8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74D3B4E-74DD-E2F3-AAF9-9D2E69CBEFB6}"/>
                  </a:ext>
                </a:extLst>
              </p:cNvPr>
              <p:cNvSpPr txBox="1"/>
              <p:nvPr/>
            </p:nvSpPr>
            <p:spPr>
              <a:xfrm>
                <a:off x="986945" y="3798332"/>
                <a:ext cx="7559896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𝜑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d>
                      <m:d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either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 or the value gained by switching to pure strategy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74D3B4E-74DD-E2F3-AAF9-9D2E69CBE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6945" y="3798332"/>
                <a:ext cx="7559896" cy="391646"/>
              </a:xfrm>
              <a:prstGeom prst="rect">
                <a:avLst/>
              </a:prstGeom>
              <a:blipFill>
                <a:blip r:embed="rId6"/>
                <a:stretch>
                  <a:fillRect t="-4688"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2F759D5-C0D9-D78C-2557-529EC2A1BEB1}"/>
                  </a:ext>
                </a:extLst>
              </p:cNvPr>
              <p:cNvSpPr txBox="1"/>
              <p:nvPr/>
            </p:nvSpPr>
            <p:spPr>
              <a:xfrm>
                <a:off x="2517167" y="4904839"/>
                <a:ext cx="6258273" cy="9950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en-US" sz="2400" i="1" dirty="0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acc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d>
                        <m:d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400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sz="2400" i="1" dirty="0">
                              <a:latin typeface="Cambria Math" panose="02040503050406030204" pitchFamily="18" charset="0"/>
                            </a:rPr>
                            <m:t>𝑖𝑗</m:t>
                          </m:r>
                        </m:sub>
                      </m:sSub>
                      <m:nary>
                        <m:naryPr>
                          <m:chr m:val="∑"/>
                          <m:supHide m:val="on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2F759D5-C0D9-D78C-2557-529EC2A1BE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17167" y="4904839"/>
                <a:ext cx="6258273" cy="995016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TextBox 24">
            <a:extLst>
              <a:ext uri="{FF2B5EF4-FFF2-40B4-BE49-F238E27FC236}">
                <a16:creationId xmlns:a16="http://schemas.microsoft.com/office/drawing/2014/main" id="{0FA2D8B3-D402-822F-39B9-84F9FF10F013}"/>
              </a:ext>
            </a:extLst>
          </p:cNvPr>
          <p:cNvSpPr txBox="1"/>
          <p:nvPr/>
        </p:nvSpPr>
        <p:spPr>
          <a:xfrm>
            <a:off x="322919" y="4496689"/>
            <a:ext cx="109515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evolve each player’s probabilities according to the following ODE: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2E06E09-50E8-C2C5-B198-D97BC770A99D}"/>
                  </a:ext>
                </a:extLst>
              </p:cNvPr>
              <p:cNvSpPr txBox="1"/>
              <p:nvPr/>
            </p:nvSpPr>
            <p:spPr>
              <a:xfrm>
                <a:off x="1074030" y="5916359"/>
                <a:ext cx="7559896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  <m:d>
                      <m:dPr>
                        <m:ctrlPr>
                          <a:rPr lang="en-US" sz="1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800" b="0" i="1" dirty="0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sz="18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en-US" dirty="0"/>
                  <a:t> the probability that player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/>
                  <a:t> chooses strategy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82E06E09-50E8-C2C5-B198-D97BC770A9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030" y="5916359"/>
                <a:ext cx="7559896" cy="391646"/>
              </a:xfrm>
              <a:prstGeom prst="rect">
                <a:avLst/>
              </a:prstGeom>
              <a:blipFill>
                <a:blip r:embed="rId8"/>
                <a:stretch>
                  <a:fillRect t="-6250" b="-218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71754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4332</TotalTime>
  <Words>2330</Words>
  <Application>Microsoft Office PowerPoint</Application>
  <PresentationFormat>Widescreen</PresentationFormat>
  <Paragraphs>520</Paragraphs>
  <Slides>28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3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Wyngaard</dc:creator>
  <cp:lastModifiedBy>Jacob Wyngaard</cp:lastModifiedBy>
  <cp:revision>52</cp:revision>
  <cp:lastPrinted>2025-08-21T02:00:35Z</cp:lastPrinted>
  <dcterms:created xsi:type="dcterms:W3CDTF">2025-08-20T23:47:39Z</dcterms:created>
  <dcterms:modified xsi:type="dcterms:W3CDTF">2026-03-10T18:17:30Z</dcterms:modified>
</cp:coreProperties>
</file>