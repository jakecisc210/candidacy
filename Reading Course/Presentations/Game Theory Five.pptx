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91" r:id="rId2"/>
    <p:sldId id="341" r:id="rId3"/>
    <p:sldId id="364" r:id="rId4"/>
    <p:sldId id="310" r:id="rId5"/>
    <p:sldId id="342" r:id="rId6"/>
    <p:sldId id="339" r:id="rId7"/>
    <p:sldId id="340" r:id="rId8"/>
    <p:sldId id="366" r:id="rId9"/>
    <p:sldId id="367" r:id="rId10"/>
    <p:sldId id="368" r:id="rId11"/>
    <p:sldId id="365" r:id="rId12"/>
    <p:sldId id="303" r:id="rId13"/>
    <p:sldId id="349" r:id="rId14"/>
    <p:sldId id="352" r:id="rId15"/>
    <p:sldId id="354" r:id="rId16"/>
    <p:sldId id="355" r:id="rId17"/>
    <p:sldId id="357" r:id="rId18"/>
    <p:sldId id="358" r:id="rId19"/>
    <p:sldId id="359" r:id="rId20"/>
    <p:sldId id="360" r:id="rId21"/>
    <p:sldId id="361" r:id="rId22"/>
    <p:sldId id="362" r:id="rId23"/>
    <p:sldId id="363" r:id="rId24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D359C8-AACA-2EA8-D24E-0AAD455781CC}" name="Jacob Wyngaard" initials="JW" userId="6181fcd471e9845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EA1"/>
    <a:srgbClr val="FF66CC"/>
    <a:srgbClr val="FFCC00"/>
    <a:srgbClr val="F21C0B"/>
    <a:srgbClr val="5E83A6"/>
    <a:srgbClr val="EBF1F8"/>
    <a:srgbClr val="B2BFB9"/>
    <a:srgbClr val="E9F5E7"/>
    <a:srgbClr val="FFFFFF"/>
    <a:srgbClr val="CDE6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6100DC-3F7A-4A8D-B6FE-F34C48361F4D}" v="867" dt="2026-03-10T04:32:53.6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3462" autoAdjust="0"/>
  </p:normalViewPr>
  <p:slideViewPr>
    <p:cSldViewPr snapToGrid="0">
      <p:cViewPr varScale="1">
        <p:scale>
          <a:sx n="77" d="100"/>
          <a:sy n="77" d="100"/>
        </p:scale>
        <p:origin x="10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Wyngaard" userId="6181fcd471e98458" providerId="LiveId" clId="{788BA123-62C9-4DDC-86E5-A6BCA4600216}"/>
    <pc:docChg chg="undo custSel addSld delSld modSld sldOrd">
      <pc:chgData name="Jacob Wyngaard" userId="6181fcd471e98458" providerId="LiveId" clId="{788BA123-62C9-4DDC-86E5-A6BCA4600216}" dt="2026-03-10T04:32:53.690" v="2592" actId="20577"/>
      <pc:docMkLst>
        <pc:docMk/>
      </pc:docMkLst>
      <pc:sldChg chg="addSp delSp modSp mod">
        <pc:chgData name="Jacob Wyngaard" userId="6181fcd471e98458" providerId="LiveId" clId="{788BA123-62C9-4DDC-86E5-A6BCA4600216}" dt="2026-03-10T04:14:36.480" v="2223" actId="1076"/>
        <pc:sldMkLst>
          <pc:docMk/>
          <pc:sldMk cId="606609933" sldId="291"/>
        </pc:sldMkLst>
        <pc:spChg chg="mod">
          <ac:chgData name="Jacob Wyngaard" userId="6181fcd471e98458" providerId="LiveId" clId="{788BA123-62C9-4DDC-86E5-A6BCA4600216}" dt="2026-03-10T03:31:00.658" v="1102" actId="1076"/>
          <ac:spMkLst>
            <pc:docMk/>
            <pc:sldMk cId="606609933" sldId="291"/>
            <ac:spMk id="9" creationId="{146DFEDC-5C40-1E05-3C8E-45F902F03177}"/>
          </ac:spMkLst>
        </pc:spChg>
        <pc:picChg chg="del">
          <ac:chgData name="Jacob Wyngaard" userId="6181fcd471e98458" providerId="LiveId" clId="{788BA123-62C9-4DDC-86E5-A6BCA4600216}" dt="2026-03-10T04:14:25.915" v="2217" actId="478"/>
          <ac:picMkLst>
            <pc:docMk/>
            <pc:sldMk cId="606609933" sldId="291"/>
            <ac:picMk id="2" creationId="{D76A7CA4-249F-39A7-40A5-E32F4DFBAFCC}"/>
          </ac:picMkLst>
        </pc:picChg>
        <pc:picChg chg="add mod">
          <ac:chgData name="Jacob Wyngaard" userId="6181fcd471e98458" providerId="LiveId" clId="{788BA123-62C9-4DDC-86E5-A6BCA4600216}" dt="2026-03-10T04:14:36.480" v="2223" actId="1076"/>
          <ac:picMkLst>
            <pc:docMk/>
            <pc:sldMk cId="606609933" sldId="291"/>
            <ac:picMk id="3" creationId="{B2D99EA0-3A0E-47B7-1085-FC1A2F0B8DB8}"/>
          </ac:picMkLst>
        </pc:picChg>
      </pc:sldChg>
      <pc:sldChg chg="modSp add mod">
        <pc:chgData name="Jacob Wyngaard" userId="6181fcd471e98458" providerId="LiveId" clId="{788BA123-62C9-4DDC-86E5-A6BCA4600216}" dt="2026-03-10T04:13:57.072" v="2216" actId="20577"/>
        <pc:sldMkLst>
          <pc:docMk/>
          <pc:sldMk cId="1276044030" sldId="303"/>
        </pc:sldMkLst>
        <pc:spChg chg="mod">
          <ac:chgData name="Jacob Wyngaard" userId="6181fcd471e98458" providerId="LiveId" clId="{788BA123-62C9-4DDC-86E5-A6BCA4600216}" dt="2026-03-10T04:13:21.134" v="2120" actId="14100"/>
          <ac:spMkLst>
            <pc:docMk/>
            <pc:sldMk cId="1276044030" sldId="303"/>
            <ac:spMk id="9" creationId="{B5B6276E-4601-A78B-1C87-83C27FC0F954}"/>
          </ac:spMkLst>
        </pc:spChg>
        <pc:spChg chg="mod">
          <ac:chgData name="Jacob Wyngaard" userId="6181fcd471e98458" providerId="LiveId" clId="{788BA123-62C9-4DDC-86E5-A6BCA4600216}" dt="2026-03-10T04:13:57.072" v="2216" actId="20577"/>
          <ac:spMkLst>
            <pc:docMk/>
            <pc:sldMk cId="1276044030" sldId="303"/>
            <ac:spMk id="15" creationId="{BF589156-1C1E-5A3B-B2CA-64ABAFA875A4}"/>
          </ac:spMkLst>
        </pc:spChg>
        <pc:picChg chg="mod">
          <ac:chgData name="Jacob Wyngaard" userId="6181fcd471e98458" providerId="LiveId" clId="{788BA123-62C9-4DDC-86E5-A6BCA4600216}" dt="2026-03-10T04:12:50.317" v="2061" actId="14826"/>
          <ac:picMkLst>
            <pc:docMk/>
            <pc:sldMk cId="1276044030" sldId="303"/>
            <ac:picMk id="4" creationId="{A3213F0F-4191-E379-5CD2-5B46452977B9}"/>
          </ac:picMkLst>
        </pc:picChg>
      </pc:sldChg>
      <pc:sldChg chg="del">
        <pc:chgData name="Jacob Wyngaard" userId="6181fcd471e98458" providerId="LiveId" clId="{788BA123-62C9-4DDC-86E5-A6BCA4600216}" dt="2026-03-10T03:44:25.418" v="1231" actId="47"/>
        <pc:sldMkLst>
          <pc:docMk/>
          <pc:sldMk cId="1632653986" sldId="304"/>
        </pc:sldMkLst>
      </pc:sldChg>
      <pc:sldChg chg="addSp modSp mod">
        <pc:chgData name="Jacob Wyngaard" userId="6181fcd471e98458" providerId="LiveId" clId="{788BA123-62C9-4DDC-86E5-A6BCA4600216}" dt="2026-03-09T18:04:58.880" v="314" actId="14100"/>
        <pc:sldMkLst>
          <pc:docMk/>
          <pc:sldMk cId="3006645019" sldId="310"/>
        </pc:sldMkLst>
        <pc:spChg chg="add mod">
          <ac:chgData name="Jacob Wyngaard" userId="6181fcd471e98458" providerId="LiveId" clId="{788BA123-62C9-4DDC-86E5-A6BCA4600216}" dt="2026-03-09T18:01:20.964" v="285" actId="14100"/>
          <ac:spMkLst>
            <pc:docMk/>
            <pc:sldMk cId="3006645019" sldId="310"/>
            <ac:spMk id="9" creationId="{94AEF34C-E98B-6DB8-E569-90D176EDF31F}"/>
          </ac:spMkLst>
        </pc:spChg>
        <pc:spChg chg="mod">
          <ac:chgData name="Jacob Wyngaard" userId="6181fcd471e98458" providerId="LiveId" clId="{788BA123-62C9-4DDC-86E5-A6BCA4600216}" dt="2026-03-09T18:04:58.880" v="314" actId="14100"/>
          <ac:spMkLst>
            <pc:docMk/>
            <pc:sldMk cId="3006645019" sldId="310"/>
            <ac:spMk id="14" creationId="{F0EBE0D0-9EC2-1C96-7A4D-900EBC3ACA8D}"/>
          </ac:spMkLst>
        </pc:spChg>
        <pc:spChg chg="mod">
          <ac:chgData name="Jacob Wyngaard" userId="6181fcd471e98458" providerId="LiveId" clId="{788BA123-62C9-4DDC-86E5-A6BCA4600216}" dt="2026-03-09T18:00:12.549" v="192" actId="20577"/>
          <ac:spMkLst>
            <pc:docMk/>
            <pc:sldMk cId="3006645019" sldId="310"/>
            <ac:spMk id="15" creationId="{DE6B6689-4F0C-9793-B9EF-C157198F5C3A}"/>
          </ac:spMkLst>
        </pc:spChg>
        <pc:spChg chg="mod">
          <ac:chgData name="Jacob Wyngaard" userId="6181fcd471e98458" providerId="LiveId" clId="{788BA123-62C9-4DDC-86E5-A6BCA4600216}" dt="2026-03-09T18:00:11.173" v="191" actId="20577"/>
          <ac:spMkLst>
            <pc:docMk/>
            <pc:sldMk cId="3006645019" sldId="310"/>
            <ac:spMk id="17" creationId="{81592692-D028-C86A-0070-21C543C131B7}"/>
          </ac:spMkLst>
        </pc:spChg>
        <pc:spChg chg="mod">
          <ac:chgData name="Jacob Wyngaard" userId="6181fcd471e98458" providerId="LiveId" clId="{788BA123-62C9-4DDC-86E5-A6BCA4600216}" dt="2026-03-09T18:00:10" v="190" actId="20577"/>
          <ac:spMkLst>
            <pc:docMk/>
            <pc:sldMk cId="3006645019" sldId="310"/>
            <ac:spMk id="18" creationId="{8BBB5134-EA76-BA4D-4D0E-DBC2FA6C6D19}"/>
          </ac:spMkLst>
        </pc:spChg>
        <pc:spChg chg="mod">
          <ac:chgData name="Jacob Wyngaard" userId="6181fcd471e98458" providerId="LiveId" clId="{788BA123-62C9-4DDC-86E5-A6BCA4600216}" dt="2026-03-09T18:00:06.435" v="187" actId="20577"/>
          <ac:spMkLst>
            <pc:docMk/>
            <pc:sldMk cId="3006645019" sldId="310"/>
            <ac:spMk id="19" creationId="{9A877039-DBAE-FEEC-F7AD-C920C3DBB9C6}"/>
          </ac:spMkLst>
        </pc:spChg>
        <pc:spChg chg="mod">
          <ac:chgData name="Jacob Wyngaard" userId="6181fcd471e98458" providerId="LiveId" clId="{788BA123-62C9-4DDC-86E5-A6BCA4600216}" dt="2026-03-09T18:00:07.835" v="188" actId="20577"/>
          <ac:spMkLst>
            <pc:docMk/>
            <pc:sldMk cId="3006645019" sldId="310"/>
            <ac:spMk id="21" creationId="{BBEE6892-82BE-F7A5-4906-EBE0C9667175}"/>
          </ac:spMkLst>
        </pc:spChg>
        <pc:spChg chg="mod">
          <ac:chgData name="Jacob Wyngaard" userId="6181fcd471e98458" providerId="LiveId" clId="{788BA123-62C9-4DDC-86E5-A6BCA4600216}" dt="2026-03-09T18:00:08.783" v="189" actId="20577"/>
          <ac:spMkLst>
            <pc:docMk/>
            <pc:sldMk cId="3006645019" sldId="310"/>
            <ac:spMk id="22" creationId="{8C9CB58B-F7F7-A3D0-1B8B-42B4A4EA9986}"/>
          </ac:spMkLst>
        </pc:spChg>
        <pc:spChg chg="mod">
          <ac:chgData name="Jacob Wyngaard" userId="6181fcd471e98458" providerId="LiveId" clId="{788BA123-62C9-4DDC-86E5-A6BCA4600216}" dt="2026-03-09T18:01:26.374" v="288" actId="20577"/>
          <ac:spMkLst>
            <pc:docMk/>
            <pc:sldMk cId="3006645019" sldId="310"/>
            <ac:spMk id="24" creationId="{AD1F350A-71AC-6201-2D8D-5BE261E6C1AC}"/>
          </ac:spMkLst>
        </pc:spChg>
        <pc:spChg chg="mod">
          <ac:chgData name="Jacob Wyngaard" userId="6181fcd471e98458" providerId="LiveId" clId="{788BA123-62C9-4DDC-86E5-A6BCA4600216}" dt="2026-03-09T18:01:29.777" v="291" actId="20577"/>
          <ac:spMkLst>
            <pc:docMk/>
            <pc:sldMk cId="3006645019" sldId="310"/>
            <ac:spMk id="25" creationId="{08C95E68-9A8B-6436-ECE3-CC61AB4AD7B1}"/>
          </ac:spMkLst>
        </pc:spChg>
        <pc:spChg chg="mod">
          <ac:chgData name="Jacob Wyngaard" userId="6181fcd471e98458" providerId="LiveId" clId="{788BA123-62C9-4DDC-86E5-A6BCA4600216}" dt="2026-03-09T18:01:38.217" v="296" actId="20577"/>
          <ac:spMkLst>
            <pc:docMk/>
            <pc:sldMk cId="3006645019" sldId="310"/>
            <ac:spMk id="26" creationId="{F2F5A013-FEEF-2DB8-DFE6-D673750B4252}"/>
          </ac:spMkLst>
        </pc:spChg>
      </pc:sldChg>
      <pc:sldChg chg="addSp modSp del mod">
        <pc:chgData name="Jacob Wyngaard" userId="6181fcd471e98458" providerId="LiveId" clId="{788BA123-62C9-4DDC-86E5-A6BCA4600216}" dt="2026-03-10T03:44:12.484" v="1230" actId="47"/>
        <pc:sldMkLst>
          <pc:docMk/>
          <pc:sldMk cId="3454015702" sldId="313"/>
        </pc:sldMkLst>
        <pc:spChg chg="add mod">
          <ac:chgData name="Jacob Wyngaard" userId="6181fcd471e98458" providerId="LiveId" clId="{788BA123-62C9-4DDC-86E5-A6BCA4600216}" dt="2026-03-09T17:26:45.811" v="172" actId="1076"/>
          <ac:spMkLst>
            <pc:docMk/>
            <pc:sldMk cId="3454015702" sldId="313"/>
            <ac:spMk id="2" creationId="{E5AFF251-08F9-90EB-0692-FB411C114A4B}"/>
          </ac:spMkLst>
        </pc:spChg>
      </pc:sldChg>
      <pc:sldChg chg="del">
        <pc:chgData name="Jacob Wyngaard" userId="6181fcd471e98458" providerId="LiveId" clId="{788BA123-62C9-4DDC-86E5-A6BCA4600216}" dt="2026-03-09T17:21:58.139" v="0" actId="47"/>
        <pc:sldMkLst>
          <pc:docMk/>
          <pc:sldMk cId="3167256528" sldId="325"/>
        </pc:sldMkLst>
      </pc:sldChg>
      <pc:sldChg chg="del">
        <pc:chgData name="Jacob Wyngaard" userId="6181fcd471e98458" providerId="LiveId" clId="{788BA123-62C9-4DDC-86E5-A6BCA4600216}" dt="2026-03-09T17:22:00.739" v="1" actId="47"/>
        <pc:sldMkLst>
          <pc:docMk/>
          <pc:sldMk cId="1605861671" sldId="327"/>
        </pc:sldMkLst>
      </pc:sldChg>
      <pc:sldChg chg="del">
        <pc:chgData name="Jacob Wyngaard" userId="6181fcd471e98458" providerId="LiveId" clId="{788BA123-62C9-4DDC-86E5-A6BCA4600216}" dt="2026-03-09T17:59:46.655" v="173" actId="47"/>
        <pc:sldMkLst>
          <pc:docMk/>
          <pc:sldMk cId="436822231" sldId="338"/>
        </pc:sldMkLst>
      </pc:sldChg>
      <pc:sldChg chg="modSp mod">
        <pc:chgData name="Jacob Wyngaard" userId="6181fcd471e98458" providerId="LiveId" clId="{788BA123-62C9-4DDC-86E5-A6BCA4600216}" dt="2026-03-09T18:12:50.097" v="690" actId="1076"/>
        <pc:sldMkLst>
          <pc:docMk/>
          <pc:sldMk cId="3916718522" sldId="339"/>
        </pc:sldMkLst>
        <pc:spChg chg="mod">
          <ac:chgData name="Jacob Wyngaard" userId="6181fcd471e98458" providerId="LiveId" clId="{788BA123-62C9-4DDC-86E5-A6BCA4600216}" dt="2026-03-09T18:07:49.075" v="640" actId="20577"/>
          <ac:spMkLst>
            <pc:docMk/>
            <pc:sldMk cId="3916718522" sldId="339"/>
            <ac:spMk id="24" creationId="{CA23C72D-873B-B3E7-99DA-0EC0A90CB461}"/>
          </ac:spMkLst>
        </pc:spChg>
        <pc:spChg chg="mod">
          <ac:chgData name="Jacob Wyngaard" userId="6181fcd471e98458" providerId="LiveId" clId="{788BA123-62C9-4DDC-86E5-A6BCA4600216}" dt="2026-03-09T18:08:26.553" v="665" actId="20577"/>
          <ac:spMkLst>
            <pc:docMk/>
            <pc:sldMk cId="3916718522" sldId="339"/>
            <ac:spMk id="25" creationId="{04835B80-1F31-822D-7A8B-D77FA92FB5A4}"/>
          </ac:spMkLst>
        </pc:spChg>
        <pc:spChg chg="mod">
          <ac:chgData name="Jacob Wyngaard" userId="6181fcd471e98458" providerId="LiveId" clId="{788BA123-62C9-4DDC-86E5-A6BCA4600216}" dt="2026-03-09T18:09:00.195" v="687" actId="20577"/>
          <ac:spMkLst>
            <pc:docMk/>
            <pc:sldMk cId="3916718522" sldId="339"/>
            <ac:spMk id="26" creationId="{B9B6CACE-6979-EB79-F461-0730A260CEA0}"/>
          </ac:spMkLst>
        </pc:spChg>
        <pc:spChg chg="mod">
          <ac:chgData name="Jacob Wyngaard" userId="6181fcd471e98458" providerId="LiveId" clId="{788BA123-62C9-4DDC-86E5-A6BCA4600216}" dt="2026-03-09T18:07:57.777" v="646" actId="20577"/>
          <ac:spMkLst>
            <pc:docMk/>
            <pc:sldMk cId="3916718522" sldId="339"/>
            <ac:spMk id="38" creationId="{E559EB65-C21C-CCB7-0EBE-CE94D35B2031}"/>
          </ac:spMkLst>
        </pc:spChg>
        <pc:spChg chg="mod">
          <ac:chgData name="Jacob Wyngaard" userId="6181fcd471e98458" providerId="LiveId" clId="{788BA123-62C9-4DDC-86E5-A6BCA4600216}" dt="2026-03-09T18:08:02.744" v="649" actId="20577"/>
          <ac:spMkLst>
            <pc:docMk/>
            <pc:sldMk cId="3916718522" sldId="339"/>
            <ac:spMk id="39" creationId="{8AC48CCD-907D-F373-FF54-C1F41E593C9F}"/>
          </ac:spMkLst>
        </pc:spChg>
        <pc:spChg chg="mod">
          <ac:chgData name="Jacob Wyngaard" userId="6181fcd471e98458" providerId="LiveId" clId="{788BA123-62C9-4DDC-86E5-A6BCA4600216}" dt="2026-03-09T18:08:08.638" v="656" actId="20577"/>
          <ac:spMkLst>
            <pc:docMk/>
            <pc:sldMk cId="3916718522" sldId="339"/>
            <ac:spMk id="40" creationId="{E1732701-838A-2173-7D12-C66576CAE0CB}"/>
          </ac:spMkLst>
        </pc:spChg>
        <pc:spChg chg="mod">
          <ac:chgData name="Jacob Wyngaard" userId="6181fcd471e98458" providerId="LiveId" clId="{788BA123-62C9-4DDC-86E5-A6BCA4600216}" dt="2026-03-09T18:08:13.743" v="659" actId="20577"/>
          <ac:spMkLst>
            <pc:docMk/>
            <pc:sldMk cId="3916718522" sldId="339"/>
            <ac:spMk id="41" creationId="{E984092A-B5AC-D2D0-4E4D-10FC1838F414}"/>
          </ac:spMkLst>
        </pc:spChg>
        <pc:spChg chg="mod">
          <ac:chgData name="Jacob Wyngaard" userId="6181fcd471e98458" providerId="LiveId" clId="{788BA123-62C9-4DDC-86E5-A6BCA4600216}" dt="2026-03-09T18:08:36.043" v="671" actId="20577"/>
          <ac:spMkLst>
            <pc:docMk/>
            <pc:sldMk cId="3916718522" sldId="339"/>
            <ac:spMk id="43" creationId="{8AA254C2-EE43-B52A-78FC-EBAAA16311A0}"/>
          </ac:spMkLst>
        </pc:spChg>
        <pc:spChg chg="mod">
          <ac:chgData name="Jacob Wyngaard" userId="6181fcd471e98458" providerId="LiveId" clId="{788BA123-62C9-4DDC-86E5-A6BCA4600216}" dt="2026-03-09T18:08:40.614" v="674" actId="20577"/>
          <ac:spMkLst>
            <pc:docMk/>
            <pc:sldMk cId="3916718522" sldId="339"/>
            <ac:spMk id="44" creationId="{06F32AFC-DCC9-A6E4-2FFB-A20EC6F09189}"/>
          </ac:spMkLst>
        </pc:spChg>
        <pc:spChg chg="mod">
          <ac:chgData name="Jacob Wyngaard" userId="6181fcd471e98458" providerId="LiveId" clId="{788BA123-62C9-4DDC-86E5-A6BCA4600216}" dt="2026-03-09T18:08:45.030" v="677" actId="20577"/>
          <ac:spMkLst>
            <pc:docMk/>
            <pc:sldMk cId="3916718522" sldId="339"/>
            <ac:spMk id="45" creationId="{153A7E43-0CA4-DFC8-2473-A1BB65A10CFF}"/>
          </ac:spMkLst>
        </pc:spChg>
        <pc:spChg chg="mod">
          <ac:chgData name="Jacob Wyngaard" userId="6181fcd471e98458" providerId="LiveId" clId="{788BA123-62C9-4DDC-86E5-A6BCA4600216}" dt="2026-03-09T18:08:55.927" v="683" actId="20577"/>
          <ac:spMkLst>
            <pc:docMk/>
            <pc:sldMk cId="3916718522" sldId="339"/>
            <ac:spMk id="46" creationId="{E4029A70-56C2-D33E-BDAC-048D85747C7E}"/>
          </ac:spMkLst>
        </pc:spChg>
        <pc:spChg chg="mod">
          <ac:chgData name="Jacob Wyngaard" userId="6181fcd471e98458" providerId="LiveId" clId="{788BA123-62C9-4DDC-86E5-A6BCA4600216}" dt="2026-03-09T18:08:57.807" v="685" actId="20577"/>
          <ac:spMkLst>
            <pc:docMk/>
            <pc:sldMk cId="3916718522" sldId="339"/>
            <ac:spMk id="47" creationId="{540C176E-CEB6-5A3C-4322-489CEBDDAC78}"/>
          </ac:spMkLst>
        </pc:spChg>
        <pc:spChg chg="mod">
          <ac:chgData name="Jacob Wyngaard" userId="6181fcd471e98458" providerId="LiveId" clId="{788BA123-62C9-4DDC-86E5-A6BCA4600216}" dt="2026-03-09T18:12:34.037" v="688" actId="1076"/>
          <ac:spMkLst>
            <pc:docMk/>
            <pc:sldMk cId="3916718522" sldId="339"/>
            <ac:spMk id="50" creationId="{66B08E75-662B-AD0D-F3A4-B00DED85551D}"/>
          </ac:spMkLst>
        </pc:spChg>
        <pc:spChg chg="mod">
          <ac:chgData name="Jacob Wyngaard" userId="6181fcd471e98458" providerId="LiveId" clId="{788BA123-62C9-4DDC-86E5-A6BCA4600216}" dt="2026-03-09T18:08:51.310" v="679" actId="20577"/>
          <ac:spMkLst>
            <pc:docMk/>
            <pc:sldMk cId="3916718522" sldId="339"/>
            <ac:spMk id="51" creationId="{6AEF4C36-050D-DA8F-5ACB-EDF5CE0BFC65}"/>
          </ac:spMkLst>
        </pc:spChg>
        <pc:spChg chg="mod">
          <ac:chgData name="Jacob Wyngaard" userId="6181fcd471e98458" providerId="LiveId" clId="{788BA123-62C9-4DDC-86E5-A6BCA4600216}" dt="2026-03-09T18:08:53.282" v="681" actId="20577"/>
          <ac:spMkLst>
            <pc:docMk/>
            <pc:sldMk cId="3916718522" sldId="339"/>
            <ac:spMk id="52" creationId="{3BC92F14-4C5E-824B-6054-9286FFDB3F7E}"/>
          </ac:spMkLst>
        </pc:spChg>
        <pc:spChg chg="mod">
          <ac:chgData name="Jacob Wyngaard" userId="6181fcd471e98458" providerId="LiveId" clId="{788BA123-62C9-4DDC-86E5-A6BCA4600216}" dt="2026-03-09T18:12:45.688" v="689" actId="1076"/>
          <ac:spMkLst>
            <pc:docMk/>
            <pc:sldMk cId="3916718522" sldId="339"/>
            <ac:spMk id="53" creationId="{11F27040-A425-2CB5-9F89-06583E8FFDF9}"/>
          </ac:spMkLst>
        </pc:spChg>
        <pc:spChg chg="mod">
          <ac:chgData name="Jacob Wyngaard" userId="6181fcd471e98458" providerId="LiveId" clId="{788BA123-62C9-4DDC-86E5-A6BCA4600216}" dt="2026-03-09T18:12:50.097" v="690" actId="1076"/>
          <ac:spMkLst>
            <pc:docMk/>
            <pc:sldMk cId="3916718522" sldId="339"/>
            <ac:spMk id="54" creationId="{717C348A-16D5-A365-09A0-06AFC24FF03A}"/>
          </ac:spMkLst>
        </pc:spChg>
      </pc:sldChg>
      <pc:sldChg chg="addSp delSp modSp mod">
        <pc:chgData name="Jacob Wyngaard" userId="6181fcd471e98458" providerId="LiveId" clId="{788BA123-62C9-4DDC-86E5-A6BCA4600216}" dt="2026-03-10T03:20:44.963" v="704" actId="20577"/>
        <pc:sldMkLst>
          <pc:docMk/>
          <pc:sldMk cId="2199970145" sldId="340"/>
        </pc:sldMkLst>
        <pc:spChg chg="add mod">
          <ac:chgData name="Jacob Wyngaard" userId="6181fcd471e98458" providerId="LiveId" clId="{788BA123-62C9-4DDC-86E5-A6BCA4600216}" dt="2026-03-10T03:19:39.702" v="692"/>
          <ac:spMkLst>
            <pc:docMk/>
            <pc:sldMk cId="2199970145" sldId="340"/>
            <ac:spMk id="3" creationId="{F995A046-93C3-A8E0-8DCF-CAD43F201823}"/>
          </ac:spMkLst>
        </pc:spChg>
        <pc:spChg chg="add mod">
          <ac:chgData name="Jacob Wyngaard" userId="6181fcd471e98458" providerId="LiveId" clId="{788BA123-62C9-4DDC-86E5-A6BCA4600216}" dt="2026-03-10T03:19:39.702" v="692"/>
          <ac:spMkLst>
            <pc:docMk/>
            <pc:sldMk cId="2199970145" sldId="340"/>
            <ac:spMk id="5" creationId="{389CC067-6219-AA5B-C533-875CA4BA3F67}"/>
          </ac:spMkLst>
        </pc:spChg>
        <pc:spChg chg="add mod">
          <ac:chgData name="Jacob Wyngaard" userId="6181fcd471e98458" providerId="LiveId" clId="{788BA123-62C9-4DDC-86E5-A6BCA4600216}" dt="2026-03-10T03:19:39.702" v="692"/>
          <ac:spMkLst>
            <pc:docMk/>
            <pc:sldMk cId="2199970145" sldId="340"/>
            <ac:spMk id="7" creationId="{071B34E7-8FE6-FFC5-97E9-79F8BB0B85A4}"/>
          </ac:spMkLst>
        </pc:spChg>
        <pc:spChg chg="add mod">
          <ac:chgData name="Jacob Wyngaard" userId="6181fcd471e98458" providerId="LiveId" clId="{788BA123-62C9-4DDC-86E5-A6BCA4600216}" dt="2026-03-10T03:19:39.702" v="692"/>
          <ac:spMkLst>
            <pc:docMk/>
            <pc:sldMk cId="2199970145" sldId="340"/>
            <ac:spMk id="9" creationId="{BE5C9BCA-43BE-6025-823A-53998475B69C}"/>
          </ac:spMkLst>
        </pc:spChg>
        <pc:spChg chg="add mod">
          <ac:chgData name="Jacob Wyngaard" userId="6181fcd471e98458" providerId="LiveId" clId="{788BA123-62C9-4DDC-86E5-A6BCA4600216}" dt="2026-03-10T03:19:39.702" v="692"/>
          <ac:spMkLst>
            <pc:docMk/>
            <pc:sldMk cId="2199970145" sldId="340"/>
            <ac:spMk id="10" creationId="{65A96AD0-6858-A871-F00B-97E9A78BBFC5}"/>
          </ac:spMkLst>
        </pc:spChg>
        <pc:spChg chg="del">
          <ac:chgData name="Jacob Wyngaard" userId="6181fcd471e98458" providerId="LiveId" clId="{788BA123-62C9-4DDC-86E5-A6BCA4600216}" dt="2026-03-10T03:19:39.243" v="691" actId="478"/>
          <ac:spMkLst>
            <pc:docMk/>
            <pc:sldMk cId="2199970145" sldId="340"/>
            <ac:spMk id="24" creationId="{5D26A87B-DDF6-1713-E746-E2934B3D8C42}"/>
          </ac:spMkLst>
        </pc:spChg>
        <pc:spChg chg="del">
          <ac:chgData name="Jacob Wyngaard" userId="6181fcd471e98458" providerId="LiveId" clId="{788BA123-62C9-4DDC-86E5-A6BCA4600216}" dt="2026-03-10T03:19:39.243" v="691" actId="478"/>
          <ac:spMkLst>
            <pc:docMk/>
            <pc:sldMk cId="2199970145" sldId="340"/>
            <ac:spMk id="25" creationId="{747B1CD4-4E3C-4F92-0468-C90752693E68}"/>
          </ac:spMkLst>
        </pc:spChg>
        <pc:spChg chg="del">
          <ac:chgData name="Jacob Wyngaard" userId="6181fcd471e98458" providerId="LiveId" clId="{788BA123-62C9-4DDC-86E5-A6BCA4600216}" dt="2026-03-10T03:19:39.243" v="691" actId="478"/>
          <ac:spMkLst>
            <pc:docMk/>
            <pc:sldMk cId="2199970145" sldId="340"/>
            <ac:spMk id="26" creationId="{F5611E4B-A334-2592-84A8-F0164E0720F4}"/>
          </ac:spMkLst>
        </pc:spChg>
        <pc:spChg chg="del">
          <ac:chgData name="Jacob Wyngaard" userId="6181fcd471e98458" providerId="LiveId" clId="{788BA123-62C9-4DDC-86E5-A6BCA4600216}" dt="2026-03-10T03:19:39.243" v="691" actId="478"/>
          <ac:spMkLst>
            <pc:docMk/>
            <pc:sldMk cId="2199970145" sldId="340"/>
            <ac:spMk id="27" creationId="{42997A53-574A-375F-6CF3-9F6FD09E0D1A}"/>
          </ac:spMkLst>
        </pc:spChg>
        <pc:spChg chg="del">
          <ac:chgData name="Jacob Wyngaard" userId="6181fcd471e98458" providerId="LiveId" clId="{788BA123-62C9-4DDC-86E5-A6BCA4600216}" dt="2026-03-10T03:19:39.243" v="691" actId="478"/>
          <ac:spMkLst>
            <pc:docMk/>
            <pc:sldMk cId="2199970145" sldId="340"/>
            <ac:spMk id="28" creationId="{B51B6ECD-8293-3E14-ADBA-978A66039F63}"/>
          </ac:spMkLst>
        </pc:spChg>
        <pc:spChg chg="mod">
          <ac:chgData name="Jacob Wyngaard" userId="6181fcd471e98458" providerId="LiveId" clId="{788BA123-62C9-4DDC-86E5-A6BCA4600216}" dt="2026-03-10T03:19:44.734" v="693" actId="20577"/>
          <ac:spMkLst>
            <pc:docMk/>
            <pc:sldMk cId="2199970145" sldId="340"/>
            <ac:spMk id="38" creationId="{039580C0-53CF-510E-5444-EA0BD2CE969B}"/>
          </ac:spMkLst>
        </pc:spChg>
        <pc:spChg chg="mod">
          <ac:chgData name="Jacob Wyngaard" userId="6181fcd471e98458" providerId="LiveId" clId="{788BA123-62C9-4DDC-86E5-A6BCA4600216}" dt="2026-03-10T03:19:47.158" v="695" actId="20577"/>
          <ac:spMkLst>
            <pc:docMk/>
            <pc:sldMk cId="2199970145" sldId="340"/>
            <ac:spMk id="39" creationId="{390F6F52-F1CF-C4C4-7B22-A10635375D1A}"/>
          </ac:spMkLst>
        </pc:spChg>
        <pc:spChg chg="mod">
          <ac:chgData name="Jacob Wyngaard" userId="6181fcd471e98458" providerId="LiveId" clId="{788BA123-62C9-4DDC-86E5-A6BCA4600216}" dt="2026-03-10T03:19:49.580" v="697" actId="20577"/>
          <ac:spMkLst>
            <pc:docMk/>
            <pc:sldMk cId="2199970145" sldId="340"/>
            <ac:spMk id="40" creationId="{4E0CF405-FDE1-2CE5-BE42-480E4015BDA7}"/>
          </ac:spMkLst>
        </pc:spChg>
        <pc:spChg chg="mod">
          <ac:chgData name="Jacob Wyngaard" userId="6181fcd471e98458" providerId="LiveId" clId="{788BA123-62C9-4DDC-86E5-A6BCA4600216}" dt="2026-03-10T03:20:18.238" v="698" actId="20577"/>
          <ac:spMkLst>
            <pc:docMk/>
            <pc:sldMk cId="2199970145" sldId="340"/>
            <ac:spMk id="41" creationId="{A4029868-9635-CE5C-9BAF-82F3D14F88A3}"/>
          </ac:spMkLst>
        </pc:spChg>
        <pc:spChg chg="mod">
          <ac:chgData name="Jacob Wyngaard" userId="6181fcd471e98458" providerId="LiveId" clId="{788BA123-62C9-4DDC-86E5-A6BCA4600216}" dt="2026-03-10T03:20:37.137" v="699" actId="20577"/>
          <ac:spMkLst>
            <pc:docMk/>
            <pc:sldMk cId="2199970145" sldId="340"/>
            <ac:spMk id="43" creationId="{C8E9428A-03F8-B1F1-F36E-0A90A1E76BC4}"/>
          </ac:spMkLst>
        </pc:spChg>
        <pc:spChg chg="mod">
          <ac:chgData name="Jacob Wyngaard" userId="6181fcd471e98458" providerId="LiveId" clId="{788BA123-62C9-4DDC-86E5-A6BCA4600216}" dt="2026-03-10T03:20:40.797" v="701" actId="20577"/>
          <ac:spMkLst>
            <pc:docMk/>
            <pc:sldMk cId="2199970145" sldId="340"/>
            <ac:spMk id="44" creationId="{FF26CCBD-2A2A-E35B-83CB-1D0D22433A81}"/>
          </ac:spMkLst>
        </pc:spChg>
        <pc:spChg chg="mod">
          <ac:chgData name="Jacob Wyngaard" userId="6181fcd471e98458" providerId="LiveId" clId="{788BA123-62C9-4DDC-86E5-A6BCA4600216}" dt="2026-03-10T03:20:42.093" v="702" actId="20577"/>
          <ac:spMkLst>
            <pc:docMk/>
            <pc:sldMk cId="2199970145" sldId="340"/>
            <ac:spMk id="45" creationId="{0DF8A80A-FB73-92AF-1456-B0C483636A01}"/>
          </ac:spMkLst>
        </pc:spChg>
        <pc:spChg chg="mod">
          <ac:chgData name="Jacob Wyngaard" userId="6181fcd471e98458" providerId="LiveId" clId="{788BA123-62C9-4DDC-86E5-A6BCA4600216}" dt="2026-03-10T03:20:43.199" v="703" actId="20577"/>
          <ac:spMkLst>
            <pc:docMk/>
            <pc:sldMk cId="2199970145" sldId="340"/>
            <ac:spMk id="46" creationId="{7A4BA89D-5E4E-0B89-0402-7198EB0C415C}"/>
          </ac:spMkLst>
        </pc:spChg>
        <pc:spChg chg="mod">
          <ac:chgData name="Jacob Wyngaard" userId="6181fcd471e98458" providerId="LiveId" clId="{788BA123-62C9-4DDC-86E5-A6BCA4600216}" dt="2026-03-10T03:20:44.963" v="704" actId="20577"/>
          <ac:spMkLst>
            <pc:docMk/>
            <pc:sldMk cId="2199970145" sldId="340"/>
            <ac:spMk id="47" creationId="{83A3B692-59C6-82B6-70AE-D1424E8125F0}"/>
          </ac:spMkLst>
        </pc:spChg>
        <pc:spChg chg="mod">
          <ac:chgData name="Jacob Wyngaard" userId="6181fcd471e98458" providerId="LiveId" clId="{788BA123-62C9-4DDC-86E5-A6BCA4600216}" dt="2026-03-10T03:19:46.031" v="694" actId="20577"/>
          <ac:spMkLst>
            <pc:docMk/>
            <pc:sldMk cId="2199970145" sldId="340"/>
            <ac:spMk id="50" creationId="{35F54DA9-9C15-329A-B479-10AB2EE3F04B}"/>
          </ac:spMkLst>
        </pc:spChg>
        <pc:spChg chg="mod">
          <ac:chgData name="Jacob Wyngaard" userId="6181fcd471e98458" providerId="LiveId" clId="{788BA123-62C9-4DDC-86E5-A6BCA4600216}" dt="2026-03-10T03:19:48.155" v="696" actId="20577"/>
          <ac:spMkLst>
            <pc:docMk/>
            <pc:sldMk cId="2199970145" sldId="340"/>
            <ac:spMk id="51" creationId="{C58F412D-43D2-CFA4-074B-264A02C12213}"/>
          </ac:spMkLst>
        </pc:spChg>
        <pc:spChg chg="mod">
          <ac:chgData name="Jacob Wyngaard" userId="6181fcd471e98458" providerId="LiveId" clId="{788BA123-62C9-4DDC-86E5-A6BCA4600216}" dt="2026-03-10T03:20:38.372" v="700" actId="20577"/>
          <ac:spMkLst>
            <pc:docMk/>
            <pc:sldMk cId="2199970145" sldId="340"/>
            <ac:spMk id="52" creationId="{1924E57D-D433-64B4-C5DC-74A583D08680}"/>
          </ac:spMkLst>
        </pc:spChg>
      </pc:sldChg>
      <pc:sldChg chg="ord">
        <pc:chgData name="Jacob Wyngaard" userId="6181fcd471e98458" providerId="LiveId" clId="{788BA123-62C9-4DDC-86E5-A6BCA4600216}" dt="2026-03-10T03:24:58.345" v="866"/>
        <pc:sldMkLst>
          <pc:docMk/>
          <pc:sldMk cId="3403223485" sldId="341"/>
        </pc:sldMkLst>
      </pc:sldChg>
      <pc:sldChg chg="addSp delSp modSp mod">
        <pc:chgData name="Jacob Wyngaard" userId="6181fcd471e98458" providerId="LiveId" clId="{788BA123-62C9-4DDC-86E5-A6BCA4600216}" dt="2026-03-10T03:37:45.473" v="1186" actId="20577"/>
        <pc:sldMkLst>
          <pc:docMk/>
          <pc:sldMk cId="2521794888" sldId="342"/>
        </pc:sldMkLst>
        <pc:spChg chg="del">
          <ac:chgData name="Jacob Wyngaard" userId="6181fcd471e98458" providerId="LiveId" clId="{788BA123-62C9-4DDC-86E5-A6BCA4600216}" dt="2026-03-09T18:05:13.246" v="318" actId="478"/>
          <ac:spMkLst>
            <pc:docMk/>
            <pc:sldMk cId="2521794888" sldId="342"/>
            <ac:spMk id="4" creationId="{182B70ED-8747-E28C-34ED-E9E4EED9B863}"/>
          </ac:spMkLst>
        </pc:spChg>
        <pc:spChg chg="del">
          <ac:chgData name="Jacob Wyngaard" userId="6181fcd471e98458" providerId="LiveId" clId="{788BA123-62C9-4DDC-86E5-A6BCA4600216}" dt="2026-03-09T18:05:12.048" v="317" actId="478"/>
          <ac:spMkLst>
            <pc:docMk/>
            <pc:sldMk cId="2521794888" sldId="342"/>
            <ac:spMk id="5" creationId="{6CF781EC-3046-B337-C478-5C4B7C13E5D2}"/>
          </ac:spMkLst>
        </pc:spChg>
        <pc:spChg chg="del">
          <ac:chgData name="Jacob Wyngaard" userId="6181fcd471e98458" providerId="LiveId" clId="{788BA123-62C9-4DDC-86E5-A6BCA4600216}" dt="2026-03-09T18:05:12.048" v="317" actId="478"/>
          <ac:spMkLst>
            <pc:docMk/>
            <pc:sldMk cId="2521794888" sldId="342"/>
            <ac:spMk id="7" creationId="{84162F19-FC84-4C58-258E-2DDD8787D192}"/>
          </ac:spMkLst>
        </pc:spChg>
        <pc:spChg chg="add del mod">
          <ac:chgData name="Jacob Wyngaard" userId="6181fcd471e98458" providerId="LiveId" clId="{788BA123-62C9-4DDC-86E5-A6BCA4600216}" dt="2026-03-09T18:05:12.048" v="317" actId="478"/>
          <ac:spMkLst>
            <pc:docMk/>
            <pc:sldMk cId="2521794888" sldId="342"/>
            <ac:spMk id="9" creationId="{D0C46DEA-F358-340D-F65F-CCD77CAC94F4}"/>
          </ac:spMkLst>
        </pc:spChg>
        <pc:spChg chg="del">
          <ac:chgData name="Jacob Wyngaard" userId="6181fcd471e98458" providerId="LiveId" clId="{788BA123-62C9-4DDC-86E5-A6BCA4600216}" dt="2026-03-09T18:05:12.048" v="317" actId="478"/>
          <ac:spMkLst>
            <pc:docMk/>
            <pc:sldMk cId="2521794888" sldId="342"/>
            <ac:spMk id="10" creationId="{0EB1A215-F64F-BD38-FD12-439093CB9884}"/>
          </ac:spMkLst>
        </pc:spChg>
        <pc:spChg chg="del">
          <ac:chgData name="Jacob Wyngaard" userId="6181fcd471e98458" providerId="LiveId" clId="{788BA123-62C9-4DDC-86E5-A6BCA4600216}" dt="2026-03-09T18:05:12.048" v="317" actId="478"/>
          <ac:spMkLst>
            <pc:docMk/>
            <pc:sldMk cId="2521794888" sldId="342"/>
            <ac:spMk id="11" creationId="{6F27BB52-AB6D-6B48-68D5-C9523017DB05}"/>
          </ac:spMkLst>
        </pc:spChg>
        <pc:spChg chg="del">
          <ac:chgData name="Jacob Wyngaard" userId="6181fcd471e98458" providerId="LiveId" clId="{788BA123-62C9-4DDC-86E5-A6BCA4600216}" dt="2026-03-09T18:05:12.048" v="317" actId="478"/>
          <ac:spMkLst>
            <pc:docMk/>
            <pc:sldMk cId="2521794888" sldId="342"/>
            <ac:spMk id="12" creationId="{E9F8B15D-47DC-AD75-87DB-A0D4F1731D57}"/>
          </ac:spMkLst>
        </pc:spChg>
        <pc:spChg chg="add del mod">
          <ac:chgData name="Jacob Wyngaard" userId="6181fcd471e98458" providerId="LiveId" clId="{788BA123-62C9-4DDC-86E5-A6BCA4600216}" dt="2026-03-09T18:05:12.048" v="317" actId="478"/>
          <ac:spMkLst>
            <pc:docMk/>
            <pc:sldMk cId="2521794888" sldId="342"/>
            <ac:spMk id="13" creationId="{336C59E7-578E-905D-D24C-93CAFFEF589E}"/>
          </ac:spMkLst>
        </pc:spChg>
        <pc:spChg chg="del">
          <ac:chgData name="Jacob Wyngaard" userId="6181fcd471e98458" providerId="LiveId" clId="{788BA123-62C9-4DDC-86E5-A6BCA4600216}" dt="2026-03-09T18:03:27.228" v="297" actId="478"/>
          <ac:spMkLst>
            <pc:docMk/>
            <pc:sldMk cId="2521794888" sldId="342"/>
            <ac:spMk id="15" creationId="{A1E6565F-F485-FC4B-1C1A-3D6A040F78F1}"/>
          </ac:spMkLst>
        </pc:spChg>
        <pc:spChg chg="del">
          <ac:chgData name="Jacob Wyngaard" userId="6181fcd471e98458" providerId="LiveId" clId="{788BA123-62C9-4DDC-86E5-A6BCA4600216}" dt="2026-03-09T18:05:15.303" v="320" actId="478"/>
          <ac:spMkLst>
            <pc:docMk/>
            <pc:sldMk cId="2521794888" sldId="342"/>
            <ac:spMk id="16" creationId="{4319FCC3-B273-08A4-1A38-B4FDE3BBF6C1}"/>
          </ac:spMkLst>
        </pc:spChg>
        <pc:spChg chg="del">
          <ac:chgData name="Jacob Wyngaard" userId="6181fcd471e98458" providerId="LiveId" clId="{788BA123-62C9-4DDC-86E5-A6BCA4600216}" dt="2026-03-09T18:03:27.228" v="297" actId="478"/>
          <ac:spMkLst>
            <pc:docMk/>
            <pc:sldMk cId="2521794888" sldId="342"/>
            <ac:spMk id="17" creationId="{4D7334E2-F21D-E1B2-BDE5-765204AF92F7}"/>
          </ac:spMkLst>
        </pc:spChg>
        <pc:spChg chg="del">
          <ac:chgData name="Jacob Wyngaard" userId="6181fcd471e98458" providerId="LiveId" clId="{788BA123-62C9-4DDC-86E5-A6BCA4600216}" dt="2026-03-09T18:03:27.228" v="297" actId="478"/>
          <ac:spMkLst>
            <pc:docMk/>
            <pc:sldMk cId="2521794888" sldId="342"/>
            <ac:spMk id="18" creationId="{49833336-06D0-295E-0E43-7BED3F6830E6}"/>
          </ac:spMkLst>
        </pc:spChg>
        <pc:spChg chg="del">
          <ac:chgData name="Jacob Wyngaard" userId="6181fcd471e98458" providerId="LiveId" clId="{788BA123-62C9-4DDC-86E5-A6BCA4600216}" dt="2026-03-09T18:03:27.228" v="297" actId="478"/>
          <ac:spMkLst>
            <pc:docMk/>
            <pc:sldMk cId="2521794888" sldId="342"/>
            <ac:spMk id="19" creationId="{FF8DA14A-8EF0-D3A9-951C-419BCE6217B1}"/>
          </ac:spMkLst>
        </pc:spChg>
        <pc:spChg chg="del">
          <ac:chgData name="Jacob Wyngaard" userId="6181fcd471e98458" providerId="LiveId" clId="{788BA123-62C9-4DDC-86E5-A6BCA4600216}" dt="2026-03-09T18:05:14.406" v="319" actId="478"/>
          <ac:spMkLst>
            <pc:docMk/>
            <pc:sldMk cId="2521794888" sldId="342"/>
            <ac:spMk id="20" creationId="{314C3B83-B51E-6B8B-958C-E47683C1916B}"/>
          </ac:spMkLst>
        </pc:spChg>
        <pc:spChg chg="del">
          <ac:chgData name="Jacob Wyngaard" userId="6181fcd471e98458" providerId="LiveId" clId="{788BA123-62C9-4DDC-86E5-A6BCA4600216}" dt="2026-03-09T18:03:27.228" v="297" actId="478"/>
          <ac:spMkLst>
            <pc:docMk/>
            <pc:sldMk cId="2521794888" sldId="342"/>
            <ac:spMk id="21" creationId="{A5FA67E0-F146-ECF0-3417-B87CB0C88DE6}"/>
          </ac:spMkLst>
        </pc:spChg>
        <pc:spChg chg="del">
          <ac:chgData name="Jacob Wyngaard" userId="6181fcd471e98458" providerId="LiveId" clId="{788BA123-62C9-4DDC-86E5-A6BCA4600216}" dt="2026-03-09T18:03:27.228" v="297" actId="478"/>
          <ac:spMkLst>
            <pc:docMk/>
            <pc:sldMk cId="2521794888" sldId="342"/>
            <ac:spMk id="22" creationId="{3CD6C20D-585F-ED3E-EED4-EAB88D793C08}"/>
          </ac:spMkLst>
        </pc:spChg>
        <pc:spChg chg="del">
          <ac:chgData name="Jacob Wyngaard" userId="6181fcd471e98458" providerId="LiveId" clId="{788BA123-62C9-4DDC-86E5-A6BCA4600216}" dt="2026-03-09T18:05:02.089" v="315" actId="478"/>
          <ac:spMkLst>
            <pc:docMk/>
            <pc:sldMk cId="2521794888" sldId="342"/>
            <ac:spMk id="23" creationId="{F66B4ABB-A67E-3A8D-9B4C-A46B5AEDF0E2}"/>
          </ac:spMkLst>
        </pc:spChg>
        <pc:spChg chg="add mod">
          <ac:chgData name="Jacob Wyngaard" userId="6181fcd471e98458" providerId="LiveId" clId="{788BA123-62C9-4DDC-86E5-A6BCA4600216}" dt="2026-03-09T18:03:28.354" v="298"/>
          <ac:spMkLst>
            <pc:docMk/>
            <pc:sldMk cId="2521794888" sldId="342"/>
            <ac:spMk id="24" creationId="{D0836872-BDF1-32B3-7EDF-13AA294B18B9}"/>
          </ac:spMkLst>
        </pc:spChg>
        <pc:spChg chg="add del mod">
          <ac:chgData name="Jacob Wyngaard" userId="6181fcd471e98458" providerId="LiveId" clId="{788BA123-62C9-4DDC-86E5-A6BCA4600216}" dt="2026-03-09T18:05:12.048" v="317" actId="478"/>
          <ac:spMkLst>
            <pc:docMk/>
            <pc:sldMk cId="2521794888" sldId="342"/>
            <ac:spMk id="25" creationId="{78569E1C-3B0A-F807-0D26-1FEDEDBCCC9B}"/>
          </ac:spMkLst>
        </pc:spChg>
        <pc:spChg chg="add del mod">
          <ac:chgData name="Jacob Wyngaard" userId="6181fcd471e98458" providerId="LiveId" clId="{788BA123-62C9-4DDC-86E5-A6BCA4600216}" dt="2026-03-09T18:05:12.048" v="317" actId="478"/>
          <ac:spMkLst>
            <pc:docMk/>
            <pc:sldMk cId="2521794888" sldId="342"/>
            <ac:spMk id="26" creationId="{D8823D80-D3E3-0481-5D1F-94E8C12A4D8B}"/>
          </ac:spMkLst>
        </pc:spChg>
        <pc:spChg chg="add del mod">
          <ac:chgData name="Jacob Wyngaard" userId="6181fcd471e98458" providerId="LiveId" clId="{788BA123-62C9-4DDC-86E5-A6BCA4600216}" dt="2026-03-09T18:05:12.048" v="317" actId="478"/>
          <ac:spMkLst>
            <pc:docMk/>
            <pc:sldMk cId="2521794888" sldId="342"/>
            <ac:spMk id="27" creationId="{6845BA22-49CF-B9DE-2400-FABB80525009}"/>
          </ac:spMkLst>
        </pc:spChg>
        <pc:spChg chg="add mod">
          <ac:chgData name="Jacob Wyngaard" userId="6181fcd471e98458" providerId="LiveId" clId="{788BA123-62C9-4DDC-86E5-A6BCA4600216}" dt="2026-03-09T18:05:05.971" v="316"/>
          <ac:spMkLst>
            <pc:docMk/>
            <pc:sldMk cId="2521794888" sldId="342"/>
            <ac:spMk id="28" creationId="{7A13BA41-31E8-D0CD-055F-AF55F018FD12}"/>
          </ac:spMkLst>
        </pc:spChg>
        <pc:spChg chg="add mod">
          <ac:chgData name="Jacob Wyngaard" userId="6181fcd471e98458" providerId="LiveId" clId="{788BA123-62C9-4DDC-86E5-A6BCA4600216}" dt="2026-03-10T03:37:45.473" v="1186" actId="20577"/>
          <ac:spMkLst>
            <pc:docMk/>
            <pc:sldMk cId="2521794888" sldId="342"/>
            <ac:spMk id="29" creationId="{E1BADB68-BA91-C81E-C6AB-F3EB75830155}"/>
          </ac:spMkLst>
        </pc:spChg>
        <pc:spChg chg="mod">
          <ac:chgData name="Jacob Wyngaard" userId="6181fcd471e98458" providerId="LiveId" clId="{788BA123-62C9-4DDC-86E5-A6BCA4600216}" dt="2026-03-09T18:05:30.281" v="325" actId="1076"/>
          <ac:spMkLst>
            <pc:docMk/>
            <pc:sldMk cId="2521794888" sldId="342"/>
            <ac:spMk id="30" creationId="{A5CFB314-3D6F-2639-E62B-3512A462DEBA}"/>
          </ac:spMkLst>
        </pc:spChg>
        <pc:spChg chg="mod">
          <ac:chgData name="Jacob Wyngaard" userId="6181fcd471e98458" providerId="LiveId" clId="{788BA123-62C9-4DDC-86E5-A6BCA4600216}" dt="2026-03-09T18:05:26.811" v="324" actId="1076"/>
          <ac:spMkLst>
            <pc:docMk/>
            <pc:sldMk cId="2521794888" sldId="342"/>
            <ac:spMk id="31" creationId="{87DBDEB5-4C5A-33C3-9757-FE6DC149E495}"/>
          </ac:spMkLst>
        </pc:spChg>
        <pc:spChg chg="add mod">
          <ac:chgData name="Jacob Wyngaard" userId="6181fcd471e98458" providerId="LiveId" clId="{788BA123-62C9-4DDC-86E5-A6BCA4600216}" dt="2026-03-10T03:26:45.410" v="949" actId="1076"/>
          <ac:spMkLst>
            <pc:docMk/>
            <pc:sldMk cId="2521794888" sldId="342"/>
            <ac:spMk id="32" creationId="{D9B4106C-A96E-B101-26D1-55A59D487299}"/>
          </ac:spMkLst>
        </pc:spChg>
        <pc:spChg chg="add mod">
          <ac:chgData name="Jacob Wyngaard" userId="6181fcd471e98458" providerId="LiveId" clId="{788BA123-62C9-4DDC-86E5-A6BCA4600216}" dt="2026-03-10T03:26:53.467" v="952" actId="1076"/>
          <ac:spMkLst>
            <pc:docMk/>
            <pc:sldMk cId="2521794888" sldId="342"/>
            <ac:spMk id="33" creationId="{B6D0B250-65BA-2716-0B8F-3A3CBCBCA3B2}"/>
          </ac:spMkLst>
        </pc:spChg>
        <pc:picChg chg="mod">
          <ac:chgData name="Jacob Wyngaard" userId="6181fcd471e98458" providerId="LiveId" clId="{788BA123-62C9-4DDC-86E5-A6BCA4600216}" dt="2026-03-09T18:05:23.514" v="323" actId="1076"/>
          <ac:picMkLst>
            <pc:docMk/>
            <pc:sldMk cId="2521794888" sldId="342"/>
            <ac:picMk id="14" creationId="{2954CEB2-F620-FA96-6307-949E8A31358C}"/>
          </ac:picMkLst>
        </pc:picChg>
      </pc:sldChg>
      <pc:sldChg chg="del">
        <pc:chgData name="Jacob Wyngaard" userId="6181fcd471e98458" providerId="LiveId" clId="{788BA123-62C9-4DDC-86E5-A6BCA4600216}" dt="2026-03-10T03:44:25.418" v="1231" actId="47"/>
        <pc:sldMkLst>
          <pc:docMk/>
          <pc:sldMk cId="3046037645" sldId="343"/>
        </pc:sldMkLst>
      </pc:sldChg>
      <pc:sldChg chg="del">
        <pc:chgData name="Jacob Wyngaard" userId="6181fcd471e98458" providerId="LiveId" clId="{788BA123-62C9-4DDC-86E5-A6BCA4600216}" dt="2026-03-10T03:44:25.418" v="1231" actId="47"/>
        <pc:sldMkLst>
          <pc:docMk/>
          <pc:sldMk cId="4181798848" sldId="344"/>
        </pc:sldMkLst>
      </pc:sldChg>
      <pc:sldChg chg="del">
        <pc:chgData name="Jacob Wyngaard" userId="6181fcd471e98458" providerId="LiveId" clId="{788BA123-62C9-4DDC-86E5-A6BCA4600216}" dt="2026-03-10T03:44:25.418" v="1231" actId="47"/>
        <pc:sldMkLst>
          <pc:docMk/>
          <pc:sldMk cId="2030494443" sldId="345"/>
        </pc:sldMkLst>
      </pc:sldChg>
      <pc:sldChg chg="del">
        <pc:chgData name="Jacob Wyngaard" userId="6181fcd471e98458" providerId="LiveId" clId="{788BA123-62C9-4DDC-86E5-A6BCA4600216}" dt="2026-03-10T03:44:25.418" v="1231" actId="47"/>
        <pc:sldMkLst>
          <pc:docMk/>
          <pc:sldMk cId="1785115030" sldId="346"/>
        </pc:sldMkLst>
      </pc:sldChg>
      <pc:sldChg chg="del">
        <pc:chgData name="Jacob Wyngaard" userId="6181fcd471e98458" providerId="LiveId" clId="{788BA123-62C9-4DDC-86E5-A6BCA4600216}" dt="2026-03-10T03:44:25.418" v="1231" actId="47"/>
        <pc:sldMkLst>
          <pc:docMk/>
          <pc:sldMk cId="1180299956" sldId="347"/>
        </pc:sldMkLst>
      </pc:sldChg>
      <pc:sldChg chg="del">
        <pc:chgData name="Jacob Wyngaard" userId="6181fcd471e98458" providerId="LiveId" clId="{788BA123-62C9-4DDC-86E5-A6BCA4600216}" dt="2026-03-10T03:44:25.418" v="1231" actId="47"/>
        <pc:sldMkLst>
          <pc:docMk/>
          <pc:sldMk cId="1434565876" sldId="348"/>
        </pc:sldMkLst>
      </pc:sldChg>
      <pc:sldChg chg="del">
        <pc:chgData name="Jacob Wyngaard" userId="6181fcd471e98458" providerId="LiveId" clId="{788BA123-62C9-4DDC-86E5-A6BCA4600216}" dt="2026-03-10T03:44:25.418" v="1231" actId="47"/>
        <pc:sldMkLst>
          <pc:docMk/>
          <pc:sldMk cId="4034914312" sldId="351"/>
        </pc:sldMkLst>
      </pc:sldChg>
      <pc:sldChg chg="del">
        <pc:chgData name="Jacob Wyngaard" userId="6181fcd471e98458" providerId="LiveId" clId="{788BA123-62C9-4DDC-86E5-A6BCA4600216}" dt="2026-03-10T03:44:25.418" v="1231" actId="47"/>
        <pc:sldMkLst>
          <pc:docMk/>
          <pc:sldMk cId="3476215693" sldId="353"/>
        </pc:sldMkLst>
      </pc:sldChg>
      <pc:sldChg chg="addSp modSp add mod ord">
        <pc:chgData name="Jacob Wyngaard" userId="6181fcd471e98458" providerId="LiveId" clId="{788BA123-62C9-4DDC-86E5-A6BCA4600216}" dt="2026-03-10T03:24:58.345" v="866"/>
        <pc:sldMkLst>
          <pc:docMk/>
          <pc:sldMk cId="2458641383" sldId="364"/>
        </pc:sldMkLst>
        <pc:spChg chg="add mod">
          <ac:chgData name="Jacob Wyngaard" userId="6181fcd471e98458" providerId="LiveId" clId="{788BA123-62C9-4DDC-86E5-A6BCA4600216}" dt="2026-03-09T17:25:54.326" v="117" actId="122"/>
          <ac:spMkLst>
            <pc:docMk/>
            <pc:sldMk cId="2458641383" sldId="364"/>
            <ac:spMk id="13" creationId="{31B94C26-6768-9DAA-EA38-BF94428B9A14}"/>
          </ac:spMkLst>
        </pc:spChg>
      </pc:sldChg>
      <pc:sldChg chg="delSp modSp add mod">
        <pc:chgData name="Jacob Wyngaard" userId="6181fcd471e98458" providerId="LiveId" clId="{788BA123-62C9-4DDC-86E5-A6BCA4600216}" dt="2026-03-10T04:32:53.690" v="2592" actId="20577"/>
        <pc:sldMkLst>
          <pc:docMk/>
          <pc:sldMk cId="314132213" sldId="365"/>
        </pc:sldMkLst>
        <pc:spChg chg="mod">
          <ac:chgData name="Jacob Wyngaard" userId="6181fcd471e98458" providerId="LiveId" clId="{788BA123-62C9-4DDC-86E5-A6BCA4600216}" dt="2026-03-10T04:15:06.309" v="2272" actId="1076"/>
          <ac:spMkLst>
            <pc:docMk/>
            <pc:sldMk cId="314132213" sldId="365"/>
            <ac:spMk id="2" creationId="{A6B9A85A-AFBE-6251-F7BC-E85BA381ADBF}"/>
          </ac:spMkLst>
        </pc:spChg>
        <pc:spChg chg="del">
          <ac:chgData name="Jacob Wyngaard" userId="6181fcd471e98458" providerId="LiveId" clId="{788BA123-62C9-4DDC-86E5-A6BCA4600216}" dt="2026-03-10T03:23:17.543" v="834" actId="478"/>
          <ac:spMkLst>
            <pc:docMk/>
            <pc:sldMk cId="314132213" sldId="365"/>
            <ac:spMk id="3" creationId="{B24128CF-033D-E83A-A389-1EA8DBC4A5DD}"/>
          </ac:spMkLst>
        </pc:spChg>
        <pc:spChg chg="mod">
          <ac:chgData name="Jacob Wyngaard" userId="6181fcd471e98458" providerId="LiveId" clId="{788BA123-62C9-4DDC-86E5-A6BCA4600216}" dt="2026-03-10T04:32:53.690" v="2592" actId="20577"/>
          <ac:spMkLst>
            <pc:docMk/>
            <pc:sldMk cId="314132213" sldId="365"/>
            <ac:spMk id="4" creationId="{DE9FAC16-E70C-48D8-EDAD-14B11C99FBF2}"/>
          </ac:spMkLst>
        </pc:spChg>
        <pc:spChg chg="del">
          <ac:chgData name="Jacob Wyngaard" userId="6181fcd471e98458" providerId="LiveId" clId="{788BA123-62C9-4DDC-86E5-A6BCA4600216}" dt="2026-03-10T03:23:17.543" v="834" actId="478"/>
          <ac:spMkLst>
            <pc:docMk/>
            <pc:sldMk cId="314132213" sldId="365"/>
            <ac:spMk id="5" creationId="{9A23BC1A-B262-629A-08F2-1F6CBB4A5CEE}"/>
          </ac:spMkLst>
        </pc:spChg>
        <pc:spChg chg="del">
          <ac:chgData name="Jacob Wyngaard" userId="6181fcd471e98458" providerId="LiveId" clId="{788BA123-62C9-4DDC-86E5-A6BCA4600216}" dt="2026-03-10T03:23:17.543" v="834" actId="478"/>
          <ac:spMkLst>
            <pc:docMk/>
            <pc:sldMk cId="314132213" sldId="365"/>
            <ac:spMk id="7" creationId="{BE6DCBC2-529E-C688-8838-AF53C250AEA2}"/>
          </ac:spMkLst>
        </pc:spChg>
        <pc:spChg chg="del">
          <ac:chgData name="Jacob Wyngaard" userId="6181fcd471e98458" providerId="LiveId" clId="{788BA123-62C9-4DDC-86E5-A6BCA4600216}" dt="2026-03-10T03:23:17.543" v="834" actId="478"/>
          <ac:spMkLst>
            <pc:docMk/>
            <pc:sldMk cId="314132213" sldId="365"/>
            <ac:spMk id="9" creationId="{53F0BA80-17AF-EDE7-2997-484136188BE2}"/>
          </ac:spMkLst>
        </pc:spChg>
        <pc:spChg chg="del">
          <ac:chgData name="Jacob Wyngaard" userId="6181fcd471e98458" providerId="LiveId" clId="{788BA123-62C9-4DDC-86E5-A6BCA4600216}" dt="2026-03-10T03:23:17.543" v="834" actId="478"/>
          <ac:spMkLst>
            <pc:docMk/>
            <pc:sldMk cId="314132213" sldId="365"/>
            <ac:spMk id="10" creationId="{1DAE91B1-B31C-AC0C-258B-E9C377ABB6C4}"/>
          </ac:spMkLst>
        </pc:spChg>
        <pc:spChg chg="del">
          <ac:chgData name="Jacob Wyngaard" userId="6181fcd471e98458" providerId="LiveId" clId="{788BA123-62C9-4DDC-86E5-A6BCA4600216}" dt="2026-03-10T03:23:17.543" v="834" actId="478"/>
          <ac:spMkLst>
            <pc:docMk/>
            <pc:sldMk cId="314132213" sldId="365"/>
            <ac:spMk id="23" creationId="{1D5B770A-8B00-E488-669B-30956E320B18}"/>
          </ac:spMkLst>
        </pc:spChg>
        <pc:spChg chg="del">
          <ac:chgData name="Jacob Wyngaard" userId="6181fcd471e98458" providerId="LiveId" clId="{788BA123-62C9-4DDC-86E5-A6BCA4600216}" dt="2026-03-10T03:21:28.585" v="719" actId="478"/>
          <ac:spMkLst>
            <pc:docMk/>
            <pc:sldMk cId="314132213" sldId="365"/>
            <ac:spMk id="38" creationId="{F461D674-A93F-D5F8-D9AA-B8B735C1001F}"/>
          </ac:spMkLst>
        </pc:spChg>
        <pc:spChg chg="del">
          <ac:chgData name="Jacob Wyngaard" userId="6181fcd471e98458" providerId="LiveId" clId="{788BA123-62C9-4DDC-86E5-A6BCA4600216}" dt="2026-03-10T03:21:28.585" v="719" actId="478"/>
          <ac:spMkLst>
            <pc:docMk/>
            <pc:sldMk cId="314132213" sldId="365"/>
            <ac:spMk id="41" creationId="{E2893A0E-FE3A-266D-949E-B96EF363B2B7}"/>
          </ac:spMkLst>
        </pc:spChg>
        <pc:spChg chg="del">
          <ac:chgData name="Jacob Wyngaard" userId="6181fcd471e98458" providerId="LiveId" clId="{788BA123-62C9-4DDC-86E5-A6BCA4600216}" dt="2026-03-10T03:21:28.585" v="719" actId="478"/>
          <ac:spMkLst>
            <pc:docMk/>
            <pc:sldMk cId="314132213" sldId="365"/>
            <ac:spMk id="43" creationId="{892CECBE-8F1B-9316-3F3F-86B4FCA033B8}"/>
          </ac:spMkLst>
        </pc:spChg>
        <pc:spChg chg="del">
          <ac:chgData name="Jacob Wyngaard" userId="6181fcd471e98458" providerId="LiveId" clId="{788BA123-62C9-4DDC-86E5-A6BCA4600216}" dt="2026-03-10T03:21:28.585" v="719" actId="478"/>
          <ac:spMkLst>
            <pc:docMk/>
            <pc:sldMk cId="314132213" sldId="365"/>
            <ac:spMk id="45" creationId="{0CBC9E4A-61AC-6F53-EEC2-96C0A496E449}"/>
          </ac:spMkLst>
        </pc:spChg>
        <pc:spChg chg="del">
          <ac:chgData name="Jacob Wyngaard" userId="6181fcd471e98458" providerId="LiveId" clId="{788BA123-62C9-4DDC-86E5-A6BCA4600216}" dt="2026-03-10T03:21:28.585" v="719" actId="478"/>
          <ac:spMkLst>
            <pc:docMk/>
            <pc:sldMk cId="314132213" sldId="365"/>
            <ac:spMk id="46" creationId="{4CED5A38-8A32-4ABA-1F5D-24FD87D4F0AA}"/>
          </ac:spMkLst>
        </pc:spChg>
        <pc:spChg chg="del">
          <ac:chgData name="Jacob Wyngaard" userId="6181fcd471e98458" providerId="LiveId" clId="{788BA123-62C9-4DDC-86E5-A6BCA4600216}" dt="2026-03-10T03:21:28.585" v="719" actId="478"/>
          <ac:spMkLst>
            <pc:docMk/>
            <pc:sldMk cId="314132213" sldId="365"/>
            <ac:spMk id="47" creationId="{38F90500-8FAF-13B9-9BF9-9C0BCEF4CAF8}"/>
          </ac:spMkLst>
        </pc:spChg>
        <pc:spChg chg="del">
          <ac:chgData name="Jacob Wyngaard" userId="6181fcd471e98458" providerId="LiveId" clId="{788BA123-62C9-4DDC-86E5-A6BCA4600216}" dt="2026-03-10T03:21:28.585" v="719" actId="478"/>
          <ac:spMkLst>
            <pc:docMk/>
            <pc:sldMk cId="314132213" sldId="365"/>
            <ac:spMk id="49" creationId="{5ABCDE4E-759B-A61F-A282-3848685E1F12}"/>
          </ac:spMkLst>
        </pc:spChg>
        <pc:spChg chg="del">
          <ac:chgData name="Jacob Wyngaard" userId="6181fcd471e98458" providerId="LiveId" clId="{788BA123-62C9-4DDC-86E5-A6BCA4600216}" dt="2026-03-10T03:21:28.585" v="719" actId="478"/>
          <ac:spMkLst>
            <pc:docMk/>
            <pc:sldMk cId="314132213" sldId="365"/>
            <ac:spMk id="54" creationId="{E3DAA480-70A7-D64A-ECE6-234A77ED7FD2}"/>
          </ac:spMkLst>
        </pc:spChg>
        <pc:spChg chg="del">
          <ac:chgData name="Jacob Wyngaard" userId="6181fcd471e98458" providerId="LiveId" clId="{788BA123-62C9-4DDC-86E5-A6BCA4600216}" dt="2026-03-10T03:21:28.585" v="719" actId="478"/>
          <ac:spMkLst>
            <pc:docMk/>
            <pc:sldMk cId="314132213" sldId="365"/>
            <ac:spMk id="56" creationId="{A7DA7E7F-48DC-2838-94C0-0B3F5DFEFABF}"/>
          </ac:spMkLst>
        </pc:spChg>
        <pc:spChg chg="del">
          <ac:chgData name="Jacob Wyngaard" userId="6181fcd471e98458" providerId="LiveId" clId="{788BA123-62C9-4DDC-86E5-A6BCA4600216}" dt="2026-03-10T03:21:28.585" v="719" actId="478"/>
          <ac:spMkLst>
            <pc:docMk/>
            <pc:sldMk cId="314132213" sldId="365"/>
            <ac:spMk id="58" creationId="{8F30A66C-B2EB-016A-BF61-5E594E42311D}"/>
          </ac:spMkLst>
        </pc:spChg>
        <pc:graphicFrameChg chg="del">
          <ac:chgData name="Jacob Wyngaard" userId="6181fcd471e98458" providerId="LiveId" clId="{788BA123-62C9-4DDC-86E5-A6BCA4600216}" dt="2026-03-10T03:21:16.413" v="718" actId="478"/>
          <ac:graphicFrameMkLst>
            <pc:docMk/>
            <pc:sldMk cId="314132213" sldId="365"/>
            <ac:graphicFrameMk id="37" creationId="{AF49A9B7-2452-03CF-2437-BBE311CDD9EB}"/>
          </ac:graphicFrameMkLst>
        </pc:graphicFrameChg>
      </pc:sldChg>
      <pc:sldChg chg="addSp modSp add mod">
        <pc:chgData name="Jacob Wyngaard" userId="6181fcd471e98458" providerId="LiveId" clId="{788BA123-62C9-4DDC-86E5-A6BCA4600216}" dt="2026-03-10T03:27:32.047" v="993" actId="1076"/>
        <pc:sldMkLst>
          <pc:docMk/>
          <pc:sldMk cId="3381562060" sldId="366"/>
        </pc:sldMkLst>
        <pc:spChg chg="add mod">
          <ac:chgData name="Jacob Wyngaard" userId="6181fcd471e98458" providerId="LiveId" clId="{788BA123-62C9-4DDC-86E5-A6BCA4600216}" dt="2026-03-10T03:24:15.958" v="838" actId="14100"/>
          <ac:spMkLst>
            <pc:docMk/>
            <pc:sldMk cId="3381562060" sldId="366"/>
            <ac:spMk id="11" creationId="{2D740342-7E64-CD8C-68D9-F4FCE570E131}"/>
          </ac:spMkLst>
        </pc:spChg>
        <pc:spChg chg="add mod">
          <ac:chgData name="Jacob Wyngaard" userId="6181fcd471e98458" providerId="LiveId" clId="{788BA123-62C9-4DDC-86E5-A6BCA4600216}" dt="2026-03-10T03:27:32.047" v="993" actId="1076"/>
          <ac:spMkLst>
            <pc:docMk/>
            <pc:sldMk cId="3381562060" sldId="366"/>
            <ac:spMk id="12" creationId="{BFA515FE-5BA7-2868-4DB8-7346A893EC1C}"/>
          </ac:spMkLst>
        </pc:spChg>
      </pc:sldChg>
      <pc:sldChg chg="addSp modSp add mod ord">
        <pc:chgData name="Jacob Wyngaard" userId="6181fcd471e98458" providerId="LiveId" clId="{788BA123-62C9-4DDC-86E5-A6BCA4600216}" dt="2026-03-10T03:29:26.243" v="1092" actId="20577"/>
        <pc:sldMkLst>
          <pc:docMk/>
          <pc:sldMk cId="2632971781" sldId="367"/>
        </pc:sldMkLst>
        <pc:spChg chg="mod">
          <ac:chgData name="Jacob Wyngaard" userId="6181fcd471e98458" providerId="LiveId" clId="{788BA123-62C9-4DDC-86E5-A6BCA4600216}" dt="2026-03-10T03:28:18.026" v="1068" actId="16959"/>
          <ac:spMkLst>
            <pc:docMk/>
            <pc:sldMk cId="2632971781" sldId="367"/>
            <ac:spMk id="3" creationId="{07D01C88-C781-9433-3B1A-38F5E7B3E651}"/>
          </ac:spMkLst>
        </pc:spChg>
        <pc:spChg chg="mod">
          <ac:chgData name="Jacob Wyngaard" userId="6181fcd471e98458" providerId="LiveId" clId="{788BA123-62C9-4DDC-86E5-A6BCA4600216}" dt="2026-03-10T03:28:21.163" v="1069" actId="16959"/>
          <ac:spMkLst>
            <pc:docMk/>
            <pc:sldMk cId="2632971781" sldId="367"/>
            <ac:spMk id="5" creationId="{5AA82BF5-219E-84F7-4370-A5599771AE02}"/>
          </ac:spMkLst>
        </pc:spChg>
        <pc:spChg chg="mod">
          <ac:chgData name="Jacob Wyngaard" userId="6181fcd471e98458" providerId="LiveId" clId="{788BA123-62C9-4DDC-86E5-A6BCA4600216}" dt="2026-03-10T03:28:40.292" v="1085" actId="16959"/>
          <ac:spMkLst>
            <pc:docMk/>
            <pc:sldMk cId="2632971781" sldId="367"/>
            <ac:spMk id="7" creationId="{023F7B21-BAED-E410-8E43-D8E31792029B}"/>
          </ac:spMkLst>
        </pc:spChg>
        <pc:spChg chg="mod">
          <ac:chgData name="Jacob Wyngaard" userId="6181fcd471e98458" providerId="LiveId" clId="{788BA123-62C9-4DDC-86E5-A6BCA4600216}" dt="2026-03-10T03:29:13.179" v="1087" actId="16959"/>
          <ac:spMkLst>
            <pc:docMk/>
            <pc:sldMk cId="2632971781" sldId="367"/>
            <ac:spMk id="9" creationId="{C7816E3D-19E8-3CFE-7769-D05FED529CEE}"/>
          </ac:spMkLst>
        </pc:spChg>
        <pc:spChg chg="mod">
          <ac:chgData name="Jacob Wyngaard" userId="6181fcd471e98458" providerId="LiveId" clId="{788BA123-62C9-4DDC-86E5-A6BCA4600216}" dt="2026-03-10T03:29:15.769" v="1088" actId="16959"/>
          <ac:spMkLst>
            <pc:docMk/>
            <pc:sldMk cId="2632971781" sldId="367"/>
            <ac:spMk id="10" creationId="{1845BF5E-4278-0B71-040D-45C0887073F4}"/>
          </ac:spMkLst>
        </pc:spChg>
        <pc:spChg chg="add mod">
          <ac:chgData name="Jacob Wyngaard" userId="6181fcd471e98458" providerId="LiveId" clId="{788BA123-62C9-4DDC-86E5-A6BCA4600216}" dt="2026-03-10T03:29:21.117" v="1090" actId="14100"/>
          <ac:spMkLst>
            <pc:docMk/>
            <pc:sldMk cId="2632971781" sldId="367"/>
            <ac:spMk id="11" creationId="{1BC60845-D118-FBDF-B0E1-BB0496ECC664}"/>
          </ac:spMkLst>
        </pc:spChg>
        <pc:spChg chg="add mod">
          <ac:chgData name="Jacob Wyngaard" userId="6181fcd471e98458" providerId="LiveId" clId="{788BA123-62C9-4DDC-86E5-A6BCA4600216}" dt="2026-03-10T03:29:26.243" v="1092" actId="20577"/>
          <ac:spMkLst>
            <pc:docMk/>
            <pc:sldMk cId="2632971781" sldId="367"/>
            <ac:spMk id="12" creationId="{1B691DD1-620A-FBF2-E12F-8CAE64BB0868}"/>
          </ac:spMkLst>
        </pc:spChg>
      </pc:sldChg>
      <pc:sldChg chg="addSp delSp modSp add mod">
        <pc:chgData name="Jacob Wyngaard" userId="6181fcd471e98458" providerId="LiveId" clId="{788BA123-62C9-4DDC-86E5-A6BCA4600216}" dt="2026-03-10T03:41:59.236" v="1229" actId="207"/>
        <pc:sldMkLst>
          <pc:docMk/>
          <pc:sldMk cId="2164990027" sldId="368"/>
        </pc:sldMkLst>
        <pc:spChg chg="del">
          <ac:chgData name="Jacob Wyngaard" userId="6181fcd471e98458" providerId="LiveId" clId="{788BA123-62C9-4DDC-86E5-A6BCA4600216}" dt="2026-03-10T03:29:42.900" v="1095" actId="478"/>
          <ac:spMkLst>
            <pc:docMk/>
            <pc:sldMk cId="2164990027" sldId="368"/>
            <ac:spMk id="11" creationId="{0E366DD5-6F28-7E5C-2F9E-B599BC87E4F2}"/>
          </ac:spMkLst>
        </pc:spChg>
        <pc:spChg chg="del">
          <ac:chgData name="Jacob Wyngaard" userId="6181fcd471e98458" providerId="LiveId" clId="{788BA123-62C9-4DDC-86E5-A6BCA4600216}" dt="2026-03-10T03:29:42.164" v="1094" actId="478"/>
          <ac:spMkLst>
            <pc:docMk/>
            <pc:sldMk cId="2164990027" sldId="368"/>
            <ac:spMk id="12" creationId="{A92889BE-BFD2-3544-4B7A-A649AF00C090}"/>
          </ac:spMkLst>
        </pc:spChg>
        <pc:spChg chg="add del mod">
          <ac:chgData name="Jacob Wyngaard" userId="6181fcd471e98458" providerId="LiveId" clId="{788BA123-62C9-4DDC-86E5-A6BCA4600216}" dt="2026-03-10T03:35:40.198" v="1118" actId="478"/>
          <ac:spMkLst>
            <pc:docMk/>
            <pc:sldMk cId="2164990027" sldId="368"/>
            <ac:spMk id="13" creationId="{96ED2A71-2641-D622-DC15-BA0EC93CB464}"/>
          </ac:spMkLst>
        </pc:spChg>
        <pc:spChg chg="add del mod">
          <ac:chgData name="Jacob Wyngaard" userId="6181fcd471e98458" providerId="LiveId" clId="{788BA123-62C9-4DDC-86E5-A6BCA4600216}" dt="2026-03-10T03:35:40.900" v="1119" actId="478"/>
          <ac:spMkLst>
            <pc:docMk/>
            <pc:sldMk cId="2164990027" sldId="368"/>
            <ac:spMk id="14" creationId="{3114874F-F022-A3DB-7B78-818936E20AE5}"/>
          </ac:spMkLst>
        </pc:spChg>
        <pc:spChg chg="add del mod">
          <ac:chgData name="Jacob Wyngaard" userId="6181fcd471e98458" providerId="LiveId" clId="{788BA123-62C9-4DDC-86E5-A6BCA4600216}" dt="2026-03-10T03:35:41.385" v="1120" actId="478"/>
          <ac:spMkLst>
            <pc:docMk/>
            <pc:sldMk cId="2164990027" sldId="368"/>
            <ac:spMk id="15" creationId="{67888110-5D69-7363-8855-DA1835943239}"/>
          </ac:spMkLst>
        </pc:spChg>
        <pc:spChg chg="add del mod">
          <ac:chgData name="Jacob Wyngaard" userId="6181fcd471e98458" providerId="LiveId" clId="{788BA123-62C9-4DDC-86E5-A6BCA4600216}" dt="2026-03-10T03:35:42.010" v="1121" actId="478"/>
          <ac:spMkLst>
            <pc:docMk/>
            <pc:sldMk cId="2164990027" sldId="368"/>
            <ac:spMk id="16" creationId="{B6F5BD6B-F567-5E3F-5491-019B74D11313}"/>
          </ac:spMkLst>
        </pc:spChg>
        <pc:spChg chg="add del mod">
          <ac:chgData name="Jacob Wyngaard" userId="6181fcd471e98458" providerId="LiveId" clId="{788BA123-62C9-4DDC-86E5-A6BCA4600216}" dt="2026-03-10T03:35:42.806" v="1122" actId="478"/>
          <ac:spMkLst>
            <pc:docMk/>
            <pc:sldMk cId="2164990027" sldId="368"/>
            <ac:spMk id="17" creationId="{1F828E10-17D2-7E2F-6726-7059A03F4805}"/>
          </ac:spMkLst>
        </pc:spChg>
        <pc:spChg chg="add del mod">
          <ac:chgData name="Jacob Wyngaard" userId="6181fcd471e98458" providerId="LiveId" clId="{788BA123-62C9-4DDC-86E5-A6BCA4600216}" dt="2026-03-10T03:35:36.010" v="1114" actId="478"/>
          <ac:spMkLst>
            <pc:docMk/>
            <pc:sldMk cId="2164990027" sldId="368"/>
            <ac:spMk id="18" creationId="{1262A8E6-5BEB-F695-5A85-4E3F77687441}"/>
          </ac:spMkLst>
        </pc:spChg>
        <pc:spChg chg="add mod">
          <ac:chgData name="Jacob Wyngaard" userId="6181fcd471e98458" providerId="LiveId" clId="{788BA123-62C9-4DDC-86E5-A6BCA4600216}" dt="2026-03-10T03:35:49.151" v="1123" actId="1076"/>
          <ac:spMkLst>
            <pc:docMk/>
            <pc:sldMk cId="2164990027" sldId="368"/>
            <ac:spMk id="19" creationId="{D9BB830E-ACD4-79D1-9DD3-F99374EAE57D}"/>
          </ac:spMkLst>
        </pc:spChg>
        <pc:spChg chg="add del mod">
          <ac:chgData name="Jacob Wyngaard" userId="6181fcd471e98458" providerId="LiveId" clId="{788BA123-62C9-4DDC-86E5-A6BCA4600216}" dt="2026-03-10T03:35:38.541" v="1117" actId="478"/>
          <ac:spMkLst>
            <pc:docMk/>
            <pc:sldMk cId="2164990027" sldId="368"/>
            <ac:spMk id="20" creationId="{117FC366-AC38-7CF6-00EC-8F672D0E5ADE}"/>
          </ac:spMkLst>
        </pc:spChg>
        <pc:spChg chg="add del mod">
          <ac:chgData name="Jacob Wyngaard" userId="6181fcd471e98458" providerId="LiveId" clId="{788BA123-62C9-4DDC-86E5-A6BCA4600216}" dt="2026-03-10T03:35:37.994" v="1116" actId="478"/>
          <ac:spMkLst>
            <pc:docMk/>
            <pc:sldMk cId="2164990027" sldId="368"/>
            <ac:spMk id="21" creationId="{C7C9D63E-742E-6D58-0B88-C825A96594C7}"/>
          </ac:spMkLst>
        </pc:spChg>
        <pc:spChg chg="add del mod">
          <ac:chgData name="Jacob Wyngaard" userId="6181fcd471e98458" providerId="LiveId" clId="{788BA123-62C9-4DDC-86E5-A6BCA4600216}" dt="2026-03-10T03:35:37.163" v="1115" actId="478"/>
          <ac:spMkLst>
            <pc:docMk/>
            <pc:sldMk cId="2164990027" sldId="368"/>
            <ac:spMk id="22" creationId="{C21E8CB1-7494-1921-C4DE-E44ADA5F039E}"/>
          </ac:spMkLst>
        </pc:spChg>
        <pc:spChg chg="add mod">
          <ac:chgData name="Jacob Wyngaard" userId="6181fcd471e98458" providerId="LiveId" clId="{788BA123-62C9-4DDC-86E5-A6BCA4600216}" dt="2026-03-10T03:41:59.236" v="1229" actId="207"/>
          <ac:spMkLst>
            <pc:docMk/>
            <pc:sldMk cId="2164990027" sldId="368"/>
            <ac:spMk id="24" creationId="{B436E355-8BF6-EBE3-AF07-FA132DCE27D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3CBA4-6F19-F1C0-BABF-BF25B60F1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F632F-0651-EBAB-97FA-5EFDD0297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606BC0-8727-3E49-D6C1-39E7F2EB4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27B3D-93F1-E0FF-3AF7-081DAD6B85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65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CA085-A088-8C45-935F-8CFAF84CB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754E46-066B-AD71-45F6-73A39CB56D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8E09B-151C-F87D-3E12-62C459558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FC6B6-C11C-11B0-55BB-2BFF5BBC7D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484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A9203-9631-45AD-632D-E124CBA8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EAD6E1-EDF3-E3D0-FD3D-6FD8E9ABDF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BBEFD6-CEE6-3031-5A66-FAA131FBE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3E1C9-A231-2EB5-E0BA-047206263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84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24261-AD9B-E9BB-4CF1-CA140E9D4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B23E4-2B96-A3B0-B184-AA4C03BE7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84D3CD-1B56-7276-B789-917A78FD2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DF36F-0B4A-700D-6587-E57BAA6E2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2451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17080-6B9D-C17B-8D44-A57FC3B7F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7CD1D7-D4D8-E16D-BF35-E6E047D54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17E11B-AD6B-A437-A1DB-A8F09016D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476A8-3F83-9A2B-ECB1-28C0DAD35F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073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4C52E-80DA-B0BF-38AB-78DF014F8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197DAC-D395-0E99-15E4-033154D0E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76253-7988-795F-C73A-21945CDD3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5DE32-9E3A-1B19-CA9C-CD1F28B51A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225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63E8E-8EBD-7DC2-B705-C0FD64779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2B2F7-7776-9F03-778C-8625CCD3D8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B7DA07-4E02-6025-CFB2-C63AA0E00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0D600-F2B4-4CEA-2CD4-62284ABC7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15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A335E-121C-F2EF-E355-4A1A68404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86601-EF20-87E0-FE7C-9D9C0A940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95F76-2FC6-01BE-928B-292238663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7DEEE-F8A3-AEED-B786-379BBB332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2619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B4C47-BA88-57BE-C61B-695CA2509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7EEBB9-787A-2973-A447-1CD97DF0A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E33B5-4485-A1D7-9A81-CA3DEF6F6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23227-61DA-96D6-3AB2-059493BE2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72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7E14D-5DD7-5B1B-79C4-3DDE395B9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DF7CB1-BF53-27A1-9EF8-E11EE2EC2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4646F-86A2-4CDA-BD40-378F19F44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35A90-57CC-84E1-E96D-910765CD69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9461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7F08C-3AD1-CDA5-1509-49F535EFB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47FF5-D216-37D3-AD7D-B806D3710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D69502-AAB9-D6EF-6B36-4EB2E82E7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4743D-C0AB-AF92-DAC0-C9040C1E3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641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51018-A64D-5CED-97E6-5B42C6CDC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629B9-F249-BA35-AC33-82C310C74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67C58E-BF67-0C49-E70E-41AC43808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07CD9-079F-AD84-B65D-4E5787D2D6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338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9D51A-C782-BEB6-AC9E-CF8040151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C8C55-F1E1-2CC4-9CD1-4518891C9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AC8D6-B0BC-8DF5-C255-784BB0C5A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2E70C-D790-FFC5-5B49-9E8AECB01C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972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F1C2B-AB79-50B6-75B8-151F6D651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BA8304-166A-D40E-67F9-312204A07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81D778-86B9-661E-AC65-6C1A93AD8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562E6-5CB2-1872-A798-DFAD54247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90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14DBB-8FE2-7C7F-8AFC-417C64CED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78754B-EB9C-759F-DBD1-E9195FCA11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98C7C5-5C28-A71C-6C4C-FFB42FE65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80D36-4025-079E-9A32-9FB69C6CA1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200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44E76-2B5B-D9FC-5FE5-EB27B9006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5649DA-2847-A35E-017E-36FB9DF3A0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6EB90-C883-0065-B834-C0D10508D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FFBA8-937A-513B-6506-3009CA8885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178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00B14-79FE-84DC-8D40-9096E5DB2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5208D-E1A3-9E86-1994-6A7ED7CDE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93CB02-7D3E-FCE1-C1A6-49E8DC4F9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9D091-6C48-4373-52BC-824D3864D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659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34E8A-4FC0-5E6C-A6FD-C7048BD1C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19645A-F136-602B-90B3-6F0619F3A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55AFDE-0D5C-A6C1-8A1A-3219AE0FD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F9B85-4DF2-7998-E957-58B5C7B5AA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80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ACD37-19A0-7D57-C04B-00A1E888B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20FA4A-8BEB-A81A-C408-53AD9DA61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3CDA9-B816-B031-2CAA-E334F6550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452F4-1DD8-8293-E9AF-09003AE9F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9423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78A35-9B4B-919C-DE67-34659082E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3CAC2-3BAD-455C-E302-56D9B4B19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FEE98B-7096-3737-DAF0-7D90076BC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F4A17-D5B3-FFBD-F93C-CD1F654C5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361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1B51B-04EE-2F19-6917-04E1D6610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1FB0F-E3C4-8576-455B-948F0A52B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919E9C-B3EE-C575-6B76-119D6249F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C0F38-D842-610E-84E7-FBB7ADEE35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966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8DEE-8688-93C9-6E1B-FC8ABD9A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51C0AC-AFF8-DB4F-F9C6-BA5C8A1AB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E64E2-0F36-CDC5-E56C-CC746E3D9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2FB14-34EF-0D4F-4C27-E601370305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45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37.png"/><Relationship Id="rId3" Type="http://schemas.openxmlformats.org/officeDocument/2006/relationships/image" Target="../media/image14.png"/><Relationship Id="rId21" Type="http://schemas.openxmlformats.org/officeDocument/2006/relationships/image" Target="../media/image51.png"/><Relationship Id="rId7" Type="http://schemas.openxmlformats.org/officeDocument/2006/relationships/image" Target="../media/image180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6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47.png"/><Relationship Id="rId20" Type="http://schemas.openxmlformats.org/officeDocument/2006/relationships/image" Target="../media/image50.png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0.png"/><Relationship Id="rId11" Type="http://schemas.openxmlformats.org/officeDocument/2006/relationships/image" Target="../media/image42.png"/><Relationship Id="rId24" Type="http://schemas.openxmlformats.org/officeDocument/2006/relationships/image" Target="../media/image35.png"/><Relationship Id="rId5" Type="http://schemas.openxmlformats.org/officeDocument/2006/relationships/image" Target="../media/image160.png"/><Relationship Id="rId15" Type="http://schemas.openxmlformats.org/officeDocument/2006/relationships/image" Target="../media/image46.png"/><Relationship Id="rId23" Type="http://schemas.openxmlformats.org/officeDocument/2006/relationships/image" Target="../media/image64.png"/><Relationship Id="rId28" Type="http://schemas.openxmlformats.org/officeDocument/2006/relationships/image" Target="../media/image39.png"/><Relationship Id="rId10" Type="http://schemas.openxmlformats.org/officeDocument/2006/relationships/image" Target="../media/image4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45.png"/><Relationship Id="rId22" Type="http://schemas.openxmlformats.org/officeDocument/2006/relationships/image" Target="../media/image61.png"/><Relationship Id="rId27" Type="http://schemas.openxmlformats.org/officeDocument/2006/relationships/image" Target="../media/image6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26" Type="http://schemas.openxmlformats.org/officeDocument/2006/relationships/image" Target="../media/image81.png"/><Relationship Id="rId3" Type="http://schemas.openxmlformats.org/officeDocument/2006/relationships/image" Target="../media/image411.png"/><Relationship Id="rId21" Type="http://schemas.openxmlformats.org/officeDocument/2006/relationships/image" Target="../media/image76.png"/><Relationship Id="rId7" Type="http://schemas.openxmlformats.org/officeDocument/2006/relationships/image" Target="../media/image811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5" Type="http://schemas.openxmlformats.org/officeDocument/2006/relationships/image" Target="../media/image8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1.png"/><Relationship Id="rId20" Type="http://schemas.openxmlformats.org/officeDocument/2006/relationships/image" Target="../media/image75.png"/><Relationship Id="rId29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1.png"/><Relationship Id="rId11" Type="http://schemas.openxmlformats.org/officeDocument/2006/relationships/image" Target="../media/image137.png"/><Relationship Id="rId24" Type="http://schemas.openxmlformats.org/officeDocument/2006/relationships/image" Target="../media/image79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23" Type="http://schemas.openxmlformats.org/officeDocument/2006/relationships/image" Target="../media/image78.png"/><Relationship Id="rId28" Type="http://schemas.openxmlformats.org/officeDocument/2006/relationships/image" Target="../media/image83.png"/><Relationship Id="rId10" Type="http://schemas.openxmlformats.org/officeDocument/2006/relationships/image" Target="../media/image1210.png"/><Relationship Id="rId19" Type="http://schemas.openxmlformats.org/officeDocument/2006/relationships/image" Target="../media/image74.png"/><Relationship Id="rId4" Type="http://schemas.openxmlformats.org/officeDocument/2006/relationships/image" Target="../media/image56.png"/><Relationship Id="rId9" Type="http://schemas.openxmlformats.org/officeDocument/2006/relationships/image" Target="../media/image1010.png"/><Relationship Id="rId14" Type="http://schemas.openxmlformats.org/officeDocument/2006/relationships/image" Target="../media/image69.png"/><Relationship Id="rId22" Type="http://schemas.openxmlformats.org/officeDocument/2006/relationships/image" Target="../media/image77.png"/><Relationship Id="rId27" Type="http://schemas.openxmlformats.org/officeDocument/2006/relationships/image" Target="../media/image82.png"/><Relationship Id="rId30" Type="http://schemas.openxmlformats.org/officeDocument/2006/relationships/image" Target="../media/image8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8.png"/><Relationship Id="rId18" Type="http://schemas.openxmlformats.org/officeDocument/2006/relationships/image" Target="../media/image25.png"/><Relationship Id="rId26" Type="http://schemas.openxmlformats.org/officeDocument/2006/relationships/image" Target="../media/image37.png"/><Relationship Id="rId3" Type="http://schemas.openxmlformats.org/officeDocument/2006/relationships/image" Target="../media/image14.png"/><Relationship Id="rId21" Type="http://schemas.openxmlformats.org/officeDocument/2006/relationships/image" Target="../media/image27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4.png"/><Relationship Id="rId25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3.png"/><Relationship Id="rId20" Type="http://schemas.openxmlformats.org/officeDocument/2006/relationships/image" Target="../media/image26.png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31.png"/><Relationship Id="rId5" Type="http://schemas.openxmlformats.org/officeDocument/2006/relationships/image" Target="../media/image10.png"/><Relationship Id="rId15" Type="http://schemas.openxmlformats.org/officeDocument/2006/relationships/image" Target="../media/image22.png"/><Relationship Id="rId23" Type="http://schemas.openxmlformats.org/officeDocument/2006/relationships/image" Target="../media/image29.png"/><Relationship Id="rId28" Type="http://schemas.openxmlformats.org/officeDocument/2006/relationships/image" Target="../media/image39.png"/><Relationship Id="rId10" Type="http://schemas.openxmlformats.org/officeDocument/2006/relationships/image" Target="../media/image13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1.png"/><Relationship Id="rId22" Type="http://schemas.openxmlformats.org/officeDocument/2006/relationships/image" Target="../media/image28.png"/><Relationship Id="rId27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87.png"/><Relationship Id="rId26" Type="http://schemas.openxmlformats.org/officeDocument/2006/relationships/image" Target="../media/image37.png"/><Relationship Id="rId3" Type="http://schemas.openxmlformats.org/officeDocument/2006/relationships/image" Target="../media/image14.png"/><Relationship Id="rId21" Type="http://schemas.openxmlformats.org/officeDocument/2006/relationships/image" Target="../media/image89.png"/><Relationship Id="rId34" Type="http://schemas.openxmlformats.org/officeDocument/2006/relationships/image" Target="../media/image95.png"/><Relationship Id="rId7" Type="http://schemas.openxmlformats.org/officeDocument/2006/relationships/image" Target="../media/image34.png"/><Relationship Id="rId12" Type="http://schemas.openxmlformats.org/officeDocument/2006/relationships/image" Target="../media/image86.png"/><Relationship Id="rId25" Type="http://schemas.openxmlformats.org/officeDocument/2006/relationships/image" Target="../media/image65.png"/><Relationship Id="rId33" Type="http://schemas.openxmlformats.org/officeDocument/2006/relationships/image" Target="../media/image94.png"/><Relationship Id="rId2" Type="http://schemas.openxmlformats.org/officeDocument/2006/relationships/notesSlide" Target="../notesSlides/notesSlide6.xml"/><Relationship Id="rId20" Type="http://schemas.openxmlformats.org/officeDocument/2006/relationships/image" Target="../media/image88.png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63.png"/><Relationship Id="rId24" Type="http://schemas.openxmlformats.org/officeDocument/2006/relationships/image" Target="../media/image35.png"/><Relationship Id="rId32" Type="http://schemas.openxmlformats.org/officeDocument/2006/relationships/image" Target="../media/image93.png"/><Relationship Id="rId5" Type="http://schemas.openxmlformats.org/officeDocument/2006/relationships/image" Target="../media/image32.png"/><Relationship Id="rId23" Type="http://schemas.openxmlformats.org/officeDocument/2006/relationships/image" Target="../media/image64.png"/><Relationship Id="rId28" Type="http://schemas.openxmlformats.org/officeDocument/2006/relationships/image" Target="../media/image39.png"/><Relationship Id="rId10" Type="http://schemas.openxmlformats.org/officeDocument/2006/relationships/image" Target="../media/image62.png"/><Relationship Id="rId19" Type="http://schemas.openxmlformats.org/officeDocument/2006/relationships/image" Target="../media/image30.png"/><Relationship Id="rId31" Type="http://schemas.openxmlformats.org/officeDocument/2006/relationships/image" Target="../media/image92.png"/><Relationship Id="rId4" Type="http://schemas.openxmlformats.org/officeDocument/2006/relationships/image" Target="../media/image15.png"/><Relationship Id="rId9" Type="http://schemas.openxmlformats.org/officeDocument/2006/relationships/image" Target="../media/image57.png"/><Relationship Id="rId22" Type="http://schemas.openxmlformats.org/officeDocument/2006/relationships/image" Target="../media/image90.png"/><Relationship Id="rId27" Type="http://schemas.openxmlformats.org/officeDocument/2006/relationships/image" Target="../media/image66.png"/><Relationship Id="rId30" Type="http://schemas.openxmlformats.org/officeDocument/2006/relationships/image" Target="../media/image9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87.png"/><Relationship Id="rId18" Type="http://schemas.openxmlformats.org/officeDocument/2006/relationships/image" Target="../media/image100.png"/><Relationship Id="rId26" Type="http://schemas.openxmlformats.org/officeDocument/2006/relationships/image" Target="../media/image92.png"/><Relationship Id="rId3" Type="http://schemas.openxmlformats.org/officeDocument/2006/relationships/image" Target="../media/image96.png"/><Relationship Id="rId21" Type="http://schemas.openxmlformats.org/officeDocument/2006/relationships/image" Target="../media/image103.png"/><Relationship Id="rId7" Type="http://schemas.openxmlformats.org/officeDocument/2006/relationships/image" Target="../media/image34.png"/><Relationship Id="rId12" Type="http://schemas.openxmlformats.org/officeDocument/2006/relationships/image" Target="../media/image86.png"/><Relationship Id="rId17" Type="http://schemas.openxmlformats.org/officeDocument/2006/relationships/image" Target="../media/image90.png"/><Relationship Id="rId25" Type="http://schemas.openxmlformats.org/officeDocument/2006/relationships/image" Target="../media/image9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9.png"/><Relationship Id="rId20" Type="http://schemas.openxmlformats.org/officeDocument/2006/relationships/image" Target="../media/image102.png"/><Relationship Id="rId29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63.png"/><Relationship Id="rId24" Type="http://schemas.openxmlformats.org/officeDocument/2006/relationships/image" Target="../media/image106.png"/><Relationship Id="rId5" Type="http://schemas.openxmlformats.org/officeDocument/2006/relationships/image" Target="../media/image32.png"/><Relationship Id="rId15" Type="http://schemas.openxmlformats.org/officeDocument/2006/relationships/image" Target="../media/image88.png"/><Relationship Id="rId23" Type="http://schemas.openxmlformats.org/officeDocument/2006/relationships/image" Target="../media/image105.png"/><Relationship Id="rId28" Type="http://schemas.openxmlformats.org/officeDocument/2006/relationships/image" Target="../media/image94.png"/><Relationship Id="rId10" Type="http://schemas.openxmlformats.org/officeDocument/2006/relationships/image" Target="../media/image62.png"/><Relationship Id="rId19" Type="http://schemas.openxmlformats.org/officeDocument/2006/relationships/image" Target="../media/image101.png"/><Relationship Id="rId4" Type="http://schemas.openxmlformats.org/officeDocument/2006/relationships/image" Target="../media/image97.png"/><Relationship Id="rId9" Type="http://schemas.openxmlformats.org/officeDocument/2006/relationships/image" Target="../media/image57.png"/><Relationship Id="rId14" Type="http://schemas.openxmlformats.org/officeDocument/2006/relationships/image" Target="../media/image99.png"/><Relationship Id="rId22" Type="http://schemas.openxmlformats.org/officeDocument/2006/relationships/image" Target="../media/image104.png"/><Relationship Id="rId27" Type="http://schemas.openxmlformats.org/officeDocument/2006/relationships/image" Target="../media/image9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87.png"/><Relationship Id="rId18" Type="http://schemas.openxmlformats.org/officeDocument/2006/relationships/image" Target="../media/image100.png"/><Relationship Id="rId26" Type="http://schemas.openxmlformats.org/officeDocument/2006/relationships/image" Target="../media/image108.png"/><Relationship Id="rId3" Type="http://schemas.openxmlformats.org/officeDocument/2006/relationships/image" Target="../media/image96.png"/><Relationship Id="rId21" Type="http://schemas.openxmlformats.org/officeDocument/2006/relationships/image" Target="../media/image103.png"/><Relationship Id="rId7" Type="http://schemas.openxmlformats.org/officeDocument/2006/relationships/image" Target="../media/image34.png"/><Relationship Id="rId12" Type="http://schemas.openxmlformats.org/officeDocument/2006/relationships/image" Target="../media/image86.png"/><Relationship Id="rId17" Type="http://schemas.openxmlformats.org/officeDocument/2006/relationships/image" Target="../media/image90.png"/><Relationship Id="rId25" Type="http://schemas.openxmlformats.org/officeDocument/2006/relationships/image" Target="../media/image10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89.png"/><Relationship Id="rId20" Type="http://schemas.openxmlformats.org/officeDocument/2006/relationships/image" Target="../media/image102.png"/><Relationship Id="rId29" Type="http://schemas.openxmlformats.org/officeDocument/2006/relationships/image" Target="../media/image1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63.png"/><Relationship Id="rId24" Type="http://schemas.openxmlformats.org/officeDocument/2006/relationships/image" Target="../media/image106.png"/><Relationship Id="rId5" Type="http://schemas.openxmlformats.org/officeDocument/2006/relationships/image" Target="../media/image32.png"/><Relationship Id="rId15" Type="http://schemas.openxmlformats.org/officeDocument/2006/relationships/image" Target="../media/image88.png"/><Relationship Id="rId23" Type="http://schemas.openxmlformats.org/officeDocument/2006/relationships/image" Target="../media/image105.png"/><Relationship Id="rId28" Type="http://schemas.openxmlformats.org/officeDocument/2006/relationships/image" Target="../media/image110.png"/><Relationship Id="rId10" Type="http://schemas.openxmlformats.org/officeDocument/2006/relationships/image" Target="../media/image62.png"/><Relationship Id="rId19" Type="http://schemas.openxmlformats.org/officeDocument/2006/relationships/image" Target="../media/image101.png"/><Relationship Id="rId4" Type="http://schemas.openxmlformats.org/officeDocument/2006/relationships/image" Target="../media/image97.png"/><Relationship Id="rId9" Type="http://schemas.openxmlformats.org/officeDocument/2006/relationships/image" Target="../media/image57.png"/><Relationship Id="rId14" Type="http://schemas.openxmlformats.org/officeDocument/2006/relationships/image" Target="../media/image99.png"/><Relationship Id="rId22" Type="http://schemas.openxmlformats.org/officeDocument/2006/relationships/image" Target="../media/image104.png"/><Relationship Id="rId27" Type="http://schemas.openxmlformats.org/officeDocument/2006/relationships/image" Target="../media/image10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87.png"/><Relationship Id="rId18" Type="http://schemas.openxmlformats.org/officeDocument/2006/relationships/image" Target="../media/image100.png"/><Relationship Id="rId26" Type="http://schemas.openxmlformats.org/officeDocument/2006/relationships/image" Target="../media/image108.png"/><Relationship Id="rId3" Type="http://schemas.openxmlformats.org/officeDocument/2006/relationships/image" Target="../media/image96.png"/><Relationship Id="rId21" Type="http://schemas.openxmlformats.org/officeDocument/2006/relationships/image" Target="../media/image103.png"/><Relationship Id="rId7" Type="http://schemas.openxmlformats.org/officeDocument/2006/relationships/image" Target="../media/image34.png"/><Relationship Id="rId12" Type="http://schemas.openxmlformats.org/officeDocument/2006/relationships/image" Target="../media/image86.png"/><Relationship Id="rId17" Type="http://schemas.openxmlformats.org/officeDocument/2006/relationships/image" Target="../media/image90.png"/><Relationship Id="rId25" Type="http://schemas.openxmlformats.org/officeDocument/2006/relationships/image" Target="../media/image107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89.png"/><Relationship Id="rId20" Type="http://schemas.openxmlformats.org/officeDocument/2006/relationships/image" Target="../media/image102.png"/><Relationship Id="rId29" Type="http://schemas.openxmlformats.org/officeDocument/2006/relationships/image" Target="../media/image1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63.png"/><Relationship Id="rId24" Type="http://schemas.openxmlformats.org/officeDocument/2006/relationships/image" Target="../media/image106.png"/><Relationship Id="rId5" Type="http://schemas.openxmlformats.org/officeDocument/2006/relationships/image" Target="../media/image32.png"/><Relationship Id="rId15" Type="http://schemas.openxmlformats.org/officeDocument/2006/relationships/image" Target="../media/image88.png"/><Relationship Id="rId23" Type="http://schemas.openxmlformats.org/officeDocument/2006/relationships/image" Target="../media/image105.png"/><Relationship Id="rId28" Type="http://schemas.openxmlformats.org/officeDocument/2006/relationships/image" Target="../media/image110.png"/><Relationship Id="rId10" Type="http://schemas.openxmlformats.org/officeDocument/2006/relationships/image" Target="../media/image62.png"/><Relationship Id="rId19" Type="http://schemas.openxmlformats.org/officeDocument/2006/relationships/image" Target="../media/image101.png"/><Relationship Id="rId4" Type="http://schemas.openxmlformats.org/officeDocument/2006/relationships/image" Target="../media/image97.png"/><Relationship Id="rId9" Type="http://schemas.openxmlformats.org/officeDocument/2006/relationships/image" Target="../media/image57.png"/><Relationship Id="rId14" Type="http://schemas.openxmlformats.org/officeDocument/2006/relationships/image" Target="../media/image99.png"/><Relationship Id="rId22" Type="http://schemas.openxmlformats.org/officeDocument/2006/relationships/image" Target="../media/image104.png"/><Relationship Id="rId27" Type="http://schemas.openxmlformats.org/officeDocument/2006/relationships/image" Target="../media/image10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0.png"/><Relationship Id="rId3" Type="http://schemas.openxmlformats.org/officeDocument/2006/relationships/image" Target="../media/image1000.png"/><Relationship Id="rId7" Type="http://schemas.openxmlformats.org/officeDocument/2006/relationships/image" Target="../media/image1040.png"/><Relationship Id="rId12" Type="http://schemas.openxmlformats.org/officeDocument/2006/relationships/image" Target="../media/image109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0.png"/><Relationship Id="rId11" Type="http://schemas.openxmlformats.org/officeDocument/2006/relationships/image" Target="../media/image1080.png"/><Relationship Id="rId5" Type="http://schemas.openxmlformats.org/officeDocument/2006/relationships/image" Target="../media/image1020.png"/><Relationship Id="rId10" Type="http://schemas.openxmlformats.org/officeDocument/2006/relationships/image" Target="../media/image1070.png"/><Relationship Id="rId4" Type="http://schemas.openxmlformats.org/officeDocument/2006/relationships/image" Target="../media/image1011.png"/><Relationship Id="rId9" Type="http://schemas.openxmlformats.org/officeDocument/2006/relationships/image" Target="../media/image106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0.png"/><Relationship Id="rId3" Type="http://schemas.openxmlformats.org/officeDocument/2006/relationships/image" Target="../media/image115.png"/><Relationship Id="rId7" Type="http://schemas.openxmlformats.org/officeDocument/2006/relationships/image" Target="../media/image11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0.png"/><Relationship Id="rId5" Type="http://schemas.openxmlformats.org/officeDocument/2006/relationships/image" Target="../media/image1130.png"/><Relationship Id="rId4" Type="http://schemas.openxmlformats.org/officeDocument/2006/relationships/image" Target="../media/image1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0.png"/><Relationship Id="rId3" Type="http://schemas.openxmlformats.org/officeDocument/2006/relationships/image" Target="../media/image115.png"/><Relationship Id="rId7" Type="http://schemas.openxmlformats.org/officeDocument/2006/relationships/image" Target="../media/image11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0.png"/><Relationship Id="rId5" Type="http://schemas.openxmlformats.org/officeDocument/2006/relationships/image" Target="../media/image1130.png"/><Relationship Id="rId4" Type="http://schemas.openxmlformats.org/officeDocument/2006/relationships/image" Target="../media/image11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5.png"/><Relationship Id="rId7" Type="http://schemas.openxmlformats.org/officeDocument/2006/relationships/image" Target="../media/image11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0.png"/><Relationship Id="rId5" Type="http://schemas.openxmlformats.org/officeDocument/2006/relationships/image" Target="../media/image1130.png"/><Relationship Id="rId10" Type="http://schemas.openxmlformats.org/officeDocument/2006/relationships/image" Target="../media/image1160.png"/><Relationship Id="rId4" Type="http://schemas.openxmlformats.org/officeDocument/2006/relationships/image" Target="../media/image116.png"/><Relationship Id="rId9" Type="http://schemas.openxmlformats.org/officeDocument/2006/relationships/image" Target="../media/image11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5.png"/><Relationship Id="rId7" Type="http://schemas.openxmlformats.org/officeDocument/2006/relationships/image" Target="../media/image11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0.png"/><Relationship Id="rId5" Type="http://schemas.openxmlformats.org/officeDocument/2006/relationships/image" Target="../media/image1130.png"/><Relationship Id="rId10" Type="http://schemas.openxmlformats.org/officeDocument/2006/relationships/image" Target="../media/image1160.png"/><Relationship Id="rId4" Type="http://schemas.openxmlformats.org/officeDocument/2006/relationships/image" Target="../media/image116.png"/><Relationship Id="rId9" Type="http://schemas.openxmlformats.org/officeDocument/2006/relationships/image" Target="../media/image12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15.png"/><Relationship Id="rId7" Type="http://schemas.openxmlformats.org/officeDocument/2006/relationships/image" Target="../media/image11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0.png"/><Relationship Id="rId11" Type="http://schemas.openxmlformats.org/officeDocument/2006/relationships/image" Target="../media/image1160.png"/><Relationship Id="rId5" Type="http://schemas.openxmlformats.org/officeDocument/2006/relationships/image" Target="../media/image1130.png"/><Relationship Id="rId10" Type="http://schemas.openxmlformats.org/officeDocument/2006/relationships/image" Target="../media/image123.png"/><Relationship Id="rId4" Type="http://schemas.openxmlformats.org/officeDocument/2006/relationships/image" Target="../media/image116.png"/><Relationship Id="rId9" Type="http://schemas.openxmlformats.org/officeDocument/2006/relationships/image" Target="../media/image12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0.png"/><Relationship Id="rId3" Type="http://schemas.openxmlformats.org/officeDocument/2006/relationships/image" Target="../media/image115.png"/><Relationship Id="rId7" Type="http://schemas.openxmlformats.org/officeDocument/2006/relationships/image" Target="../media/image11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0.png"/><Relationship Id="rId11" Type="http://schemas.openxmlformats.org/officeDocument/2006/relationships/image" Target="../media/image126.png"/><Relationship Id="rId5" Type="http://schemas.openxmlformats.org/officeDocument/2006/relationships/image" Target="../media/image1130.png"/><Relationship Id="rId10" Type="http://schemas.openxmlformats.org/officeDocument/2006/relationships/image" Target="../media/image125.png"/><Relationship Id="rId4" Type="http://schemas.openxmlformats.org/officeDocument/2006/relationships/image" Target="../media/image116.png"/><Relationship Id="rId9" Type="http://schemas.openxmlformats.org/officeDocument/2006/relationships/image" Target="../media/image12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0.png"/><Relationship Id="rId3" Type="http://schemas.openxmlformats.org/officeDocument/2006/relationships/image" Target="../media/image115.png"/><Relationship Id="rId7" Type="http://schemas.openxmlformats.org/officeDocument/2006/relationships/image" Target="../media/image1160.png"/><Relationship Id="rId12" Type="http://schemas.openxmlformats.org/officeDocument/2006/relationships/image" Target="../media/image1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0.png"/><Relationship Id="rId11" Type="http://schemas.openxmlformats.org/officeDocument/2006/relationships/image" Target="../media/image129.png"/><Relationship Id="rId5" Type="http://schemas.openxmlformats.org/officeDocument/2006/relationships/image" Target="../media/image1130.png"/><Relationship Id="rId10" Type="http://schemas.openxmlformats.org/officeDocument/2006/relationships/image" Target="../media/image128.png"/><Relationship Id="rId4" Type="http://schemas.openxmlformats.org/officeDocument/2006/relationships/image" Target="../media/image116.png"/><Relationship Id="rId9" Type="http://schemas.openxmlformats.org/officeDocument/2006/relationships/image" Target="../media/image12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8EFE3-AECE-0A3E-F708-3B138EC37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2625B0-9C50-5F21-824B-42EEFCC925B0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17C76-1160-6A2D-B8A6-15DDA1E83A22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6DFEDC-5C40-1E05-3C8E-45F902F03177}"/>
              </a:ext>
            </a:extLst>
          </p:cNvPr>
          <p:cNvSpPr txBox="1"/>
          <p:nvPr/>
        </p:nvSpPr>
        <p:spPr>
          <a:xfrm>
            <a:off x="206478" y="2305615"/>
            <a:ext cx="55060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Game Theory Five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From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Mathematical Optimization and Economic Theory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11B8F-F3DD-7217-C318-4E4BB0649028}"/>
              </a:ext>
            </a:extLst>
          </p:cNvPr>
          <p:cNvSpPr txBox="1"/>
          <p:nvPr/>
        </p:nvSpPr>
        <p:spPr>
          <a:xfrm>
            <a:off x="294968" y="5998682"/>
            <a:ext cx="5506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Jacob Wyngaard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D99EA0-3A0E-47B7-1085-FC1A2F0B8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188" y="1575146"/>
            <a:ext cx="4765916" cy="402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0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9F725-75C9-2F05-5191-50F05BDC9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1B1D95-3E23-C1A9-CB39-E9EDBF4AB35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4EC9BD-7EE7-E371-DFF9-638B7F9822D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8FC015-B580-88AE-777B-7598CC01A1A5}"/>
                  </a:ext>
                </a:extLst>
              </p:cNvPr>
              <p:cNvSpPr txBox="1"/>
              <p:nvPr/>
            </p:nvSpPr>
            <p:spPr>
              <a:xfrm>
                <a:off x="-376091" y="1744431"/>
                <a:ext cx="1208438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Since our probability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lives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, we select two constraints at a time to make strict and solve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8FC015-B580-88AE-777B-7598CC01A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1" y="1744431"/>
                <a:ext cx="12084387" cy="830997"/>
              </a:xfrm>
              <a:prstGeom prst="rect">
                <a:avLst/>
              </a:prstGeom>
              <a:blipFill>
                <a:blip r:embed="rId3"/>
                <a:stretch>
                  <a:fillRect t="-5147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19406F-BA26-D475-747B-7D389FA962DC}"/>
                  </a:ext>
                </a:extLst>
              </p:cNvPr>
              <p:cNvSpPr txBox="1"/>
              <p:nvPr/>
            </p:nvSpPr>
            <p:spPr>
              <a:xfrm>
                <a:off x="-376091" y="2852657"/>
                <a:ext cx="5275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19406F-BA26-D475-747B-7D389FA96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1" y="2852657"/>
                <a:ext cx="5275008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60B334D-8CCE-83B6-A0A8-103D4F9DB5CF}"/>
                  </a:ext>
                </a:extLst>
              </p:cNvPr>
              <p:cNvSpPr txBox="1"/>
              <p:nvPr/>
            </p:nvSpPr>
            <p:spPr>
              <a:xfrm>
                <a:off x="727645" y="3390851"/>
                <a:ext cx="17570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60B334D-8CCE-83B6-A0A8-103D4F9DB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3390851"/>
                <a:ext cx="1757019" cy="369332"/>
              </a:xfrm>
              <a:prstGeom prst="rect">
                <a:avLst/>
              </a:prstGeom>
              <a:blipFill>
                <a:blip r:embed="rId5"/>
                <a:stretch>
                  <a:fillRect l="-3806" r="-3806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4375C2F-9421-9107-1223-58166942B85B}"/>
                  </a:ext>
                </a:extLst>
              </p:cNvPr>
              <p:cNvSpPr txBox="1"/>
              <p:nvPr/>
            </p:nvSpPr>
            <p:spPr>
              <a:xfrm>
                <a:off x="727645" y="3836712"/>
                <a:ext cx="19189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4375C2F-9421-9107-1223-58166942B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3836712"/>
                <a:ext cx="1918922" cy="369332"/>
              </a:xfrm>
              <a:prstGeom prst="rect">
                <a:avLst/>
              </a:prstGeom>
              <a:blipFill>
                <a:blip r:embed="rId6"/>
                <a:stretch>
                  <a:fillRect l="-317" t="-3279" r="-3492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801BF8D-F8EB-CF9F-8C89-9BDE6F316766}"/>
                  </a:ext>
                </a:extLst>
              </p:cNvPr>
              <p:cNvSpPr txBox="1"/>
              <p:nvPr/>
            </p:nvSpPr>
            <p:spPr>
              <a:xfrm>
                <a:off x="727645" y="4282573"/>
                <a:ext cx="17570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801BF8D-F8EB-CF9F-8C89-9BDE6F316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4282573"/>
                <a:ext cx="1757019" cy="369332"/>
              </a:xfrm>
              <a:prstGeom prst="rect">
                <a:avLst/>
              </a:prstGeom>
              <a:blipFill>
                <a:blip r:embed="rId7"/>
                <a:stretch>
                  <a:fillRect l="-3806" r="-380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961370F-C502-2D57-54B8-F9C93DF545E8}"/>
                  </a:ext>
                </a:extLst>
              </p:cNvPr>
              <p:cNvSpPr txBox="1"/>
              <p:nvPr/>
            </p:nvSpPr>
            <p:spPr>
              <a:xfrm>
                <a:off x="727645" y="4728434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961370F-C502-2D57-54B8-F9C93DF54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4728434"/>
                <a:ext cx="874342" cy="369332"/>
              </a:xfrm>
              <a:prstGeom prst="rect">
                <a:avLst/>
              </a:prstGeom>
              <a:blipFill>
                <a:blip r:embed="rId8"/>
                <a:stretch>
                  <a:fillRect l="-4167" r="-8333"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B8F9294-AE5B-727F-76AB-C308AC687F7F}"/>
                  </a:ext>
                </a:extLst>
              </p:cNvPr>
              <p:cNvSpPr txBox="1"/>
              <p:nvPr/>
            </p:nvSpPr>
            <p:spPr>
              <a:xfrm>
                <a:off x="727645" y="5174295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B8F9294-AE5B-727F-76AB-C308AC687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5174295"/>
                <a:ext cx="874342" cy="369332"/>
              </a:xfrm>
              <a:prstGeom prst="rect">
                <a:avLst/>
              </a:prstGeom>
              <a:blipFill>
                <a:blip r:embed="rId9"/>
                <a:stretch>
                  <a:fillRect l="-9028" r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7F375709-F220-86EA-0C16-B008CEC95C16}"/>
              </a:ext>
            </a:extLst>
          </p:cNvPr>
          <p:cNvGraphicFramePr>
            <a:graphicFrameLocks noGrp="1"/>
          </p:cNvGraphicFramePr>
          <p:nvPr/>
        </p:nvGraphicFramePr>
        <p:xfrm>
          <a:off x="4268304" y="2273362"/>
          <a:ext cx="7320722" cy="443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361">
                  <a:extLst>
                    <a:ext uri="{9D8B030D-6E8A-4147-A177-3AD203B41FA5}">
                      <a16:colId xmlns:a16="http://schemas.microsoft.com/office/drawing/2014/main" val="3530767300"/>
                    </a:ext>
                  </a:extLst>
                </a:gridCol>
                <a:gridCol w="3660361">
                  <a:extLst>
                    <a:ext uri="{9D8B030D-6E8A-4147-A177-3AD203B41FA5}">
                      <a16:colId xmlns:a16="http://schemas.microsoft.com/office/drawing/2014/main" val="2323378631"/>
                    </a:ext>
                  </a:extLst>
                </a:gridCol>
              </a:tblGrid>
              <a:tr h="8871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832463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089172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425293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577492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86079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9C65CC1-5AB2-D8CB-EFC5-F45E53C7D472}"/>
                  </a:ext>
                </a:extLst>
              </p:cNvPr>
              <p:cNvSpPr txBox="1"/>
              <p:nvPr/>
            </p:nvSpPr>
            <p:spPr>
              <a:xfrm>
                <a:off x="5251954" y="2344711"/>
                <a:ext cx="12959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=9/22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9C65CC1-5AB2-D8CB-EFC5-F45E53C7D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4" y="2344711"/>
                <a:ext cx="1295932" cy="369332"/>
              </a:xfrm>
              <a:prstGeom prst="rect">
                <a:avLst/>
              </a:prstGeom>
              <a:blipFill>
                <a:blip r:embed="rId10"/>
                <a:stretch>
                  <a:fillRect l="-3302" t="-1667" r="-566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37BE01A-D129-B579-3A27-6050C3E05D4F}"/>
                  </a:ext>
                </a:extLst>
              </p:cNvPr>
              <p:cNvSpPr txBox="1"/>
              <p:nvPr/>
            </p:nvSpPr>
            <p:spPr>
              <a:xfrm>
                <a:off x="5338606" y="3213069"/>
                <a:ext cx="11260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=2/9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37BE01A-D129-B579-3A27-6050C3E05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606" y="3213069"/>
                <a:ext cx="1126014" cy="369332"/>
              </a:xfrm>
              <a:prstGeom prst="rect">
                <a:avLst/>
              </a:prstGeom>
              <a:blipFill>
                <a:blip r:embed="rId11"/>
                <a:stretch>
                  <a:fillRect l="-3804" t="-1639" r="-7065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D442FED-68F7-0995-BC0A-6884DD1F72C1}"/>
                  </a:ext>
                </a:extLst>
              </p:cNvPr>
              <p:cNvSpPr txBox="1"/>
              <p:nvPr/>
            </p:nvSpPr>
            <p:spPr>
              <a:xfrm>
                <a:off x="5279948" y="4495586"/>
                <a:ext cx="13592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D442FED-68F7-0995-BC0A-6884DD1F7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948" y="4495586"/>
                <a:ext cx="1359218" cy="369332"/>
              </a:xfrm>
              <a:prstGeom prst="rect">
                <a:avLst/>
              </a:prstGeom>
              <a:blipFill>
                <a:blip r:embed="rId12"/>
                <a:stretch>
                  <a:fillRect l="-5381" t="-1639" r="-583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AF51FFC-F6FF-2F68-FB2B-698010D250D3}"/>
                  </a:ext>
                </a:extLst>
              </p:cNvPr>
              <p:cNvSpPr txBox="1"/>
              <p:nvPr/>
            </p:nvSpPr>
            <p:spPr>
              <a:xfrm>
                <a:off x="5432020" y="4989629"/>
                <a:ext cx="11260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AF51FFC-F6FF-2F68-FB2B-698010D25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020" y="4989629"/>
                <a:ext cx="1126014" cy="369332"/>
              </a:xfrm>
              <a:prstGeom prst="rect">
                <a:avLst/>
              </a:prstGeom>
              <a:blipFill>
                <a:blip r:embed="rId13"/>
                <a:stretch>
                  <a:fillRect l="-3243" t="-1667" r="-702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DCF5C97-8CEA-E0A0-281A-D76A26098A4B}"/>
                  </a:ext>
                </a:extLst>
              </p:cNvPr>
              <p:cNvSpPr txBox="1"/>
              <p:nvPr/>
            </p:nvSpPr>
            <p:spPr>
              <a:xfrm>
                <a:off x="5315418" y="5897831"/>
                <a:ext cx="12959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=1/23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DCF5C97-8CEA-E0A0-281A-D76A26098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418" y="5897831"/>
                <a:ext cx="1295932" cy="369332"/>
              </a:xfrm>
              <a:prstGeom prst="rect">
                <a:avLst/>
              </a:prstGeom>
              <a:blipFill>
                <a:blip r:embed="rId14"/>
                <a:stretch>
                  <a:fillRect l="-3286" t="-1639" r="-5164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0205AB1-9C7C-E4C1-DE94-8AFEB3FC39EA}"/>
                  </a:ext>
                </a:extLst>
              </p:cNvPr>
              <p:cNvSpPr txBox="1"/>
              <p:nvPr/>
            </p:nvSpPr>
            <p:spPr>
              <a:xfrm>
                <a:off x="9241084" y="2709748"/>
                <a:ext cx="11299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0205AB1-9C7C-E4C1-DE94-8AFEB3FC3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1084" y="2709748"/>
                <a:ext cx="1129989" cy="369332"/>
              </a:xfrm>
              <a:prstGeom prst="rect">
                <a:avLst/>
              </a:prstGeom>
              <a:blipFill>
                <a:blip r:embed="rId15"/>
                <a:stretch>
                  <a:fillRect l="-6486" t="-1667" r="-702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C6908E5-BEED-17BF-7BEA-965046FA69D4}"/>
                  </a:ext>
                </a:extLst>
              </p:cNvPr>
              <p:cNvSpPr txBox="1"/>
              <p:nvPr/>
            </p:nvSpPr>
            <p:spPr>
              <a:xfrm>
                <a:off x="9144099" y="3215716"/>
                <a:ext cx="13552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C6908E5-BEED-17BF-7BEA-965046FA6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99" y="3215716"/>
                <a:ext cx="1355243" cy="369332"/>
              </a:xfrm>
              <a:prstGeom prst="rect">
                <a:avLst/>
              </a:prstGeom>
              <a:blipFill>
                <a:blip r:embed="rId16"/>
                <a:stretch>
                  <a:fillRect l="-2703" t="-1667" r="-585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D6741A6-36CB-CECA-D379-8F0429CC068C}"/>
                  </a:ext>
                </a:extLst>
              </p:cNvPr>
              <p:cNvSpPr txBox="1"/>
              <p:nvPr/>
            </p:nvSpPr>
            <p:spPr>
              <a:xfrm>
                <a:off x="9305483" y="4511245"/>
                <a:ext cx="11299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D6741A6-36CB-CECA-D379-8F0429CC0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5483" y="4511245"/>
                <a:ext cx="1129989" cy="369332"/>
              </a:xfrm>
              <a:prstGeom prst="rect">
                <a:avLst/>
              </a:prstGeom>
              <a:blipFill>
                <a:blip r:embed="rId17"/>
                <a:stretch>
                  <a:fillRect l="-6452" t="-1639" r="-6452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59ABEDE-D342-4FC0-CA8F-D58E4A9B1061}"/>
                  </a:ext>
                </a:extLst>
              </p:cNvPr>
              <p:cNvSpPr txBox="1"/>
              <p:nvPr/>
            </p:nvSpPr>
            <p:spPr>
              <a:xfrm>
                <a:off x="9270737" y="4989629"/>
                <a:ext cx="11260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59ABEDE-D342-4FC0-CA8F-D58E4A9B1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737" y="4989629"/>
                <a:ext cx="1126014" cy="369332"/>
              </a:xfrm>
              <a:prstGeom prst="rect">
                <a:avLst/>
              </a:prstGeom>
              <a:blipFill>
                <a:blip r:embed="rId18"/>
                <a:stretch>
                  <a:fillRect l="-3784" t="-1667" r="-648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D784F57-4E9D-3DE9-F053-EFEDA84D9A40}"/>
                  </a:ext>
                </a:extLst>
              </p:cNvPr>
              <p:cNvSpPr txBox="1"/>
              <p:nvPr/>
            </p:nvSpPr>
            <p:spPr>
              <a:xfrm>
                <a:off x="9431038" y="589783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D784F57-4E9D-3DE9-F053-EFEDA84D9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5897831"/>
                <a:ext cx="805413" cy="369332"/>
              </a:xfrm>
              <a:prstGeom prst="rect">
                <a:avLst/>
              </a:prstGeom>
              <a:blipFill>
                <a:blip r:embed="rId19"/>
                <a:stretch>
                  <a:fillRect l="-4545" r="-984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15EEE18-DF66-8C4D-68C7-FABC7DC5964B}"/>
                  </a:ext>
                </a:extLst>
              </p:cNvPr>
              <p:cNvSpPr txBox="1"/>
              <p:nvPr/>
            </p:nvSpPr>
            <p:spPr>
              <a:xfrm>
                <a:off x="5258126" y="2744966"/>
                <a:ext cx="1299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=4/11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15EEE18-DF66-8C4D-68C7-FABC7DC59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126" y="2744966"/>
                <a:ext cx="1299908" cy="369332"/>
              </a:xfrm>
              <a:prstGeom prst="rect">
                <a:avLst/>
              </a:prstGeom>
              <a:blipFill>
                <a:blip r:embed="rId20"/>
                <a:stretch>
                  <a:fillRect l="-5634" t="-1639" r="-5634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7547F4B-564B-0F6A-A3FA-A8DF8D8B3265}"/>
                  </a:ext>
                </a:extLst>
              </p:cNvPr>
              <p:cNvSpPr txBox="1"/>
              <p:nvPr/>
            </p:nvSpPr>
            <p:spPr>
              <a:xfrm>
                <a:off x="5251952" y="3622518"/>
                <a:ext cx="1299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=1/12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7547F4B-564B-0F6A-A3FA-A8DF8D8B3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2" y="3622518"/>
                <a:ext cx="1299908" cy="369332"/>
              </a:xfrm>
              <a:prstGeom prst="rect">
                <a:avLst/>
              </a:prstGeom>
              <a:blipFill>
                <a:blip r:embed="rId21"/>
                <a:stretch>
                  <a:fillRect l="-5634" t="-1639" r="-5634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D0D81C1-BBEB-F74A-D500-A3874FEAE716}"/>
                  </a:ext>
                </a:extLst>
              </p:cNvPr>
              <p:cNvSpPr txBox="1"/>
              <p:nvPr/>
            </p:nvSpPr>
            <p:spPr>
              <a:xfrm>
                <a:off x="5330627" y="6286726"/>
                <a:ext cx="1299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=5/23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D0D81C1-BBEB-F74A-D500-A3874FEAE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627" y="6286726"/>
                <a:ext cx="1299908" cy="369332"/>
              </a:xfrm>
              <a:prstGeom prst="rect">
                <a:avLst/>
              </a:prstGeom>
              <a:blipFill>
                <a:blip r:embed="rId22"/>
                <a:stretch>
                  <a:fillRect l="-5607" t="-1639" r="-5607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F12AAA3-AF8A-CDB2-9B8F-443FD87F185A}"/>
                  </a:ext>
                </a:extLst>
              </p:cNvPr>
              <p:cNvSpPr txBox="1"/>
              <p:nvPr/>
            </p:nvSpPr>
            <p:spPr>
              <a:xfrm>
                <a:off x="5511706" y="4121805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F12AAA3-AF8A-CDB2-9B8F-443FD87F1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706" y="4121805"/>
                <a:ext cx="805413" cy="369332"/>
              </a:xfrm>
              <a:prstGeom prst="rect">
                <a:avLst/>
              </a:prstGeom>
              <a:blipFill>
                <a:blip r:embed="rId23"/>
                <a:stretch>
                  <a:fillRect l="-4545" r="-984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B0C81AE-18B0-A9A5-FF6C-D460A3F130F4}"/>
                  </a:ext>
                </a:extLst>
              </p:cNvPr>
              <p:cNvSpPr txBox="1"/>
              <p:nvPr/>
            </p:nvSpPr>
            <p:spPr>
              <a:xfrm>
                <a:off x="5577875" y="5369162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B0C81AE-18B0-A9A5-FF6C-D460A3F13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875" y="5369162"/>
                <a:ext cx="805413" cy="369332"/>
              </a:xfrm>
              <a:prstGeom prst="rect">
                <a:avLst/>
              </a:prstGeom>
              <a:blipFill>
                <a:blip r:embed="rId24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A5D8856-BD1A-B3A5-695B-ED7941FC3642}"/>
                  </a:ext>
                </a:extLst>
              </p:cNvPr>
              <p:cNvSpPr txBox="1"/>
              <p:nvPr/>
            </p:nvSpPr>
            <p:spPr>
              <a:xfrm>
                <a:off x="9403373" y="234471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A5D8856-BD1A-B3A5-695B-ED7941FC3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373" y="2344711"/>
                <a:ext cx="805413" cy="369332"/>
              </a:xfrm>
              <a:prstGeom prst="rect">
                <a:avLst/>
              </a:prstGeom>
              <a:blipFill>
                <a:blip r:embed="rId25"/>
                <a:stretch>
                  <a:fillRect l="-5303" r="-9091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8F7C7C9-456A-C47F-C703-46F8B54760EF}"/>
                  </a:ext>
                </a:extLst>
              </p:cNvPr>
              <p:cNvSpPr txBox="1"/>
              <p:nvPr/>
            </p:nvSpPr>
            <p:spPr>
              <a:xfrm>
                <a:off x="9431038" y="3612982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8F7C7C9-456A-C47F-C703-46F8B5476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3612982"/>
                <a:ext cx="805413" cy="369332"/>
              </a:xfrm>
              <a:prstGeom prst="rect">
                <a:avLst/>
              </a:prstGeom>
              <a:blipFill>
                <a:blip r:embed="rId26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C62B5AD-AD05-BF5B-5F40-541FED8C357B}"/>
                  </a:ext>
                </a:extLst>
              </p:cNvPr>
              <p:cNvSpPr txBox="1"/>
              <p:nvPr/>
            </p:nvSpPr>
            <p:spPr>
              <a:xfrm>
                <a:off x="9472068" y="412848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C62B5AD-AD05-BF5B-5F40-541FED8C3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68" y="4128481"/>
                <a:ext cx="805413" cy="369332"/>
              </a:xfrm>
              <a:prstGeom prst="rect">
                <a:avLst/>
              </a:prstGeom>
              <a:blipFill>
                <a:blip r:embed="rId27"/>
                <a:stretch>
                  <a:fillRect l="-5303" r="-9091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669AB5F-1860-763A-FAC3-33495C7535FF}"/>
                  </a:ext>
                </a:extLst>
              </p:cNvPr>
              <p:cNvSpPr txBox="1"/>
              <p:nvPr/>
            </p:nvSpPr>
            <p:spPr>
              <a:xfrm>
                <a:off x="9431038" y="5356289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669AB5F-1860-763A-FAC3-33495C753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5356289"/>
                <a:ext cx="805413" cy="369332"/>
              </a:xfrm>
              <a:prstGeom prst="rect">
                <a:avLst/>
              </a:prstGeom>
              <a:blipFill>
                <a:blip r:embed="rId28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DD357C4-8B2D-7868-545D-F45C3DFA157F}"/>
                  </a:ext>
                </a:extLst>
              </p:cNvPr>
              <p:cNvSpPr txBox="1"/>
              <p:nvPr/>
            </p:nvSpPr>
            <p:spPr>
              <a:xfrm>
                <a:off x="9431038" y="6286726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DD357C4-8B2D-7868-545D-F45C3DFA1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6286726"/>
                <a:ext cx="805413" cy="369332"/>
              </a:xfrm>
              <a:prstGeom prst="rect">
                <a:avLst/>
              </a:prstGeom>
              <a:blipFill>
                <a:blip r:embed="rId29"/>
                <a:stretch>
                  <a:fillRect l="-9848" r="-9848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F7CC051-EE11-0554-89D4-6F30C7447F09}"/>
              </a:ext>
            </a:extLst>
          </p:cNvPr>
          <p:cNvSpPr txBox="1"/>
          <p:nvPr/>
        </p:nvSpPr>
        <p:spPr>
          <a:xfrm>
            <a:off x="335139" y="5825061"/>
            <a:ext cx="3402003" cy="8309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Eliminate Vertices That Violate Constraints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CD119F-A591-E349-7E33-5274BAEAE5FC}"/>
              </a:ext>
            </a:extLst>
          </p:cNvPr>
          <p:cNvSpPr/>
          <p:nvPr/>
        </p:nvSpPr>
        <p:spPr>
          <a:xfrm>
            <a:off x="663178" y="3352247"/>
            <a:ext cx="1995949" cy="407936"/>
          </a:xfrm>
          <a:prstGeom prst="rect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B98C4D-C152-F17E-FB33-F2A5D0510D0A}"/>
              </a:ext>
            </a:extLst>
          </p:cNvPr>
          <p:cNvSpPr/>
          <p:nvPr/>
        </p:nvSpPr>
        <p:spPr>
          <a:xfrm>
            <a:off x="663178" y="3818194"/>
            <a:ext cx="1995949" cy="407936"/>
          </a:xfrm>
          <a:prstGeom prst="rect">
            <a:avLst/>
          </a:prstGeom>
          <a:solidFill>
            <a:srgbClr val="FFC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8C6C82-C505-6772-97D9-DA44D43D88D4}"/>
              </a:ext>
            </a:extLst>
          </p:cNvPr>
          <p:cNvSpPr/>
          <p:nvPr/>
        </p:nvSpPr>
        <p:spPr>
          <a:xfrm>
            <a:off x="645489" y="4287975"/>
            <a:ext cx="1995949" cy="407936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324EF2-2C18-5135-95F2-B3C4EB128481}"/>
              </a:ext>
            </a:extLst>
          </p:cNvPr>
          <p:cNvSpPr/>
          <p:nvPr/>
        </p:nvSpPr>
        <p:spPr>
          <a:xfrm>
            <a:off x="632770" y="4736425"/>
            <a:ext cx="969217" cy="407936"/>
          </a:xfrm>
          <a:prstGeom prst="rect">
            <a:avLst/>
          </a:prstGeom>
          <a:solidFill>
            <a:srgbClr val="00B05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246BB6-9C0D-CAF6-912C-7165117161C7}"/>
              </a:ext>
            </a:extLst>
          </p:cNvPr>
          <p:cNvSpPr/>
          <p:nvPr/>
        </p:nvSpPr>
        <p:spPr>
          <a:xfrm>
            <a:off x="627928" y="5189025"/>
            <a:ext cx="969217" cy="407936"/>
          </a:xfrm>
          <a:prstGeom prst="rect">
            <a:avLst/>
          </a:prstGeom>
          <a:solidFill>
            <a:srgbClr val="00B0F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CB4C13-47C2-5E86-4BD7-BA710937BA37}"/>
              </a:ext>
            </a:extLst>
          </p:cNvPr>
          <p:cNvSpPr/>
          <p:nvPr/>
        </p:nvSpPr>
        <p:spPr>
          <a:xfrm>
            <a:off x="4285994" y="4059303"/>
            <a:ext cx="3636532" cy="868110"/>
          </a:xfrm>
          <a:prstGeom prst="rect">
            <a:avLst/>
          </a:prstGeom>
          <a:solidFill>
            <a:srgbClr val="00B0F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B72139-8F3B-6F62-0B0C-DD2873168256}"/>
              </a:ext>
            </a:extLst>
          </p:cNvPr>
          <p:cNvSpPr/>
          <p:nvPr/>
        </p:nvSpPr>
        <p:spPr>
          <a:xfrm>
            <a:off x="7922526" y="3175434"/>
            <a:ext cx="3636532" cy="868110"/>
          </a:xfrm>
          <a:prstGeom prst="rect">
            <a:avLst/>
          </a:prstGeom>
          <a:solidFill>
            <a:srgbClr val="00B05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9592B1-31F5-7E87-E2F3-2395FDBD2259}"/>
              </a:ext>
            </a:extLst>
          </p:cNvPr>
          <p:cNvSpPr/>
          <p:nvPr/>
        </p:nvSpPr>
        <p:spPr>
          <a:xfrm>
            <a:off x="7922526" y="4937258"/>
            <a:ext cx="3636532" cy="897742"/>
          </a:xfrm>
          <a:prstGeom prst="rect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AB4D64-73E0-73F7-86B8-C3F26C082ACD}"/>
              </a:ext>
            </a:extLst>
          </p:cNvPr>
          <p:cNvSpPr/>
          <p:nvPr/>
        </p:nvSpPr>
        <p:spPr>
          <a:xfrm>
            <a:off x="7927571" y="4046715"/>
            <a:ext cx="3636532" cy="897742"/>
          </a:xfrm>
          <a:prstGeom prst="rect">
            <a:avLst/>
          </a:prstGeom>
          <a:solidFill>
            <a:srgbClr val="FFC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376E26-0F48-0D7B-746E-70D82A96C069}"/>
              </a:ext>
            </a:extLst>
          </p:cNvPr>
          <p:cNvSpPr/>
          <p:nvPr/>
        </p:nvSpPr>
        <p:spPr>
          <a:xfrm>
            <a:off x="4295933" y="2283866"/>
            <a:ext cx="3636532" cy="868110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C87257-306F-F4F2-0D40-91D0095B2E4C}"/>
              </a:ext>
            </a:extLst>
          </p:cNvPr>
          <p:cNvSpPr txBox="1"/>
          <p:nvPr/>
        </p:nvSpPr>
        <p:spPr>
          <a:xfrm>
            <a:off x="2241113" y="403178"/>
            <a:ext cx="8819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Combinatorial Vertex Enumeration</a:t>
            </a:r>
          </a:p>
        </p:txBody>
      </p:sp>
    </p:spTree>
    <p:extLst>
      <p:ext uri="{BB962C8B-B14F-4D97-AF65-F5344CB8AC3E}">
        <p14:creationId xmlns:p14="http://schemas.microsoft.com/office/powerpoint/2010/main" val="3403223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DBD8E-58F6-40AF-75B8-2AA46E026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148C293-C924-5A5A-160B-D16EACA7931B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6E1EF0-3CBA-7646-7931-AB766CC2B26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7198E4-D786-40E3-B2CC-900DB129151F}"/>
                  </a:ext>
                </a:extLst>
              </p:cNvPr>
              <p:cNvSpPr txBox="1"/>
              <p:nvPr/>
            </p:nvSpPr>
            <p:spPr>
              <a:xfrm>
                <a:off x="-376091" y="1744431"/>
                <a:ext cx="1208438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Since our probability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lives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, we select two constraints at a time to make strict and solve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7198E4-D786-40E3-B2CC-900DB1291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1" y="1744431"/>
                <a:ext cx="12084387" cy="830997"/>
              </a:xfrm>
              <a:prstGeom prst="rect">
                <a:avLst/>
              </a:prstGeom>
              <a:blipFill>
                <a:blip r:embed="rId3"/>
                <a:stretch>
                  <a:fillRect t="-5147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E1EE79C-C23F-C100-0A73-310E3D796306}"/>
                  </a:ext>
                </a:extLst>
              </p:cNvPr>
              <p:cNvSpPr txBox="1"/>
              <p:nvPr/>
            </p:nvSpPr>
            <p:spPr>
              <a:xfrm>
                <a:off x="-376091" y="2852657"/>
                <a:ext cx="5275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E1EE79C-C23F-C100-0A73-310E3D796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1" y="2852657"/>
                <a:ext cx="5275008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F03EBA-D094-132D-555C-D705AA1A0214}"/>
                  </a:ext>
                </a:extLst>
              </p:cNvPr>
              <p:cNvSpPr txBox="1"/>
              <p:nvPr/>
            </p:nvSpPr>
            <p:spPr>
              <a:xfrm>
                <a:off x="727645" y="3390851"/>
                <a:ext cx="17570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F03EBA-D094-132D-555C-D705AA1A0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3390851"/>
                <a:ext cx="1757019" cy="369332"/>
              </a:xfrm>
              <a:prstGeom prst="rect">
                <a:avLst/>
              </a:prstGeom>
              <a:blipFill>
                <a:blip r:embed="rId5"/>
                <a:stretch>
                  <a:fillRect l="-3806" r="-3806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AED9E82-02BE-EB56-F215-252121F05DB5}"/>
                  </a:ext>
                </a:extLst>
              </p:cNvPr>
              <p:cNvSpPr txBox="1"/>
              <p:nvPr/>
            </p:nvSpPr>
            <p:spPr>
              <a:xfrm>
                <a:off x="727645" y="3836712"/>
                <a:ext cx="19189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AED9E82-02BE-EB56-F215-252121F05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3836712"/>
                <a:ext cx="1918922" cy="369332"/>
              </a:xfrm>
              <a:prstGeom prst="rect">
                <a:avLst/>
              </a:prstGeom>
              <a:blipFill>
                <a:blip r:embed="rId6"/>
                <a:stretch>
                  <a:fillRect l="-317" t="-3279" r="-3492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12C85D5-5F1A-FA8F-79D7-A2FB325E8EFC}"/>
                  </a:ext>
                </a:extLst>
              </p:cNvPr>
              <p:cNvSpPr txBox="1"/>
              <p:nvPr/>
            </p:nvSpPr>
            <p:spPr>
              <a:xfrm>
                <a:off x="727645" y="4282573"/>
                <a:ext cx="17570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12C85D5-5F1A-FA8F-79D7-A2FB325E8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4282573"/>
                <a:ext cx="1757019" cy="369332"/>
              </a:xfrm>
              <a:prstGeom prst="rect">
                <a:avLst/>
              </a:prstGeom>
              <a:blipFill>
                <a:blip r:embed="rId7"/>
                <a:stretch>
                  <a:fillRect l="-3806" r="-380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16E9F91-6656-6370-20B8-71944C435DA7}"/>
                  </a:ext>
                </a:extLst>
              </p:cNvPr>
              <p:cNvSpPr txBox="1"/>
              <p:nvPr/>
            </p:nvSpPr>
            <p:spPr>
              <a:xfrm>
                <a:off x="727645" y="4728434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16E9F91-6656-6370-20B8-71944C435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4728434"/>
                <a:ext cx="874342" cy="369332"/>
              </a:xfrm>
              <a:prstGeom prst="rect">
                <a:avLst/>
              </a:prstGeom>
              <a:blipFill>
                <a:blip r:embed="rId8"/>
                <a:stretch>
                  <a:fillRect l="-4167" r="-8333"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3021F9B-112C-C533-B19A-916B066A877D}"/>
                  </a:ext>
                </a:extLst>
              </p:cNvPr>
              <p:cNvSpPr txBox="1"/>
              <p:nvPr/>
            </p:nvSpPr>
            <p:spPr>
              <a:xfrm>
                <a:off x="727645" y="5174295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3021F9B-112C-C533-B19A-916B066A8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5174295"/>
                <a:ext cx="874342" cy="369332"/>
              </a:xfrm>
              <a:prstGeom prst="rect">
                <a:avLst/>
              </a:prstGeom>
              <a:blipFill>
                <a:blip r:embed="rId9"/>
                <a:stretch>
                  <a:fillRect l="-9028" r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BB5309F2-393C-2CE4-AA50-371BF5A43EED}"/>
              </a:ext>
            </a:extLst>
          </p:cNvPr>
          <p:cNvGraphicFramePr>
            <a:graphicFrameLocks noGrp="1"/>
          </p:cNvGraphicFramePr>
          <p:nvPr/>
        </p:nvGraphicFramePr>
        <p:xfrm>
          <a:off x="4268304" y="2273362"/>
          <a:ext cx="7320722" cy="443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361">
                  <a:extLst>
                    <a:ext uri="{9D8B030D-6E8A-4147-A177-3AD203B41FA5}">
                      <a16:colId xmlns:a16="http://schemas.microsoft.com/office/drawing/2014/main" val="3530767300"/>
                    </a:ext>
                  </a:extLst>
                </a:gridCol>
                <a:gridCol w="3660361">
                  <a:extLst>
                    <a:ext uri="{9D8B030D-6E8A-4147-A177-3AD203B41FA5}">
                      <a16:colId xmlns:a16="http://schemas.microsoft.com/office/drawing/2014/main" val="2323378631"/>
                    </a:ext>
                  </a:extLst>
                </a:gridCol>
              </a:tblGrid>
              <a:tr h="8871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832463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089172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425293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577492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86079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8297525-0223-290B-8169-E6087FD2AC99}"/>
                  </a:ext>
                </a:extLst>
              </p:cNvPr>
              <p:cNvSpPr txBox="1"/>
              <p:nvPr/>
            </p:nvSpPr>
            <p:spPr>
              <a:xfrm>
                <a:off x="5251954" y="2344711"/>
                <a:ext cx="12959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=9/22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8297525-0223-290B-8169-E6087FD2A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4" y="2344711"/>
                <a:ext cx="1295932" cy="369332"/>
              </a:xfrm>
              <a:prstGeom prst="rect">
                <a:avLst/>
              </a:prstGeom>
              <a:blipFill>
                <a:blip r:embed="rId10"/>
                <a:stretch>
                  <a:fillRect l="-3302" t="-1667" r="-566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14A84D3-EBC6-8B5A-C0FD-1C4C31A7AB22}"/>
                  </a:ext>
                </a:extLst>
              </p:cNvPr>
              <p:cNvSpPr txBox="1"/>
              <p:nvPr/>
            </p:nvSpPr>
            <p:spPr>
              <a:xfrm>
                <a:off x="5338606" y="3213069"/>
                <a:ext cx="11260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=2/9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14A84D3-EBC6-8B5A-C0FD-1C4C31A7A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606" y="3213069"/>
                <a:ext cx="1126014" cy="369332"/>
              </a:xfrm>
              <a:prstGeom prst="rect">
                <a:avLst/>
              </a:prstGeom>
              <a:blipFill>
                <a:blip r:embed="rId11"/>
                <a:stretch>
                  <a:fillRect l="-3804" t="-1639" r="-7065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F1DBB7B-FE72-AD26-6479-1C5E8B837B35}"/>
                  </a:ext>
                </a:extLst>
              </p:cNvPr>
              <p:cNvSpPr txBox="1"/>
              <p:nvPr/>
            </p:nvSpPr>
            <p:spPr>
              <a:xfrm>
                <a:off x="5279948" y="4495586"/>
                <a:ext cx="13592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F1DBB7B-FE72-AD26-6479-1C5E8B837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948" y="4495586"/>
                <a:ext cx="1359218" cy="369332"/>
              </a:xfrm>
              <a:prstGeom prst="rect">
                <a:avLst/>
              </a:prstGeom>
              <a:blipFill>
                <a:blip r:embed="rId12"/>
                <a:stretch>
                  <a:fillRect l="-5381" t="-1639" r="-583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8BBE5FB-42EF-6E97-4147-44213A00D2CF}"/>
                  </a:ext>
                </a:extLst>
              </p:cNvPr>
              <p:cNvSpPr txBox="1"/>
              <p:nvPr/>
            </p:nvSpPr>
            <p:spPr>
              <a:xfrm>
                <a:off x="5432020" y="4989629"/>
                <a:ext cx="11260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8BBE5FB-42EF-6E97-4147-44213A00D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020" y="4989629"/>
                <a:ext cx="1126014" cy="369332"/>
              </a:xfrm>
              <a:prstGeom prst="rect">
                <a:avLst/>
              </a:prstGeom>
              <a:blipFill>
                <a:blip r:embed="rId13"/>
                <a:stretch>
                  <a:fillRect l="-3243" t="-1667" r="-702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DEDD0FF-0BC2-8191-82B9-70DBFB6CC65B}"/>
                  </a:ext>
                </a:extLst>
              </p:cNvPr>
              <p:cNvSpPr txBox="1"/>
              <p:nvPr/>
            </p:nvSpPr>
            <p:spPr>
              <a:xfrm>
                <a:off x="5315418" y="5897831"/>
                <a:ext cx="12959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=1/23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DEDD0FF-0BC2-8191-82B9-70DBFB6CC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418" y="5897831"/>
                <a:ext cx="1295932" cy="369332"/>
              </a:xfrm>
              <a:prstGeom prst="rect">
                <a:avLst/>
              </a:prstGeom>
              <a:blipFill>
                <a:blip r:embed="rId14"/>
                <a:stretch>
                  <a:fillRect l="-3286" t="-1639" r="-5164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ADDE874-A52F-1717-FE0E-38C6AE4B30C8}"/>
                  </a:ext>
                </a:extLst>
              </p:cNvPr>
              <p:cNvSpPr txBox="1"/>
              <p:nvPr/>
            </p:nvSpPr>
            <p:spPr>
              <a:xfrm>
                <a:off x="9241084" y="2709748"/>
                <a:ext cx="11299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ADDE874-A52F-1717-FE0E-38C6AE4B3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1084" y="2709748"/>
                <a:ext cx="1129989" cy="369332"/>
              </a:xfrm>
              <a:prstGeom prst="rect">
                <a:avLst/>
              </a:prstGeom>
              <a:blipFill>
                <a:blip r:embed="rId15"/>
                <a:stretch>
                  <a:fillRect l="-6486" t="-1667" r="-702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9F19763-3D0C-F50B-A51B-ACB51A4458F6}"/>
                  </a:ext>
                </a:extLst>
              </p:cNvPr>
              <p:cNvSpPr txBox="1"/>
              <p:nvPr/>
            </p:nvSpPr>
            <p:spPr>
              <a:xfrm>
                <a:off x="9144099" y="3215716"/>
                <a:ext cx="13552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9F19763-3D0C-F50B-A51B-ACB51A445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99" y="3215716"/>
                <a:ext cx="1355243" cy="369332"/>
              </a:xfrm>
              <a:prstGeom prst="rect">
                <a:avLst/>
              </a:prstGeom>
              <a:blipFill>
                <a:blip r:embed="rId16"/>
                <a:stretch>
                  <a:fillRect l="-2703" t="-1667" r="-585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C5904B-9871-51E2-7A13-56B38CC38FE1}"/>
                  </a:ext>
                </a:extLst>
              </p:cNvPr>
              <p:cNvSpPr txBox="1"/>
              <p:nvPr/>
            </p:nvSpPr>
            <p:spPr>
              <a:xfrm>
                <a:off x="9305483" y="4511245"/>
                <a:ext cx="11299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C5904B-9871-51E2-7A13-56B38CC38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5483" y="4511245"/>
                <a:ext cx="1129989" cy="369332"/>
              </a:xfrm>
              <a:prstGeom prst="rect">
                <a:avLst/>
              </a:prstGeom>
              <a:blipFill>
                <a:blip r:embed="rId17"/>
                <a:stretch>
                  <a:fillRect l="-6452" t="-1639" r="-6452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8F98B95-7D72-65BC-54E2-028B38FAB137}"/>
                  </a:ext>
                </a:extLst>
              </p:cNvPr>
              <p:cNvSpPr txBox="1"/>
              <p:nvPr/>
            </p:nvSpPr>
            <p:spPr>
              <a:xfrm>
                <a:off x="9270737" y="4989629"/>
                <a:ext cx="11260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8F98B95-7D72-65BC-54E2-028B38FAB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737" y="4989629"/>
                <a:ext cx="1126014" cy="369332"/>
              </a:xfrm>
              <a:prstGeom prst="rect">
                <a:avLst/>
              </a:prstGeom>
              <a:blipFill>
                <a:blip r:embed="rId18"/>
                <a:stretch>
                  <a:fillRect l="-3784" t="-1667" r="-648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09198EE-44AB-B689-88B6-7CE8C6A6212F}"/>
                  </a:ext>
                </a:extLst>
              </p:cNvPr>
              <p:cNvSpPr txBox="1"/>
              <p:nvPr/>
            </p:nvSpPr>
            <p:spPr>
              <a:xfrm>
                <a:off x="9431038" y="589783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09198EE-44AB-B689-88B6-7CE8C6A62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5897831"/>
                <a:ext cx="805413" cy="369332"/>
              </a:xfrm>
              <a:prstGeom prst="rect">
                <a:avLst/>
              </a:prstGeom>
              <a:blipFill>
                <a:blip r:embed="rId19"/>
                <a:stretch>
                  <a:fillRect l="-4545" r="-984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D571DC0-62AB-FF27-219E-9549CCA899AB}"/>
                  </a:ext>
                </a:extLst>
              </p:cNvPr>
              <p:cNvSpPr txBox="1"/>
              <p:nvPr/>
            </p:nvSpPr>
            <p:spPr>
              <a:xfrm>
                <a:off x="5258126" y="2744966"/>
                <a:ext cx="1299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=4/11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D571DC0-62AB-FF27-219E-9549CCA89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126" y="2744966"/>
                <a:ext cx="1299908" cy="369332"/>
              </a:xfrm>
              <a:prstGeom prst="rect">
                <a:avLst/>
              </a:prstGeom>
              <a:blipFill>
                <a:blip r:embed="rId20"/>
                <a:stretch>
                  <a:fillRect l="-5634" t="-1639" r="-5634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332061A-920E-D291-ED18-4E3C0094F321}"/>
                  </a:ext>
                </a:extLst>
              </p:cNvPr>
              <p:cNvSpPr txBox="1"/>
              <p:nvPr/>
            </p:nvSpPr>
            <p:spPr>
              <a:xfrm>
                <a:off x="5251952" y="3622518"/>
                <a:ext cx="1299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=1/12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332061A-920E-D291-ED18-4E3C0094F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2" y="3622518"/>
                <a:ext cx="1299908" cy="369332"/>
              </a:xfrm>
              <a:prstGeom prst="rect">
                <a:avLst/>
              </a:prstGeom>
              <a:blipFill>
                <a:blip r:embed="rId21"/>
                <a:stretch>
                  <a:fillRect l="-5634" t="-1639" r="-5634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9F3DF75-2ABC-BA1E-9CA3-5EDE0CC1DDF4}"/>
                  </a:ext>
                </a:extLst>
              </p:cNvPr>
              <p:cNvSpPr txBox="1"/>
              <p:nvPr/>
            </p:nvSpPr>
            <p:spPr>
              <a:xfrm>
                <a:off x="5330627" y="6286726"/>
                <a:ext cx="1299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=5/23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9F3DF75-2ABC-BA1E-9CA3-5EDE0CC1D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627" y="6286726"/>
                <a:ext cx="1299908" cy="369332"/>
              </a:xfrm>
              <a:prstGeom prst="rect">
                <a:avLst/>
              </a:prstGeom>
              <a:blipFill>
                <a:blip r:embed="rId22"/>
                <a:stretch>
                  <a:fillRect l="-5607" t="-1639" r="-5607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3CEE5CF-9E1A-C6B9-45B8-F3193DE25931}"/>
                  </a:ext>
                </a:extLst>
              </p:cNvPr>
              <p:cNvSpPr txBox="1"/>
              <p:nvPr/>
            </p:nvSpPr>
            <p:spPr>
              <a:xfrm>
                <a:off x="5511706" y="4121805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3CEE5CF-9E1A-C6B9-45B8-F3193DE25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706" y="4121805"/>
                <a:ext cx="805413" cy="369332"/>
              </a:xfrm>
              <a:prstGeom prst="rect">
                <a:avLst/>
              </a:prstGeom>
              <a:blipFill>
                <a:blip r:embed="rId23"/>
                <a:stretch>
                  <a:fillRect l="-4545" r="-984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F02D9E7-5A21-DD19-39C2-790CB7E76B98}"/>
                  </a:ext>
                </a:extLst>
              </p:cNvPr>
              <p:cNvSpPr txBox="1"/>
              <p:nvPr/>
            </p:nvSpPr>
            <p:spPr>
              <a:xfrm>
                <a:off x="5577875" y="5369162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F02D9E7-5A21-DD19-39C2-790CB7E76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875" y="5369162"/>
                <a:ext cx="805413" cy="369332"/>
              </a:xfrm>
              <a:prstGeom prst="rect">
                <a:avLst/>
              </a:prstGeom>
              <a:blipFill>
                <a:blip r:embed="rId24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74EB508-E359-465A-ABB7-FC5FCCFB023E}"/>
                  </a:ext>
                </a:extLst>
              </p:cNvPr>
              <p:cNvSpPr txBox="1"/>
              <p:nvPr/>
            </p:nvSpPr>
            <p:spPr>
              <a:xfrm>
                <a:off x="9403373" y="234471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74EB508-E359-465A-ABB7-FC5FCCFB0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373" y="2344711"/>
                <a:ext cx="805413" cy="369332"/>
              </a:xfrm>
              <a:prstGeom prst="rect">
                <a:avLst/>
              </a:prstGeom>
              <a:blipFill>
                <a:blip r:embed="rId25"/>
                <a:stretch>
                  <a:fillRect l="-5303" r="-9091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A0CFF31-9817-87D9-941B-84D9CCBD89FD}"/>
                  </a:ext>
                </a:extLst>
              </p:cNvPr>
              <p:cNvSpPr txBox="1"/>
              <p:nvPr/>
            </p:nvSpPr>
            <p:spPr>
              <a:xfrm>
                <a:off x="9431038" y="3612982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A0CFF31-9817-87D9-941B-84D9CCBD8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3612982"/>
                <a:ext cx="805413" cy="369332"/>
              </a:xfrm>
              <a:prstGeom prst="rect">
                <a:avLst/>
              </a:prstGeom>
              <a:blipFill>
                <a:blip r:embed="rId26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25160F1-F704-F6A6-9153-9FD2AF746682}"/>
                  </a:ext>
                </a:extLst>
              </p:cNvPr>
              <p:cNvSpPr txBox="1"/>
              <p:nvPr/>
            </p:nvSpPr>
            <p:spPr>
              <a:xfrm>
                <a:off x="9472068" y="412848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25160F1-F704-F6A6-9153-9FD2AF746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68" y="4128481"/>
                <a:ext cx="805413" cy="369332"/>
              </a:xfrm>
              <a:prstGeom prst="rect">
                <a:avLst/>
              </a:prstGeom>
              <a:blipFill>
                <a:blip r:embed="rId27"/>
                <a:stretch>
                  <a:fillRect l="-5303" r="-9091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27031DF-46AA-5BED-A8A7-9D195270A893}"/>
                  </a:ext>
                </a:extLst>
              </p:cNvPr>
              <p:cNvSpPr txBox="1"/>
              <p:nvPr/>
            </p:nvSpPr>
            <p:spPr>
              <a:xfrm>
                <a:off x="9431038" y="5356289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27031DF-46AA-5BED-A8A7-9D195270A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5356289"/>
                <a:ext cx="805413" cy="369332"/>
              </a:xfrm>
              <a:prstGeom prst="rect">
                <a:avLst/>
              </a:prstGeom>
              <a:blipFill>
                <a:blip r:embed="rId28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5BD5251-B5DC-D0A1-313C-25E51F7E72DB}"/>
                  </a:ext>
                </a:extLst>
              </p:cNvPr>
              <p:cNvSpPr txBox="1"/>
              <p:nvPr/>
            </p:nvSpPr>
            <p:spPr>
              <a:xfrm>
                <a:off x="9431038" y="6286726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5BD5251-B5DC-D0A1-313C-25E51F7E7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6286726"/>
                <a:ext cx="805413" cy="369332"/>
              </a:xfrm>
              <a:prstGeom prst="rect">
                <a:avLst/>
              </a:prstGeom>
              <a:blipFill>
                <a:blip r:embed="rId29"/>
                <a:stretch>
                  <a:fillRect l="-9848" r="-9848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450F162-61A6-5774-2B25-4F644D18CF2A}"/>
              </a:ext>
            </a:extLst>
          </p:cNvPr>
          <p:cNvSpPr txBox="1"/>
          <p:nvPr/>
        </p:nvSpPr>
        <p:spPr>
          <a:xfrm>
            <a:off x="335139" y="5825061"/>
            <a:ext cx="3402003" cy="8309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Eliminate Vertices That Violate Constraints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667D38-D0A6-4B93-4644-AEAA607B7003}"/>
              </a:ext>
            </a:extLst>
          </p:cNvPr>
          <p:cNvSpPr/>
          <p:nvPr/>
        </p:nvSpPr>
        <p:spPr>
          <a:xfrm>
            <a:off x="663178" y="3352247"/>
            <a:ext cx="1995949" cy="407936"/>
          </a:xfrm>
          <a:prstGeom prst="rect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31789E-E981-FB66-75F1-0C974B14D194}"/>
              </a:ext>
            </a:extLst>
          </p:cNvPr>
          <p:cNvSpPr/>
          <p:nvPr/>
        </p:nvSpPr>
        <p:spPr>
          <a:xfrm>
            <a:off x="663178" y="3818194"/>
            <a:ext cx="1995949" cy="407936"/>
          </a:xfrm>
          <a:prstGeom prst="rect">
            <a:avLst/>
          </a:prstGeom>
          <a:solidFill>
            <a:srgbClr val="FFC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041287-D146-8F2E-E391-31BFB91F3576}"/>
              </a:ext>
            </a:extLst>
          </p:cNvPr>
          <p:cNvSpPr/>
          <p:nvPr/>
        </p:nvSpPr>
        <p:spPr>
          <a:xfrm>
            <a:off x="645489" y="4287975"/>
            <a:ext cx="1995949" cy="407936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9D7950-8D5E-EBB7-79F4-CBCF966DCFC3}"/>
              </a:ext>
            </a:extLst>
          </p:cNvPr>
          <p:cNvSpPr/>
          <p:nvPr/>
        </p:nvSpPr>
        <p:spPr>
          <a:xfrm>
            <a:off x="632770" y="4736425"/>
            <a:ext cx="969217" cy="407936"/>
          </a:xfrm>
          <a:prstGeom prst="rect">
            <a:avLst/>
          </a:prstGeom>
          <a:solidFill>
            <a:srgbClr val="00B05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01F1B0-84E8-3594-2161-C2E6F9CA3E90}"/>
              </a:ext>
            </a:extLst>
          </p:cNvPr>
          <p:cNvSpPr/>
          <p:nvPr/>
        </p:nvSpPr>
        <p:spPr>
          <a:xfrm>
            <a:off x="627928" y="5189025"/>
            <a:ext cx="969217" cy="407936"/>
          </a:xfrm>
          <a:prstGeom prst="rect">
            <a:avLst/>
          </a:prstGeom>
          <a:solidFill>
            <a:srgbClr val="00B0F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7398DF-D471-45C9-0DDC-F16DA6CE4B7F}"/>
              </a:ext>
            </a:extLst>
          </p:cNvPr>
          <p:cNvSpPr/>
          <p:nvPr/>
        </p:nvSpPr>
        <p:spPr>
          <a:xfrm>
            <a:off x="4285994" y="4059303"/>
            <a:ext cx="3636532" cy="868110"/>
          </a:xfrm>
          <a:prstGeom prst="rect">
            <a:avLst/>
          </a:prstGeom>
          <a:solidFill>
            <a:srgbClr val="00B0F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DF4B02-4BB3-FD47-83C4-91780C62DB40}"/>
              </a:ext>
            </a:extLst>
          </p:cNvPr>
          <p:cNvSpPr/>
          <p:nvPr/>
        </p:nvSpPr>
        <p:spPr>
          <a:xfrm>
            <a:off x="7922526" y="3175434"/>
            <a:ext cx="3636532" cy="868110"/>
          </a:xfrm>
          <a:prstGeom prst="rect">
            <a:avLst/>
          </a:prstGeom>
          <a:solidFill>
            <a:srgbClr val="00B05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538293-DFEC-BB07-CC9E-EB701F8D3B3F}"/>
              </a:ext>
            </a:extLst>
          </p:cNvPr>
          <p:cNvSpPr/>
          <p:nvPr/>
        </p:nvSpPr>
        <p:spPr>
          <a:xfrm>
            <a:off x="7922526" y="4937258"/>
            <a:ext cx="3636532" cy="897742"/>
          </a:xfrm>
          <a:prstGeom prst="rect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437A3B-56C0-BEBE-36E9-8DCB81FBB4CD}"/>
              </a:ext>
            </a:extLst>
          </p:cNvPr>
          <p:cNvSpPr/>
          <p:nvPr/>
        </p:nvSpPr>
        <p:spPr>
          <a:xfrm>
            <a:off x="7927571" y="4046715"/>
            <a:ext cx="3636532" cy="897742"/>
          </a:xfrm>
          <a:prstGeom prst="rect">
            <a:avLst/>
          </a:prstGeom>
          <a:solidFill>
            <a:srgbClr val="FFC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6D8BCB-F84A-7283-2A31-98C6EB103E68}"/>
              </a:ext>
            </a:extLst>
          </p:cNvPr>
          <p:cNvSpPr/>
          <p:nvPr/>
        </p:nvSpPr>
        <p:spPr>
          <a:xfrm>
            <a:off x="4295933" y="2283866"/>
            <a:ext cx="3636532" cy="868110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6AE7A1-B0AA-E3FF-D273-B52B03788AFC}"/>
              </a:ext>
            </a:extLst>
          </p:cNvPr>
          <p:cNvSpPr txBox="1"/>
          <p:nvPr/>
        </p:nvSpPr>
        <p:spPr>
          <a:xfrm>
            <a:off x="2241113" y="403178"/>
            <a:ext cx="8819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Combinatorial Vertex Enumeration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B94C26-6768-9DAA-EA38-BF94428B9A14}"/>
                  </a:ext>
                </a:extLst>
              </p:cNvPr>
              <p:cNvSpPr txBox="1"/>
              <p:nvPr/>
            </p:nvSpPr>
            <p:spPr>
              <a:xfrm>
                <a:off x="957263" y="4235758"/>
                <a:ext cx="10313872" cy="1709058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b="0" dirty="0"/>
                  <a:t>But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/>
                  <a:t>gives us our Nash equilibrium!!</a:t>
                </a:r>
              </a:p>
              <a:p>
                <a:pPr algn="ctr"/>
                <a:r>
                  <a:rPr lang="en-US" sz="3600" dirty="0"/>
                  <a:t>It scales up to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a:rPr lang="en-US" sz="3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a:rPr lang="en-US" sz="3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B94C26-6768-9DAA-EA38-BF94428B9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263" y="4235758"/>
                <a:ext cx="10313872" cy="1709058"/>
              </a:xfrm>
              <a:prstGeom prst="rect">
                <a:avLst/>
              </a:prstGeom>
              <a:blipFill>
                <a:blip r:embed="rId30"/>
                <a:stretch>
                  <a:fillRect b="-2797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8641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25A74-9A00-F6BD-5D90-63CDAEBE5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DCF93DD-E551-ACEC-0410-9B8D82ACD0C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B98675-B3B2-0CEB-89CF-AD68E218B3B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468F42-7C24-A97F-E5F1-A7C10B7CADEB}"/>
              </a:ext>
            </a:extLst>
          </p:cNvPr>
          <p:cNvSpPr txBox="1"/>
          <p:nvPr/>
        </p:nvSpPr>
        <p:spPr>
          <a:xfrm>
            <a:off x="-376090" y="1744431"/>
            <a:ext cx="45669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Let’s go back to this example: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DC26D0-2718-8A96-376D-9335952D3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9714"/>
            <a:ext cx="5675609" cy="26774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F4A97C-4103-51D4-C959-2EAFA74994A8}"/>
              </a:ext>
            </a:extLst>
          </p:cNvPr>
          <p:cNvSpPr txBox="1"/>
          <p:nvPr/>
        </p:nvSpPr>
        <p:spPr>
          <a:xfrm>
            <a:off x="16673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9FAFD5-814B-DE74-713A-F0A5E04B104E}"/>
              </a:ext>
            </a:extLst>
          </p:cNvPr>
          <p:cNvSpPr txBox="1"/>
          <p:nvPr/>
        </p:nvSpPr>
        <p:spPr>
          <a:xfrm>
            <a:off x="29627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B71EC2-757F-946D-E05E-6FA8EFD71CFB}"/>
              </a:ext>
            </a:extLst>
          </p:cNvPr>
          <p:cNvSpPr txBox="1"/>
          <p:nvPr/>
        </p:nvSpPr>
        <p:spPr>
          <a:xfrm>
            <a:off x="4258171" y="3177999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6D1546-42DF-270B-B0FE-6E2625D9C708}"/>
              </a:ext>
            </a:extLst>
          </p:cNvPr>
          <p:cNvSpPr txBox="1"/>
          <p:nvPr/>
        </p:nvSpPr>
        <p:spPr>
          <a:xfrm>
            <a:off x="16673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443E5D-CE9C-4A48-5567-F7EA9044D049}"/>
              </a:ext>
            </a:extLst>
          </p:cNvPr>
          <p:cNvSpPr txBox="1"/>
          <p:nvPr/>
        </p:nvSpPr>
        <p:spPr>
          <a:xfrm>
            <a:off x="29627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F9D42F-C858-F9FD-2C51-73B9E5F20ED7}"/>
              </a:ext>
            </a:extLst>
          </p:cNvPr>
          <p:cNvSpPr txBox="1"/>
          <p:nvPr/>
        </p:nvSpPr>
        <p:spPr>
          <a:xfrm>
            <a:off x="4258171" y="3810462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6B6689-4F0C-9793-B9EF-C157198F5C3A}"/>
              </a:ext>
            </a:extLst>
          </p:cNvPr>
          <p:cNvSpPr txBox="1"/>
          <p:nvPr/>
        </p:nvSpPr>
        <p:spPr>
          <a:xfrm>
            <a:off x="16673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592692-D028-C86A-0070-21C543C131B7}"/>
              </a:ext>
            </a:extLst>
          </p:cNvPr>
          <p:cNvSpPr txBox="1"/>
          <p:nvPr/>
        </p:nvSpPr>
        <p:spPr>
          <a:xfrm>
            <a:off x="29627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BB5134-EA76-BA4D-4D0E-DBC2FA6C6D19}"/>
              </a:ext>
            </a:extLst>
          </p:cNvPr>
          <p:cNvSpPr txBox="1"/>
          <p:nvPr/>
        </p:nvSpPr>
        <p:spPr>
          <a:xfrm>
            <a:off x="4258171" y="319287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877039-DBAE-FEEC-F7AD-C920C3DBB9C6}"/>
              </a:ext>
            </a:extLst>
          </p:cNvPr>
          <p:cNvSpPr txBox="1"/>
          <p:nvPr/>
        </p:nvSpPr>
        <p:spPr>
          <a:xfrm>
            <a:off x="16673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EE6892-82BE-F7A5-4906-EBE0C9667175}"/>
              </a:ext>
            </a:extLst>
          </p:cNvPr>
          <p:cNvSpPr txBox="1"/>
          <p:nvPr/>
        </p:nvSpPr>
        <p:spPr>
          <a:xfrm>
            <a:off x="29627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9CB58B-F7F7-A3D0-1B8B-42B4A4EA9986}"/>
              </a:ext>
            </a:extLst>
          </p:cNvPr>
          <p:cNvSpPr txBox="1"/>
          <p:nvPr/>
        </p:nvSpPr>
        <p:spPr>
          <a:xfrm>
            <a:off x="4258171" y="383548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7A639F-D22E-084C-F40B-337889FA5668}"/>
                  </a:ext>
                </a:extLst>
              </p:cNvPr>
              <p:cNvSpPr txBox="1"/>
              <p:nvPr/>
            </p:nvSpPr>
            <p:spPr>
              <a:xfrm>
                <a:off x="5486248" y="2499295"/>
                <a:ext cx="68457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7A639F-D22E-084C-F40B-337889FA5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248" y="2499295"/>
                <a:ext cx="684571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B78ADE7-3D7F-702F-4BB5-47410ED75DE5}"/>
                  </a:ext>
                </a:extLst>
              </p:cNvPr>
              <p:cNvSpPr txBox="1"/>
              <p:nvPr/>
            </p:nvSpPr>
            <p:spPr>
              <a:xfrm>
                <a:off x="5412658" y="3144381"/>
                <a:ext cx="303636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B78ADE7-3D7F-702F-4BB5-47410ED75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658" y="3144381"/>
                <a:ext cx="3036361" cy="461665"/>
              </a:xfrm>
              <a:prstGeom prst="rect">
                <a:avLst/>
              </a:prstGeom>
              <a:blipFill>
                <a:blip r:embed="rId5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CFDC85A-48E0-FE02-7B4A-23426F882BD1}"/>
                  </a:ext>
                </a:extLst>
              </p:cNvPr>
              <p:cNvSpPr txBox="1"/>
              <p:nvPr/>
            </p:nvSpPr>
            <p:spPr>
              <a:xfrm>
                <a:off x="5412657" y="3682575"/>
                <a:ext cx="5275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CFDC85A-48E0-FE02-7B4A-23426F882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657" y="3682575"/>
                <a:ext cx="5275008" cy="461665"/>
              </a:xfrm>
              <a:prstGeom prst="rect">
                <a:avLst/>
              </a:prstGeom>
              <a:blipFill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D1F350A-71AC-6201-2D8D-5BE261E6C1AC}"/>
                  </a:ext>
                </a:extLst>
              </p:cNvPr>
              <p:cNvSpPr txBox="1"/>
              <p:nvPr/>
            </p:nvSpPr>
            <p:spPr>
              <a:xfrm>
                <a:off x="6516393" y="4220769"/>
                <a:ext cx="19862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D1F350A-71AC-6201-2D8D-5BE261E6C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393" y="4220769"/>
                <a:ext cx="1986249" cy="369332"/>
              </a:xfrm>
              <a:prstGeom prst="rect">
                <a:avLst/>
              </a:prstGeom>
              <a:blipFill>
                <a:blip r:embed="rId7"/>
                <a:stretch>
                  <a:fillRect l="-613" r="-3374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C95E68-9A8B-6436-ECE3-CC61AB4AD7B1}"/>
                  </a:ext>
                </a:extLst>
              </p:cNvPr>
              <p:cNvSpPr txBox="1"/>
              <p:nvPr/>
            </p:nvSpPr>
            <p:spPr>
              <a:xfrm>
                <a:off x="6516393" y="4666630"/>
                <a:ext cx="16896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C95E68-9A8B-6436-ECE3-CC61AB4AD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393" y="4666630"/>
                <a:ext cx="1689693" cy="369332"/>
              </a:xfrm>
              <a:prstGeom prst="rect">
                <a:avLst/>
              </a:prstGeom>
              <a:blipFill>
                <a:blip r:embed="rId8"/>
                <a:stretch>
                  <a:fillRect l="-4332" t="-5000" r="-3971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F5A013-FEEF-2DB8-DFE6-D673750B4252}"/>
                  </a:ext>
                </a:extLst>
              </p:cNvPr>
              <p:cNvSpPr txBox="1"/>
              <p:nvPr/>
            </p:nvSpPr>
            <p:spPr>
              <a:xfrm>
                <a:off x="6516393" y="5112491"/>
                <a:ext cx="19862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F5A013-FEEF-2DB8-DFE6-D673750B4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393" y="5112491"/>
                <a:ext cx="1986249" cy="369332"/>
              </a:xfrm>
              <a:prstGeom prst="rect">
                <a:avLst/>
              </a:prstGeom>
              <a:blipFill>
                <a:blip r:embed="rId9"/>
                <a:stretch>
                  <a:fillRect l="-613" r="-337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0816578-F798-E205-1CB8-CA5BD5E0E796}"/>
                  </a:ext>
                </a:extLst>
              </p:cNvPr>
              <p:cNvSpPr txBox="1"/>
              <p:nvPr/>
            </p:nvSpPr>
            <p:spPr>
              <a:xfrm>
                <a:off x="6516393" y="5558352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0816578-F798-E205-1CB8-CA5BD5E0E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393" y="5558352"/>
                <a:ext cx="874342" cy="369332"/>
              </a:xfrm>
              <a:prstGeom prst="rect">
                <a:avLst/>
              </a:prstGeom>
              <a:blipFill>
                <a:blip r:embed="rId10"/>
                <a:stretch>
                  <a:fillRect l="-4895" r="-8392"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5952964-3719-F8B4-E3B2-CC26BCB0B95B}"/>
                  </a:ext>
                </a:extLst>
              </p:cNvPr>
              <p:cNvSpPr txBox="1"/>
              <p:nvPr/>
            </p:nvSpPr>
            <p:spPr>
              <a:xfrm>
                <a:off x="6516393" y="6004213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5952964-3719-F8B4-E3B2-CC26BCB0B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393" y="6004213"/>
                <a:ext cx="874342" cy="369332"/>
              </a:xfrm>
              <a:prstGeom prst="rect">
                <a:avLst/>
              </a:prstGeom>
              <a:blipFill>
                <a:blip r:embed="rId11"/>
                <a:stretch>
                  <a:fillRect l="-9091" r="-8392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0EBE0D0-9EC2-1C96-7A4D-900EBC3ACA8D}"/>
              </a:ext>
            </a:extLst>
          </p:cNvPr>
          <p:cNvSpPr txBox="1"/>
          <p:nvPr/>
        </p:nvSpPr>
        <p:spPr>
          <a:xfrm>
            <a:off x="4482548" y="403178"/>
            <a:ext cx="3200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 Correction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AEF34C-E98B-6DB8-E569-90D176EDF31F}"/>
                  </a:ext>
                </a:extLst>
              </p:cNvPr>
              <p:cNvSpPr txBox="1"/>
              <p:nvPr/>
            </p:nvSpPr>
            <p:spPr>
              <a:xfrm>
                <a:off x="182217" y="5466019"/>
                <a:ext cx="5675609" cy="461665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Previous Solution used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rather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!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AEF34C-E98B-6DB8-E569-90D176EDF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17" y="5466019"/>
                <a:ext cx="5675609" cy="461665"/>
              </a:xfrm>
              <a:prstGeom prst="rect">
                <a:avLst/>
              </a:prstGeom>
              <a:blipFill>
                <a:blip r:embed="rId12"/>
                <a:stretch>
                  <a:fillRect l="-1387" t="-4938" b="-25926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6645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F40B4-4925-7EC8-6778-519C43DA1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C8D895A-B06C-A8BD-E601-59B958E996CA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A71D96-78CF-67BE-F92D-123ABF2C973F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954CEB2-F620-FA96-6307-949E8A3135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602" y="2168488"/>
            <a:ext cx="5372998" cy="44689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5CFB314-3D6F-2639-E62B-3512A462DEBA}"/>
                  </a:ext>
                </a:extLst>
              </p:cNvPr>
              <p:cNvSpPr txBox="1"/>
              <p:nvPr/>
            </p:nvSpPr>
            <p:spPr>
              <a:xfrm>
                <a:off x="5918224" y="4598574"/>
                <a:ext cx="3290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5CFB314-3D6F-2639-E62B-3512A462D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8224" y="4598574"/>
                <a:ext cx="3290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DBDEB5-4C5A-33C3-9757-FE6DC149E495}"/>
                  </a:ext>
                </a:extLst>
              </p:cNvPr>
              <p:cNvSpPr txBox="1"/>
              <p:nvPr/>
            </p:nvSpPr>
            <p:spPr>
              <a:xfrm>
                <a:off x="2928053" y="1821315"/>
                <a:ext cx="3290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DBDEB5-4C5A-33C3-9757-FE6DC149E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8053" y="1821315"/>
                <a:ext cx="329048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7A13BA41-31E8-D0CD-055F-AF55F018FD12}"/>
              </a:ext>
            </a:extLst>
          </p:cNvPr>
          <p:cNvSpPr txBox="1"/>
          <p:nvPr/>
        </p:nvSpPr>
        <p:spPr>
          <a:xfrm>
            <a:off x="4482548" y="403178"/>
            <a:ext cx="3200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 Correction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BADB68-BA91-C81E-C6AB-F3EB75830155}"/>
              </a:ext>
            </a:extLst>
          </p:cNvPr>
          <p:cNvSpPr txBox="1"/>
          <p:nvPr/>
        </p:nvSpPr>
        <p:spPr>
          <a:xfrm>
            <a:off x="5744817" y="1744431"/>
            <a:ext cx="64471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The region formed by our expectation value constraints is unbounded in Quadrant I but bounded in Quadrant III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B4106C-A96E-B101-26D1-55A59D487299}"/>
              </a:ext>
            </a:extLst>
          </p:cNvPr>
          <p:cNvSpPr txBox="1"/>
          <p:nvPr/>
        </p:nvSpPr>
        <p:spPr>
          <a:xfrm>
            <a:off x="5744814" y="3061100"/>
            <a:ext cx="64471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Our vertex must lie in Quadrant III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D0B250-65BA-2716-0B8F-3A3CBCBCA3B2}"/>
              </a:ext>
            </a:extLst>
          </p:cNvPr>
          <p:cNvSpPr txBox="1"/>
          <p:nvPr/>
        </p:nvSpPr>
        <p:spPr>
          <a:xfrm>
            <a:off x="5744813" y="3736799"/>
            <a:ext cx="6447183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This doesn’t mean that our probabilities are negative…it means that the maximum expectation value is negative!</a:t>
            </a:r>
          </a:p>
          <a:p>
            <a:pPr lvl="1">
              <a:spcAft>
                <a:spcPts val="600"/>
              </a:spcAft>
            </a:pPr>
            <a:endParaRPr lang="en-US" sz="2400" dirty="0"/>
          </a:p>
          <a:p>
            <a:pPr lvl="1">
              <a:spcAft>
                <a:spcPts val="600"/>
              </a:spcAft>
            </a:pPr>
            <a:r>
              <a:rPr lang="en-US" sz="2400" dirty="0"/>
              <a:t>The negative scaling gets passed onto our probability values</a:t>
            </a:r>
          </a:p>
        </p:txBody>
      </p:sp>
    </p:spTree>
    <p:extLst>
      <p:ext uri="{BB962C8B-B14F-4D97-AF65-F5344CB8AC3E}">
        <p14:creationId xmlns:p14="http://schemas.microsoft.com/office/powerpoint/2010/main" val="2521794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0CD30-F00C-1122-7B19-A9D1006BC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D838367-3CC6-B0C9-8905-3416913978A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4B2C8D-B8CD-CC4D-A919-757C81C9715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5C5F6E-DF44-6225-C736-344B697BEADF}"/>
                  </a:ext>
                </a:extLst>
              </p:cNvPr>
              <p:cNvSpPr txBox="1"/>
              <p:nvPr/>
            </p:nvSpPr>
            <p:spPr>
              <a:xfrm>
                <a:off x="-376091" y="1744431"/>
                <a:ext cx="1208438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Since our probability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lives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, we select two constraints at a time to make strict and solve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5C5F6E-DF44-6225-C736-344B697BE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1" y="1744431"/>
                <a:ext cx="12084387" cy="830997"/>
              </a:xfrm>
              <a:prstGeom prst="rect">
                <a:avLst/>
              </a:prstGeom>
              <a:blipFill>
                <a:blip r:embed="rId3"/>
                <a:stretch>
                  <a:fillRect t="-5147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00C933-394D-6C1B-9755-7E84A77D1EBE}"/>
                  </a:ext>
                </a:extLst>
              </p:cNvPr>
              <p:cNvSpPr txBox="1"/>
              <p:nvPr/>
            </p:nvSpPr>
            <p:spPr>
              <a:xfrm>
                <a:off x="-376091" y="2852657"/>
                <a:ext cx="5275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00C933-394D-6C1B-9755-7E84A77D1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1" y="2852657"/>
                <a:ext cx="5275008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A23C72D-873B-B3E7-99DA-0EC0A90CB461}"/>
                  </a:ext>
                </a:extLst>
              </p:cNvPr>
              <p:cNvSpPr txBox="1"/>
              <p:nvPr/>
            </p:nvSpPr>
            <p:spPr>
              <a:xfrm>
                <a:off x="727645" y="3390851"/>
                <a:ext cx="19862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A23C72D-873B-B3E7-99DA-0EC0A90CB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3390851"/>
                <a:ext cx="1986249" cy="369332"/>
              </a:xfrm>
              <a:prstGeom prst="rect">
                <a:avLst/>
              </a:prstGeom>
              <a:blipFill>
                <a:blip r:embed="rId5"/>
                <a:stretch>
                  <a:fillRect l="-307" r="-3681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4835B80-1F31-822D-7A8B-D77FA92FB5A4}"/>
                  </a:ext>
                </a:extLst>
              </p:cNvPr>
              <p:cNvSpPr txBox="1"/>
              <p:nvPr/>
            </p:nvSpPr>
            <p:spPr>
              <a:xfrm>
                <a:off x="727645" y="3836712"/>
                <a:ext cx="16896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4835B80-1F31-822D-7A8B-D77FA92FB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3836712"/>
                <a:ext cx="1689693" cy="369332"/>
              </a:xfrm>
              <a:prstGeom prst="rect">
                <a:avLst/>
              </a:prstGeom>
              <a:blipFill>
                <a:blip r:embed="rId6"/>
                <a:stretch>
                  <a:fillRect l="-3957" t="-3279" r="-3957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9B6CACE-6979-EB79-F461-0730A260CEA0}"/>
                  </a:ext>
                </a:extLst>
              </p:cNvPr>
              <p:cNvSpPr txBox="1"/>
              <p:nvPr/>
            </p:nvSpPr>
            <p:spPr>
              <a:xfrm>
                <a:off x="727645" y="4282573"/>
                <a:ext cx="19862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9B6CACE-6979-EB79-F461-0730A260C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4282573"/>
                <a:ext cx="1986249" cy="369332"/>
              </a:xfrm>
              <a:prstGeom prst="rect">
                <a:avLst/>
              </a:prstGeom>
              <a:blipFill>
                <a:blip r:embed="rId7"/>
                <a:stretch>
                  <a:fillRect l="-307" r="-368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E31C567-D725-AF0B-4B5A-ED15C4FE1F8A}"/>
                  </a:ext>
                </a:extLst>
              </p:cNvPr>
              <p:cNvSpPr txBox="1"/>
              <p:nvPr/>
            </p:nvSpPr>
            <p:spPr>
              <a:xfrm>
                <a:off x="727645" y="4728434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E31C567-D725-AF0B-4B5A-ED15C4FE1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4728434"/>
                <a:ext cx="874342" cy="369332"/>
              </a:xfrm>
              <a:prstGeom prst="rect">
                <a:avLst/>
              </a:prstGeom>
              <a:blipFill>
                <a:blip r:embed="rId8"/>
                <a:stretch>
                  <a:fillRect l="-4167" r="-8333"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EF8ACE8-3814-8C08-A3AF-EF056A4E8092}"/>
                  </a:ext>
                </a:extLst>
              </p:cNvPr>
              <p:cNvSpPr txBox="1"/>
              <p:nvPr/>
            </p:nvSpPr>
            <p:spPr>
              <a:xfrm>
                <a:off x="727645" y="5174295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EF8ACE8-3814-8C08-A3AF-EF056A4E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5174295"/>
                <a:ext cx="874342" cy="369332"/>
              </a:xfrm>
              <a:prstGeom prst="rect">
                <a:avLst/>
              </a:prstGeom>
              <a:blipFill>
                <a:blip r:embed="rId9"/>
                <a:stretch>
                  <a:fillRect l="-9028" r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F87FC33-49D0-BCC5-C7AA-99295923D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752469"/>
              </p:ext>
            </p:extLst>
          </p:nvPr>
        </p:nvGraphicFramePr>
        <p:xfrm>
          <a:off x="4268304" y="2273362"/>
          <a:ext cx="7320722" cy="443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361">
                  <a:extLst>
                    <a:ext uri="{9D8B030D-6E8A-4147-A177-3AD203B41FA5}">
                      <a16:colId xmlns:a16="http://schemas.microsoft.com/office/drawing/2014/main" val="3530767300"/>
                    </a:ext>
                  </a:extLst>
                </a:gridCol>
                <a:gridCol w="3660361">
                  <a:extLst>
                    <a:ext uri="{9D8B030D-6E8A-4147-A177-3AD203B41FA5}">
                      <a16:colId xmlns:a16="http://schemas.microsoft.com/office/drawing/2014/main" val="2323378631"/>
                    </a:ext>
                  </a:extLst>
                </a:gridCol>
              </a:tblGrid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832463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089172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425293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577492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86079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559EB65-C21C-CCB7-0EBE-CE94D35B2031}"/>
                  </a:ext>
                </a:extLst>
              </p:cNvPr>
              <p:cNvSpPr txBox="1"/>
              <p:nvPr/>
            </p:nvSpPr>
            <p:spPr>
              <a:xfrm>
                <a:off x="5251954" y="2344711"/>
                <a:ext cx="19173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559EB65-C21C-CCB7-0EBE-CE94D35B2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4" y="2344711"/>
                <a:ext cx="1917320" cy="369332"/>
              </a:xfrm>
              <a:prstGeom prst="rect">
                <a:avLst/>
              </a:prstGeom>
              <a:blipFill>
                <a:blip r:embed="rId10"/>
                <a:stretch>
                  <a:fillRect l="-637" r="-350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AC48CCD-907D-F373-FF54-C1F41E593C9F}"/>
                  </a:ext>
                </a:extLst>
              </p:cNvPr>
              <p:cNvSpPr txBox="1"/>
              <p:nvPr/>
            </p:nvSpPr>
            <p:spPr>
              <a:xfrm>
                <a:off x="5251953" y="3233623"/>
                <a:ext cx="19173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AC48CCD-907D-F373-FF54-C1F41E593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3" y="3233623"/>
                <a:ext cx="1917320" cy="369332"/>
              </a:xfrm>
              <a:prstGeom prst="rect">
                <a:avLst/>
              </a:prstGeom>
              <a:blipFill>
                <a:blip r:embed="rId11"/>
                <a:stretch>
                  <a:fillRect l="-637" r="-3503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1732701-838A-2173-7D12-C66576CAE0CB}"/>
                  </a:ext>
                </a:extLst>
              </p:cNvPr>
              <p:cNvSpPr txBox="1"/>
              <p:nvPr/>
            </p:nvSpPr>
            <p:spPr>
              <a:xfrm>
                <a:off x="5251953" y="4100717"/>
                <a:ext cx="19173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1732701-838A-2173-7D12-C66576CAE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3" y="4100717"/>
                <a:ext cx="1917320" cy="369332"/>
              </a:xfrm>
              <a:prstGeom prst="rect">
                <a:avLst/>
              </a:prstGeom>
              <a:blipFill>
                <a:blip r:embed="rId12"/>
                <a:stretch>
                  <a:fillRect l="-637" r="-350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984092A-B5AC-D2D0-4E4D-10FC1838F414}"/>
                  </a:ext>
                </a:extLst>
              </p:cNvPr>
              <p:cNvSpPr txBox="1"/>
              <p:nvPr/>
            </p:nvSpPr>
            <p:spPr>
              <a:xfrm>
                <a:off x="5251952" y="4989629"/>
                <a:ext cx="19173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984092A-B5AC-D2D0-4E4D-10FC1838F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2" y="4989629"/>
                <a:ext cx="1917320" cy="369332"/>
              </a:xfrm>
              <a:prstGeom prst="rect">
                <a:avLst/>
              </a:prstGeom>
              <a:blipFill>
                <a:blip r:embed="rId13"/>
                <a:stretch>
                  <a:fillRect l="-637" r="-350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AA254C2-EE43-B52A-78FC-EBAAA16311A0}"/>
                  </a:ext>
                </a:extLst>
              </p:cNvPr>
              <p:cNvSpPr txBox="1"/>
              <p:nvPr/>
            </p:nvSpPr>
            <p:spPr>
              <a:xfrm>
                <a:off x="5136536" y="5897831"/>
                <a:ext cx="16880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AA254C2-EE43-B52A-78FC-EBAAA1631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536" y="5897831"/>
                <a:ext cx="1688091" cy="369332"/>
              </a:xfrm>
              <a:prstGeom prst="rect">
                <a:avLst/>
              </a:prstGeom>
              <a:blipFill>
                <a:blip r:embed="rId14"/>
                <a:stretch>
                  <a:fillRect l="-4332" t="-3279" r="-3971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6F32AFC-DCC9-A6E4-2FFB-A20EC6F09189}"/>
                  </a:ext>
                </a:extLst>
              </p:cNvPr>
              <p:cNvSpPr txBox="1"/>
              <p:nvPr/>
            </p:nvSpPr>
            <p:spPr>
              <a:xfrm>
                <a:off x="8862261" y="2344711"/>
                <a:ext cx="16880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6F32AFC-DCC9-A6E4-2FFB-A20EC6F09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261" y="2344711"/>
                <a:ext cx="1688091" cy="369332"/>
              </a:xfrm>
              <a:prstGeom prst="rect">
                <a:avLst/>
              </a:prstGeom>
              <a:blipFill>
                <a:blip r:embed="rId15"/>
                <a:stretch>
                  <a:fillRect l="-4332" t="-5000" r="-3971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53A7E43-0CA4-DFC8-2473-A1BB65A10CFF}"/>
                  </a:ext>
                </a:extLst>
              </p:cNvPr>
              <p:cNvSpPr txBox="1"/>
              <p:nvPr/>
            </p:nvSpPr>
            <p:spPr>
              <a:xfrm>
                <a:off x="8862261" y="3206185"/>
                <a:ext cx="16880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53A7E43-0CA4-DFC8-2473-A1BB65A10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261" y="3206185"/>
                <a:ext cx="1688091" cy="369332"/>
              </a:xfrm>
              <a:prstGeom prst="rect">
                <a:avLst/>
              </a:prstGeom>
              <a:blipFill>
                <a:blip r:embed="rId16"/>
                <a:stretch>
                  <a:fillRect l="-4332" t="-3279" r="-3971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4029A70-56C2-D33E-BDAC-048D85747C7E}"/>
                  </a:ext>
                </a:extLst>
              </p:cNvPr>
              <p:cNvSpPr txBox="1"/>
              <p:nvPr/>
            </p:nvSpPr>
            <p:spPr>
              <a:xfrm>
                <a:off x="9024164" y="4121805"/>
                <a:ext cx="19173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4029A70-56C2-D33E-BDAC-048D85747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164" y="4121805"/>
                <a:ext cx="1917320" cy="369332"/>
              </a:xfrm>
              <a:prstGeom prst="rect">
                <a:avLst/>
              </a:prstGeom>
              <a:blipFill>
                <a:blip r:embed="rId17"/>
                <a:stretch>
                  <a:fillRect l="-317" r="-3492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40C176E-CEB6-5A3C-4322-489CEBDDAC78}"/>
                  </a:ext>
                </a:extLst>
              </p:cNvPr>
              <p:cNvSpPr txBox="1"/>
              <p:nvPr/>
            </p:nvSpPr>
            <p:spPr>
              <a:xfrm>
                <a:off x="9013133" y="4999960"/>
                <a:ext cx="19173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40C176E-CEB6-5A3C-4322-489CEBDDA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3133" y="4999960"/>
                <a:ext cx="1917320" cy="369332"/>
              </a:xfrm>
              <a:prstGeom prst="rect">
                <a:avLst/>
              </a:prstGeom>
              <a:blipFill>
                <a:blip r:embed="rId18"/>
                <a:stretch>
                  <a:fillRect l="-637" r="-3503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84F41AA-F9C8-C2F5-4616-30461C2E2A7C}"/>
                  </a:ext>
                </a:extLst>
              </p:cNvPr>
              <p:cNvSpPr txBox="1"/>
              <p:nvPr/>
            </p:nvSpPr>
            <p:spPr>
              <a:xfrm>
                <a:off x="9431038" y="589783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84F41AA-F9C8-C2F5-4616-30461C2E2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5897831"/>
                <a:ext cx="805413" cy="369332"/>
              </a:xfrm>
              <a:prstGeom prst="rect">
                <a:avLst/>
              </a:prstGeom>
              <a:blipFill>
                <a:blip r:embed="rId19"/>
                <a:stretch>
                  <a:fillRect l="-4545" r="-984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6B08E75-662B-AD0D-F3A4-B00DED85551D}"/>
                  </a:ext>
                </a:extLst>
              </p:cNvPr>
              <p:cNvSpPr txBox="1"/>
              <p:nvPr/>
            </p:nvSpPr>
            <p:spPr>
              <a:xfrm>
                <a:off x="5476886" y="2785392"/>
                <a:ext cx="16880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6B08E75-662B-AD0D-F3A4-B00DED855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886" y="2785392"/>
                <a:ext cx="1688091" cy="369332"/>
              </a:xfrm>
              <a:prstGeom prst="rect">
                <a:avLst/>
              </a:prstGeom>
              <a:blipFill>
                <a:blip r:embed="rId20"/>
                <a:stretch>
                  <a:fillRect l="-3971" t="-3279" r="-4332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AEF4C36-050D-DA8F-5ACB-EDF5CE0BFC65}"/>
                  </a:ext>
                </a:extLst>
              </p:cNvPr>
              <p:cNvSpPr txBox="1"/>
              <p:nvPr/>
            </p:nvSpPr>
            <p:spPr>
              <a:xfrm>
                <a:off x="5251952" y="3622518"/>
                <a:ext cx="19173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AEF4C36-050D-DA8F-5ACB-EDF5CE0BF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2" y="3622518"/>
                <a:ext cx="1917320" cy="369332"/>
              </a:xfrm>
              <a:prstGeom prst="rect">
                <a:avLst/>
              </a:prstGeom>
              <a:blipFill>
                <a:blip r:embed="rId21"/>
                <a:stretch>
                  <a:fillRect l="-637" r="-3503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BC92F14-4C5E-824B-6054-9286FFDB3F7E}"/>
                  </a:ext>
                </a:extLst>
              </p:cNvPr>
              <p:cNvSpPr txBox="1"/>
              <p:nvPr/>
            </p:nvSpPr>
            <p:spPr>
              <a:xfrm>
                <a:off x="5251952" y="6286726"/>
                <a:ext cx="19173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BC92F14-4C5E-824B-6054-9286FFDB3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2" y="6286726"/>
                <a:ext cx="1917320" cy="369332"/>
              </a:xfrm>
              <a:prstGeom prst="rect">
                <a:avLst/>
              </a:prstGeom>
              <a:blipFill>
                <a:blip r:embed="rId22"/>
                <a:stretch>
                  <a:fillRect l="-637" r="-3503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1F27040-A425-2CB5-9F89-06583E8FFDF9}"/>
                  </a:ext>
                </a:extLst>
              </p:cNvPr>
              <p:cNvSpPr txBox="1"/>
              <p:nvPr/>
            </p:nvSpPr>
            <p:spPr>
              <a:xfrm>
                <a:off x="5807905" y="4489612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1F27040-A425-2CB5-9F89-06583E8FF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905" y="4489612"/>
                <a:ext cx="805413" cy="369332"/>
              </a:xfrm>
              <a:prstGeom prst="rect">
                <a:avLst/>
              </a:prstGeom>
              <a:blipFill>
                <a:blip r:embed="rId23"/>
                <a:stretch>
                  <a:fillRect l="-5303" r="-9091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17C348A-16D5-A365-09A0-06AFC24FF03A}"/>
                  </a:ext>
                </a:extLst>
              </p:cNvPr>
              <p:cNvSpPr txBox="1"/>
              <p:nvPr/>
            </p:nvSpPr>
            <p:spPr>
              <a:xfrm>
                <a:off x="5835305" y="5356289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17C348A-16D5-A365-09A0-06AFC24FF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305" y="5356289"/>
                <a:ext cx="805413" cy="369332"/>
              </a:xfrm>
              <a:prstGeom prst="rect">
                <a:avLst/>
              </a:prstGeom>
              <a:blipFill>
                <a:blip r:embed="rId24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77F9478-35F9-A6BC-4D6E-9B92E09AFD99}"/>
                  </a:ext>
                </a:extLst>
              </p:cNvPr>
              <p:cNvSpPr txBox="1"/>
              <p:nvPr/>
            </p:nvSpPr>
            <p:spPr>
              <a:xfrm>
                <a:off x="9431038" y="2751834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77F9478-35F9-A6BC-4D6E-9B92E09A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2751834"/>
                <a:ext cx="805413" cy="369332"/>
              </a:xfrm>
              <a:prstGeom prst="rect">
                <a:avLst/>
              </a:prstGeom>
              <a:blipFill>
                <a:blip r:embed="rId25"/>
                <a:stretch>
                  <a:fillRect l="-4545" r="-984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FC0BBE8-56D1-6A37-BAA0-82DE4FC65144}"/>
                  </a:ext>
                </a:extLst>
              </p:cNvPr>
              <p:cNvSpPr txBox="1"/>
              <p:nvPr/>
            </p:nvSpPr>
            <p:spPr>
              <a:xfrm>
                <a:off x="9431038" y="3612982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FC0BBE8-56D1-6A37-BAA0-82DE4FC65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3612982"/>
                <a:ext cx="805413" cy="369332"/>
              </a:xfrm>
              <a:prstGeom prst="rect">
                <a:avLst/>
              </a:prstGeom>
              <a:blipFill>
                <a:blip r:embed="rId26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5F124A0-D576-A55A-580D-5D6CA4232F91}"/>
                  </a:ext>
                </a:extLst>
              </p:cNvPr>
              <p:cNvSpPr txBox="1"/>
              <p:nvPr/>
            </p:nvSpPr>
            <p:spPr>
              <a:xfrm>
                <a:off x="9431038" y="449514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5F124A0-D576-A55A-580D-5D6CA4232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4495141"/>
                <a:ext cx="805413" cy="369332"/>
              </a:xfrm>
              <a:prstGeom prst="rect">
                <a:avLst/>
              </a:prstGeom>
              <a:blipFill>
                <a:blip r:embed="rId27"/>
                <a:stretch>
                  <a:fillRect l="-4545" r="-984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B97390E-BECB-FFD1-71E8-463CC0526CE2}"/>
                  </a:ext>
                </a:extLst>
              </p:cNvPr>
              <p:cNvSpPr txBox="1"/>
              <p:nvPr/>
            </p:nvSpPr>
            <p:spPr>
              <a:xfrm>
                <a:off x="9431038" y="5356289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B97390E-BECB-FFD1-71E8-463CC0526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5356289"/>
                <a:ext cx="805413" cy="369332"/>
              </a:xfrm>
              <a:prstGeom prst="rect">
                <a:avLst/>
              </a:prstGeom>
              <a:blipFill>
                <a:blip r:embed="rId28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1D9FB68-82D1-1A7B-4AA0-093CB62280ED}"/>
                  </a:ext>
                </a:extLst>
              </p:cNvPr>
              <p:cNvSpPr txBox="1"/>
              <p:nvPr/>
            </p:nvSpPr>
            <p:spPr>
              <a:xfrm>
                <a:off x="9431038" y="6286726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1D9FB68-82D1-1A7B-4AA0-093CB6228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6286726"/>
                <a:ext cx="805413" cy="369332"/>
              </a:xfrm>
              <a:prstGeom prst="rect">
                <a:avLst/>
              </a:prstGeom>
              <a:blipFill>
                <a:blip r:embed="rId29"/>
                <a:stretch>
                  <a:fillRect l="-9848" r="-9848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DDF42E83-EC0F-C6B1-BE0E-C447A95CAFC6}"/>
              </a:ext>
            </a:extLst>
          </p:cNvPr>
          <p:cNvSpPr txBox="1"/>
          <p:nvPr/>
        </p:nvSpPr>
        <p:spPr>
          <a:xfrm>
            <a:off x="2241113" y="403178"/>
            <a:ext cx="8819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Combinatorial Vertex Enumeration</a:t>
            </a:r>
          </a:p>
        </p:txBody>
      </p:sp>
    </p:spTree>
    <p:extLst>
      <p:ext uri="{BB962C8B-B14F-4D97-AF65-F5344CB8AC3E}">
        <p14:creationId xmlns:p14="http://schemas.microsoft.com/office/powerpoint/2010/main" val="3916718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78E54-5930-F4A4-7D3F-887CA200A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2941C-DD39-E99D-78E8-1ED6E5C9E65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E3D6B7-1583-B0FC-3182-999DAB0A528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AF62F3C-B287-E971-C846-36D8A5EF1CEB}"/>
                  </a:ext>
                </a:extLst>
              </p:cNvPr>
              <p:cNvSpPr txBox="1"/>
              <p:nvPr/>
            </p:nvSpPr>
            <p:spPr>
              <a:xfrm>
                <a:off x="-376091" y="1744431"/>
                <a:ext cx="1208438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Since our probability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lives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, we select two constraints at a time to make strict and solve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AF62F3C-B287-E971-C846-36D8A5EF1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1" y="1744431"/>
                <a:ext cx="12084387" cy="830997"/>
              </a:xfrm>
              <a:prstGeom prst="rect">
                <a:avLst/>
              </a:prstGeom>
              <a:blipFill>
                <a:blip r:embed="rId3"/>
                <a:stretch>
                  <a:fillRect t="-5147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75835C2-E8C9-0B4F-5EFA-474CCBFA6A81}"/>
                  </a:ext>
                </a:extLst>
              </p:cNvPr>
              <p:cNvSpPr txBox="1"/>
              <p:nvPr/>
            </p:nvSpPr>
            <p:spPr>
              <a:xfrm>
                <a:off x="-376091" y="2852657"/>
                <a:ext cx="5275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75835C2-E8C9-0B4F-5EFA-474CCBFA6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1" y="2852657"/>
                <a:ext cx="5275008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DC93C32-0D78-8B50-7BF1-92298C652C2A}"/>
              </a:ext>
            </a:extLst>
          </p:cNvPr>
          <p:cNvGraphicFramePr>
            <a:graphicFrameLocks noGrp="1"/>
          </p:cNvGraphicFramePr>
          <p:nvPr/>
        </p:nvGraphicFramePr>
        <p:xfrm>
          <a:off x="4268304" y="2273362"/>
          <a:ext cx="7320722" cy="443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361">
                  <a:extLst>
                    <a:ext uri="{9D8B030D-6E8A-4147-A177-3AD203B41FA5}">
                      <a16:colId xmlns:a16="http://schemas.microsoft.com/office/drawing/2014/main" val="3530767300"/>
                    </a:ext>
                  </a:extLst>
                </a:gridCol>
                <a:gridCol w="3660361">
                  <a:extLst>
                    <a:ext uri="{9D8B030D-6E8A-4147-A177-3AD203B41FA5}">
                      <a16:colId xmlns:a16="http://schemas.microsoft.com/office/drawing/2014/main" val="2323378631"/>
                    </a:ext>
                  </a:extLst>
                </a:gridCol>
              </a:tblGrid>
              <a:tr h="8871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832463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089172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425293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577492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86079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39580C0-53CF-510E-5444-EA0BD2CE969B}"/>
                  </a:ext>
                </a:extLst>
              </p:cNvPr>
              <p:cNvSpPr txBox="1"/>
              <p:nvPr/>
            </p:nvSpPr>
            <p:spPr>
              <a:xfrm>
                <a:off x="5251954" y="2344711"/>
                <a:ext cx="15251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=−9/22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39580C0-53CF-510E-5444-EA0BD2CE9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4" y="2344711"/>
                <a:ext cx="1525161" cy="369332"/>
              </a:xfrm>
              <a:prstGeom prst="rect">
                <a:avLst/>
              </a:prstGeom>
              <a:blipFill>
                <a:blip r:embed="rId5"/>
                <a:stretch>
                  <a:fillRect l="-2800" t="-1667" r="-480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90F6F52-F1CF-C4C4-7B22-A10635375D1A}"/>
                  </a:ext>
                </a:extLst>
              </p:cNvPr>
              <p:cNvSpPr txBox="1"/>
              <p:nvPr/>
            </p:nvSpPr>
            <p:spPr>
              <a:xfrm>
                <a:off x="5338606" y="3213069"/>
                <a:ext cx="13552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=−2/9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90F6F52-F1CF-C4C4-7B22-A10635375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606" y="3213069"/>
                <a:ext cx="1355243" cy="369332"/>
              </a:xfrm>
              <a:prstGeom prst="rect">
                <a:avLst/>
              </a:prstGeom>
              <a:blipFill>
                <a:blip r:embed="rId6"/>
                <a:stretch>
                  <a:fillRect l="-3153" t="-1639" r="-5405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E0CF405-FDE1-2CE5-BE42-480E4015BDA7}"/>
                  </a:ext>
                </a:extLst>
              </p:cNvPr>
              <p:cNvSpPr txBox="1"/>
              <p:nvPr/>
            </p:nvSpPr>
            <p:spPr>
              <a:xfrm>
                <a:off x="5279948" y="4495586"/>
                <a:ext cx="11299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E0CF405-FDE1-2CE5-BE42-480E4015B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948" y="4495586"/>
                <a:ext cx="1129989" cy="369332"/>
              </a:xfrm>
              <a:prstGeom prst="rect">
                <a:avLst/>
              </a:prstGeom>
              <a:blipFill>
                <a:blip r:embed="rId7"/>
                <a:stretch>
                  <a:fillRect l="-6486" t="-1639" r="-7027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4029868-9635-CE5C-9BAF-82F3D14F88A3}"/>
                  </a:ext>
                </a:extLst>
              </p:cNvPr>
              <p:cNvSpPr txBox="1"/>
              <p:nvPr/>
            </p:nvSpPr>
            <p:spPr>
              <a:xfrm>
                <a:off x="5432020" y="4989629"/>
                <a:ext cx="13552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4029868-9635-CE5C-9BAF-82F3D14F8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020" y="4989629"/>
                <a:ext cx="1355243" cy="369332"/>
              </a:xfrm>
              <a:prstGeom prst="rect">
                <a:avLst/>
              </a:prstGeom>
              <a:blipFill>
                <a:blip r:embed="rId8"/>
                <a:stretch>
                  <a:fillRect l="-2703" t="-1667" r="-585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8E9428A-03F8-B1F1-F36E-0A90A1E76BC4}"/>
                  </a:ext>
                </a:extLst>
              </p:cNvPr>
              <p:cNvSpPr txBox="1"/>
              <p:nvPr/>
            </p:nvSpPr>
            <p:spPr>
              <a:xfrm>
                <a:off x="5315418" y="5897831"/>
                <a:ext cx="15251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=−1/23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8E9428A-03F8-B1F1-F36E-0A90A1E76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418" y="5897831"/>
                <a:ext cx="1525161" cy="369332"/>
              </a:xfrm>
              <a:prstGeom prst="rect">
                <a:avLst/>
              </a:prstGeom>
              <a:blipFill>
                <a:blip r:embed="rId9"/>
                <a:stretch>
                  <a:fillRect l="-2800" t="-1639" r="-480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F26CCBD-2A2A-E35B-83CB-1D0D22433A81}"/>
                  </a:ext>
                </a:extLst>
              </p:cNvPr>
              <p:cNvSpPr txBox="1"/>
              <p:nvPr/>
            </p:nvSpPr>
            <p:spPr>
              <a:xfrm>
                <a:off x="9241084" y="2709748"/>
                <a:ext cx="13592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F26CCBD-2A2A-E35B-83CB-1D0D22433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1084" y="2709748"/>
                <a:ext cx="1359218" cy="369332"/>
              </a:xfrm>
              <a:prstGeom prst="rect">
                <a:avLst/>
              </a:prstGeom>
              <a:blipFill>
                <a:blip r:embed="rId10"/>
                <a:stretch>
                  <a:fillRect l="-5381" t="-1667" r="-583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DF8A80A-FB73-92AF-1456-B0C483636A01}"/>
                  </a:ext>
                </a:extLst>
              </p:cNvPr>
              <p:cNvSpPr txBox="1"/>
              <p:nvPr/>
            </p:nvSpPr>
            <p:spPr>
              <a:xfrm>
                <a:off x="9144099" y="3215716"/>
                <a:ext cx="11260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DF8A80A-FB73-92AF-1456-B0C483636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99" y="3215716"/>
                <a:ext cx="1126013" cy="369332"/>
              </a:xfrm>
              <a:prstGeom prst="rect">
                <a:avLst/>
              </a:prstGeom>
              <a:blipFill>
                <a:blip r:embed="rId11"/>
                <a:stretch>
                  <a:fillRect l="-3243" t="-1667" r="-702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A4BA89D-5E4E-0B89-0402-7198EB0C415C}"/>
                  </a:ext>
                </a:extLst>
              </p:cNvPr>
              <p:cNvSpPr txBox="1"/>
              <p:nvPr/>
            </p:nvSpPr>
            <p:spPr>
              <a:xfrm>
                <a:off x="9305483" y="4511245"/>
                <a:ext cx="13592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A4BA89D-5E4E-0B89-0402-7198EB0C4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5483" y="4511245"/>
                <a:ext cx="1359218" cy="369332"/>
              </a:xfrm>
              <a:prstGeom prst="rect">
                <a:avLst/>
              </a:prstGeom>
              <a:blipFill>
                <a:blip r:embed="rId12"/>
                <a:stretch>
                  <a:fillRect l="-5381" t="-1639" r="-583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3A3B692-59C6-82B6-70AE-D1424E8125F0}"/>
                  </a:ext>
                </a:extLst>
              </p:cNvPr>
              <p:cNvSpPr txBox="1"/>
              <p:nvPr/>
            </p:nvSpPr>
            <p:spPr>
              <a:xfrm>
                <a:off x="9270737" y="4989629"/>
                <a:ext cx="13552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3A3B692-59C6-82B6-70AE-D1424E812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737" y="4989629"/>
                <a:ext cx="1355243" cy="369332"/>
              </a:xfrm>
              <a:prstGeom prst="rect">
                <a:avLst/>
              </a:prstGeom>
              <a:blipFill>
                <a:blip r:embed="rId13"/>
                <a:stretch>
                  <a:fillRect l="-3153" t="-1667" r="-54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94BF3C9-C8D2-12B8-0501-9725574139B0}"/>
                  </a:ext>
                </a:extLst>
              </p:cNvPr>
              <p:cNvSpPr txBox="1"/>
              <p:nvPr/>
            </p:nvSpPr>
            <p:spPr>
              <a:xfrm>
                <a:off x="9431038" y="589783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94BF3C9-C8D2-12B8-0501-972557413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5897831"/>
                <a:ext cx="805413" cy="369332"/>
              </a:xfrm>
              <a:prstGeom prst="rect">
                <a:avLst/>
              </a:prstGeom>
              <a:blipFill>
                <a:blip r:embed="rId19"/>
                <a:stretch>
                  <a:fillRect l="-4545" r="-984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5F54DA9-9C15-329A-B479-10AB2EE3F04B}"/>
                  </a:ext>
                </a:extLst>
              </p:cNvPr>
              <p:cNvSpPr txBox="1"/>
              <p:nvPr/>
            </p:nvSpPr>
            <p:spPr>
              <a:xfrm>
                <a:off x="5258126" y="2744966"/>
                <a:ext cx="15291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=−4/11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5F54DA9-9C15-329A-B479-10AB2EE3F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126" y="2744966"/>
                <a:ext cx="1529137" cy="369332"/>
              </a:xfrm>
              <a:prstGeom prst="rect">
                <a:avLst/>
              </a:prstGeom>
              <a:blipFill>
                <a:blip r:embed="rId20"/>
                <a:stretch>
                  <a:fillRect l="-4800" t="-1639" r="-520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58F412D-43D2-CFA4-074B-264A02C12213}"/>
                  </a:ext>
                </a:extLst>
              </p:cNvPr>
              <p:cNvSpPr txBox="1"/>
              <p:nvPr/>
            </p:nvSpPr>
            <p:spPr>
              <a:xfrm>
                <a:off x="5251952" y="3622518"/>
                <a:ext cx="15291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=−1/12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58F412D-43D2-CFA4-074B-264A02C12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2" y="3622518"/>
                <a:ext cx="1529137" cy="369332"/>
              </a:xfrm>
              <a:prstGeom prst="rect">
                <a:avLst/>
              </a:prstGeom>
              <a:blipFill>
                <a:blip r:embed="rId21"/>
                <a:stretch>
                  <a:fillRect l="-4800" t="-1639" r="-520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924E57D-D433-64B4-C5DC-74A583D08680}"/>
                  </a:ext>
                </a:extLst>
              </p:cNvPr>
              <p:cNvSpPr txBox="1"/>
              <p:nvPr/>
            </p:nvSpPr>
            <p:spPr>
              <a:xfrm>
                <a:off x="5330627" y="6286726"/>
                <a:ext cx="15291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=−5/23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924E57D-D433-64B4-C5DC-74A583D08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627" y="6286726"/>
                <a:ext cx="1529137" cy="369332"/>
              </a:xfrm>
              <a:prstGeom prst="rect">
                <a:avLst/>
              </a:prstGeom>
              <a:blipFill>
                <a:blip r:embed="rId22"/>
                <a:stretch>
                  <a:fillRect l="-4781" t="-1639" r="-5179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AFC6E2E-CD16-BB6A-DAAD-9A257D4D598A}"/>
                  </a:ext>
                </a:extLst>
              </p:cNvPr>
              <p:cNvSpPr txBox="1"/>
              <p:nvPr/>
            </p:nvSpPr>
            <p:spPr>
              <a:xfrm>
                <a:off x="5511706" y="4121805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AFC6E2E-CD16-BB6A-DAAD-9A257D4D5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706" y="4121805"/>
                <a:ext cx="805413" cy="369332"/>
              </a:xfrm>
              <a:prstGeom prst="rect">
                <a:avLst/>
              </a:prstGeom>
              <a:blipFill>
                <a:blip r:embed="rId23"/>
                <a:stretch>
                  <a:fillRect l="-4545" r="-984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04E80C1-F892-2227-CF03-05A1F57EB71C}"/>
                  </a:ext>
                </a:extLst>
              </p:cNvPr>
              <p:cNvSpPr txBox="1"/>
              <p:nvPr/>
            </p:nvSpPr>
            <p:spPr>
              <a:xfrm>
                <a:off x="5577875" y="5369162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04E80C1-F892-2227-CF03-05A1F57EB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875" y="5369162"/>
                <a:ext cx="805413" cy="369332"/>
              </a:xfrm>
              <a:prstGeom prst="rect">
                <a:avLst/>
              </a:prstGeom>
              <a:blipFill>
                <a:blip r:embed="rId24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4B2613B-E23B-3364-8D5E-AFFF6D6D83C1}"/>
                  </a:ext>
                </a:extLst>
              </p:cNvPr>
              <p:cNvSpPr txBox="1"/>
              <p:nvPr/>
            </p:nvSpPr>
            <p:spPr>
              <a:xfrm>
                <a:off x="9403373" y="234471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4B2613B-E23B-3364-8D5E-AFFF6D6D8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373" y="2344711"/>
                <a:ext cx="805413" cy="369332"/>
              </a:xfrm>
              <a:prstGeom prst="rect">
                <a:avLst/>
              </a:prstGeom>
              <a:blipFill>
                <a:blip r:embed="rId25"/>
                <a:stretch>
                  <a:fillRect l="-5303" r="-9091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A1E181D-478E-2C7A-5F26-9799CF48CCF3}"/>
                  </a:ext>
                </a:extLst>
              </p:cNvPr>
              <p:cNvSpPr txBox="1"/>
              <p:nvPr/>
            </p:nvSpPr>
            <p:spPr>
              <a:xfrm>
                <a:off x="9431038" y="3612982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A1E181D-478E-2C7A-5F26-9799CF48C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3612982"/>
                <a:ext cx="805413" cy="369332"/>
              </a:xfrm>
              <a:prstGeom prst="rect">
                <a:avLst/>
              </a:prstGeom>
              <a:blipFill>
                <a:blip r:embed="rId26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1CD9658-3919-E6AB-C112-94E0DAE15C86}"/>
                  </a:ext>
                </a:extLst>
              </p:cNvPr>
              <p:cNvSpPr txBox="1"/>
              <p:nvPr/>
            </p:nvSpPr>
            <p:spPr>
              <a:xfrm>
                <a:off x="9472068" y="412848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1CD9658-3919-E6AB-C112-94E0DAE15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68" y="4128481"/>
                <a:ext cx="805413" cy="369332"/>
              </a:xfrm>
              <a:prstGeom prst="rect">
                <a:avLst/>
              </a:prstGeom>
              <a:blipFill>
                <a:blip r:embed="rId27"/>
                <a:stretch>
                  <a:fillRect l="-5303" r="-9091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EE4E3B4-22DB-8EA6-8FF0-82174C3980A5}"/>
                  </a:ext>
                </a:extLst>
              </p:cNvPr>
              <p:cNvSpPr txBox="1"/>
              <p:nvPr/>
            </p:nvSpPr>
            <p:spPr>
              <a:xfrm>
                <a:off x="9431038" y="5356289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EE4E3B4-22DB-8EA6-8FF0-82174C398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5356289"/>
                <a:ext cx="805413" cy="369332"/>
              </a:xfrm>
              <a:prstGeom prst="rect">
                <a:avLst/>
              </a:prstGeom>
              <a:blipFill>
                <a:blip r:embed="rId28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F92DA9D-AC04-A83C-98F3-006672682282}"/>
                  </a:ext>
                </a:extLst>
              </p:cNvPr>
              <p:cNvSpPr txBox="1"/>
              <p:nvPr/>
            </p:nvSpPr>
            <p:spPr>
              <a:xfrm>
                <a:off x="9431038" y="6286726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F92DA9D-AC04-A83C-98F3-006672682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6286726"/>
                <a:ext cx="805413" cy="369332"/>
              </a:xfrm>
              <a:prstGeom prst="rect">
                <a:avLst/>
              </a:prstGeom>
              <a:blipFill>
                <a:blip r:embed="rId29"/>
                <a:stretch>
                  <a:fillRect l="-9848" r="-9848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9027174-FC87-8C52-BF54-8E75692CE7DC}"/>
              </a:ext>
            </a:extLst>
          </p:cNvPr>
          <p:cNvSpPr txBox="1"/>
          <p:nvPr/>
        </p:nvSpPr>
        <p:spPr>
          <a:xfrm>
            <a:off x="2241113" y="403178"/>
            <a:ext cx="8819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Combinatorial Vertex Enumeration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995A046-93C3-A8E0-8DCF-CAD43F201823}"/>
                  </a:ext>
                </a:extLst>
              </p:cNvPr>
              <p:cNvSpPr txBox="1"/>
              <p:nvPr/>
            </p:nvSpPr>
            <p:spPr>
              <a:xfrm>
                <a:off x="727645" y="3390851"/>
                <a:ext cx="19862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995A046-93C3-A8E0-8DCF-CAD43F201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3390851"/>
                <a:ext cx="1986249" cy="369332"/>
              </a:xfrm>
              <a:prstGeom prst="rect">
                <a:avLst/>
              </a:prstGeom>
              <a:blipFill>
                <a:blip r:embed="rId30"/>
                <a:stretch>
                  <a:fillRect l="-307" r="-3681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9CC067-6219-AA5B-C533-875CA4BA3F67}"/>
                  </a:ext>
                </a:extLst>
              </p:cNvPr>
              <p:cNvSpPr txBox="1"/>
              <p:nvPr/>
            </p:nvSpPr>
            <p:spPr>
              <a:xfrm>
                <a:off x="727645" y="3836712"/>
                <a:ext cx="16896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9CC067-6219-AA5B-C533-875CA4BA3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3836712"/>
                <a:ext cx="1689693" cy="369332"/>
              </a:xfrm>
              <a:prstGeom prst="rect">
                <a:avLst/>
              </a:prstGeom>
              <a:blipFill>
                <a:blip r:embed="rId31"/>
                <a:stretch>
                  <a:fillRect l="-3957" t="-3279" r="-3957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1B34E7-8FE6-FFC5-97E9-79F8BB0B85A4}"/>
                  </a:ext>
                </a:extLst>
              </p:cNvPr>
              <p:cNvSpPr txBox="1"/>
              <p:nvPr/>
            </p:nvSpPr>
            <p:spPr>
              <a:xfrm>
                <a:off x="727645" y="4282573"/>
                <a:ext cx="19862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1B34E7-8FE6-FFC5-97E9-79F8BB0B8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4282573"/>
                <a:ext cx="1986249" cy="369332"/>
              </a:xfrm>
              <a:prstGeom prst="rect">
                <a:avLst/>
              </a:prstGeom>
              <a:blipFill>
                <a:blip r:embed="rId32"/>
                <a:stretch>
                  <a:fillRect l="-307" r="-368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5C9BCA-43BE-6025-823A-53998475B69C}"/>
                  </a:ext>
                </a:extLst>
              </p:cNvPr>
              <p:cNvSpPr txBox="1"/>
              <p:nvPr/>
            </p:nvSpPr>
            <p:spPr>
              <a:xfrm>
                <a:off x="727645" y="4728434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5C9BCA-43BE-6025-823A-53998475B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4728434"/>
                <a:ext cx="874342" cy="369332"/>
              </a:xfrm>
              <a:prstGeom prst="rect">
                <a:avLst/>
              </a:prstGeom>
              <a:blipFill>
                <a:blip r:embed="rId33"/>
                <a:stretch>
                  <a:fillRect l="-4167" r="-8333"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A96AD0-6858-A871-F00B-97E9A78BBFC5}"/>
                  </a:ext>
                </a:extLst>
              </p:cNvPr>
              <p:cNvSpPr txBox="1"/>
              <p:nvPr/>
            </p:nvSpPr>
            <p:spPr>
              <a:xfrm>
                <a:off x="727645" y="5174295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A96AD0-6858-A871-F00B-97E9A78BB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5174295"/>
                <a:ext cx="874342" cy="369332"/>
              </a:xfrm>
              <a:prstGeom prst="rect">
                <a:avLst/>
              </a:prstGeom>
              <a:blipFill>
                <a:blip r:embed="rId34"/>
                <a:stretch>
                  <a:fillRect l="-9028" r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9970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91C53-F242-7B5D-E9E8-8241216A8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4981FE-DD79-B8B2-FD0B-69AD542D9A3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552C8E-D9DC-20B7-1168-B570846A728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FAF876-D93F-415F-D03E-C9B697B055E1}"/>
                  </a:ext>
                </a:extLst>
              </p:cNvPr>
              <p:cNvSpPr txBox="1"/>
              <p:nvPr/>
            </p:nvSpPr>
            <p:spPr>
              <a:xfrm>
                <a:off x="-376091" y="1744431"/>
                <a:ext cx="1208438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Since our probability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lives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, we select two constraints at a time to make strict and solve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FAF876-D93F-415F-D03E-C9B697B05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1" y="1744431"/>
                <a:ext cx="12084387" cy="830997"/>
              </a:xfrm>
              <a:prstGeom prst="rect">
                <a:avLst/>
              </a:prstGeom>
              <a:blipFill>
                <a:blip r:embed="rId3"/>
                <a:stretch>
                  <a:fillRect t="-5147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D0D0546-8DAD-24AD-2544-943427EC482B}"/>
                  </a:ext>
                </a:extLst>
              </p:cNvPr>
              <p:cNvSpPr txBox="1"/>
              <p:nvPr/>
            </p:nvSpPr>
            <p:spPr>
              <a:xfrm>
                <a:off x="-376091" y="2852657"/>
                <a:ext cx="5275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D0D0546-8DAD-24AD-2544-943427EC4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1" y="2852657"/>
                <a:ext cx="5275008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0C08EFE-F3BC-D1A8-5198-0E547DAA7E39}"/>
              </a:ext>
            </a:extLst>
          </p:cNvPr>
          <p:cNvGraphicFramePr>
            <a:graphicFrameLocks noGrp="1"/>
          </p:cNvGraphicFramePr>
          <p:nvPr/>
        </p:nvGraphicFramePr>
        <p:xfrm>
          <a:off x="4268304" y="2273362"/>
          <a:ext cx="7320722" cy="443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361">
                  <a:extLst>
                    <a:ext uri="{9D8B030D-6E8A-4147-A177-3AD203B41FA5}">
                      <a16:colId xmlns:a16="http://schemas.microsoft.com/office/drawing/2014/main" val="3530767300"/>
                    </a:ext>
                  </a:extLst>
                </a:gridCol>
                <a:gridCol w="3660361">
                  <a:extLst>
                    <a:ext uri="{9D8B030D-6E8A-4147-A177-3AD203B41FA5}">
                      <a16:colId xmlns:a16="http://schemas.microsoft.com/office/drawing/2014/main" val="2323378631"/>
                    </a:ext>
                  </a:extLst>
                </a:gridCol>
              </a:tblGrid>
              <a:tr h="8871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832463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089172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425293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577492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86079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E2E5396-E85C-7515-004C-09AB311A0E6C}"/>
                  </a:ext>
                </a:extLst>
              </p:cNvPr>
              <p:cNvSpPr txBox="1"/>
              <p:nvPr/>
            </p:nvSpPr>
            <p:spPr>
              <a:xfrm>
                <a:off x="5251954" y="2344711"/>
                <a:ext cx="15251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=−9/22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E2E5396-E85C-7515-004C-09AB311A0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4" y="2344711"/>
                <a:ext cx="1525161" cy="369332"/>
              </a:xfrm>
              <a:prstGeom prst="rect">
                <a:avLst/>
              </a:prstGeom>
              <a:blipFill>
                <a:blip r:embed="rId5"/>
                <a:stretch>
                  <a:fillRect l="-2800" t="-1667" r="-480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D4149BF-31F4-685F-2E75-DDB281B21A6B}"/>
                  </a:ext>
                </a:extLst>
              </p:cNvPr>
              <p:cNvSpPr txBox="1"/>
              <p:nvPr/>
            </p:nvSpPr>
            <p:spPr>
              <a:xfrm>
                <a:off x="5338606" y="3213069"/>
                <a:ext cx="13552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=−2/9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D4149BF-31F4-685F-2E75-DDB281B21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606" y="3213069"/>
                <a:ext cx="1355243" cy="369332"/>
              </a:xfrm>
              <a:prstGeom prst="rect">
                <a:avLst/>
              </a:prstGeom>
              <a:blipFill>
                <a:blip r:embed="rId6"/>
                <a:stretch>
                  <a:fillRect l="-3153" t="-1639" r="-5405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F3054EF-CB43-78B8-9A9A-01F510D4A701}"/>
                  </a:ext>
                </a:extLst>
              </p:cNvPr>
              <p:cNvSpPr txBox="1"/>
              <p:nvPr/>
            </p:nvSpPr>
            <p:spPr>
              <a:xfrm>
                <a:off x="5279948" y="4495586"/>
                <a:ext cx="11299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F3054EF-CB43-78B8-9A9A-01F510D4A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948" y="4495586"/>
                <a:ext cx="1129989" cy="369332"/>
              </a:xfrm>
              <a:prstGeom prst="rect">
                <a:avLst/>
              </a:prstGeom>
              <a:blipFill>
                <a:blip r:embed="rId7"/>
                <a:stretch>
                  <a:fillRect l="-6486" t="-1639" r="-7027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908AFBF-ED6C-FB29-6951-B1CD3A3E9BEB}"/>
                  </a:ext>
                </a:extLst>
              </p:cNvPr>
              <p:cNvSpPr txBox="1"/>
              <p:nvPr/>
            </p:nvSpPr>
            <p:spPr>
              <a:xfrm>
                <a:off x="5432020" y="4989629"/>
                <a:ext cx="13552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908AFBF-ED6C-FB29-6951-B1CD3A3E9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020" y="4989629"/>
                <a:ext cx="1355243" cy="369332"/>
              </a:xfrm>
              <a:prstGeom prst="rect">
                <a:avLst/>
              </a:prstGeom>
              <a:blipFill>
                <a:blip r:embed="rId8"/>
                <a:stretch>
                  <a:fillRect l="-2703" t="-1667" r="-585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7DDBE08-5621-9B8D-0820-997F1278DB2C}"/>
                  </a:ext>
                </a:extLst>
              </p:cNvPr>
              <p:cNvSpPr txBox="1"/>
              <p:nvPr/>
            </p:nvSpPr>
            <p:spPr>
              <a:xfrm>
                <a:off x="5315418" y="5897831"/>
                <a:ext cx="15251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=−1/23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7DDBE08-5621-9B8D-0820-997F1278D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418" y="5897831"/>
                <a:ext cx="1525161" cy="369332"/>
              </a:xfrm>
              <a:prstGeom prst="rect">
                <a:avLst/>
              </a:prstGeom>
              <a:blipFill>
                <a:blip r:embed="rId9"/>
                <a:stretch>
                  <a:fillRect l="-2800" t="-1639" r="-480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07B49FB-EF09-168B-3145-EAFB10C0146F}"/>
                  </a:ext>
                </a:extLst>
              </p:cNvPr>
              <p:cNvSpPr txBox="1"/>
              <p:nvPr/>
            </p:nvSpPr>
            <p:spPr>
              <a:xfrm>
                <a:off x="9241084" y="2709748"/>
                <a:ext cx="13592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07B49FB-EF09-168B-3145-EAFB10C01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1084" y="2709748"/>
                <a:ext cx="1359218" cy="369332"/>
              </a:xfrm>
              <a:prstGeom prst="rect">
                <a:avLst/>
              </a:prstGeom>
              <a:blipFill>
                <a:blip r:embed="rId10"/>
                <a:stretch>
                  <a:fillRect l="-5381" t="-1667" r="-583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54196C-1DB7-6620-D778-595221104F0E}"/>
                  </a:ext>
                </a:extLst>
              </p:cNvPr>
              <p:cNvSpPr txBox="1"/>
              <p:nvPr/>
            </p:nvSpPr>
            <p:spPr>
              <a:xfrm>
                <a:off x="9144099" y="3215716"/>
                <a:ext cx="11260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54196C-1DB7-6620-D778-595221104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99" y="3215716"/>
                <a:ext cx="1126013" cy="369332"/>
              </a:xfrm>
              <a:prstGeom prst="rect">
                <a:avLst/>
              </a:prstGeom>
              <a:blipFill>
                <a:blip r:embed="rId11"/>
                <a:stretch>
                  <a:fillRect l="-3243" t="-1667" r="-702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878158A-D0F2-00F0-76B8-83268D576F5A}"/>
                  </a:ext>
                </a:extLst>
              </p:cNvPr>
              <p:cNvSpPr txBox="1"/>
              <p:nvPr/>
            </p:nvSpPr>
            <p:spPr>
              <a:xfrm>
                <a:off x="9305483" y="4511245"/>
                <a:ext cx="13592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878158A-D0F2-00F0-76B8-83268D576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5483" y="4511245"/>
                <a:ext cx="1359218" cy="369332"/>
              </a:xfrm>
              <a:prstGeom prst="rect">
                <a:avLst/>
              </a:prstGeom>
              <a:blipFill>
                <a:blip r:embed="rId12"/>
                <a:stretch>
                  <a:fillRect l="-5381" t="-1639" r="-583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C181752-A653-ECF4-8C39-289F7B9897D1}"/>
                  </a:ext>
                </a:extLst>
              </p:cNvPr>
              <p:cNvSpPr txBox="1"/>
              <p:nvPr/>
            </p:nvSpPr>
            <p:spPr>
              <a:xfrm>
                <a:off x="9270737" y="4989629"/>
                <a:ext cx="13552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C181752-A653-ECF4-8C39-289F7B989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737" y="4989629"/>
                <a:ext cx="1355243" cy="369332"/>
              </a:xfrm>
              <a:prstGeom prst="rect">
                <a:avLst/>
              </a:prstGeom>
              <a:blipFill>
                <a:blip r:embed="rId13"/>
                <a:stretch>
                  <a:fillRect l="-3153" t="-1667" r="-54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515A34B-196B-A10D-5C80-940F2A5F9802}"/>
                  </a:ext>
                </a:extLst>
              </p:cNvPr>
              <p:cNvSpPr txBox="1"/>
              <p:nvPr/>
            </p:nvSpPr>
            <p:spPr>
              <a:xfrm>
                <a:off x="9431038" y="589783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515A34B-196B-A10D-5C80-940F2A5F9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5897831"/>
                <a:ext cx="805413" cy="369332"/>
              </a:xfrm>
              <a:prstGeom prst="rect">
                <a:avLst/>
              </a:prstGeom>
              <a:blipFill>
                <a:blip r:embed="rId14"/>
                <a:stretch>
                  <a:fillRect l="-4545" r="-984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B26E3A0-72D9-4CF4-B3D5-3DB58F3F9783}"/>
                  </a:ext>
                </a:extLst>
              </p:cNvPr>
              <p:cNvSpPr txBox="1"/>
              <p:nvPr/>
            </p:nvSpPr>
            <p:spPr>
              <a:xfrm>
                <a:off x="5258126" y="2744966"/>
                <a:ext cx="15291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=−4/11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B26E3A0-72D9-4CF4-B3D5-3DB58F3F9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126" y="2744966"/>
                <a:ext cx="1529137" cy="369332"/>
              </a:xfrm>
              <a:prstGeom prst="rect">
                <a:avLst/>
              </a:prstGeom>
              <a:blipFill>
                <a:blip r:embed="rId15"/>
                <a:stretch>
                  <a:fillRect l="-4800" t="-1639" r="-520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798F9CE-9314-4586-CBC1-F759F06D0CCA}"/>
                  </a:ext>
                </a:extLst>
              </p:cNvPr>
              <p:cNvSpPr txBox="1"/>
              <p:nvPr/>
            </p:nvSpPr>
            <p:spPr>
              <a:xfrm>
                <a:off x="5251952" y="3622518"/>
                <a:ext cx="15291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=−1/12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798F9CE-9314-4586-CBC1-F759F06D0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2" y="3622518"/>
                <a:ext cx="1529137" cy="369332"/>
              </a:xfrm>
              <a:prstGeom prst="rect">
                <a:avLst/>
              </a:prstGeom>
              <a:blipFill>
                <a:blip r:embed="rId16"/>
                <a:stretch>
                  <a:fillRect l="-4800" t="-1639" r="-520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BB7E4B3-2233-888C-CA8D-9B1524BF1601}"/>
                  </a:ext>
                </a:extLst>
              </p:cNvPr>
              <p:cNvSpPr txBox="1"/>
              <p:nvPr/>
            </p:nvSpPr>
            <p:spPr>
              <a:xfrm>
                <a:off x="5330627" y="6286726"/>
                <a:ext cx="15291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=−5/23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BB7E4B3-2233-888C-CA8D-9B1524BF1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627" y="6286726"/>
                <a:ext cx="1529137" cy="369332"/>
              </a:xfrm>
              <a:prstGeom prst="rect">
                <a:avLst/>
              </a:prstGeom>
              <a:blipFill>
                <a:blip r:embed="rId17"/>
                <a:stretch>
                  <a:fillRect l="-4781" t="-1639" r="-5179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EA6BD94-85BB-7EAF-BBE2-513A57F7E328}"/>
                  </a:ext>
                </a:extLst>
              </p:cNvPr>
              <p:cNvSpPr txBox="1"/>
              <p:nvPr/>
            </p:nvSpPr>
            <p:spPr>
              <a:xfrm>
                <a:off x="5511706" y="4121805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EA6BD94-85BB-7EAF-BBE2-513A57F7E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706" y="4121805"/>
                <a:ext cx="805413" cy="369332"/>
              </a:xfrm>
              <a:prstGeom prst="rect">
                <a:avLst/>
              </a:prstGeom>
              <a:blipFill>
                <a:blip r:embed="rId18"/>
                <a:stretch>
                  <a:fillRect l="-4545" r="-984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91B0525-4E08-F6AB-EA7F-4CDAF4578476}"/>
                  </a:ext>
                </a:extLst>
              </p:cNvPr>
              <p:cNvSpPr txBox="1"/>
              <p:nvPr/>
            </p:nvSpPr>
            <p:spPr>
              <a:xfrm>
                <a:off x="5577875" y="5369162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91B0525-4E08-F6AB-EA7F-4CDAF4578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875" y="5369162"/>
                <a:ext cx="805413" cy="369332"/>
              </a:xfrm>
              <a:prstGeom prst="rect">
                <a:avLst/>
              </a:prstGeom>
              <a:blipFill>
                <a:blip r:embed="rId19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9CA64BF-A994-9080-1596-F04DBFB66DE6}"/>
                  </a:ext>
                </a:extLst>
              </p:cNvPr>
              <p:cNvSpPr txBox="1"/>
              <p:nvPr/>
            </p:nvSpPr>
            <p:spPr>
              <a:xfrm>
                <a:off x="9403373" y="234471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9CA64BF-A994-9080-1596-F04DBFB66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373" y="2344711"/>
                <a:ext cx="805413" cy="369332"/>
              </a:xfrm>
              <a:prstGeom prst="rect">
                <a:avLst/>
              </a:prstGeom>
              <a:blipFill>
                <a:blip r:embed="rId20"/>
                <a:stretch>
                  <a:fillRect l="-5303" r="-9091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6E10A1E-0456-C5B1-3CF2-F9969D4F820A}"/>
                  </a:ext>
                </a:extLst>
              </p:cNvPr>
              <p:cNvSpPr txBox="1"/>
              <p:nvPr/>
            </p:nvSpPr>
            <p:spPr>
              <a:xfrm>
                <a:off x="9431038" y="3612982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6E10A1E-0456-C5B1-3CF2-F9969D4F8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3612982"/>
                <a:ext cx="805413" cy="369332"/>
              </a:xfrm>
              <a:prstGeom prst="rect">
                <a:avLst/>
              </a:prstGeom>
              <a:blipFill>
                <a:blip r:embed="rId21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009C78D-5785-8875-6952-BFB1D771456E}"/>
                  </a:ext>
                </a:extLst>
              </p:cNvPr>
              <p:cNvSpPr txBox="1"/>
              <p:nvPr/>
            </p:nvSpPr>
            <p:spPr>
              <a:xfrm>
                <a:off x="9472068" y="412848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009C78D-5785-8875-6952-BFB1D7714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68" y="4128481"/>
                <a:ext cx="805413" cy="369332"/>
              </a:xfrm>
              <a:prstGeom prst="rect">
                <a:avLst/>
              </a:prstGeom>
              <a:blipFill>
                <a:blip r:embed="rId22"/>
                <a:stretch>
                  <a:fillRect l="-5303" r="-9091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FF9E3AB-CA37-1461-1FF1-A0E50A9D2FF9}"/>
                  </a:ext>
                </a:extLst>
              </p:cNvPr>
              <p:cNvSpPr txBox="1"/>
              <p:nvPr/>
            </p:nvSpPr>
            <p:spPr>
              <a:xfrm>
                <a:off x="9431038" y="5356289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FF9E3AB-CA37-1461-1FF1-A0E50A9D2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5356289"/>
                <a:ext cx="805413" cy="369332"/>
              </a:xfrm>
              <a:prstGeom prst="rect">
                <a:avLst/>
              </a:prstGeom>
              <a:blipFill>
                <a:blip r:embed="rId23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26496E1-1322-4C7D-A79F-65B9876F9E44}"/>
                  </a:ext>
                </a:extLst>
              </p:cNvPr>
              <p:cNvSpPr txBox="1"/>
              <p:nvPr/>
            </p:nvSpPr>
            <p:spPr>
              <a:xfrm>
                <a:off x="9431038" y="6286726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26496E1-1322-4C7D-A79F-65B9876F9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6286726"/>
                <a:ext cx="805413" cy="369332"/>
              </a:xfrm>
              <a:prstGeom prst="rect">
                <a:avLst/>
              </a:prstGeom>
              <a:blipFill>
                <a:blip r:embed="rId24"/>
                <a:stretch>
                  <a:fillRect l="-9848" r="-9848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A4BC4AB-918F-08F7-3477-DC1961B2BAE4}"/>
              </a:ext>
            </a:extLst>
          </p:cNvPr>
          <p:cNvSpPr txBox="1"/>
          <p:nvPr/>
        </p:nvSpPr>
        <p:spPr>
          <a:xfrm>
            <a:off x="2241113" y="403178"/>
            <a:ext cx="8819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Combinatorial Vertex Enumeration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CC34A18-B501-E88F-6590-D0641625A746}"/>
                  </a:ext>
                </a:extLst>
              </p:cNvPr>
              <p:cNvSpPr txBox="1"/>
              <p:nvPr/>
            </p:nvSpPr>
            <p:spPr>
              <a:xfrm>
                <a:off x="727645" y="3390851"/>
                <a:ext cx="19862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CC34A18-B501-E88F-6590-D0641625A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3390851"/>
                <a:ext cx="1986249" cy="369332"/>
              </a:xfrm>
              <a:prstGeom prst="rect">
                <a:avLst/>
              </a:prstGeom>
              <a:blipFill>
                <a:blip r:embed="rId25"/>
                <a:stretch>
                  <a:fillRect l="-307" r="-3681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C562C7-8A87-A6FA-CB36-905CD349E1A3}"/>
                  </a:ext>
                </a:extLst>
              </p:cNvPr>
              <p:cNvSpPr txBox="1"/>
              <p:nvPr/>
            </p:nvSpPr>
            <p:spPr>
              <a:xfrm>
                <a:off x="727645" y="3836712"/>
                <a:ext cx="16896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C562C7-8A87-A6FA-CB36-905CD349E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3836712"/>
                <a:ext cx="1689693" cy="369332"/>
              </a:xfrm>
              <a:prstGeom prst="rect">
                <a:avLst/>
              </a:prstGeom>
              <a:blipFill>
                <a:blip r:embed="rId26"/>
                <a:stretch>
                  <a:fillRect l="-3957" t="-3279" r="-3957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8E1CBF-E3FE-0A01-06C5-70EA324058A9}"/>
                  </a:ext>
                </a:extLst>
              </p:cNvPr>
              <p:cNvSpPr txBox="1"/>
              <p:nvPr/>
            </p:nvSpPr>
            <p:spPr>
              <a:xfrm>
                <a:off x="727645" y="4282573"/>
                <a:ext cx="19862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8E1CBF-E3FE-0A01-06C5-70EA32405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4282573"/>
                <a:ext cx="1986249" cy="369332"/>
              </a:xfrm>
              <a:prstGeom prst="rect">
                <a:avLst/>
              </a:prstGeom>
              <a:blipFill>
                <a:blip r:embed="rId27"/>
                <a:stretch>
                  <a:fillRect l="-307" r="-368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90A2CF-BA33-771E-097B-6B1EDA552812}"/>
                  </a:ext>
                </a:extLst>
              </p:cNvPr>
              <p:cNvSpPr txBox="1"/>
              <p:nvPr/>
            </p:nvSpPr>
            <p:spPr>
              <a:xfrm>
                <a:off x="727645" y="4728434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90A2CF-BA33-771E-097B-6B1EDA552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4728434"/>
                <a:ext cx="874342" cy="369332"/>
              </a:xfrm>
              <a:prstGeom prst="rect">
                <a:avLst/>
              </a:prstGeom>
              <a:blipFill>
                <a:blip r:embed="rId28"/>
                <a:stretch>
                  <a:fillRect l="-4167" r="-8333"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1D8243-BE56-2C20-0DCE-79897ED26703}"/>
                  </a:ext>
                </a:extLst>
              </p:cNvPr>
              <p:cNvSpPr txBox="1"/>
              <p:nvPr/>
            </p:nvSpPr>
            <p:spPr>
              <a:xfrm>
                <a:off x="727645" y="5174295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1D8243-BE56-2C20-0DCE-79897ED26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5174295"/>
                <a:ext cx="874342" cy="369332"/>
              </a:xfrm>
              <a:prstGeom prst="rect">
                <a:avLst/>
              </a:prstGeom>
              <a:blipFill>
                <a:blip r:embed="rId29"/>
                <a:stretch>
                  <a:fillRect l="-9028" r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2D740342-7E64-CD8C-68D9-F4FCE570E131}"/>
              </a:ext>
            </a:extLst>
          </p:cNvPr>
          <p:cNvSpPr/>
          <p:nvPr/>
        </p:nvSpPr>
        <p:spPr>
          <a:xfrm>
            <a:off x="582294" y="4663711"/>
            <a:ext cx="1107358" cy="879916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A515FE-5BA7-2868-4DB8-7346A893EC1C}"/>
              </a:ext>
            </a:extLst>
          </p:cNvPr>
          <p:cNvSpPr txBox="1"/>
          <p:nvPr/>
        </p:nvSpPr>
        <p:spPr>
          <a:xfrm>
            <a:off x="2126095" y="4361794"/>
            <a:ext cx="6056647" cy="1754326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0" dirty="0"/>
              <a:t>These constraints eliminate all of the “interesting” vertices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81562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0E31F-E7A8-E65D-263E-9A6E9B784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A039A5-EB86-F0CB-5B58-E49DB8D282D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57ABE6-0007-2B0C-212E-32E77A377AE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F00209-E2F8-BEC4-324A-76F0AC6E386D}"/>
                  </a:ext>
                </a:extLst>
              </p:cNvPr>
              <p:cNvSpPr txBox="1"/>
              <p:nvPr/>
            </p:nvSpPr>
            <p:spPr>
              <a:xfrm>
                <a:off x="-376091" y="1744431"/>
                <a:ext cx="1208438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Since our probability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lives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, we select two constraints at a time to make strict and solve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F00209-E2F8-BEC4-324A-76F0AC6E3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1" y="1744431"/>
                <a:ext cx="12084387" cy="830997"/>
              </a:xfrm>
              <a:prstGeom prst="rect">
                <a:avLst/>
              </a:prstGeom>
              <a:blipFill>
                <a:blip r:embed="rId3"/>
                <a:stretch>
                  <a:fillRect t="-5147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144B3FD-2D09-9D66-0A3D-FA8F89D24CCA}"/>
                  </a:ext>
                </a:extLst>
              </p:cNvPr>
              <p:cNvSpPr txBox="1"/>
              <p:nvPr/>
            </p:nvSpPr>
            <p:spPr>
              <a:xfrm>
                <a:off x="-376091" y="2852657"/>
                <a:ext cx="5275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144B3FD-2D09-9D66-0A3D-FA8F89D24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1" y="2852657"/>
                <a:ext cx="5275008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5AD0A5B6-A0C8-2993-6AE7-282008C8AF6D}"/>
              </a:ext>
            </a:extLst>
          </p:cNvPr>
          <p:cNvGraphicFramePr>
            <a:graphicFrameLocks noGrp="1"/>
          </p:cNvGraphicFramePr>
          <p:nvPr/>
        </p:nvGraphicFramePr>
        <p:xfrm>
          <a:off x="4268304" y="2273362"/>
          <a:ext cx="7320722" cy="443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361">
                  <a:extLst>
                    <a:ext uri="{9D8B030D-6E8A-4147-A177-3AD203B41FA5}">
                      <a16:colId xmlns:a16="http://schemas.microsoft.com/office/drawing/2014/main" val="3530767300"/>
                    </a:ext>
                  </a:extLst>
                </a:gridCol>
                <a:gridCol w="3660361">
                  <a:extLst>
                    <a:ext uri="{9D8B030D-6E8A-4147-A177-3AD203B41FA5}">
                      <a16:colId xmlns:a16="http://schemas.microsoft.com/office/drawing/2014/main" val="2323378631"/>
                    </a:ext>
                  </a:extLst>
                </a:gridCol>
              </a:tblGrid>
              <a:tr h="8871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832463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089172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425293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577492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86079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CD68ABE-9D9A-2039-F8E2-58BC179DBC1D}"/>
                  </a:ext>
                </a:extLst>
              </p:cNvPr>
              <p:cNvSpPr txBox="1"/>
              <p:nvPr/>
            </p:nvSpPr>
            <p:spPr>
              <a:xfrm>
                <a:off x="5251954" y="2344711"/>
                <a:ext cx="15251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=−9/22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CD68ABE-9D9A-2039-F8E2-58BC179DB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4" y="2344711"/>
                <a:ext cx="1525161" cy="369332"/>
              </a:xfrm>
              <a:prstGeom prst="rect">
                <a:avLst/>
              </a:prstGeom>
              <a:blipFill>
                <a:blip r:embed="rId5"/>
                <a:stretch>
                  <a:fillRect l="-2800" t="-1667" r="-480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2E86929-52B2-E048-0927-4C4A2D355FFD}"/>
                  </a:ext>
                </a:extLst>
              </p:cNvPr>
              <p:cNvSpPr txBox="1"/>
              <p:nvPr/>
            </p:nvSpPr>
            <p:spPr>
              <a:xfrm>
                <a:off x="5338606" y="3213069"/>
                <a:ext cx="13552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=−2/9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2E86929-52B2-E048-0927-4C4A2D355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606" y="3213069"/>
                <a:ext cx="1355243" cy="369332"/>
              </a:xfrm>
              <a:prstGeom prst="rect">
                <a:avLst/>
              </a:prstGeom>
              <a:blipFill>
                <a:blip r:embed="rId6"/>
                <a:stretch>
                  <a:fillRect l="-3153" t="-1639" r="-5405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CF870F6-C40A-6527-780C-5722163FA612}"/>
                  </a:ext>
                </a:extLst>
              </p:cNvPr>
              <p:cNvSpPr txBox="1"/>
              <p:nvPr/>
            </p:nvSpPr>
            <p:spPr>
              <a:xfrm>
                <a:off x="5279948" y="4495586"/>
                <a:ext cx="11299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CF870F6-C40A-6527-780C-5722163FA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948" y="4495586"/>
                <a:ext cx="1129989" cy="369332"/>
              </a:xfrm>
              <a:prstGeom prst="rect">
                <a:avLst/>
              </a:prstGeom>
              <a:blipFill>
                <a:blip r:embed="rId7"/>
                <a:stretch>
                  <a:fillRect l="-6486" t="-1639" r="-7027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EE842FD-5639-FBDC-4030-87D404061CD8}"/>
                  </a:ext>
                </a:extLst>
              </p:cNvPr>
              <p:cNvSpPr txBox="1"/>
              <p:nvPr/>
            </p:nvSpPr>
            <p:spPr>
              <a:xfrm>
                <a:off x="5432020" y="4989629"/>
                <a:ext cx="13552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EE842FD-5639-FBDC-4030-87D404061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020" y="4989629"/>
                <a:ext cx="1355243" cy="369332"/>
              </a:xfrm>
              <a:prstGeom prst="rect">
                <a:avLst/>
              </a:prstGeom>
              <a:blipFill>
                <a:blip r:embed="rId8"/>
                <a:stretch>
                  <a:fillRect l="-2703" t="-1667" r="-585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7EE235A-B7C6-160A-9DB3-8D65CC75D13D}"/>
                  </a:ext>
                </a:extLst>
              </p:cNvPr>
              <p:cNvSpPr txBox="1"/>
              <p:nvPr/>
            </p:nvSpPr>
            <p:spPr>
              <a:xfrm>
                <a:off x="5315418" y="5897831"/>
                <a:ext cx="15251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=−1/23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7EE235A-B7C6-160A-9DB3-8D65CC75D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418" y="5897831"/>
                <a:ext cx="1525161" cy="369332"/>
              </a:xfrm>
              <a:prstGeom prst="rect">
                <a:avLst/>
              </a:prstGeom>
              <a:blipFill>
                <a:blip r:embed="rId9"/>
                <a:stretch>
                  <a:fillRect l="-2800" t="-1639" r="-480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DA336ED-8B1F-94C2-A565-5E4526A5403F}"/>
                  </a:ext>
                </a:extLst>
              </p:cNvPr>
              <p:cNvSpPr txBox="1"/>
              <p:nvPr/>
            </p:nvSpPr>
            <p:spPr>
              <a:xfrm>
                <a:off x="9241084" y="2709748"/>
                <a:ext cx="13592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DA336ED-8B1F-94C2-A565-5E4526A54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1084" y="2709748"/>
                <a:ext cx="1359218" cy="369332"/>
              </a:xfrm>
              <a:prstGeom prst="rect">
                <a:avLst/>
              </a:prstGeom>
              <a:blipFill>
                <a:blip r:embed="rId10"/>
                <a:stretch>
                  <a:fillRect l="-5381" t="-1667" r="-583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96F4160-DD2E-1A10-38FA-BD06DDEDE539}"/>
                  </a:ext>
                </a:extLst>
              </p:cNvPr>
              <p:cNvSpPr txBox="1"/>
              <p:nvPr/>
            </p:nvSpPr>
            <p:spPr>
              <a:xfrm>
                <a:off x="9144099" y="3215716"/>
                <a:ext cx="11260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96F4160-DD2E-1A10-38FA-BD06DDEDE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99" y="3215716"/>
                <a:ext cx="1126013" cy="369332"/>
              </a:xfrm>
              <a:prstGeom prst="rect">
                <a:avLst/>
              </a:prstGeom>
              <a:blipFill>
                <a:blip r:embed="rId11"/>
                <a:stretch>
                  <a:fillRect l="-3243" t="-1667" r="-702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4A93FCD-B1C0-0611-449E-9C24C8D7D392}"/>
                  </a:ext>
                </a:extLst>
              </p:cNvPr>
              <p:cNvSpPr txBox="1"/>
              <p:nvPr/>
            </p:nvSpPr>
            <p:spPr>
              <a:xfrm>
                <a:off x="9305483" y="4511245"/>
                <a:ext cx="13592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4A93FCD-B1C0-0611-449E-9C24C8D7D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5483" y="4511245"/>
                <a:ext cx="1359218" cy="369332"/>
              </a:xfrm>
              <a:prstGeom prst="rect">
                <a:avLst/>
              </a:prstGeom>
              <a:blipFill>
                <a:blip r:embed="rId12"/>
                <a:stretch>
                  <a:fillRect l="-5381" t="-1639" r="-583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34E6797-3F61-9C13-1154-EAFF92E957B3}"/>
                  </a:ext>
                </a:extLst>
              </p:cNvPr>
              <p:cNvSpPr txBox="1"/>
              <p:nvPr/>
            </p:nvSpPr>
            <p:spPr>
              <a:xfrm>
                <a:off x="9270737" y="4989629"/>
                <a:ext cx="13552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34E6797-3F61-9C13-1154-EAFF92E95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737" y="4989629"/>
                <a:ext cx="1355243" cy="369332"/>
              </a:xfrm>
              <a:prstGeom prst="rect">
                <a:avLst/>
              </a:prstGeom>
              <a:blipFill>
                <a:blip r:embed="rId13"/>
                <a:stretch>
                  <a:fillRect l="-3153" t="-1667" r="-54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EF02101-BF78-BBEB-01CC-66F6F486FACE}"/>
                  </a:ext>
                </a:extLst>
              </p:cNvPr>
              <p:cNvSpPr txBox="1"/>
              <p:nvPr/>
            </p:nvSpPr>
            <p:spPr>
              <a:xfrm>
                <a:off x="9431038" y="589783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EF02101-BF78-BBEB-01CC-66F6F486F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5897831"/>
                <a:ext cx="805413" cy="369332"/>
              </a:xfrm>
              <a:prstGeom prst="rect">
                <a:avLst/>
              </a:prstGeom>
              <a:blipFill>
                <a:blip r:embed="rId14"/>
                <a:stretch>
                  <a:fillRect l="-4545" r="-984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4C8F20E-043A-4941-DFD3-0B402996227B}"/>
                  </a:ext>
                </a:extLst>
              </p:cNvPr>
              <p:cNvSpPr txBox="1"/>
              <p:nvPr/>
            </p:nvSpPr>
            <p:spPr>
              <a:xfrm>
                <a:off x="5258126" y="2744966"/>
                <a:ext cx="15291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=−4/11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4C8F20E-043A-4941-DFD3-0B4029962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126" y="2744966"/>
                <a:ext cx="1529137" cy="369332"/>
              </a:xfrm>
              <a:prstGeom prst="rect">
                <a:avLst/>
              </a:prstGeom>
              <a:blipFill>
                <a:blip r:embed="rId15"/>
                <a:stretch>
                  <a:fillRect l="-4800" t="-1639" r="-520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E625F89-C4B5-735F-46D6-CB94813CD70C}"/>
                  </a:ext>
                </a:extLst>
              </p:cNvPr>
              <p:cNvSpPr txBox="1"/>
              <p:nvPr/>
            </p:nvSpPr>
            <p:spPr>
              <a:xfrm>
                <a:off x="5251952" y="3622518"/>
                <a:ext cx="15291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=−1/12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E625F89-C4B5-735F-46D6-CB94813CD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2" y="3622518"/>
                <a:ext cx="1529137" cy="369332"/>
              </a:xfrm>
              <a:prstGeom prst="rect">
                <a:avLst/>
              </a:prstGeom>
              <a:blipFill>
                <a:blip r:embed="rId16"/>
                <a:stretch>
                  <a:fillRect l="-4800" t="-1639" r="-520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1FFCECD-CE82-F733-93DF-7E58F54BB0B9}"/>
                  </a:ext>
                </a:extLst>
              </p:cNvPr>
              <p:cNvSpPr txBox="1"/>
              <p:nvPr/>
            </p:nvSpPr>
            <p:spPr>
              <a:xfrm>
                <a:off x="5330627" y="6286726"/>
                <a:ext cx="15291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=−5/23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1FFCECD-CE82-F733-93DF-7E58F54BB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627" y="6286726"/>
                <a:ext cx="1529137" cy="369332"/>
              </a:xfrm>
              <a:prstGeom prst="rect">
                <a:avLst/>
              </a:prstGeom>
              <a:blipFill>
                <a:blip r:embed="rId17"/>
                <a:stretch>
                  <a:fillRect l="-4781" t="-1639" r="-5179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87F3F26-1B2F-20EE-3F1D-011AB690F506}"/>
                  </a:ext>
                </a:extLst>
              </p:cNvPr>
              <p:cNvSpPr txBox="1"/>
              <p:nvPr/>
            </p:nvSpPr>
            <p:spPr>
              <a:xfrm>
                <a:off x="5511706" y="4121805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87F3F26-1B2F-20EE-3F1D-011AB690F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706" y="4121805"/>
                <a:ext cx="805413" cy="369332"/>
              </a:xfrm>
              <a:prstGeom prst="rect">
                <a:avLst/>
              </a:prstGeom>
              <a:blipFill>
                <a:blip r:embed="rId18"/>
                <a:stretch>
                  <a:fillRect l="-4545" r="-984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4C8B739-2E53-F229-1D9F-BC5A7530F372}"/>
                  </a:ext>
                </a:extLst>
              </p:cNvPr>
              <p:cNvSpPr txBox="1"/>
              <p:nvPr/>
            </p:nvSpPr>
            <p:spPr>
              <a:xfrm>
                <a:off x="5577875" y="5369162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4C8B739-2E53-F229-1D9F-BC5A7530F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875" y="5369162"/>
                <a:ext cx="805413" cy="369332"/>
              </a:xfrm>
              <a:prstGeom prst="rect">
                <a:avLst/>
              </a:prstGeom>
              <a:blipFill>
                <a:blip r:embed="rId19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E6C68F5-171F-F6A0-F37A-4D81C81F62EA}"/>
                  </a:ext>
                </a:extLst>
              </p:cNvPr>
              <p:cNvSpPr txBox="1"/>
              <p:nvPr/>
            </p:nvSpPr>
            <p:spPr>
              <a:xfrm>
                <a:off x="9403373" y="234471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E6C68F5-171F-F6A0-F37A-4D81C81F6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373" y="2344711"/>
                <a:ext cx="805413" cy="369332"/>
              </a:xfrm>
              <a:prstGeom prst="rect">
                <a:avLst/>
              </a:prstGeom>
              <a:blipFill>
                <a:blip r:embed="rId20"/>
                <a:stretch>
                  <a:fillRect l="-5303" r="-9091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D5BB22A-A6E4-F936-ED0D-E5DBDA0B0BF6}"/>
                  </a:ext>
                </a:extLst>
              </p:cNvPr>
              <p:cNvSpPr txBox="1"/>
              <p:nvPr/>
            </p:nvSpPr>
            <p:spPr>
              <a:xfrm>
                <a:off x="9431038" y="3612982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D5BB22A-A6E4-F936-ED0D-E5DBDA0B0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3612982"/>
                <a:ext cx="805413" cy="369332"/>
              </a:xfrm>
              <a:prstGeom prst="rect">
                <a:avLst/>
              </a:prstGeom>
              <a:blipFill>
                <a:blip r:embed="rId21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6F62DF5-2DA0-3512-F564-8B019E6CB37A}"/>
                  </a:ext>
                </a:extLst>
              </p:cNvPr>
              <p:cNvSpPr txBox="1"/>
              <p:nvPr/>
            </p:nvSpPr>
            <p:spPr>
              <a:xfrm>
                <a:off x="9472068" y="412848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6F62DF5-2DA0-3512-F564-8B019E6CB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68" y="4128481"/>
                <a:ext cx="805413" cy="369332"/>
              </a:xfrm>
              <a:prstGeom prst="rect">
                <a:avLst/>
              </a:prstGeom>
              <a:blipFill>
                <a:blip r:embed="rId22"/>
                <a:stretch>
                  <a:fillRect l="-5303" r="-9091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BEBB70B-3795-184E-9143-AE6F73E0C630}"/>
                  </a:ext>
                </a:extLst>
              </p:cNvPr>
              <p:cNvSpPr txBox="1"/>
              <p:nvPr/>
            </p:nvSpPr>
            <p:spPr>
              <a:xfrm>
                <a:off x="9431038" y="5356289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BEBB70B-3795-184E-9143-AE6F73E0C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5356289"/>
                <a:ext cx="805413" cy="369332"/>
              </a:xfrm>
              <a:prstGeom prst="rect">
                <a:avLst/>
              </a:prstGeom>
              <a:blipFill>
                <a:blip r:embed="rId23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4EBC8AD-E89F-39E3-2A7F-47CE2FE3A7A2}"/>
                  </a:ext>
                </a:extLst>
              </p:cNvPr>
              <p:cNvSpPr txBox="1"/>
              <p:nvPr/>
            </p:nvSpPr>
            <p:spPr>
              <a:xfrm>
                <a:off x="9431038" y="6286726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4EBC8AD-E89F-39E3-2A7F-47CE2FE3A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6286726"/>
                <a:ext cx="805413" cy="369332"/>
              </a:xfrm>
              <a:prstGeom prst="rect">
                <a:avLst/>
              </a:prstGeom>
              <a:blipFill>
                <a:blip r:embed="rId24"/>
                <a:stretch>
                  <a:fillRect l="-9848" r="-9848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D3E6646-70E7-91A8-7A40-844C4205EE56}"/>
              </a:ext>
            </a:extLst>
          </p:cNvPr>
          <p:cNvSpPr txBox="1"/>
          <p:nvPr/>
        </p:nvSpPr>
        <p:spPr>
          <a:xfrm>
            <a:off x="2241113" y="403178"/>
            <a:ext cx="8819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Combinatorial Vertex Enumeration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7D01C88-C781-9433-3B1A-38F5E7B3E651}"/>
                  </a:ext>
                </a:extLst>
              </p:cNvPr>
              <p:cNvSpPr txBox="1"/>
              <p:nvPr/>
            </p:nvSpPr>
            <p:spPr>
              <a:xfrm>
                <a:off x="727645" y="3390851"/>
                <a:ext cx="19862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7D01C88-C781-9433-3B1A-38F5E7B3E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3390851"/>
                <a:ext cx="1986249" cy="369332"/>
              </a:xfrm>
              <a:prstGeom prst="rect">
                <a:avLst/>
              </a:prstGeom>
              <a:blipFill>
                <a:blip r:embed="rId25"/>
                <a:stretch>
                  <a:fillRect l="-307" r="-3681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A82BF5-219E-84F7-4370-A5599771AE02}"/>
                  </a:ext>
                </a:extLst>
              </p:cNvPr>
              <p:cNvSpPr txBox="1"/>
              <p:nvPr/>
            </p:nvSpPr>
            <p:spPr>
              <a:xfrm>
                <a:off x="727645" y="3836712"/>
                <a:ext cx="16896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A82BF5-219E-84F7-4370-A5599771A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3836712"/>
                <a:ext cx="1689693" cy="369332"/>
              </a:xfrm>
              <a:prstGeom prst="rect">
                <a:avLst/>
              </a:prstGeom>
              <a:blipFill>
                <a:blip r:embed="rId26"/>
                <a:stretch>
                  <a:fillRect l="-3957" t="-3279" r="-3957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3F7B21-BAED-E410-8E43-D8E31792029B}"/>
                  </a:ext>
                </a:extLst>
              </p:cNvPr>
              <p:cNvSpPr txBox="1"/>
              <p:nvPr/>
            </p:nvSpPr>
            <p:spPr>
              <a:xfrm>
                <a:off x="727645" y="4282573"/>
                <a:ext cx="19862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3F7B21-BAED-E410-8E43-D8E317920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4282573"/>
                <a:ext cx="1986249" cy="369332"/>
              </a:xfrm>
              <a:prstGeom prst="rect">
                <a:avLst/>
              </a:prstGeom>
              <a:blipFill>
                <a:blip r:embed="rId27"/>
                <a:stretch>
                  <a:fillRect l="-307" r="-368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816E3D-19E8-3CFE-7769-D05FED529CEE}"/>
                  </a:ext>
                </a:extLst>
              </p:cNvPr>
              <p:cNvSpPr txBox="1"/>
              <p:nvPr/>
            </p:nvSpPr>
            <p:spPr>
              <a:xfrm>
                <a:off x="727645" y="4728434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816E3D-19E8-3CFE-7769-D05FED529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4728434"/>
                <a:ext cx="874342" cy="369332"/>
              </a:xfrm>
              <a:prstGeom prst="rect">
                <a:avLst/>
              </a:prstGeom>
              <a:blipFill>
                <a:blip r:embed="rId28"/>
                <a:stretch>
                  <a:fillRect l="-4167" r="-833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45BF5E-4278-0B71-040D-45C0887073F4}"/>
                  </a:ext>
                </a:extLst>
              </p:cNvPr>
              <p:cNvSpPr txBox="1"/>
              <p:nvPr/>
            </p:nvSpPr>
            <p:spPr>
              <a:xfrm>
                <a:off x="727645" y="5174295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45BF5E-4278-0B71-040D-45C088707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5174295"/>
                <a:ext cx="874342" cy="369332"/>
              </a:xfrm>
              <a:prstGeom prst="rect">
                <a:avLst/>
              </a:prstGeom>
              <a:blipFill>
                <a:blip r:embed="rId29"/>
                <a:stretch>
                  <a:fillRect l="-9028" r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1BC60845-D118-FBDF-B0E1-BB0496ECC664}"/>
              </a:ext>
            </a:extLst>
          </p:cNvPr>
          <p:cNvSpPr/>
          <p:nvPr/>
        </p:nvSpPr>
        <p:spPr>
          <a:xfrm>
            <a:off x="599047" y="3401983"/>
            <a:ext cx="2197427" cy="2323638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691DD1-620A-FBF2-E12F-8CAE64BB0868}"/>
              </a:ext>
            </a:extLst>
          </p:cNvPr>
          <p:cNvSpPr txBox="1"/>
          <p:nvPr/>
        </p:nvSpPr>
        <p:spPr>
          <a:xfrm>
            <a:off x="3318873" y="3846032"/>
            <a:ext cx="6487206" cy="1200329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0" dirty="0"/>
              <a:t>We “flip the inequality” in each expression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32971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D93A1-03A2-3778-AC28-C4CBA9F4B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40EB951-2DB6-00E8-E22E-DD59D2673BB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9CCFF5-84A3-C5BE-0240-8E77F09D0CF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9197C6-63AA-BA46-4D59-F24ABD686666}"/>
                  </a:ext>
                </a:extLst>
              </p:cNvPr>
              <p:cNvSpPr txBox="1"/>
              <p:nvPr/>
            </p:nvSpPr>
            <p:spPr>
              <a:xfrm>
                <a:off x="-376091" y="1744431"/>
                <a:ext cx="1208438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Since our probability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lives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, we select two constraints at a time to make strict and solve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9197C6-63AA-BA46-4D59-F24ABD686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1" y="1744431"/>
                <a:ext cx="12084387" cy="830997"/>
              </a:xfrm>
              <a:prstGeom prst="rect">
                <a:avLst/>
              </a:prstGeom>
              <a:blipFill>
                <a:blip r:embed="rId3"/>
                <a:stretch>
                  <a:fillRect t="-5147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882890C-1115-7EFD-F156-9EEE229B5FF7}"/>
                  </a:ext>
                </a:extLst>
              </p:cNvPr>
              <p:cNvSpPr txBox="1"/>
              <p:nvPr/>
            </p:nvSpPr>
            <p:spPr>
              <a:xfrm>
                <a:off x="-376091" y="2852657"/>
                <a:ext cx="5275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882890C-1115-7EFD-F156-9EEE229B5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1" y="2852657"/>
                <a:ext cx="5275008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E17A5EB0-2F62-7EC6-817D-6FE03AD5CEFB}"/>
              </a:ext>
            </a:extLst>
          </p:cNvPr>
          <p:cNvGraphicFramePr>
            <a:graphicFrameLocks noGrp="1"/>
          </p:cNvGraphicFramePr>
          <p:nvPr/>
        </p:nvGraphicFramePr>
        <p:xfrm>
          <a:off x="4268304" y="2273362"/>
          <a:ext cx="7320722" cy="443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361">
                  <a:extLst>
                    <a:ext uri="{9D8B030D-6E8A-4147-A177-3AD203B41FA5}">
                      <a16:colId xmlns:a16="http://schemas.microsoft.com/office/drawing/2014/main" val="3530767300"/>
                    </a:ext>
                  </a:extLst>
                </a:gridCol>
                <a:gridCol w="3660361">
                  <a:extLst>
                    <a:ext uri="{9D8B030D-6E8A-4147-A177-3AD203B41FA5}">
                      <a16:colId xmlns:a16="http://schemas.microsoft.com/office/drawing/2014/main" val="2323378631"/>
                    </a:ext>
                  </a:extLst>
                </a:gridCol>
              </a:tblGrid>
              <a:tr h="8871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832463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089172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425293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577492"/>
                  </a:ext>
                </a:extLst>
              </a:tr>
              <a:tr h="8871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86079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A82C123-3302-0F26-6FEC-9C8F4B940149}"/>
                  </a:ext>
                </a:extLst>
              </p:cNvPr>
              <p:cNvSpPr txBox="1"/>
              <p:nvPr/>
            </p:nvSpPr>
            <p:spPr>
              <a:xfrm>
                <a:off x="5251954" y="2344711"/>
                <a:ext cx="15251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=−9/22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A82C123-3302-0F26-6FEC-9C8F4B940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4" y="2344711"/>
                <a:ext cx="1525161" cy="369332"/>
              </a:xfrm>
              <a:prstGeom prst="rect">
                <a:avLst/>
              </a:prstGeom>
              <a:blipFill>
                <a:blip r:embed="rId5"/>
                <a:stretch>
                  <a:fillRect l="-2800" t="-1667" r="-480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284A22D-2BBE-B263-8C54-496FE5E90276}"/>
                  </a:ext>
                </a:extLst>
              </p:cNvPr>
              <p:cNvSpPr txBox="1"/>
              <p:nvPr/>
            </p:nvSpPr>
            <p:spPr>
              <a:xfrm>
                <a:off x="5338606" y="3213069"/>
                <a:ext cx="13552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=−2/9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284A22D-2BBE-B263-8C54-496FE5E90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606" y="3213069"/>
                <a:ext cx="1355243" cy="369332"/>
              </a:xfrm>
              <a:prstGeom prst="rect">
                <a:avLst/>
              </a:prstGeom>
              <a:blipFill>
                <a:blip r:embed="rId6"/>
                <a:stretch>
                  <a:fillRect l="-3153" t="-1639" r="-5405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3BBA362-298A-76B1-5BBA-70D904A1692D}"/>
                  </a:ext>
                </a:extLst>
              </p:cNvPr>
              <p:cNvSpPr txBox="1"/>
              <p:nvPr/>
            </p:nvSpPr>
            <p:spPr>
              <a:xfrm>
                <a:off x="5279948" y="4495586"/>
                <a:ext cx="11299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3BBA362-298A-76B1-5BBA-70D904A16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948" y="4495586"/>
                <a:ext cx="1129989" cy="369332"/>
              </a:xfrm>
              <a:prstGeom prst="rect">
                <a:avLst/>
              </a:prstGeom>
              <a:blipFill>
                <a:blip r:embed="rId7"/>
                <a:stretch>
                  <a:fillRect l="-6486" t="-1639" r="-7027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3F1E015-5085-2E51-456D-4541C7F14193}"/>
                  </a:ext>
                </a:extLst>
              </p:cNvPr>
              <p:cNvSpPr txBox="1"/>
              <p:nvPr/>
            </p:nvSpPr>
            <p:spPr>
              <a:xfrm>
                <a:off x="5432020" y="4989629"/>
                <a:ext cx="13552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3F1E015-5085-2E51-456D-4541C7F14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020" y="4989629"/>
                <a:ext cx="1355243" cy="369332"/>
              </a:xfrm>
              <a:prstGeom prst="rect">
                <a:avLst/>
              </a:prstGeom>
              <a:blipFill>
                <a:blip r:embed="rId8"/>
                <a:stretch>
                  <a:fillRect l="-2703" t="-1667" r="-585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B4AB612-E5B0-7FF0-6F69-F4A86715D107}"/>
                  </a:ext>
                </a:extLst>
              </p:cNvPr>
              <p:cNvSpPr txBox="1"/>
              <p:nvPr/>
            </p:nvSpPr>
            <p:spPr>
              <a:xfrm>
                <a:off x="5315418" y="5897831"/>
                <a:ext cx="15251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=−1/23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B4AB612-E5B0-7FF0-6F69-F4A86715D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418" y="5897831"/>
                <a:ext cx="1525161" cy="369332"/>
              </a:xfrm>
              <a:prstGeom prst="rect">
                <a:avLst/>
              </a:prstGeom>
              <a:blipFill>
                <a:blip r:embed="rId9"/>
                <a:stretch>
                  <a:fillRect l="-2800" t="-1639" r="-480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4786A5B-6E25-9506-28EB-D535DB8E1F14}"/>
                  </a:ext>
                </a:extLst>
              </p:cNvPr>
              <p:cNvSpPr txBox="1"/>
              <p:nvPr/>
            </p:nvSpPr>
            <p:spPr>
              <a:xfrm>
                <a:off x="9241084" y="2709748"/>
                <a:ext cx="13592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4786A5B-6E25-9506-28EB-D535DB8E1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1084" y="2709748"/>
                <a:ext cx="1359218" cy="369332"/>
              </a:xfrm>
              <a:prstGeom prst="rect">
                <a:avLst/>
              </a:prstGeom>
              <a:blipFill>
                <a:blip r:embed="rId10"/>
                <a:stretch>
                  <a:fillRect l="-5381" t="-1667" r="-583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B656A1C-EB74-1533-97F0-59D5CB7D1DD4}"/>
                  </a:ext>
                </a:extLst>
              </p:cNvPr>
              <p:cNvSpPr txBox="1"/>
              <p:nvPr/>
            </p:nvSpPr>
            <p:spPr>
              <a:xfrm>
                <a:off x="9144099" y="3215716"/>
                <a:ext cx="11260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=1/2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B656A1C-EB74-1533-97F0-59D5CB7D1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99" y="3215716"/>
                <a:ext cx="1126013" cy="369332"/>
              </a:xfrm>
              <a:prstGeom prst="rect">
                <a:avLst/>
              </a:prstGeom>
              <a:blipFill>
                <a:blip r:embed="rId11"/>
                <a:stretch>
                  <a:fillRect l="-3243" t="-1667" r="-702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AD22E48-1B87-09C3-4E3C-274FA6D67C6E}"/>
                  </a:ext>
                </a:extLst>
              </p:cNvPr>
              <p:cNvSpPr txBox="1"/>
              <p:nvPr/>
            </p:nvSpPr>
            <p:spPr>
              <a:xfrm>
                <a:off x="9305483" y="4511245"/>
                <a:ext cx="13592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AD22E48-1B87-09C3-4E3C-274FA6D67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5483" y="4511245"/>
                <a:ext cx="1359218" cy="369332"/>
              </a:xfrm>
              <a:prstGeom prst="rect">
                <a:avLst/>
              </a:prstGeom>
              <a:blipFill>
                <a:blip r:embed="rId12"/>
                <a:stretch>
                  <a:fillRect l="-5381" t="-1639" r="-583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48E6C77-886F-13F8-332D-CD1B690EF57C}"/>
                  </a:ext>
                </a:extLst>
              </p:cNvPr>
              <p:cNvSpPr txBox="1"/>
              <p:nvPr/>
            </p:nvSpPr>
            <p:spPr>
              <a:xfrm>
                <a:off x="9270737" y="4989629"/>
                <a:ext cx="13552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48E6C77-886F-13F8-332D-CD1B690EF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737" y="4989629"/>
                <a:ext cx="1355243" cy="369332"/>
              </a:xfrm>
              <a:prstGeom prst="rect">
                <a:avLst/>
              </a:prstGeom>
              <a:blipFill>
                <a:blip r:embed="rId13"/>
                <a:stretch>
                  <a:fillRect l="-3153" t="-1667" r="-54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FA8E6A3-DC83-3AE0-2641-4A84D7093DD3}"/>
                  </a:ext>
                </a:extLst>
              </p:cNvPr>
              <p:cNvSpPr txBox="1"/>
              <p:nvPr/>
            </p:nvSpPr>
            <p:spPr>
              <a:xfrm>
                <a:off x="9431038" y="589783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FA8E6A3-DC83-3AE0-2641-4A84D7093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5897831"/>
                <a:ext cx="805413" cy="369332"/>
              </a:xfrm>
              <a:prstGeom prst="rect">
                <a:avLst/>
              </a:prstGeom>
              <a:blipFill>
                <a:blip r:embed="rId14"/>
                <a:stretch>
                  <a:fillRect l="-4545" r="-984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73F5074-DC23-CB0B-4483-0161B0B9125E}"/>
                  </a:ext>
                </a:extLst>
              </p:cNvPr>
              <p:cNvSpPr txBox="1"/>
              <p:nvPr/>
            </p:nvSpPr>
            <p:spPr>
              <a:xfrm>
                <a:off x="5258126" y="2744966"/>
                <a:ext cx="15291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=−4/11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73F5074-DC23-CB0B-4483-0161B0B91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126" y="2744966"/>
                <a:ext cx="1529137" cy="369332"/>
              </a:xfrm>
              <a:prstGeom prst="rect">
                <a:avLst/>
              </a:prstGeom>
              <a:blipFill>
                <a:blip r:embed="rId15"/>
                <a:stretch>
                  <a:fillRect l="-4800" t="-1639" r="-520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8AB0D91-1D55-B425-C911-75125A2CCE0D}"/>
                  </a:ext>
                </a:extLst>
              </p:cNvPr>
              <p:cNvSpPr txBox="1"/>
              <p:nvPr/>
            </p:nvSpPr>
            <p:spPr>
              <a:xfrm>
                <a:off x="5251952" y="3622518"/>
                <a:ext cx="15291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=−1/12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8AB0D91-1D55-B425-C911-75125A2CC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52" y="3622518"/>
                <a:ext cx="1529137" cy="369332"/>
              </a:xfrm>
              <a:prstGeom prst="rect">
                <a:avLst/>
              </a:prstGeom>
              <a:blipFill>
                <a:blip r:embed="rId16"/>
                <a:stretch>
                  <a:fillRect l="-4800" t="-1639" r="-520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941B569-7E75-F189-18B9-E495A97A1B23}"/>
                  </a:ext>
                </a:extLst>
              </p:cNvPr>
              <p:cNvSpPr txBox="1"/>
              <p:nvPr/>
            </p:nvSpPr>
            <p:spPr>
              <a:xfrm>
                <a:off x="5330627" y="6286726"/>
                <a:ext cx="15291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=−5/23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941B569-7E75-F189-18B9-E495A97A1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627" y="6286726"/>
                <a:ext cx="1529137" cy="369332"/>
              </a:xfrm>
              <a:prstGeom prst="rect">
                <a:avLst/>
              </a:prstGeom>
              <a:blipFill>
                <a:blip r:embed="rId17"/>
                <a:stretch>
                  <a:fillRect l="-4781" t="-1639" r="-5179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4902D9B-D77D-2901-4DBA-8A7066B4C72D}"/>
                  </a:ext>
                </a:extLst>
              </p:cNvPr>
              <p:cNvSpPr txBox="1"/>
              <p:nvPr/>
            </p:nvSpPr>
            <p:spPr>
              <a:xfrm>
                <a:off x="5511706" y="4121805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4902D9B-D77D-2901-4DBA-8A7066B4C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706" y="4121805"/>
                <a:ext cx="805413" cy="369332"/>
              </a:xfrm>
              <a:prstGeom prst="rect">
                <a:avLst/>
              </a:prstGeom>
              <a:blipFill>
                <a:blip r:embed="rId18"/>
                <a:stretch>
                  <a:fillRect l="-4545" r="-984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D06CAFA-8EA5-3DEE-E11F-A59C37826CD9}"/>
                  </a:ext>
                </a:extLst>
              </p:cNvPr>
              <p:cNvSpPr txBox="1"/>
              <p:nvPr/>
            </p:nvSpPr>
            <p:spPr>
              <a:xfrm>
                <a:off x="5577875" y="5369162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D06CAFA-8EA5-3DEE-E11F-A59C37826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875" y="5369162"/>
                <a:ext cx="805413" cy="369332"/>
              </a:xfrm>
              <a:prstGeom prst="rect">
                <a:avLst/>
              </a:prstGeom>
              <a:blipFill>
                <a:blip r:embed="rId19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4230600-FF4E-2624-F1CA-313448A81C5C}"/>
                  </a:ext>
                </a:extLst>
              </p:cNvPr>
              <p:cNvSpPr txBox="1"/>
              <p:nvPr/>
            </p:nvSpPr>
            <p:spPr>
              <a:xfrm>
                <a:off x="9403373" y="234471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4230600-FF4E-2624-F1CA-313448A81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373" y="2344711"/>
                <a:ext cx="805413" cy="369332"/>
              </a:xfrm>
              <a:prstGeom prst="rect">
                <a:avLst/>
              </a:prstGeom>
              <a:blipFill>
                <a:blip r:embed="rId20"/>
                <a:stretch>
                  <a:fillRect l="-5303" r="-9091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88B358C-8651-7A5A-5989-162AF9D91490}"/>
                  </a:ext>
                </a:extLst>
              </p:cNvPr>
              <p:cNvSpPr txBox="1"/>
              <p:nvPr/>
            </p:nvSpPr>
            <p:spPr>
              <a:xfrm>
                <a:off x="9431038" y="3612982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88B358C-8651-7A5A-5989-162AF9D91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3612982"/>
                <a:ext cx="805413" cy="369332"/>
              </a:xfrm>
              <a:prstGeom prst="rect">
                <a:avLst/>
              </a:prstGeom>
              <a:blipFill>
                <a:blip r:embed="rId21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BDA8DF4-6056-4124-1844-30F3EF121DA2}"/>
                  </a:ext>
                </a:extLst>
              </p:cNvPr>
              <p:cNvSpPr txBox="1"/>
              <p:nvPr/>
            </p:nvSpPr>
            <p:spPr>
              <a:xfrm>
                <a:off x="9472068" y="4128481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BDA8DF4-6056-4124-1844-30F3EF121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68" y="4128481"/>
                <a:ext cx="805413" cy="369332"/>
              </a:xfrm>
              <a:prstGeom prst="rect">
                <a:avLst/>
              </a:prstGeom>
              <a:blipFill>
                <a:blip r:embed="rId22"/>
                <a:stretch>
                  <a:fillRect l="-5303" r="-9091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EA0B843-066A-1397-B91B-2F2D31D775E6}"/>
                  </a:ext>
                </a:extLst>
              </p:cNvPr>
              <p:cNvSpPr txBox="1"/>
              <p:nvPr/>
            </p:nvSpPr>
            <p:spPr>
              <a:xfrm>
                <a:off x="9431038" y="5356289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EA0B843-066A-1397-B91B-2F2D31D77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5356289"/>
                <a:ext cx="805413" cy="369332"/>
              </a:xfrm>
              <a:prstGeom prst="rect">
                <a:avLst/>
              </a:prstGeom>
              <a:blipFill>
                <a:blip r:embed="rId23"/>
                <a:stretch>
                  <a:fillRect l="-9848" r="-98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AD91A29-0C49-8457-5C45-3EAE2AD0B418}"/>
                  </a:ext>
                </a:extLst>
              </p:cNvPr>
              <p:cNvSpPr txBox="1"/>
              <p:nvPr/>
            </p:nvSpPr>
            <p:spPr>
              <a:xfrm>
                <a:off x="9431038" y="6286726"/>
                <a:ext cx="805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AD91A29-0C49-8457-5C45-3EAE2AD0B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38" y="6286726"/>
                <a:ext cx="805413" cy="369332"/>
              </a:xfrm>
              <a:prstGeom prst="rect">
                <a:avLst/>
              </a:prstGeom>
              <a:blipFill>
                <a:blip r:embed="rId24"/>
                <a:stretch>
                  <a:fillRect l="-9848" r="-9848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A876028-CD92-5C7D-CF4D-E69E9B3EE40A}"/>
              </a:ext>
            </a:extLst>
          </p:cNvPr>
          <p:cNvSpPr txBox="1"/>
          <p:nvPr/>
        </p:nvSpPr>
        <p:spPr>
          <a:xfrm>
            <a:off x="2241113" y="403178"/>
            <a:ext cx="8819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Combinatorial Vertex Enumeration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E77E553-B5E2-66D8-7A90-FF432FDF9B2C}"/>
                  </a:ext>
                </a:extLst>
              </p:cNvPr>
              <p:cNvSpPr txBox="1"/>
              <p:nvPr/>
            </p:nvSpPr>
            <p:spPr>
              <a:xfrm>
                <a:off x="727645" y="3390851"/>
                <a:ext cx="19862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E77E553-B5E2-66D8-7A90-FF432FDF9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3390851"/>
                <a:ext cx="1986249" cy="369332"/>
              </a:xfrm>
              <a:prstGeom prst="rect">
                <a:avLst/>
              </a:prstGeom>
              <a:blipFill>
                <a:blip r:embed="rId25"/>
                <a:stretch>
                  <a:fillRect l="-307" r="-3681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AEE39B-F72B-8EE7-C735-034FFE699706}"/>
                  </a:ext>
                </a:extLst>
              </p:cNvPr>
              <p:cNvSpPr txBox="1"/>
              <p:nvPr/>
            </p:nvSpPr>
            <p:spPr>
              <a:xfrm>
                <a:off x="727645" y="3836712"/>
                <a:ext cx="16896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AEE39B-F72B-8EE7-C735-034FFE699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3836712"/>
                <a:ext cx="1689693" cy="369332"/>
              </a:xfrm>
              <a:prstGeom prst="rect">
                <a:avLst/>
              </a:prstGeom>
              <a:blipFill>
                <a:blip r:embed="rId26"/>
                <a:stretch>
                  <a:fillRect l="-3957" t="-3279" r="-3957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BCDDEE-1F35-04C6-4471-8E45B13DB661}"/>
                  </a:ext>
                </a:extLst>
              </p:cNvPr>
              <p:cNvSpPr txBox="1"/>
              <p:nvPr/>
            </p:nvSpPr>
            <p:spPr>
              <a:xfrm>
                <a:off x="727645" y="4282573"/>
                <a:ext cx="19862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BCDDEE-1F35-04C6-4471-8E45B13DB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4282573"/>
                <a:ext cx="1986249" cy="369332"/>
              </a:xfrm>
              <a:prstGeom prst="rect">
                <a:avLst/>
              </a:prstGeom>
              <a:blipFill>
                <a:blip r:embed="rId27"/>
                <a:stretch>
                  <a:fillRect l="-307" r="-368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22C98C-9177-1464-E185-8491D0D74347}"/>
                  </a:ext>
                </a:extLst>
              </p:cNvPr>
              <p:cNvSpPr txBox="1"/>
              <p:nvPr/>
            </p:nvSpPr>
            <p:spPr>
              <a:xfrm>
                <a:off x="727645" y="4728434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22C98C-9177-1464-E185-8491D0D74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4728434"/>
                <a:ext cx="874342" cy="369332"/>
              </a:xfrm>
              <a:prstGeom prst="rect">
                <a:avLst/>
              </a:prstGeom>
              <a:blipFill>
                <a:blip r:embed="rId28"/>
                <a:stretch>
                  <a:fillRect l="-4167" r="-833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17354E-1DE3-9D19-D235-5AF44DF2919C}"/>
                  </a:ext>
                </a:extLst>
              </p:cNvPr>
              <p:cNvSpPr txBox="1"/>
              <p:nvPr/>
            </p:nvSpPr>
            <p:spPr>
              <a:xfrm>
                <a:off x="727645" y="5174295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17354E-1DE3-9D19-D235-5AF44DF29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" y="5174295"/>
                <a:ext cx="874342" cy="369332"/>
              </a:xfrm>
              <a:prstGeom prst="rect">
                <a:avLst/>
              </a:prstGeom>
              <a:blipFill>
                <a:blip r:embed="rId29"/>
                <a:stretch>
                  <a:fillRect l="-9028" r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D9BB830E-ACD4-79D1-9DD3-F99374EAE57D}"/>
              </a:ext>
            </a:extLst>
          </p:cNvPr>
          <p:cNvSpPr/>
          <p:nvPr/>
        </p:nvSpPr>
        <p:spPr>
          <a:xfrm>
            <a:off x="4271394" y="2271779"/>
            <a:ext cx="3636532" cy="868110"/>
          </a:xfrm>
          <a:prstGeom prst="rect">
            <a:avLst/>
          </a:prstGeom>
          <a:solidFill>
            <a:srgbClr val="00B05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36E355-8BF6-EBE3-AF07-FA132DCE27D2}"/>
              </a:ext>
            </a:extLst>
          </p:cNvPr>
          <p:cNvSpPr txBox="1"/>
          <p:nvPr/>
        </p:nvSpPr>
        <p:spPr>
          <a:xfrm>
            <a:off x="3318873" y="3846032"/>
            <a:ext cx="6487206" cy="1200329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0" dirty="0"/>
              <a:t>This corresponds to our Nash equilibrium!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64990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6FF89-57A7-87CF-6D52-29EE10D69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25168E-0DAE-6BF7-AE7A-65A4386F54F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2880B2-4F38-7ABD-2929-E1CCCCAB6E8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9FAC16-E70C-48D8-EDAD-14B11C99FBF2}"/>
                  </a:ext>
                </a:extLst>
              </p:cNvPr>
              <p:cNvSpPr txBox="1"/>
              <p:nvPr/>
            </p:nvSpPr>
            <p:spPr>
              <a:xfrm>
                <a:off x="-376091" y="1744431"/>
                <a:ext cx="12491891" cy="6152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u="sng" dirty="0"/>
                  <a:t>Claim: </a:t>
                </a:r>
                <a:r>
                  <a:rPr lang="en-US" sz="2400" dirty="0"/>
                  <a:t>If there exists a negative vertex vector (each element is negative), then the expectation of the game for that player is negative</a:t>
                </a:r>
              </a:p>
              <a:p>
                <a:pPr lvl="1">
                  <a:spcAft>
                    <a:spcPts val="600"/>
                  </a:spcAft>
                </a:pPr>
                <a:endParaRPr lang="en-US" sz="2400" dirty="0"/>
              </a:p>
              <a:p>
                <a:pPr lvl="1">
                  <a:spcAft>
                    <a:spcPts val="600"/>
                  </a:spcAft>
                </a:pPr>
                <a:r>
                  <a:rPr lang="en-US" sz="2400" u="sng" dirty="0"/>
                  <a:t>Proof by Contradiction: 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Suppose</a:t>
                </a: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2400" dirty="0"/>
                  <a:t> vertex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2400" dirty="0"/>
              </a:p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Furthermore, suppose the opponent’s maximum expectation value of the game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 and that this maximum expected value happens at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)</a:t>
                </a:r>
              </a:p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l-G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dirty="0"/>
              </a:p>
              <a:p>
                <a:pPr lvl="1">
                  <a:spcAft>
                    <a:spcPts val="600"/>
                  </a:spcAft>
                </a:pPr>
                <a:r>
                  <a:rPr lang="en-US" sz="2400" dirty="0">
                    <a:ea typeface="Cambria Math" panose="02040503050406030204" pitchFamily="18" charset="0"/>
                  </a:rPr>
                  <a:t> Since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 is a vertex vector with no zero entries,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for all opponent strategies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lvl="1">
                  <a:spcAft>
                    <a:spcPts val="600"/>
                  </a:spcAft>
                </a:pPr>
                <a:r>
                  <a:rPr lang="en-US" sz="2400" dirty="0">
                    <a:ea typeface="Cambria Math" panose="02040503050406030204" pitchFamily="18" charset="0"/>
                  </a:rPr>
                  <a:t>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is a convex hull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’s,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dirty="0"/>
              </a:p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i="1" dirty="0"/>
                  <a:t> </a:t>
                </a:r>
                <a:r>
                  <a:rPr lang="en-US" sz="2400" dirty="0"/>
                  <a:t>normalized provides a higher maximum expected value</a:t>
                </a:r>
                <a:endParaRPr lang="en-US" sz="2400" b="1" i="1" dirty="0"/>
              </a:p>
              <a:p>
                <a:pPr lvl="1">
                  <a:spcAft>
                    <a:spcPts val="600"/>
                  </a:spcAft>
                </a:pPr>
                <a:endParaRPr lang="en-US" sz="2400" dirty="0"/>
              </a:p>
              <a:p>
                <a:pPr lvl="1">
                  <a:spcAft>
                    <a:spcPts val="600"/>
                  </a:spcAft>
                </a:pPr>
                <a:endParaRPr lang="en-US" sz="2400" dirty="0"/>
              </a:p>
              <a:p>
                <a:pPr lvl="1">
                  <a:spcAft>
                    <a:spcPts val="600"/>
                  </a:spcAft>
                </a:pPr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9FAC16-E70C-48D8-EDAD-14B11C99F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1" y="1744431"/>
                <a:ext cx="12491891" cy="6152005"/>
              </a:xfrm>
              <a:prstGeom prst="rect">
                <a:avLst/>
              </a:prstGeom>
              <a:blipFill>
                <a:blip r:embed="rId3"/>
                <a:stretch>
                  <a:fillRect t="-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6B9A85A-AFBE-6251-F7BC-E85BA381ADBF}"/>
              </a:ext>
            </a:extLst>
          </p:cNvPr>
          <p:cNvSpPr txBox="1"/>
          <p:nvPr/>
        </p:nvSpPr>
        <p:spPr>
          <a:xfrm>
            <a:off x="1595069" y="378560"/>
            <a:ext cx="96162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Consequence of Negative Vertex Vector</a:t>
            </a:r>
          </a:p>
        </p:txBody>
      </p:sp>
    </p:spTree>
    <p:extLst>
      <p:ext uri="{BB962C8B-B14F-4D97-AF65-F5344CB8AC3E}">
        <p14:creationId xmlns:p14="http://schemas.microsoft.com/office/powerpoint/2010/main" val="314132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B929A-0A30-5CE0-937C-30198D420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888D514-8B16-8E6C-69C7-D67F8EC2F73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6DEBF9-844A-CD99-3453-73C65F0EB6A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B6276E-4601-A78B-1C87-83C27FC0F954}"/>
              </a:ext>
            </a:extLst>
          </p:cNvPr>
          <p:cNvSpPr txBox="1"/>
          <p:nvPr/>
        </p:nvSpPr>
        <p:spPr>
          <a:xfrm>
            <a:off x="377687" y="388722"/>
            <a:ext cx="10952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Combinatorial Vertex Enumeration Function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589156-1C1E-5A3B-B2CA-64ABAFA875A4}"/>
              </a:ext>
            </a:extLst>
          </p:cNvPr>
          <p:cNvSpPr txBox="1"/>
          <p:nvPr/>
        </p:nvSpPr>
        <p:spPr>
          <a:xfrm>
            <a:off x="5099901" y="2953449"/>
            <a:ext cx="70920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As a proof of concept, I coded up a combinatorial vertex enumeration program in Python</a:t>
            </a:r>
          </a:p>
          <a:p>
            <a:endParaRPr lang="en-US" sz="2000" dirty="0"/>
          </a:p>
          <a:p>
            <a:r>
              <a:rPr lang="en-US" sz="2000" dirty="0"/>
              <a:t>I’ve successfully tested it on the 2 x 3 example discussed and the three examples used for previous testing</a:t>
            </a:r>
          </a:p>
          <a:p>
            <a:endParaRPr lang="en-US" sz="2000" dirty="0"/>
          </a:p>
          <a:p>
            <a:r>
              <a:rPr lang="en-US" sz="2000" dirty="0"/>
              <a:t>The code is included in Appendix A of this week’s latex write 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213F0F-4191-E379-5CD2-5B46452977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969" y="2019050"/>
            <a:ext cx="4898361" cy="451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044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750C6-4C9A-B564-76BA-1E0D19D58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2D833B-D1D3-9FBE-DC12-40D42181C99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C170C2-D24A-6709-F716-1ABD4680D4B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105712-D383-649D-D199-7CA758763E4B}"/>
              </a:ext>
            </a:extLst>
          </p:cNvPr>
          <p:cNvSpPr txBox="1"/>
          <p:nvPr/>
        </p:nvSpPr>
        <p:spPr>
          <a:xfrm>
            <a:off x="3024672" y="107950"/>
            <a:ext cx="61426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Simplex Algorithm and Nash Equilibrium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AA798-13C1-41E3-ACC3-CB48D2411995}"/>
              </a:ext>
            </a:extLst>
          </p:cNvPr>
          <p:cNvSpPr txBox="1"/>
          <p:nvPr/>
        </p:nvSpPr>
        <p:spPr>
          <a:xfrm>
            <a:off x="-376090" y="1744431"/>
            <a:ext cx="124918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Is there a way to use the mechanics of the simplex algorithm to find Nash equilibrium?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This is the intuition behind the </a:t>
            </a:r>
            <a:r>
              <a:rPr lang="en-US" sz="2400" b="1" dirty="0"/>
              <a:t>Lemke-Howson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9D2235-C197-5CAD-AD42-BCE568CC3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62" y="3224185"/>
            <a:ext cx="8707299" cy="332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206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11501-58F7-B843-99D9-A5194DE5B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902B9E-84DF-B214-06EE-CE6905EDB365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FA2129-5188-1FA5-1A1D-D811605FC26F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FAB769-6E39-7536-E6A5-5460CDF2A7FE}"/>
              </a:ext>
            </a:extLst>
          </p:cNvPr>
          <p:cNvSpPr txBox="1"/>
          <p:nvPr/>
        </p:nvSpPr>
        <p:spPr>
          <a:xfrm>
            <a:off x="3004794" y="378560"/>
            <a:ext cx="6606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Lemke-Howson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0316D0F-370F-69CA-6245-C20775387213}"/>
                  </a:ext>
                </a:extLst>
              </p:cNvPr>
              <p:cNvSpPr txBox="1"/>
              <p:nvPr/>
            </p:nvSpPr>
            <p:spPr>
              <a:xfrm>
                <a:off x="-299890" y="1710813"/>
                <a:ext cx="12491890" cy="5262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The algorithm starts by considering the pair of origin vertices. This pair is fully labeled since all probability values are equal to zero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{1,2,…,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lang="en-US" sz="2400" dirty="0"/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We then begin a loop:</a:t>
                </a:r>
              </a:p>
              <a:p>
                <a:pPr lvl="1"/>
                <a:r>
                  <a:rPr lang="en-US" sz="2400" dirty="0"/>
                  <a:t>	Drop label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from Player 1’s vertex</a:t>
                </a:r>
              </a:p>
              <a:p>
                <a:pPr lvl="1"/>
                <a:r>
                  <a:rPr lang="en-US" sz="2400" dirty="0"/>
                  <a:t>	Move along edge to add label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to Player 2’s vertex; lose label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 in the process</a:t>
                </a:r>
              </a:p>
              <a:p>
                <a:pPr lvl="1"/>
                <a:r>
                  <a:rPr lang="en-US" sz="2400" dirty="0"/>
                  <a:t>	If fully labeled, stop looping </a:t>
                </a:r>
              </a:p>
              <a:p>
                <a:pPr lvl="1"/>
                <a:r>
                  <a:rPr lang="en-US" sz="2400" dirty="0"/>
                  <a:t>	 Move along edge to add label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 to Player 1’s vertex; lose label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 in the process</a:t>
                </a:r>
              </a:p>
              <a:p>
                <a:pPr lvl="1"/>
                <a:r>
                  <a:rPr lang="en-US" sz="2400" dirty="0"/>
                  <a:t>	If fully labeled, stop looping </a:t>
                </a:r>
              </a:p>
              <a:p>
                <a:pPr lvl="1"/>
                <a:r>
                  <a:rPr lang="en-US" sz="2400" dirty="0"/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endParaRPr lang="en-US" sz="2400" dirty="0"/>
              </a:p>
              <a:p>
                <a:pPr lvl="1"/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0316D0F-370F-69CA-6245-C20775387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99890" y="1710813"/>
                <a:ext cx="12491890" cy="5262979"/>
              </a:xfrm>
              <a:prstGeom prst="rect">
                <a:avLst/>
              </a:prstGeom>
              <a:blipFill>
                <a:blip r:embed="rId3"/>
                <a:stretch>
                  <a:fillRect t="-927" r="-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941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E806A-1883-842A-5BD0-5B2EE71E7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3CFCC59-022F-A020-644A-CA717E5CAA3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C29625-DBDC-A377-20A5-2944AFEC4E7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0B5234-8CFC-8931-042D-807F749948F2}"/>
              </a:ext>
            </a:extLst>
          </p:cNvPr>
          <p:cNvSpPr txBox="1"/>
          <p:nvPr/>
        </p:nvSpPr>
        <p:spPr>
          <a:xfrm>
            <a:off x="3004794" y="378560"/>
            <a:ext cx="6606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Lemke-Howson Algorithm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755A42-038C-0C8C-197F-D44110A324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017031"/>
              </p:ext>
            </p:extLst>
          </p:nvPr>
        </p:nvGraphicFramePr>
        <p:xfrm>
          <a:off x="2134636" y="2453346"/>
          <a:ext cx="3874276" cy="1668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7138">
                  <a:extLst>
                    <a:ext uri="{9D8B030D-6E8A-4147-A177-3AD203B41FA5}">
                      <a16:colId xmlns:a16="http://schemas.microsoft.com/office/drawing/2014/main" val="490707801"/>
                    </a:ext>
                  </a:extLst>
                </a:gridCol>
                <a:gridCol w="1937138">
                  <a:extLst>
                    <a:ext uri="{9D8B030D-6E8A-4147-A177-3AD203B41FA5}">
                      <a16:colId xmlns:a16="http://schemas.microsoft.com/office/drawing/2014/main" val="812926897"/>
                    </a:ext>
                  </a:extLst>
                </a:gridCol>
              </a:tblGrid>
              <a:tr h="834486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95725"/>
                  </a:ext>
                </a:extLst>
              </a:tr>
              <a:tr h="834486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5421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0DEFC6-9623-C536-F2F9-7A1AEB5019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563572"/>
              </p:ext>
            </p:extLst>
          </p:nvPr>
        </p:nvGraphicFramePr>
        <p:xfrm>
          <a:off x="7605486" y="2437283"/>
          <a:ext cx="3874276" cy="1668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7138">
                  <a:extLst>
                    <a:ext uri="{9D8B030D-6E8A-4147-A177-3AD203B41FA5}">
                      <a16:colId xmlns:a16="http://schemas.microsoft.com/office/drawing/2014/main" val="490707801"/>
                    </a:ext>
                  </a:extLst>
                </a:gridCol>
                <a:gridCol w="1937138">
                  <a:extLst>
                    <a:ext uri="{9D8B030D-6E8A-4147-A177-3AD203B41FA5}">
                      <a16:colId xmlns:a16="http://schemas.microsoft.com/office/drawing/2014/main" val="812926897"/>
                    </a:ext>
                  </a:extLst>
                </a:gridCol>
              </a:tblGrid>
              <a:tr h="834486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95725"/>
                  </a:ext>
                </a:extLst>
              </a:tr>
              <a:tr h="834486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5421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24B1C1-9E22-DF1E-ED54-67C98C83EAD0}"/>
                  </a:ext>
                </a:extLst>
              </p:cNvPr>
              <p:cNvSpPr txBox="1"/>
              <p:nvPr/>
            </p:nvSpPr>
            <p:spPr>
              <a:xfrm>
                <a:off x="3217157" y="4849919"/>
                <a:ext cx="193918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24B1C1-9E22-DF1E-ED54-67C98C83E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157" y="4849919"/>
                <a:ext cx="1939185" cy="369332"/>
              </a:xfrm>
              <a:prstGeom prst="rect">
                <a:avLst/>
              </a:prstGeom>
              <a:blipFill>
                <a:blip r:embed="rId3"/>
                <a:stretch>
                  <a:fillRect l="-3459" r="-345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1EEABB-86FC-0775-29DB-641E44CDB240}"/>
                  </a:ext>
                </a:extLst>
              </p:cNvPr>
              <p:cNvSpPr txBox="1"/>
              <p:nvPr/>
            </p:nvSpPr>
            <p:spPr>
              <a:xfrm>
                <a:off x="3217157" y="5295780"/>
                <a:ext cx="193918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1EEABB-86FC-0775-29DB-641E44CDB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157" y="5295780"/>
                <a:ext cx="1939185" cy="369332"/>
              </a:xfrm>
              <a:prstGeom prst="rect">
                <a:avLst/>
              </a:prstGeom>
              <a:blipFill>
                <a:blip r:embed="rId4"/>
                <a:stretch>
                  <a:fillRect l="-3459" r="-345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EC3005-582F-20FC-0F72-DD33CA0670E0}"/>
                  </a:ext>
                </a:extLst>
              </p:cNvPr>
              <p:cNvSpPr txBox="1"/>
              <p:nvPr/>
            </p:nvSpPr>
            <p:spPr>
              <a:xfrm>
                <a:off x="3777484" y="5741641"/>
                <a:ext cx="9301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EC3005-582F-20FC-0F72-DD33CA067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484" y="5741641"/>
                <a:ext cx="930190" cy="369332"/>
              </a:xfrm>
              <a:prstGeom prst="rect">
                <a:avLst/>
              </a:prstGeom>
              <a:blipFill>
                <a:blip r:embed="rId5"/>
                <a:stretch>
                  <a:fillRect l="-4605" r="-789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CFC104-FCFA-0627-5D6C-9C46B800C2C1}"/>
                  </a:ext>
                </a:extLst>
              </p:cNvPr>
              <p:cNvSpPr txBox="1"/>
              <p:nvPr/>
            </p:nvSpPr>
            <p:spPr>
              <a:xfrm>
                <a:off x="3770366" y="6187502"/>
                <a:ext cx="9373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CFC104-FCFA-0627-5D6C-9C46B800C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366" y="6187502"/>
                <a:ext cx="937308" cy="369332"/>
              </a:xfrm>
              <a:prstGeom prst="rect">
                <a:avLst/>
              </a:prstGeom>
              <a:blipFill>
                <a:blip r:embed="rId6"/>
                <a:stretch>
                  <a:fillRect l="-3896" r="-7792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8745C36-E4C9-4AA0-9BF2-423CC43F62F0}"/>
              </a:ext>
            </a:extLst>
          </p:cNvPr>
          <p:cNvSpPr txBox="1"/>
          <p:nvPr/>
        </p:nvSpPr>
        <p:spPr>
          <a:xfrm>
            <a:off x="2383834" y="1710813"/>
            <a:ext cx="29839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1 Payoffs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3AC83F-4FAC-0FB2-55E9-BD3985C0EDAC}"/>
              </a:ext>
            </a:extLst>
          </p:cNvPr>
          <p:cNvSpPr txBox="1"/>
          <p:nvPr/>
        </p:nvSpPr>
        <p:spPr>
          <a:xfrm>
            <a:off x="7854682" y="1710813"/>
            <a:ext cx="29839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2 Payoffs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3F9CDD-24C8-5E3A-243C-7739903AD6F6}"/>
              </a:ext>
            </a:extLst>
          </p:cNvPr>
          <p:cNvSpPr txBox="1"/>
          <p:nvPr/>
        </p:nvSpPr>
        <p:spPr>
          <a:xfrm>
            <a:off x="2472612" y="2074722"/>
            <a:ext cx="785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>
                <a:solidFill>
                  <a:srgbClr val="064EA1"/>
                </a:solidFill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2EB63-A74E-89D6-D3E5-9A745F75CCB5}"/>
              </a:ext>
            </a:extLst>
          </p:cNvPr>
          <p:cNvSpPr txBox="1"/>
          <p:nvPr/>
        </p:nvSpPr>
        <p:spPr>
          <a:xfrm>
            <a:off x="7972159" y="2074722"/>
            <a:ext cx="785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>
                <a:solidFill>
                  <a:srgbClr val="064EA1"/>
                </a:solidFill>
              </a:rPr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771C62-C37F-7EB5-61B5-FC7BCEBA7E55}"/>
              </a:ext>
            </a:extLst>
          </p:cNvPr>
          <p:cNvSpPr txBox="1"/>
          <p:nvPr/>
        </p:nvSpPr>
        <p:spPr>
          <a:xfrm>
            <a:off x="9937331" y="2074048"/>
            <a:ext cx="785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>
                <a:solidFill>
                  <a:srgbClr val="064EA1"/>
                </a:solidFill>
              </a:rPr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A3F583-105D-B4D2-9BB4-93AA60467DF9}"/>
              </a:ext>
            </a:extLst>
          </p:cNvPr>
          <p:cNvSpPr txBox="1"/>
          <p:nvPr/>
        </p:nvSpPr>
        <p:spPr>
          <a:xfrm>
            <a:off x="4378083" y="2074047"/>
            <a:ext cx="785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>
                <a:solidFill>
                  <a:srgbClr val="064EA1"/>
                </a:solidFill>
              </a:rPr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605D8E-165E-FF13-C1CA-619DBF9BF286}"/>
              </a:ext>
            </a:extLst>
          </p:cNvPr>
          <p:cNvSpPr txBox="1"/>
          <p:nvPr/>
        </p:nvSpPr>
        <p:spPr>
          <a:xfrm>
            <a:off x="1281403" y="2696278"/>
            <a:ext cx="785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29E64F-ADD0-0BFE-B524-4EA13E80FE08}"/>
              </a:ext>
            </a:extLst>
          </p:cNvPr>
          <p:cNvSpPr txBox="1"/>
          <p:nvPr/>
        </p:nvSpPr>
        <p:spPr>
          <a:xfrm>
            <a:off x="1281403" y="3467108"/>
            <a:ext cx="785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A33B27-7798-FFF6-AE85-C190FBAF0A4D}"/>
              </a:ext>
            </a:extLst>
          </p:cNvPr>
          <p:cNvSpPr txBox="1"/>
          <p:nvPr/>
        </p:nvSpPr>
        <p:spPr>
          <a:xfrm>
            <a:off x="6696268" y="2696278"/>
            <a:ext cx="785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08A6CC-D864-8F17-B3C6-92D291E95D65}"/>
              </a:ext>
            </a:extLst>
          </p:cNvPr>
          <p:cNvSpPr txBox="1"/>
          <p:nvPr/>
        </p:nvSpPr>
        <p:spPr>
          <a:xfrm>
            <a:off x="6696268" y="3467108"/>
            <a:ext cx="785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>
                <a:solidFill>
                  <a:srgbClr val="FF0000"/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C269498-4CC9-30DF-D53B-1734C9FA6DE1}"/>
                  </a:ext>
                </a:extLst>
              </p:cNvPr>
              <p:cNvSpPr txBox="1"/>
              <p:nvPr/>
            </p:nvSpPr>
            <p:spPr>
              <a:xfrm>
                <a:off x="8673489" y="4851534"/>
                <a:ext cx="19808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1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C269498-4CC9-30DF-D53B-1734C9FA6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3489" y="4851534"/>
                <a:ext cx="1980863" cy="369332"/>
              </a:xfrm>
              <a:prstGeom prst="rect">
                <a:avLst/>
              </a:prstGeom>
              <a:blipFill>
                <a:blip r:embed="rId7"/>
                <a:stretch>
                  <a:fillRect l="-3385" r="-338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01F2FE1-302C-2E11-6BF1-454DB3DE1FBB}"/>
                  </a:ext>
                </a:extLst>
              </p:cNvPr>
              <p:cNvSpPr txBox="1"/>
              <p:nvPr/>
            </p:nvSpPr>
            <p:spPr>
              <a:xfrm>
                <a:off x="8673488" y="5290203"/>
                <a:ext cx="19808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01F2FE1-302C-2E11-6BF1-454DB3DE1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3488" y="5290203"/>
                <a:ext cx="1980863" cy="369332"/>
              </a:xfrm>
              <a:prstGeom prst="rect">
                <a:avLst/>
              </a:prstGeom>
              <a:blipFill>
                <a:blip r:embed="rId8"/>
                <a:stretch>
                  <a:fillRect l="-3385" r="-338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A3FD5C6-1991-12E8-46E6-2DD837C7BB75}"/>
                  </a:ext>
                </a:extLst>
              </p:cNvPr>
              <p:cNvSpPr txBox="1"/>
              <p:nvPr/>
            </p:nvSpPr>
            <p:spPr>
              <a:xfrm>
                <a:off x="9263782" y="5728872"/>
                <a:ext cx="94339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A3FD5C6-1991-12E8-46E6-2DD837C7B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782" y="5728872"/>
                <a:ext cx="943399" cy="369332"/>
              </a:xfrm>
              <a:prstGeom prst="rect">
                <a:avLst/>
              </a:prstGeom>
              <a:blipFill>
                <a:blip r:embed="rId9"/>
                <a:stretch>
                  <a:fillRect l="-4545" r="-779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CEFE4B-8F80-7E4E-6479-4211B161B750}"/>
                  </a:ext>
                </a:extLst>
              </p:cNvPr>
              <p:cNvSpPr txBox="1"/>
              <p:nvPr/>
            </p:nvSpPr>
            <p:spPr>
              <a:xfrm>
                <a:off x="9263782" y="6187502"/>
                <a:ext cx="9657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CEFE4B-8F80-7E4E-6479-4211B161B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782" y="6187502"/>
                <a:ext cx="965777" cy="369332"/>
              </a:xfrm>
              <a:prstGeom prst="rect">
                <a:avLst/>
              </a:prstGeom>
              <a:blipFill>
                <a:blip r:embed="rId10"/>
                <a:stretch>
                  <a:fillRect l="-4430" r="-7595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ADE6C129-B009-1B32-5B8F-4112B329323C}"/>
              </a:ext>
            </a:extLst>
          </p:cNvPr>
          <p:cNvSpPr txBox="1"/>
          <p:nvPr/>
        </p:nvSpPr>
        <p:spPr>
          <a:xfrm>
            <a:off x="-474589" y="1710813"/>
            <a:ext cx="2072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F99622-E005-E3EB-55F1-751A9AC17703}"/>
                  </a:ext>
                </a:extLst>
              </p:cNvPr>
              <p:cNvSpPr txBox="1"/>
              <p:nvPr/>
            </p:nvSpPr>
            <p:spPr>
              <a:xfrm>
                <a:off x="1782653" y="4301452"/>
                <a:ext cx="457824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dirty="0"/>
                  <a:t>Player 1 Probability Vector: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F99622-E005-E3EB-55F1-751A9AC17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653" y="4301452"/>
                <a:ext cx="4578241" cy="369332"/>
              </a:xfrm>
              <a:prstGeom prst="rect">
                <a:avLst/>
              </a:prstGeom>
              <a:blipFill>
                <a:blip r:embed="rId11"/>
                <a:stretch>
                  <a:fillRect l="-3995" t="-26667" r="-2264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D1E37BD-5052-C80A-E108-37C0A2D16F90}"/>
                  </a:ext>
                </a:extLst>
              </p:cNvPr>
              <p:cNvSpPr txBox="1"/>
              <p:nvPr/>
            </p:nvSpPr>
            <p:spPr>
              <a:xfrm>
                <a:off x="7253503" y="4301559"/>
                <a:ext cx="46621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dirty="0"/>
                  <a:t>Player 2 Probability Vector: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D1E37BD-5052-C80A-E108-37C0A2D16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503" y="4301559"/>
                <a:ext cx="4662110" cy="369332"/>
              </a:xfrm>
              <a:prstGeom prst="rect">
                <a:avLst/>
              </a:prstGeom>
              <a:blipFill>
                <a:blip r:embed="rId12"/>
                <a:stretch>
                  <a:fillRect l="-4052" t="-26667" r="-1176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3236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185FD-9D5A-B70B-4A1E-119847BB3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E72FEC-C95E-F11A-6060-DC99FA8BBE8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93C1FA-1A6B-4C9E-7E96-E96F67F33BE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3E9F2B-2641-06BF-9BEA-ABE66E136898}"/>
              </a:ext>
            </a:extLst>
          </p:cNvPr>
          <p:cNvSpPr txBox="1"/>
          <p:nvPr/>
        </p:nvSpPr>
        <p:spPr>
          <a:xfrm>
            <a:off x="3004794" y="378560"/>
            <a:ext cx="6606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Lemke-Howson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6E79F5-8162-8C00-3533-9DD274B06690}"/>
              </a:ext>
            </a:extLst>
          </p:cNvPr>
          <p:cNvSpPr txBox="1"/>
          <p:nvPr/>
        </p:nvSpPr>
        <p:spPr>
          <a:xfrm>
            <a:off x="-474589" y="1710813"/>
            <a:ext cx="2072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Example: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37A3F7-2133-7CEA-26FE-125FD062E7DE}"/>
              </a:ext>
            </a:extLst>
          </p:cNvPr>
          <p:cNvSpPr txBox="1"/>
          <p:nvPr/>
        </p:nvSpPr>
        <p:spPr>
          <a:xfrm>
            <a:off x="891360" y="2074047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1 Polytope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9E634BE-6D80-3D1B-D9DB-0FBF0CC7A7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810" r="18397"/>
          <a:stretch>
            <a:fillRect/>
          </a:stretch>
        </p:blipFill>
        <p:spPr>
          <a:xfrm>
            <a:off x="487298" y="2535712"/>
            <a:ext cx="4327796" cy="411893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D000E41-5ABB-9F22-F1C7-E3E0A03C80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866"/>
          <a:stretch>
            <a:fillRect/>
          </a:stretch>
        </p:blipFill>
        <p:spPr>
          <a:xfrm>
            <a:off x="5436135" y="2535712"/>
            <a:ext cx="4258074" cy="411893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50414D2-6513-034F-B6CF-D2977C60B12C}"/>
              </a:ext>
            </a:extLst>
          </p:cNvPr>
          <p:cNvSpPr txBox="1"/>
          <p:nvPr/>
        </p:nvSpPr>
        <p:spPr>
          <a:xfrm>
            <a:off x="5738411" y="2074047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2 Polytope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5A055C5-F5BB-8E94-CC93-401FAAA18F43}"/>
                  </a:ext>
                </a:extLst>
              </p:cNvPr>
              <p:cNvSpPr txBox="1"/>
              <p:nvPr/>
            </p:nvSpPr>
            <p:spPr>
              <a:xfrm>
                <a:off x="9694209" y="6192980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5A055C5-F5BB-8E94-CC93-401FAAA18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4209" y="6192980"/>
                <a:ext cx="51318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C5550E0-A59E-F4DA-EF9C-C6B5CA79612B}"/>
                  </a:ext>
                </a:extLst>
              </p:cNvPr>
              <p:cNvSpPr txBox="1"/>
              <p:nvPr/>
            </p:nvSpPr>
            <p:spPr>
              <a:xfrm>
                <a:off x="5497632" y="2074047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C5550E0-A59E-F4DA-EF9C-C6B5CA796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632" y="2074047"/>
                <a:ext cx="51318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23C9B34-5F91-FDC2-C4F8-FE134FE0CCFD}"/>
                  </a:ext>
                </a:extLst>
              </p:cNvPr>
              <p:cNvSpPr txBox="1"/>
              <p:nvPr/>
            </p:nvSpPr>
            <p:spPr>
              <a:xfrm>
                <a:off x="604020" y="2074047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23C9B34-5F91-FDC2-C4F8-FE134FE0C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020" y="2074047"/>
                <a:ext cx="51318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D86FB7D-7350-394A-467E-76E56E1820E9}"/>
                  </a:ext>
                </a:extLst>
              </p:cNvPr>
              <p:cNvSpPr txBox="1"/>
              <p:nvPr/>
            </p:nvSpPr>
            <p:spPr>
              <a:xfrm>
                <a:off x="4815094" y="6192980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D86FB7D-7350-394A-467E-76E56E182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094" y="6192980"/>
                <a:ext cx="513184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5727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C3BB8-651A-9A9F-D353-5E62E4378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363905D-FB18-1187-8EA7-AE947DB5A47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C72242-1BD1-EDC8-31EB-954CE6B8ADF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6F0F8C-2B80-04C5-DBFD-E96AF98C7B5B}"/>
              </a:ext>
            </a:extLst>
          </p:cNvPr>
          <p:cNvSpPr txBox="1"/>
          <p:nvPr/>
        </p:nvSpPr>
        <p:spPr>
          <a:xfrm>
            <a:off x="3004794" y="378560"/>
            <a:ext cx="6606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Lemke-Howson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534334-2736-7ABF-9D1B-F6CC88936839}"/>
              </a:ext>
            </a:extLst>
          </p:cNvPr>
          <p:cNvSpPr txBox="1"/>
          <p:nvPr/>
        </p:nvSpPr>
        <p:spPr>
          <a:xfrm>
            <a:off x="-474589" y="1710813"/>
            <a:ext cx="2072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Example: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054218-6294-5D48-270F-CD8D8CDD5F83}"/>
              </a:ext>
            </a:extLst>
          </p:cNvPr>
          <p:cNvSpPr txBox="1"/>
          <p:nvPr/>
        </p:nvSpPr>
        <p:spPr>
          <a:xfrm>
            <a:off x="891360" y="2074047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1 Polytope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09EB3AC-0FF8-8C32-128C-008EC39BED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810" r="18397"/>
          <a:stretch>
            <a:fillRect/>
          </a:stretch>
        </p:blipFill>
        <p:spPr>
          <a:xfrm>
            <a:off x="487298" y="2535712"/>
            <a:ext cx="4327796" cy="411893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E7653B4-403C-50A4-9F9E-A7BA06343C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866"/>
          <a:stretch>
            <a:fillRect/>
          </a:stretch>
        </p:blipFill>
        <p:spPr>
          <a:xfrm>
            <a:off x="5436135" y="2535712"/>
            <a:ext cx="4258074" cy="411893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17D9C91-94C2-D9A5-59EB-A9D0ADBF364F}"/>
              </a:ext>
            </a:extLst>
          </p:cNvPr>
          <p:cNvSpPr txBox="1"/>
          <p:nvPr/>
        </p:nvSpPr>
        <p:spPr>
          <a:xfrm>
            <a:off x="5738411" y="2074047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2 Polytope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3C1AA66-5C6D-AE29-9B04-B4AC7FEF1BCD}"/>
                  </a:ext>
                </a:extLst>
              </p:cNvPr>
              <p:cNvSpPr txBox="1"/>
              <p:nvPr/>
            </p:nvSpPr>
            <p:spPr>
              <a:xfrm>
                <a:off x="9694209" y="6192980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3C1AA66-5C6D-AE29-9B04-B4AC7FEF1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4209" y="6192980"/>
                <a:ext cx="51318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2D59C44-146B-1D22-EA85-B8FA9157A949}"/>
                  </a:ext>
                </a:extLst>
              </p:cNvPr>
              <p:cNvSpPr txBox="1"/>
              <p:nvPr/>
            </p:nvSpPr>
            <p:spPr>
              <a:xfrm>
                <a:off x="5497632" y="2074047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2D59C44-146B-1D22-EA85-B8FA9157A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632" y="2074047"/>
                <a:ext cx="51318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0F7E9FE-1E67-706D-1303-ABC7F01C902F}"/>
                  </a:ext>
                </a:extLst>
              </p:cNvPr>
              <p:cNvSpPr txBox="1"/>
              <p:nvPr/>
            </p:nvSpPr>
            <p:spPr>
              <a:xfrm>
                <a:off x="604020" y="2074047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0F7E9FE-1E67-706D-1303-ABC7F01C9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020" y="2074047"/>
                <a:ext cx="51318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7F9CF14C-6DD5-1B68-2889-623E0DCA93B1}"/>
              </a:ext>
            </a:extLst>
          </p:cNvPr>
          <p:cNvSpPr/>
          <p:nvPr/>
        </p:nvSpPr>
        <p:spPr>
          <a:xfrm>
            <a:off x="738328" y="6398767"/>
            <a:ext cx="171694" cy="16692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40838B-B894-75F5-CF80-719A777BC9BC}"/>
              </a:ext>
            </a:extLst>
          </p:cNvPr>
          <p:cNvSpPr/>
          <p:nvPr/>
        </p:nvSpPr>
        <p:spPr>
          <a:xfrm>
            <a:off x="5668377" y="6395978"/>
            <a:ext cx="171694" cy="16692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54A5C5-76F3-0CF0-9220-E691FEF3DBC4}"/>
              </a:ext>
            </a:extLst>
          </p:cNvPr>
          <p:cNvSpPr txBox="1"/>
          <p:nvPr/>
        </p:nvSpPr>
        <p:spPr>
          <a:xfrm>
            <a:off x="891360" y="6035533"/>
            <a:ext cx="606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1,2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57F051-CC5E-2C2F-DF67-E73BA72FB2AE}"/>
              </a:ext>
            </a:extLst>
          </p:cNvPr>
          <p:cNvSpPr txBox="1"/>
          <p:nvPr/>
        </p:nvSpPr>
        <p:spPr>
          <a:xfrm>
            <a:off x="5793520" y="6035533"/>
            <a:ext cx="775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A,B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31D575-8A78-1670-3F99-5BE264A37940}"/>
                  </a:ext>
                </a:extLst>
              </p:cNvPr>
              <p:cNvSpPr txBox="1"/>
              <p:nvPr/>
            </p:nvSpPr>
            <p:spPr>
              <a:xfrm>
                <a:off x="4815094" y="6192980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31D575-8A78-1670-3F99-5BE264A37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094" y="6192980"/>
                <a:ext cx="513184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4532F86-E8B5-92F4-A412-4A1870215F23}"/>
              </a:ext>
            </a:extLst>
          </p:cNvPr>
          <p:cNvSpPr txBox="1"/>
          <p:nvPr/>
        </p:nvSpPr>
        <p:spPr>
          <a:xfrm>
            <a:off x="9611139" y="2619643"/>
            <a:ext cx="26335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Start with the pair of origin vertices</a:t>
            </a:r>
          </a:p>
        </p:txBody>
      </p:sp>
    </p:spTree>
    <p:extLst>
      <p:ext uri="{BB962C8B-B14F-4D97-AF65-F5344CB8AC3E}">
        <p14:creationId xmlns:p14="http://schemas.microsoft.com/office/powerpoint/2010/main" val="869036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68BFE-F13A-496E-70CF-C1AAC29D9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205F6D-2343-DED1-43F5-382104C40AF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248852-B76E-B9EE-E0F7-570C878945F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85F2D9-9E73-2F8B-118A-B4289C33272D}"/>
              </a:ext>
            </a:extLst>
          </p:cNvPr>
          <p:cNvSpPr txBox="1"/>
          <p:nvPr/>
        </p:nvSpPr>
        <p:spPr>
          <a:xfrm>
            <a:off x="3004794" y="378560"/>
            <a:ext cx="6606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Lemke-Howson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D5619-02A6-6D56-AFE4-9E2BE4277940}"/>
              </a:ext>
            </a:extLst>
          </p:cNvPr>
          <p:cNvSpPr txBox="1"/>
          <p:nvPr/>
        </p:nvSpPr>
        <p:spPr>
          <a:xfrm>
            <a:off x="-474589" y="1710813"/>
            <a:ext cx="2072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Example: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6DAFDA-425E-6027-1136-60FF62BB60B4}"/>
              </a:ext>
            </a:extLst>
          </p:cNvPr>
          <p:cNvSpPr txBox="1"/>
          <p:nvPr/>
        </p:nvSpPr>
        <p:spPr>
          <a:xfrm>
            <a:off x="891360" y="2074047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1 Polytope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C4E2FA4-A694-0829-AC42-D6FD90C388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810" r="18397"/>
          <a:stretch>
            <a:fillRect/>
          </a:stretch>
        </p:blipFill>
        <p:spPr>
          <a:xfrm>
            <a:off x="487298" y="2535712"/>
            <a:ext cx="4327796" cy="411893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E753E19-E861-370F-366A-81E6FC574F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866"/>
          <a:stretch>
            <a:fillRect/>
          </a:stretch>
        </p:blipFill>
        <p:spPr>
          <a:xfrm>
            <a:off x="5436135" y="2535712"/>
            <a:ext cx="4258074" cy="411893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F18FB69-5FFC-7A2A-CC87-5C0ECB056911}"/>
              </a:ext>
            </a:extLst>
          </p:cNvPr>
          <p:cNvSpPr txBox="1"/>
          <p:nvPr/>
        </p:nvSpPr>
        <p:spPr>
          <a:xfrm>
            <a:off x="5738411" y="2074047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2 Polytope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DD421E5-7B14-6424-7E74-A763A0E39D14}"/>
                  </a:ext>
                </a:extLst>
              </p:cNvPr>
              <p:cNvSpPr txBox="1"/>
              <p:nvPr/>
            </p:nvSpPr>
            <p:spPr>
              <a:xfrm>
                <a:off x="9694209" y="6192980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DD421E5-7B14-6424-7E74-A763A0E39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4209" y="6192980"/>
                <a:ext cx="51318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B5F442D-A3A8-FB0D-F6C2-AA7785AA1D77}"/>
                  </a:ext>
                </a:extLst>
              </p:cNvPr>
              <p:cNvSpPr txBox="1"/>
              <p:nvPr/>
            </p:nvSpPr>
            <p:spPr>
              <a:xfrm>
                <a:off x="5497632" y="2074047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B5F442D-A3A8-FB0D-F6C2-AA7785AA1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632" y="2074047"/>
                <a:ext cx="51318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C991CB7-BD50-F673-FC12-51AB1ABE30A5}"/>
                  </a:ext>
                </a:extLst>
              </p:cNvPr>
              <p:cNvSpPr txBox="1"/>
              <p:nvPr/>
            </p:nvSpPr>
            <p:spPr>
              <a:xfrm>
                <a:off x="604020" y="2074047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C991CB7-BD50-F673-FC12-51AB1ABE3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020" y="2074047"/>
                <a:ext cx="51318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6CE6A3A4-120F-5732-A30F-73FE7D4EC89C}"/>
              </a:ext>
            </a:extLst>
          </p:cNvPr>
          <p:cNvSpPr/>
          <p:nvPr/>
        </p:nvSpPr>
        <p:spPr>
          <a:xfrm>
            <a:off x="738328" y="6398767"/>
            <a:ext cx="171694" cy="16692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84AF301-7F5B-DB85-BDD0-7C1DC9A4ACF6}"/>
              </a:ext>
            </a:extLst>
          </p:cNvPr>
          <p:cNvSpPr/>
          <p:nvPr/>
        </p:nvSpPr>
        <p:spPr>
          <a:xfrm>
            <a:off x="5668377" y="6395978"/>
            <a:ext cx="171694" cy="16692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317D7C-6656-A5B8-8C21-A0183D589E10}"/>
              </a:ext>
            </a:extLst>
          </p:cNvPr>
          <p:cNvSpPr txBox="1"/>
          <p:nvPr/>
        </p:nvSpPr>
        <p:spPr>
          <a:xfrm>
            <a:off x="891360" y="6035533"/>
            <a:ext cx="606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1,2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163116-D904-2F10-2DBC-BEE4BEDBDFA1}"/>
              </a:ext>
            </a:extLst>
          </p:cNvPr>
          <p:cNvSpPr txBox="1"/>
          <p:nvPr/>
        </p:nvSpPr>
        <p:spPr>
          <a:xfrm>
            <a:off x="5793520" y="6035533"/>
            <a:ext cx="775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A,B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13AD14B-5791-0AA5-DBDD-316F9BA97B28}"/>
                  </a:ext>
                </a:extLst>
              </p:cNvPr>
              <p:cNvSpPr txBox="1"/>
              <p:nvPr/>
            </p:nvSpPr>
            <p:spPr>
              <a:xfrm>
                <a:off x="9971232" y="4404635"/>
                <a:ext cx="19808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1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13AD14B-5791-0AA5-DBDD-316F9BA97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1232" y="4404635"/>
                <a:ext cx="1980863" cy="369332"/>
              </a:xfrm>
              <a:prstGeom prst="rect">
                <a:avLst/>
              </a:prstGeom>
              <a:blipFill>
                <a:blip r:embed="rId8"/>
                <a:stretch>
                  <a:fillRect l="-3385" r="-3077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26F03AC2-A9F5-DEA7-399C-594BCE447979}"/>
              </a:ext>
            </a:extLst>
          </p:cNvPr>
          <p:cNvSpPr txBox="1"/>
          <p:nvPr/>
        </p:nvSpPr>
        <p:spPr>
          <a:xfrm>
            <a:off x="9712767" y="3236541"/>
            <a:ext cx="249779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Strategy 1 must have highest expected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D513BF-8364-1343-9AFB-5BDCD685F9FB}"/>
                  </a:ext>
                </a:extLst>
              </p:cNvPr>
              <p:cNvSpPr txBox="1"/>
              <p:nvPr/>
            </p:nvSpPr>
            <p:spPr>
              <a:xfrm>
                <a:off x="10335681" y="4874408"/>
                <a:ext cx="964175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D513BF-8364-1343-9AFB-5BDCD685F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5681" y="4874408"/>
                <a:ext cx="964175" cy="6914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52CD60A-0E2D-006B-05BE-64C77E72D47F}"/>
              </a:ext>
            </a:extLst>
          </p:cNvPr>
          <p:cNvCxnSpPr/>
          <p:nvPr/>
        </p:nvCxnSpPr>
        <p:spPr>
          <a:xfrm flipH="1" flipV="1">
            <a:off x="5738411" y="4226767"/>
            <a:ext cx="15813" cy="2039598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66D51A0-7114-FA7C-FABC-72F487184EA8}"/>
              </a:ext>
            </a:extLst>
          </p:cNvPr>
          <p:cNvCxnSpPr/>
          <p:nvPr/>
        </p:nvCxnSpPr>
        <p:spPr>
          <a:xfrm>
            <a:off x="860612" y="6110880"/>
            <a:ext cx="356669" cy="30791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02A1BAD-1D92-37B9-10D0-6D13D7FDBA33}"/>
              </a:ext>
            </a:extLst>
          </p:cNvPr>
          <p:cNvCxnSpPr>
            <a:cxnSpLocks/>
          </p:cNvCxnSpPr>
          <p:nvPr/>
        </p:nvCxnSpPr>
        <p:spPr>
          <a:xfrm flipV="1">
            <a:off x="892139" y="6111394"/>
            <a:ext cx="254535" cy="30791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41DBE771-36F2-05E6-FF75-1F03C08614E0}"/>
              </a:ext>
            </a:extLst>
          </p:cNvPr>
          <p:cNvSpPr/>
          <p:nvPr/>
        </p:nvSpPr>
        <p:spPr>
          <a:xfrm>
            <a:off x="5649819" y="4046487"/>
            <a:ext cx="171694" cy="16692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F82773-A883-11D8-6BA3-D58066B64F99}"/>
              </a:ext>
            </a:extLst>
          </p:cNvPr>
          <p:cNvSpPr txBox="1"/>
          <p:nvPr/>
        </p:nvSpPr>
        <p:spPr>
          <a:xfrm>
            <a:off x="5840071" y="3777190"/>
            <a:ext cx="775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A,1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612F91-349D-5292-95E2-AF5C051875E7}"/>
              </a:ext>
            </a:extLst>
          </p:cNvPr>
          <p:cNvSpPr txBox="1"/>
          <p:nvPr/>
        </p:nvSpPr>
        <p:spPr>
          <a:xfrm>
            <a:off x="9694209" y="2601778"/>
            <a:ext cx="24977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“Drop” Label 1 from Player 1 Polytope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DC1F162-F70D-26A5-DA2F-F72F4B3F9347}"/>
                  </a:ext>
                </a:extLst>
              </p:cNvPr>
              <p:cNvSpPr txBox="1"/>
              <p:nvPr/>
            </p:nvSpPr>
            <p:spPr>
              <a:xfrm>
                <a:off x="4815094" y="6192980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DC1F162-F70D-26A5-DA2F-F72F4B3F9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094" y="6192980"/>
                <a:ext cx="513184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7286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CE34E-ED65-69B3-B5B7-F5A7A1586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8D918D6-AFB1-C818-69D1-F723F3EE2E7B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8391C0-D1CC-5F3C-E64B-6B327C7F1D3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5966FF-D48E-110A-0962-819FDA8FFFE0}"/>
              </a:ext>
            </a:extLst>
          </p:cNvPr>
          <p:cNvSpPr txBox="1"/>
          <p:nvPr/>
        </p:nvSpPr>
        <p:spPr>
          <a:xfrm>
            <a:off x="3004794" y="378560"/>
            <a:ext cx="6606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Lemke-Howson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88BF8B-52A2-8D59-BB47-5291751D6ADF}"/>
              </a:ext>
            </a:extLst>
          </p:cNvPr>
          <p:cNvSpPr txBox="1"/>
          <p:nvPr/>
        </p:nvSpPr>
        <p:spPr>
          <a:xfrm>
            <a:off x="-474589" y="1710813"/>
            <a:ext cx="2072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Example: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4629F8-CC15-2565-FB66-AE21E24B3309}"/>
              </a:ext>
            </a:extLst>
          </p:cNvPr>
          <p:cNvSpPr txBox="1"/>
          <p:nvPr/>
        </p:nvSpPr>
        <p:spPr>
          <a:xfrm>
            <a:off x="891360" y="2074047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1 Polytope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9556D4D-693B-762C-7EDB-E0F0AC35F2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810" r="18397"/>
          <a:stretch>
            <a:fillRect/>
          </a:stretch>
        </p:blipFill>
        <p:spPr>
          <a:xfrm>
            <a:off x="487298" y="2535712"/>
            <a:ext cx="4327796" cy="411893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93C6D9C-D217-1FFC-D1DA-141C77D0CF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866"/>
          <a:stretch>
            <a:fillRect/>
          </a:stretch>
        </p:blipFill>
        <p:spPr>
          <a:xfrm>
            <a:off x="5436135" y="2535712"/>
            <a:ext cx="4258074" cy="411893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D4717F0-F09F-5F9A-20CF-AE2B6A107452}"/>
              </a:ext>
            </a:extLst>
          </p:cNvPr>
          <p:cNvSpPr txBox="1"/>
          <p:nvPr/>
        </p:nvSpPr>
        <p:spPr>
          <a:xfrm>
            <a:off x="5738411" y="2074047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2 Polytope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89D88E1-B86D-253F-3D25-FE17BE39535F}"/>
                  </a:ext>
                </a:extLst>
              </p:cNvPr>
              <p:cNvSpPr txBox="1"/>
              <p:nvPr/>
            </p:nvSpPr>
            <p:spPr>
              <a:xfrm>
                <a:off x="9694209" y="6192980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89D88E1-B86D-253F-3D25-FE17BE395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4209" y="6192980"/>
                <a:ext cx="51318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640978B-1334-0A24-A21D-C87C688F30C4}"/>
                  </a:ext>
                </a:extLst>
              </p:cNvPr>
              <p:cNvSpPr txBox="1"/>
              <p:nvPr/>
            </p:nvSpPr>
            <p:spPr>
              <a:xfrm>
                <a:off x="5497632" y="2074047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640978B-1334-0A24-A21D-C87C688F3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632" y="2074047"/>
                <a:ext cx="51318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A67C827-8166-F209-9D2F-315ACF601E55}"/>
                  </a:ext>
                </a:extLst>
              </p:cNvPr>
              <p:cNvSpPr txBox="1"/>
              <p:nvPr/>
            </p:nvSpPr>
            <p:spPr>
              <a:xfrm>
                <a:off x="604020" y="2074047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A67C827-8166-F209-9D2F-315ACF601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020" y="2074047"/>
                <a:ext cx="51318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CE7BE467-CE2F-B56D-861D-EB281973025C}"/>
              </a:ext>
            </a:extLst>
          </p:cNvPr>
          <p:cNvSpPr/>
          <p:nvPr/>
        </p:nvSpPr>
        <p:spPr>
          <a:xfrm>
            <a:off x="738328" y="6398767"/>
            <a:ext cx="171694" cy="16692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F11A23-CF5F-5ED3-917E-6CFD3B7C0759}"/>
              </a:ext>
            </a:extLst>
          </p:cNvPr>
          <p:cNvSpPr txBox="1"/>
          <p:nvPr/>
        </p:nvSpPr>
        <p:spPr>
          <a:xfrm>
            <a:off x="891360" y="6035533"/>
            <a:ext cx="606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1,2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E63D35-6E73-A40C-5513-7248AB04F6EE}"/>
                  </a:ext>
                </a:extLst>
              </p:cNvPr>
              <p:cNvSpPr txBox="1"/>
              <p:nvPr/>
            </p:nvSpPr>
            <p:spPr>
              <a:xfrm>
                <a:off x="9973377" y="3901397"/>
                <a:ext cx="19375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1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E63D35-6E73-A40C-5513-7248AB04F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3377" y="3901397"/>
                <a:ext cx="1937582" cy="369332"/>
              </a:xfrm>
              <a:prstGeom prst="rect">
                <a:avLst/>
              </a:prstGeom>
              <a:blipFill>
                <a:blip r:embed="rId8"/>
                <a:stretch>
                  <a:fillRect l="-3145" r="-3774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C4F7651-4C81-3751-97F9-FB7322029273}"/>
              </a:ext>
            </a:extLst>
          </p:cNvPr>
          <p:cNvSpPr txBox="1"/>
          <p:nvPr/>
        </p:nvSpPr>
        <p:spPr>
          <a:xfrm>
            <a:off x="9692336" y="2682493"/>
            <a:ext cx="249779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Strategy B must have highest expected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6478708-2413-1BDB-8EFE-042663ECB173}"/>
                  </a:ext>
                </a:extLst>
              </p:cNvPr>
              <p:cNvSpPr txBox="1"/>
              <p:nvPr/>
            </p:nvSpPr>
            <p:spPr>
              <a:xfrm>
                <a:off x="10500450" y="4329162"/>
                <a:ext cx="935704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6478708-2413-1BDB-8EFE-042663ECB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0450" y="4329162"/>
                <a:ext cx="935704" cy="6938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Oval 33">
            <a:extLst>
              <a:ext uri="{FF2B5EF4-FFF2-40B4-BE49-F238E27FC236}">
                <a16:creationId xmlns:a16="http://schemas.microsoft.com/office/drawing/2014/main" id="{1CB700C4-1193-E516-53E5-B2EA5D94297A}"/>
              </a:ext>
            </a:extLst>
          </p:cNvPr>
          <p:cNvSpPr/>
          <p:nvPr/>
        </p:nvSpPr>
        <p:spPr>
          <a:xfrm>
            <a:off x="5649819" y="4046487"/>
            <a:ext cx="171694" cy="16692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16EDA4-993B-0BC3-D356-7258B70F695E}"/>
              </a:ext>
            </a:extLst>
          </p:cNvPr>
          <p:cNvSpPr txBox="1"/>
          <p:nvPr/>
        </p:nvSpPr>
        <p:spPr>
          <a:xfrm>
            <a:off x="5840071" y="3777190"/>
            <a:ext cx="775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A,1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359B34D-374D-B995-84CF-AF78FA57636A}"/>
              </a:ext>
            </a:extLst>
          </p:cNvPr>
          <p:cNvCxnSpPr>
            <a:cxnSpLocks/>
          </p:cNvCxnSpPr>
          <p:nvPr/>
        </p:nvCxnSpPr>
        <p:spPr>
          <a:xfrm flipH="1" flipV="1">
            <a:off x="821026" y="3445749"/>
            <a:ext cx="18962" cy="2953018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8EBAA126-2BAE-79E1-63DD-DD7DEDDEA8A7}"/>
              </a:ext>
            </a:extLst>
          </p:cNvPr>
          <p:cNvSpPr/>
          <p:nvPr/>
        </p:nvSpPr>
        <p:spPr>
          <a:xfrm>
            <a:off x="754141" y="3253381"/>
            <a:ext cx="171694" cy="16692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7B8DD2-1807-3C7B-BB46-30DBAD5EB4F2}"/>
              </a:ext>
            </a:extLst>
          </p:cNvPr>
          <p:cNvSpPr txBox="1"/>
          <p:nvPr/>
        </p:nvSpPr>
        <p:spPr>
          <a:xfrm>
            <a:off x="944393" y="2984084"/>
            <a:ext cx="775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1,B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DA51C6E-7300-2A61-CBD2-C021A79EF881}"/>
                  </a:ext>
                </a:extLst>
              </p:cNvPr>
              <p:cNvSpPr txBox="1"/>
              <p:nvPr/>
            </p:nvSpPr>
            <p:spPr>
              <a:xfrm>
                <a:off x="4815094" y="6192980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DA51C6E-7300-2A61-CBD2-C021A79EF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094" y="6192980"/>
                <a:ext cx="513184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4161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20828-8418-0DC6-99A3-4EADBE3FB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BCEFDB-E33C-C636-374D-CFB7C3CF3685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AC92FC-71F1-CB22-3A94-441875FB4F0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BCEB56-40D5-5BB3-61BB-F877BE0F04B0}"/>
              </a:ext>
            </a:extLst>
          </p:cNvPr>
          <p:cNvSpPr txBox="1"/>
          <p:nvPr/>
        </p:nvSpPr>
        <p:spPr>
          <a:xfrm>
            <a:off x="3004794" y="378560"/>
            <a:ext cx="6606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Lemke-Howson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3E763E-4327-BE04-0786-7320D9647CA9}"/>
              </a:ext>
            </a:extLst>
          </p:cNvPr>
          <p:cNvSpPr txBox="1"/>
          <p:nvPr/>
        </p:nvSpPr>
        <p:spPr>
          <a:xfrm>
            <a:off x="-474589" y="1710813"/>
            <a:ext cx="2072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Example: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A3809F-2633-15C0-64E8-32F9D23ABE06}"/>
              </a:ext>
            </a:extLst>
          </p:cNvPr>
          <p:cNvSpPr txBox="1"/>
          <p:nvPr/>
        </p:nvSpPr>
        <p:spPr>
          <a:xfrm>
            <a:off x="891360" y="2074047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1 Polytope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E31A654-C971-4EEE-01B5-5F160B722E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810" r="18397"/>
          <a:stretch>
            <a:fillRect/>
          </a:stretch>
        </p:blipFill>
        <p:spPr>
          <a:xfrm>
            <a:off x="487298" y="2535712"/>
            <a:ext cx="4327796" cy="411893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D2D11D0-01EA-1211-203C-1B4CABBFD4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866"/>
          <a:stretch>
            <a:fillRect/>
          </a:stretch>
        </p:blipFill>
        <p:spPr>
          <a:xfrm>
            <a:off x="5436135" y="2535712"/>
            <a:ext cx="4258074" cy="411893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C0D0FAB-D548-4536-4CC2-0A469C63CDCC}"/>
              </a:ext>
            </a:extLst>
          </p:cNvPr>
          <p:cNvSpPr txBox="1"/>
          <p:nvPr/>
        </p:nvSpPr>
        <p:spPr>
          <a:xfrm>
            <a:off x="5738411" y="2074047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2 Polytope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1F90A55-28C7-DFC0-D713-DC337B2F6AB3}"/>
                  </a:ext>
                </a:extLst>
              </p:cNvPr>
              <p:cNvSpPr txBox="1"/>
              <p:nvPr/>
            </p:nvSpPr>
            <p:spPr>
              <a:xfrm>
                <a:off x="9694209" y="6192980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1F90A55-28C7-DFC0-D713-DC337B2F6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4209" y="6192980"/>
                <a:ext cx="51318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716971-6816-9CB9-041B-059A6B2ADCEA}"/>
                  </a:ext>
                </a:extLst>
              </p:cNvPr>
              <p:cNvSpPr txBox="1"/>
              <p:nvPr/>
            </p:nvSpPr>
            <p:spPr>
              <a:xfrm>
                <a:off x="5497632" y="2074047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716971-6816-9CB9-041B-059A6B2AD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632" y="2074047"/>
                <a:ext cx="51318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D647CC8-5114-6C03-C156-FBE61911CC14}"/>
                  </a:ext>
                </a:extLst>
              </p:cNvPr>
              <p:cNvSpPr txBox="1"/>
              <p:nvPr/>
            </p:nvSpPr>
            <p:spPr>
              <a:xfrm>
                <a:off x="604020" y="2074047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D647CC8-5114-6C03-C156-FBE61911C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020" y="2074047"/>
                <a:ext cx="51318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CE549EA-5C71-089E-262F-0464CDD0A795}"/>
              </a:ext>
            </a:extLst>
          </p:cNvPr>
          <p:cNvSpPr txBox="1"/>
          <p:nvPr/>
        </p:nvSpPr>
        <p:spPr>
          <a:xfrm>
            <a:off x="9692336" y="2682493"/>
            <a:ext cx="249779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Strategy 2 must have highest expected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13B8716-8A73-9E16-B731-B9D41EE5A173}"/>
                  </a:ext>
                </a:extLst>
              </p:cNvPr>
              <p:cNvSpPr txBox="1"/>
              <p:nvPr/>
            </p:nvSpPr>
            <p:spPr>
              <a:xfrm>
                <a:off x="10531877" y="4209403"/>
                <a:ext cx="941796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13B8716-8A73-9E16-B731-B9D41EE5A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1877" y="4209403"/>
                <a:ext cx="941796" cy="6938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Oval 33">
            <a:extLst>
              <a:ext uri="{FF2B5EF4-FFF2-40B4-BE49-F238E27FC236}">
                <a16:creationId xmlns:a16="http://schemas.microsoft.com/office/drawing/2014/main" id="{784A2ADD-F235-161E-0CA0-4F628664FD04}"/>
              </a:ext>
            </a:extLst>
          </p:cNvPr>
          <p:cNvSpPr/>
          <p:nvPr/>
        </p:nvSpPr>
        <p:spPr>
          <a:xfrm>
            <a:off x="5649819" y="4046487"/>
            <a:ext cx="171694" cy="16692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9EB36D-239D-1432-D96A-EE222026D934}"/>
              </a:ext>
            </a:extLst>
          </p:cNvPr>
          <p:cNvSpPr txBox="1"/>
          <p:nvPr/>
        </p:nvSpPr>
        <p:spPr>
          <a:xfrm>
            <a:off x="5840071" y="3777190"/>
            <a:ext cx="775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A,1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4EF0DA5-4279-84A1-BB3A-CB8C195FF000}"/>
              </a:ext>
            </a:extLst>
          </p:cNvPr>
          <p:cNvSpPr/>
          <p:nvPr/>
        </p:nvSpPr>
        <p:spPr>
          <a:xfrm>
            <a:off x="754141" y="3253381"/>
            <a:ext cx="171694" cy="16692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4C6C54-568E-7E18-5EA0-32CAC0C789D9}"/>
              </a:ext>
            </a:extLst>
          </p:cNvPr>
          <p:cNvSpPr txBox="1"/>
          <p:nvPr/>
        </p:nvSpPr>
        <p:spPr>
          <a:xfrm>
            <a:off x="944393" y="2984084"/>
            <a:ext cx="775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1,B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90B9E8-1572-9ACF-62F3-3E66C9D15C41}"/>
                  </a:ext>
                </a:extLst>
              </p:cNvPr>
              <p:cNvSpPr txBox="1"/>
              <p:nvPr/>
            </p:nvSpPr>
            <p:spPr>
              <a:xfrm>
                <a:off x="10010099" y="3813634"/>
                <a:ext cx="197926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90B9E8-1572-9ACF-62F3-3E66C9D15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0099" y="3813634"/>
                <a:ext cx="1979260" cy="369332"/>
              </a:xfrm>
              <a:prstGeom prst="rect">
                <a:avLst/>
              </a:prstGeom>
              <a:blipFill>
                <a:blip r:embed="rId9"/>
                <a:stretch>
                  <a:fillRect l="-3077" r="-338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839DE7-15C6-F8BB-6440-F80B7B87847D}"/>
                  </a:ext>
                </a:extLst>
              </p:cNvPr>
              <p:cNvSpPr txBox="1"/>
              <p:nvPr/>
            </p:nvSpPr>
            <p:spPr>
              <a:xfrm>
                <a:off x="10531877" y="4929684"/>
                <a:ext cx="964175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839DE7-15C6-F8BB-6440-F80B7B878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1877" y="4929684"/>
                <a:ext cx="964175" cy="6938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204DFFD-3E72-3B94-705A-274BAA1109FE}"/>
              </a:ext>
            </a:extLst>
          </p:cNvPr>
          <p:cNvCxnSpPr>
            <a:cxnSpLocks/>
          </p:cNvCxnSpPr>
          <p:nvPr/>
        </p:nvCxnSpPr>
        <p:spPr>
          <a:xfrm>
            <a:off x="5840071" y="4142792"/>
            <a:ext cx="1682404" cy="43071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02DB1AA2-91D6-041F-DAD0-A8AB9136E6D8}"/>
              </a:ext>
            </a:extLst>
          </p:cNvPr>
          <p:cNvSpPr/>
          <p:nvPr/>
        </p:nvSpPr>
        <p:spPr>
          <a:xfrm>
            <a:off x="7541033" y="4508152"/>
            <a:ext cx="171694" cy="16692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B4E7C4-6E55-2678-FC9E-D50FDBA34E1F}"/>
              </a:ext>
            </a:extLst>
          </p:cNvPr>
          <p:cNvSpPr txBox="1"/>
          <p:nvPr/>
        </p:nvSpPr>
        <p:spPr>
          <a:xfrm>
            <a:off x="7731285" y="4238855"/>
            <a:ext cx="775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1,2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1050868-F6DE-8353-2648-A4F271CE474A}"/>
                  </a:ext>
                </a:extLst>
              </p:cNvPr>
              <p:cNvSpPr txBox="1"/>
              <p:nvPr/>
            </p:nvSpPr>
            <p:spPr>
              <a:xfrm>
                <a:off x="4815094" y="6192980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1050868-F6DE-8353-2648-A4F271CE4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094" y="6192980"/>
                <a:ext cx="513184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50794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24A5D-1E01-86EA-9546-0972B4F10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5C7D058-5B86-AF5E-38BA-5FD71217D59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B6955F-2EB8-AD34-8B18-6B4D0616C62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5FE154-D3AC-02C0-820B-7828CE1CEE7B}"/>
              </a:ext>
            </a:extLst>
          </p:cNvPr>
          <p:cNvSpPr txBox="1"/>
          <p:nvPr/>
        </p:nvSpPr>
        <p:spPr>
          <a:xfrm>
            <a:off x="3004794" y="378560"/>
            <a:ext cx="6606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Lemke-Howson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026236-44C2-0412-CCC9-F0B65DE07463}"/>
              </a:ext>
            </a:extLst>
          </p:cNvPr>
          <p:cNvSpPr txBox="1"/>
          <p:nvPr/>
        </p:nvSpPr>
        <p:spPr>
          <a:xfrm>
            <a:off x="-474589" y="1710813"/>
            <a:ext cx="2072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Example: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327C67-EDED-B39E-2924-2D368D2B9160}"/>
              </a:ext>
            </a:extLst>
          </p:cNvPr>
          <p:cNvSpPr txBox="1"/>
          <p:nvPr/>
        </p:nvSpPr>
        <p:spPr>
          <a:xfrm>
            <a:off x="891360" y="2074047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1 Polytope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A00DA2A-FF24-06EA-D6BF-FED9C8B47B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810" r="18397"/>
          <a:stretch>
            <a:fillRect/>
          </a:stretch>
        </p:blipFill>
        <p:spPr>
          <a:xfrm>
            <a:off x="487298" y="2535712"/>
            <a:ext cx="4327796" cy="411893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F3126A3-9878-D684-73B1-B09D2B870A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866"/>
          <a:stretch>
            <a:fillRect/>
          </a:stretch>
        </p:blipFill>
        <p:spPr>
          <a:xfrm>
            <a:off x="5436135" y="2535712"/>
            <a:ext cx="4258074" cy="411893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07CF89E-4191-C8E0-835A-D829DB15E1E6}"/>
              </a:ext>
            </a:extLst>
          </p:cNvPr>
          <p:cNvSpPr txBox="1"/>
          <p:nvPr/>
        </p:nvSpPr>
        <p:spPr>
          <a:xfrm>
            <a:off x="5738411" y="2074047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2 Polytope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5F2935E-56F1-E842-D2B3-D0AA3F410116}"/>
                  </a:ext>
                </a:extLst>
              </p:cNvPr>
              <p:cNvSpPr txBox="1"/>
              <p:nvPr/>
            </p:nvSpPr>
            <p:spPr>
              <a:xfrm>
                <a:off x="9694209" y="6192980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5F2935E-56F1-E842-D2B3-D0AA3F410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4209" y="6192980"/>
                <a:ext cx="51318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069B99-0CF0-876B-49E5-67346DD491C8}"/>
                  </a:ext>
                </a:extLst>
              </p:cNvPr>
              <p:cNvSpPr txBox="1"/>
              <p:nvPr/>
            </p:nvSpPr>
            <p:spPr>
              <a:xfrm>
                <a:off x="5497632" y="2074047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069B99-0CF0-876B-49E5-67346DD49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632" y="2074047"/>
                <a:ext cx="51318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3F7609B-EE79-CD62-B5CC-9774BE51A54B}"/>
                  </a:ext>
                </a:extLst>
              </p:cNvPr>
              <p:cNvSpPr txBox="1"/>
              <p:nvPr/>
            </p:nvSpPr>
            <p:spPr>
              <a:xfrm>
                <a:off x="4815094" y="6192980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3F7609B-EE79-CD62-B5CC-9774BE51A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094" y="6192980"/>
                <a:ext cx="51318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6650DAF-56CC-40F4-391B-CED6A891258A}"/>
                  </a:ext>
                </a:extLst>
              </p:cNvPr>
              <p:cNvSpPr txBox="1"/>
              <p:nvPr/>
            </p:nvSpPr>
            <p:spPr>
              <a:xfrm>
                <a:off x="604020" y="2074047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6650DAF-56CC-40F4-391B-CED6A8912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020" y="2074047"/>
                <a:ext cx="513184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6D6AE8D-3BCA-44AC-61BB-FA8E464CDA7D}"/>
              </a:ext>
            </a:extLst>
          </p:cNvPr>
          <p:cNvSpPr txBox="1"/>
          <p:nvPr/>
        </p:nvSpPr>
        <p:spPr>
          <a:xfrm>
            <a:off x="9694209" y="2576924"/>
            <a:ext cx="249779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Strategy A must have highest expected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B73CE3A-CFDE-D8A9-AA03-366C84132216}"/>
                  </a:ext>
                </a:extLst>
              </p:cNvPr>
              <p:cNvSpPr txBox="1"/>
              <p:nvPr/>
            </p:nvSpPr>
            <p:spPr>
              <a:xfrm>
                <a:off x="10542797" y="4055071"/>
                <a:ext cx="1098506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B73CE3A-CFDE-D8A9-AA03-366C84132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2797" y="4055071"/>
                <a:ext cx="1098506" cy="6938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C9981EA1-11BD-0584-F0C7-E0AB6B962E30}"/>
              </a:ext>
            </a:extLst>
          </p:cNvPr>
          <p:cNvSpPr/>
          <p:nvPr/>
        </p:nvSpPr>
        <p:spPr>
          <a:xfrm>
            <a:off x="754141" y="3253381"/>
            <a:ext cx="171694" cy="16692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6E8F4F-BBD4-D9FD-D918-0B6B57ACFF28}"/>
              </a:ext>
            </a:extLst>
          </p:cNvPr>
          <p:cNvSpPr txBox="1"/>
          <p:nvPr/>
        </p:nvSpPr>
        <p:spPr>
          <a:xfrm>
            <a:off x="944393" y="2984084"/>
            <a:ext cx="775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1,B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013250-21CB-CF82-FE99-E50B8FCCB00C}"/>
                  </a:ext>
                </a:extLst>
              </p:cNvPr>
              <p:cNvSpPr txBox="1"/>
              <p:nvPr/>
            </p:nvSpPr>
            <p:spPr>
              <a:xfrm>
                <a:off x="10542797" y="4775352"/>
                <a:ext cx="1105624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013250-21CB-CF82-FE99-E50B8FCCB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2797" y="4775352"/>
                <a:ext cx="1105624" cy="6938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5CEC471D-4BC2-2A40-03A0-C7AD2E713779}"/>
              </a:ext>
            </a:extLst>
          </p:cNvPr>
          <p:cNvSpPr/>
          <p:nvPr/>
        </p:nvSpPr>
        <p:spPr>
          <a:xfrm>
            <a:off x="7541033" y="4508152"/>
            <a:ext cx="171694" cy="16692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A57F85-7DB3-836F-7959-04AE74E54510}"/>
              </a:ext>
            </a:extLst>
          </p:cNvPr>
          <p:cNvSpPr txBox="1"/>
          <p:nvPr/>
        </p:nvSpPr>
        <p:spPr>
          <a:xfrm>
            <a:off x="7731285" y="4238855"/>
            <a:ext cx="775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1,2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E0572AF-35FE-4854-08AC-5B8FCE464711}"/>
                  </a:ext>
                </a:extLst>
              </p:cNvPr>
              <p:cNvSpPr txBox="1"/>
              <p:nvPr/>
            </p:nvSpPr>
            <p:spPr>
              <a:xfrm>
                <a:off x="9967969" y="3634112"/>
                <a:ext cx="19375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E0572AF-35FE-4854-08AC-5B8FCE464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7969" y="3634112"/>
                <a:ext cx="1937582" cy="369332"/>
              </a:xfrm>
              <a:prstGeom prst="rect">
                <a:avLst/>
              </a:prstGeom>
              <a:blipFill>
                <a:blip r:embed="rId11"/>
                <a:stretch>
                  <a:fillRect l="-3145" r="-3774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966253D-785E-DBAE-4C2C-3538060DCB55}"/>
              </a:ext>
            </a:extLst>
          </p:cNvPr>
          <p:cNvCxnSpPr>
            <a:cxnSpLocks/>
          </p:cNvCxnSpPr>
          <p:nvPr/>
        </p:nvCxnSpPr>
        <p:spPr>
          <a:xfrm>
            <a:off x="925835" y="3378268"/>
            <a:ext cx="793789" cy="25899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CB3EDA22-4E52-2597-C5BB-09B9B32EBA65}"/>
              </a:ext>
            </a:extLst>
          </p:cNvPr>
          <p:cNvSpPr/>
          <p:nvPr/>
        </p:nvSpPr>
        <p:spPr>
          <a:xfrm>
            <a:off x="1719624" y="3603356"/>
            <a:ext cx="171694" cy="16692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921DAC-803E-CCE0-F620-45E0BACB55AC}"/>
              </a:ext>
            </a:extLst>
          </p:cNvPr>
          <p:cNvSpPr txBox="1"/>
          <p:nvPr/>
        </p:nvSpPr>
        <p:spPr>
          <a:xfrm>
            <a:off x="1875965" y="3267884"/>
            <a:ext cx="775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A,B</a:t>
            </a:r>
          </a:p>
        </p:txBody>
      </p:sp>
    </p:spTree>
    <p:extLst>
      <p:ext uri="{BB962C8B-B14F-4D97-AF65-F5344CB8AC3E}">
        <p14:creationId xmlns:p14="http://schemas.microsoft.com/office/powerpoint/2010/main" val="1384690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17276-0EB0-0790-3509-C59573DBB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3E567C9-E0AE-4353-1558-BA28C775B2C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FAEFE5-5A05-26EC-6982-270672DB266F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B6F0F7-B62B-C4ED-E2C5-A24E56A5CB60}"/>
              </a:ext>
            </a:extLst>
          </p:cNvPr>
          <p:cNvSpPr txBox="1"/>
          <p:nvPr/>
        </p:nvSpPr>
        <p:spPr>
          <a:xfrm>
            <a:off x="3004794" y="378560"/>
            <a:ext cx="6606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Lemke-Howson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0CB4AE-A9A2-37C8-BD5F-DF5C3ACD7E84}"/>
              </a:ext>
            </a:extLst>
          </p:cNvPr>
          <p:cNvSpPr txBox="1"/>
          <p:nvPr/>
        </p:nvSpPr>
        <p:spPr>
          <a:xfrm>
            <a:off x="-474589" y="1710813"/>
            <a:ext cx="2072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Example: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A1DBDC-7B6C-76A5-8438-111816D5216C}"/>
              </a:ext>
            </a:extLst>
          </p:cNvPr>
          <p:cNvSpPr txBox="1"/>
          <p:nvPr/>
        </p:nvSpPr>
        <p:spPr>
          <a:xfrm>
            <a:off x="891360" y="2074047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1 Polytope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F47E219-466E-D839-2DD2-CE4E64C91F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810" r="18397"/>
          <a:stretch>
            <a:fillRect/>
          </a:stretch>
        </p:blipFill>
        <p:spPr>
          <a:xfrm>
            <a:off x="487298" y="2535712"/>
            <a:ext cx="4327796" cy="411893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75DB209-40DB-4FE8-B446-247F6EF512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866"/>
          <a:stretch>
            <a:fillRect/>
          </a:stretch>
        </p:blipFill>
        <p:spPr>
          <a:xfrm>
            <a:off x="5436135" y="2535712"/>
            <a:ext cx="4258074" cy="411893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3421845-31B7-1E10-75F3-E0F74B97CFD0}"/>
              </a:ext>
            </a:extLst>
          </p:cNvPr>
          <p:cNvSpPr txBox="1"/>
          <p:nvPr/>
        </p:nvSpPr>
        <p:spPr>
          <a:xfrm>
            <a:off x="5738411" y="2074047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2 Polytope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1F632AC-0580-310E-2662-CFB224D7DA11}"/>
                  </a:ext>
                </a:extLst>
              </p:cNvPr>
              <p:cNvSpPr txBox="1"/>
              <p:nvPr/>
            </p:nvSpPr>
            <p:spPr>
              <a:xfrm>
                <a:off x="9694209" y="6192980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1F632AC-0580-310E-2662-CFB224D7D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4209" y="6192980"/>
                <a:ext cx="51318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6B5B1E0-0B1B-3F9D-25F9-0116EADC5466}"/>
                  </a:ext>
                </a:extLst>
              </p:cNvPr>
              <p:cNvSpPr txBox="1"/>
              <p:nvPr/>
            </p:nvSpPr>
            <p:spPr>
              <a:xfrm>
                <a:off x="5497632" y="2074047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6B5B1E0-0B1B-3F9D-25F9-0116EADC5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632" y="2074047"/>
                <a:ext cx="51318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7A4BD41-1458-26EE-F8CE-2DADAE230838}"/>
                  </a:ext>
                </a:extLst>
              </p:cNvPr>
              <p:cNvSpPr txBox="1"/>
              <p:nvPr/>
            </p:nvSpPr>
            <p:spPr>
              <a:xfrm>
                <a:off x="4815094" y="6192980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7A4BD41-1458-26EE-F8CE-2DADAE230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094" y="6192980"/>
                <a:ext cx="51318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D3F2B3C-BDA4-0382-59E3-857CE0891930}"/>
                  </a:ext>
                </a:extLst>
              </p:cNvPr>
              <p:cNvSpPr txBox="1"/>
              <p:nvPr/>
            </p:nvSpPr>
            <p:spPr>
              <a:xfrm>
                <a:off x="604020" y="2074047"/>
                <a:ext cx="5131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D3F2B3C-BDA4-0382-59E3-857CE0891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020" y="2074047"/>
                <a:ext cx="513184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CB016D9-8AC6-3B33-BB72-EE4F953D118E}"/>
              </a:ext>
            </a:extLst>
          </p:cNvPr>
          <p:cNvSpPr txBox="1"/>
          <p:nvPr/>
        </p:nvSpPr>
        <p:spPr>
          <a:xfrm>
            <a:off x="9694208" y="2002299"/>
            <a:ext cx="24977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We stop because we are fully labeled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9C729F3-B217-47FB-E8C8-43868E5DF8A9}"/>
              </a:ext>
            </a:extLst>
          </p:cNvPr>
          <p:cNvSpPr/>
          <p:nvPr/>
        </p:nvSpPr>
        <p:spPr>
          <a:xfrm>
            <a:off x="7541033" y="4508152"/>
            <a:ext cx="171694" cy="16692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139D17-E9B3-9A26-E2C4-A120E75C8A04}"/>
              </a:ext>
            </a:extLst>
          </p:cNvPr>
          <p:cNvSpPr txBox="1"/>
          <p:nvPr/>
        </p:nvSpPr>
        <p:spPr>
          <a:xfrm>
            <a:off x="7731285" y="4238855"/>
            <a:ext cx="775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1,2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FA641FC-DE82-CAAD-349F-D4E631678D9E}"/>
              </a:ext>
            </a:extLst>
          </p:cNvPr>
          <p:cNvSpPr/>
          <p:nvPr/>
        </p:nvSpPr>
        <p:spPr>
          <a:xfrm>
            <a:off x="1719624" y="3603356"/>
            <a:ext cx="171694" cy="16692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E53C81-1307-964B-8BF2-2E7A6653F2C9}"/>
              </a:ext>
            </a:extLst>
          </p:cNvPr>
          <p:cNvSpPr txBox="1"/>
          <p:nvPr/>
        </p:nvSpPr>
        <p:spPr>
          <a:xfrm>
            <a:off x="1875965" y="3267884"/>
            <a:ext cx="775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A,B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15CB01-0228-117B-CC3E-B3EE5B02535D}"/>
                  </a:ext>
                </a:extLst>
              </p:cNvPr>
              <p:cNvSpPr txBox="1"/>
              <p:nvPr/>
            </p:nvSpPr>
            <p:spPr>
              <a:xfrm>
                <a:off x="9802066" y="2700237"/>
                <a:ext cx="2252587" cy="6705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15CB01-0228-117B-CC3E-B3EE5B025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2066" y="2700237"/>
                <a:ext cx="2252587" cy="6705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F707F4-0DB7-A663-038F-A668CF55C885}"/>
                  </a:ext>
                </a:extLst>
              </p:cNvPr>
              <p:cNvSpPr txBox="1"/>
              <p:nvPr/>
            </p:nvSpPr>
            <p:spPr>
              <a:xfrm>
                <a:off x="9736772" y="3408123"/>
                <a:ext cx="2252587" cy="670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F707F4-0DB7-A663-038F-A668CF55C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6772" y="3408123"/>
                <a:ext cx="2252587" cy="6705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9C4B54-D96B-A818-D24A-8478C7FDF76D}"/>
                  </a:ext>
                </a:extLst>
              </p:cNvPr>
              <p:cNvSpPr txBox="1"/>
              <p:nvPr/>
            </p:nvSpPr>
            <p:spPr>
              <a:xfrm>
                <a:off x="9755508" y="4391812"/>
                <a:ext cx="2375190" cy="6705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9C4B54-D96B-A818-D24A-8478C7FDF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508" y="4391812"/>
                <a:ext cx="2375190" cy="6705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EF7DA6C-6CD4-FB36-FFB8-B2141680CF98}"/>
                  </a:ext>
                </a:extLst>
              </p:cNvPr>
              <p:cNvSpPr txBox="1"/>
              <p:nvPr/>
            </p:nvSpPr>
            <p:spPr>
              <a:xfrm>
                <a:off x="9736771" y="5062380"/>
                <a:ext cx="2252587" cy="670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EF7DA6C-6CD4-FB36-FFB8-B2141680C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6771" y="5062380"/>
                <a:ext cx="2252587" cy="67050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5EE69BC3-279F-AAD6-A821-C044F22A2524}"/>
              </a:ext>
            </a:extLst>
          </p:cNvPr>
          <p:cNvSpPr txBox="1"/>
          <p:nvPr/>
        </p:nvSpPr>
        <p:spPr>
          <a:xfrm>
            <a:off x="9656074" y="5760255"/>
            <a:ext cx="24977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This is our Nash Equilibrium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6E5919B2-0B9C-4195-E13D-B150808AB4E8}"/>
              </a:ext>
            </a:extLst>
          </p:cNvPr>
          <p:cNvSpPr/>
          <p:nvPr/>
        </p:nvSpPr>
        <p:spPr>
          <a:xfrm rot="5400000">
            <a:off x="10672771" y="4076496"/>
            <a:ext cx="484442" cy="41419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80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9F092-C6F9-D881-6354-9BD6EF823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F89225-CA9A-10E0-CBC5-7339A2E6147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F4744A-E811-E3CE-4BAC-70326501239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227BA0-F6B2-5FBC-8609-82D18638DA1F}"/>
              </a:ext>
            </a:extLst>
          </p:cNvPr>
          <p:cNvSpPr txBox="1"/>
          <p:nvPr/>
        </p:nvSpPr>
        <p:spPr>
          <a:xfrm>
            <a:off x="1532789" y="342307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Brown-von Neumann- Nash Dynamics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E7F55C-6C66-ABB7-D8E5-2484D01D2827}"/>
              </a:ext>
            </a:extLst>
          </p:cNvPr>
          <p:cNvSpPr txBox="1"/>
          <p:nvPr/>
        </p:nvSpPr>
        <p:spPr>
          <a:xfrm>
            <a:off x="170519" y="1807313"/>
            <a:ext cx="1095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use the set of continuous functions that Nash defined for his existence proof: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D31C93-42FD-F34A-1016-47C3062960C8}"/>
                  </a:ext>
                </a:extLst>
              </p:cNvPr>
              <p:cNvSpPr txBox="1"/>
              <p:nvPr/>
            </p:nvSpPr>
            <p:spPr>
              <a:xfrm>
                <a:off x="2517167" y="2268978"/>
                <a:ext cx="6258273" cy="517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 dirty="0">
                              <a:latin typeface="Cambria Math" panose="02040503050406030204" pitchFamily="18" charset="0"/>
                            </a:rPr>
                            <m:t>Payoff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Payoff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D31C93-42FD-F34A-1016-47C306296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167" y="2268978"/>
                <a:ext cx="6258273" cy="5178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FB216F-8FF8-B234-8420-9A5BBD8CBEAD}"/>
                  </a:ext>
                </a:extLst>
              </p:cNvPr>
              <p:cNvSpPr txBox="1"/>
              <p:nvPr/>
            </p:nvSpPr>
            <p:spPr>
              <a:xfrm>
                <a:off x="986946" y="3017605"/>
                <a:ext cx="6258273" cy="411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Payoff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payoff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th Player from playing pure strategy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FB216F-8FF8-B234-8420-9A5BBD8CB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946" y="3017605"/>
                <a:ext cx="6258273" cy="411395"/>
              </a:xfrm>
              <a:prstGeom prst="rect">
                <a:avLst/>
              </a:prstGeom>
              <a:blipFill>
                <a:blip r:embed="rId4"/>
                <a:stretch>
                  <a:fillRect l="-292" b="-19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358746-954F-7246-735F-B4492E56C4AE}"/>
                  </a:ext>
                </a:extLst>
              </p:cNvPr>
              <p:cNvSpPr txBox="1"/>
              <p:nvPr/>
            </p:nvSpPr>
            <p:spPr>
              <a:xfrm>
                <a:off x="986946" y="3429000"/>
                <a:ext cx="62582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Payoff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payoff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th Player from playing strategy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358746-954F-7246-735F-B4492E56C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946" y="3429000"/>
                <a:ext cx="6258273" cy="369332"/>
              </a:xfrm>
              <a:prstGeom prst="rect">
                <a:avLst/>
              </a:prstGeom>
              <a:blipFill>
                <a:blip r:embed="rId5"/>
                <a:stretch>
                  <a:fillRect l="-292" t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4D3B4E-74DD-E2F3-AAF9-9D2E69CBEFB6}"/>
                  </a:ext>
                </a:extLst>
              </p:cNvPr>
              <p:cNvSpPr txBox="1"/>
              <p:nvPr/>
            </p:nvSpPr>
            <p:spPr>
              <a:xfrm>
                <a:off x="986945" y="3798332"/>
                <a:ext cx="7559896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either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or the value gained by switching to pure strategy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4D3B4E-74DD-E2F3-AAF9-9D2E69CBE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945" y="3798332"/>
                <a:ext cx="7559896" cy="391646"/>
              </a:xfrm>
              <a:prstGeom prst="rect">
                <a:avLst/>
              </a:prstGeom>
              <a:blipFill>
                <a:blip r:embed="rId6"/>
                <a:stretch>
                  <a:fillRect t="-4688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2F759D5-C0D9-D78C-2557-529EC2A1BEB1}"/>
                  </a:ext>
                </a:extLst>
              </p:cNvPr>
              <p:cNvSpPr txBox="1"/>
              <p:nvPr/>
            </p:nvSpPr>
            <p:spPr>
              <a:xfrm>
                <a:off x="2517167" y="4904839"/>
                <a:ext cx="6258273" cy="995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2F759D5-C0D9-D78C-2557-529EC2A1B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167" y="4904839"/>
                <a:ext cx="6258273" cy="9950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0FA2D8B3-D402-822F-39B9-84F9FF10F013}"/>
              </a:ext>
            </a:extLst>
          </p:cNvPr>
          <p:cNvSpPr txBox="1"/>
          <p:nvPr/>
        </p:nvSpPr>
        <p:spPr>
          <a:xfrm>
            <a:off x="322919" y="4496689"/>
            <a:ext cx="1095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evolve each player’s probabilities according to the following ODE: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2E06E09-50E8-C2C5-B198-D97BC770A99D}"/>
                  </a:ext>
                </a:extLst>
              </p:cNvPr>
              <p:cNvSpPr txBox="1"/>
              <p:nvPr/>
            </p:nvSpPr>
            <p:spPr>
              <a:xfrm>
                <a:off x="1074030" y="5916359"/>
                <a:ext cx="7559896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the probability that player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chooses strategy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2E06E09-50E8-C2C5-B198-D97BC770A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030" y="5916359"/>
                <a:ext cx="7559896" cy="391646"/>
              </a:xfrm>
              <a:prstGeom prst="rect">
                <a:avLst/>
              </a:prstGeom>
              <a:blipFill>
                <a:blip r:embed="rId8"/>
                <a:stretch>
                  <a:fillRect t="-6250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175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3945</TotalTime>
  <Words>1952</Words>
  <Application>Microsoft Office PowerPoint</Application>
  <PresentationFormat>Widescreen</PresentationFormat>
  <Paragraphs>427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Jacob Wyngaard</cp:lastModifiedBy>
  <cp:revision>42</cp:revision>
  <cp:lastPrinted>2025-08-21T02:00:35Z</cp:lastPrinted>
  <dcterms:created xsi:type="dcterms:W3CDTF">2025-08-20T23:47:39Z</dcterms:created>
  <dcterms:modified xsi:type="dcterms:W3CDTF">2026-03-10T04:32:57Z</dcterms:modified>
</cp:coreProperties>
</file>