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1" r:id="rId2"/>
    <p:sldId id="452" r:id="rId3"/>
    <p:sldId id="453" r:id="rId4"/>
    <p:sldId id="454" r:id="rId5"/>
    <p:sldId id="455" r:id="rId6"/>
    <p:sldId id="457" r:id="rId7"/>
    <p:sldId id="456" r:id="rId8"/>
    <p:sldId id="458" r:id="rId9"/>
    <p:sldId id="411" r:id="rId10"/>
    <p:sldId id="459" r:id="rId11"/>
    <p:sldId id="460" r:id="rId12"/>
    <p:sldId id="462" r:id="rId13"/>
    <p:sldId id="463" r:id="rId14"/>
    <p:sldId id="467" r:id="rId15"/>
    <p:sldId id="470" r:id="rId16"/>
    <p:sldId id="469" r:id="rId17"/>
    <p:sldId id="471" r:id="rId18"/>
    <p:sldId id="432" r:id="rId19"/>
    <p:sldId id="480" r:id="rId20"/>
    <p:sldId id="443" r:id="rId21"/>
    <p:sldId id="481" r:id="rId22"/>
    <p:sldId id="464" r:id="rId23"/>
    <p:sldId id="466" r:id="rId24"/>
    <p:sldId id="468" r:id="rId25"/>
    <p:sldId id="472" r:id="rId26"/>
    <p:sldId id="473" r:id="rId27"/>
    <p:sldId id="477" r:id="rId28"/>
    <p:sldId id="475" r:id="rId29"/>
    <p:sldId id="482" r:id="rId30"/>
    <p:sldId id="478" r:id="rId31"/>
    <p:sldId id="479" r:id="rId32"/>
    <p:sldId id="483" r:id="rId33"/>
    <p:sldId id="484" r:id="rId34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452"/>
            <p14:sldId id="453"/>
            <p14:sldId id="454"/>
            <p14:sldId id="455"/>
            <p14:sldId id="457"/>
            <p14:sldId id="456"/>
            <p14:sldId id="458"/>
            <p14:sldId id="411"/>
            <p14:sldId id="459"/>
            <p14:sldId id="460"/>
            <p14:sldId id="462"/>
            <p14:sldId id="463"/>
            <p14:sldId id="467"/>
            <p14:sldId id="470"/>
            <p14:sldId id="469"/>
            <p14:sldId id="471"/>
            <p14:sldId id="432"/>
            <p14:sldId id="480"/>
            <p14:sldId id="443"/>
            <p14:sldId id="481"/>
            <p14:sldId id="464"/>
            <p14:sldId id="466"/>
            <p14:sldId id="468"/>
            <p14:sldId id="472"/>
            <p14:sldId id="473"/>
            <p14:sldId id="477"/>
            <p14:sldId id="475"/>
            <p14:sldId id="482"/>
            <p14:sldId id="478"/>
            <p14:sldId id="479"/>
            <p14:sldId id="483"/>
            <p14:sldId id="4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DC6A92-84C8-49FC-B340-4D4C342CD1A9}" v="916" dt="2026-04-13T04:12:49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9673" autoAdjust="0"/>
  </p:normalViewPr>
  <p:slideViewPr>
    <p:cSldViewPr snapToGrid="0">
      <p:cViewPr varScale="1">
        <p:scale>
          <a:sx n="99" d="100"/>
          <a:sy n="99" d="100"/>
        </p:scale>
        <p:origin x="312" y="84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modSection">
      <pc:chgData name="Jacob Wyngaard" userId="6181fcd471e98458" providerId="LiveId" clId="{788BA123-62C9-4DDC-86E5-A6BCA4600216}" dt="2026-04-13T04:15:33.982" v="2397" actId="14826"/>
      <pc:docMkLst>
        <pc:docMk/>
      </pc:docMkLst>
      <pc:sldChg chg="addSp delSp modSp mod">
        <pc:chgData name="Jacob Wyngaard" userId="6181fcd471e98458" providerId="LiveId" clId="{788BA123-62C9-4DDC-86E5-A6BCA4600216}" dt="2026-04-13T04:11:31.624" v="2319" actId="1076"/>
        <pc:sldMkLst>
          <pc:docMk/>
          <pc:sldMk cId="606609933" sldId="291"/>
        </pc:sldMkLst>
        <pc:spChg chg="add del">
          <ac:chgData name="Jacob Wyngaard" userId="6181fcd471e98458" providerId="LiveId" clId="{788BA123-62C9-4DDC-86E5-A6BCA4600216}" dt="2026-04-13T04:10:21.826" v="2256" actId="478"/>
          <ac:spMkLst>
            <pc:docMk/>
            <pc:sldMk cId="606609933" sldId="291"/>
            <ac:spMk id="3" creationId="{CD23E35E-C834-551D-4028-5965F4BDE203}"/>
          </ac:spMkLst>
        </pc:spChg>
        <pc:spChg chg="add mod">
          <ac:chgData name="Jacob Wyngaard" userId="6181fcd471e98458" providerId="LiveId" clId="{788BA123-62C9-4DDC-86E5-A6BCA4600216}" dt="2026-04-13T04:11:14.143" v="2290" actId="1076"/>
          <ac:spMkLst>
            <pc:docMk/>
            <pc:sldMk cId="606609933" sldId="291"/>
            <ac:spMk id="10" creationId="{C6BDA09F-627C-8FDA-D7A1-E0E80D1E38CA}"/>
          </ac:spMkLst>
        </pc:spChg>
        <pc:spChg chg="add mod">
          <ac:chgData name="Jacob Wyngaard" userId="6181fcd471e98458" providerId="LiveId" clId="{788BA123-62C9-4DDC-86E5-A6BCA4600216}" dt="2026-04-13T04:11:28.839" v="2318" actId="20577"/>
          <ac:spMkLst>
            <pc:docMk/>
            <pc:sldMk cId="606609933" sldId="291"/>
            <ac:spMk id="11" creationId="{F86DC52F-DB46-E6EB-3D90-B7847A7A2EC1}"/>
          </ac:spMkLst>
        </pc:spChg>
        <pc:picChg chg="add mod modCrop">
          <ac:chgData name="Jacob Wyngaard" userId="6181fcd471e98458" providerId="LiveId" clId="{788BA123-62C9-4DDC-86E5-A6BCA4600216}" dt="2026-04-13T04:11:31.624" v="2319" actId="1076"/>
          <ac:picMkLst>
            <pc:docMk/>
            <pc:sldMk cId="606609933" sldId="291"/>
            <ac:picMk id="7" creationId="{7C27AC2D-996B-CA0D-E7B5-DAA84C8F17A1}"/>
          </ac:picMkLst>
        </pc:picChg>
      </pc:sldChg>
      <pc:sldChg chg="modSp mod">
        <pc:chgData name="Jacob Wyngaard" userId="6181fcd471e98458" providerId="LiveId" clId="{788BA123-62C9-4DDC-86E5-A6BCA4600216}" dt="2026-04-12T18:46:04.324" v="10" actId="6549"/>
        <pc:sldMkLst>
          <pc:docMk/>
          <pc:sldMk cId="3839078269" sldId="452"/>
        </pc:sldMkLst>
        <pc:spChg chg="mod">
          <ac:chgData name="Jacob Wyngaard" userId="6181fcd471e98458" providerId="LiveId" clId="{788BA123-62C9-4DDC-86E5-A6BCA4600216}" dt="2026-04-12T18:46:04.324" v="10" actId="6549"/>
          <ac:spMkLst>
            <pc:docMk/>
            <pc:sldMk cId="3839078269" sldId="452"/>
            <ac:spMk id="2" creationId="{2B453855-A821-5963-97E5-90B9E5014546}"/>
          </ac:spMkLst>
        </pc:spChg>
      </pc:sldChg>
      <pc:sldChg chg="addSp delSp modSp add del mod">
        <pc:chgData name="Jacob Wyngaard" userId="6181fcd471e98458" providerId="LiveId" clId="{788BA123-62C9-4DDC-86E5-A6BCA4600216}" dt="2026-04-12T21:44:09.412" v="659" actId="47"/>
        <pc:sldMkLst>
          <pc:docMk/>
          <pc:sldMk cId="1607430679" sldId="460"/>
        </pc:sldMkLst>
        <pc:spChg chg="add mod">
          <ac:chgData name="Jacob Wyngaard" userId="6181fcd471e98458" providerId="LiveId" clId="{788BA123-62C9-4DDC-86E5-A6BCA4600216}" dt="2026-04-12T20:10:32.687" v="271" actId="1076"/>
          <ac:spMkLst>
            <pc:docMk/>
            <pc:sldMk cId="1607430679" sldId="460"/>
            <ac:spMk id="2" creationId="{8B323376-9C6C-88D9-888F-61FFB85B14E3}"/>
          </ac:spMkLst>
        </pc:spChg>
        <pc:spChg chg="add del mod">
          <ac:chgData name="Jacob Wyngaard" userId="6181fcd471e98458" providerId="LiveId" clId="{788BA123-62C9-4DDC-86E5-A6BCA4600216}" dt="2026-04-12T20:11:03.040" v="276" actId="20577"/>
          <ac:spMkLst>
            <pc:docMk/>
            <pc:sldMk cId="1607430679" sldId="460"/>
            <ac:spMk id="3" creationId="{85094BB9-F5D5-EBA4-9D45-1FA8B0209203}"/>
          </ac:spMkLst>
        </pc:spChg>
        <pc:spChg chg="add mod">
          <ac:chgData name="Jacob Wyngaard" userId="6181fcd471e98458" providerId="LiveId" clId="{788BA123-62C9-4DDC-86E5-A6BCA4600216}" dt="2026-04-12T20:11:12.195" v="281" actId="20577"/>
          <ac:spMkLst>
            <pc:docMk/>
            <pc:sldMk cId="1607430679" sldId="460"/>
            <ac:spMk id="4" creationId="{A41D652B-D165-B0E4-89D4-7E69B8A11411}"/>
          </ac:spMkLst>
        </pc:spChg>
        <pc:spChg chg="add del mod">
          <ac:chgData name="Jacob Wyngaard" userId="6181fcd471e98458" providerId="LiveId" clId="{788BA123-62C9-4DDC-86E5-A6BCA4600216}" dt="2026-04-12T20:09:21.949" v="254" actId="478"/>
          <ac:spMkLst>
            <pc:docMk/>
            <pc:sldMk cId="1607430679" sldId="460"/>
            <ac:spMk id="5" creationId="{2C711886-59DE-8C02-A3B6-E1BC730A90D7}"/>
          </ac:spMkLst>
        </pc:spChg>
        <pc:spChg chg="add del mod">
          <ac:chgData name="Jacob Wyngaard" userId="6181fcd471e98458" providerId="LiveId" clId="{788BA123-62C9-4DDC-86E5-A6BCA4600216}" dt="2026-04-12T20:09:20.657" v="253" actId="478"/>
          <ac:spMkLst>
            <pc:docMk/>
            <pc:sldMk cId="1607430679" sldId="460"/>
            <ac:spMk id="7" creationId="{466F3FBA-EF3D-BF3E-EAFA-287A08F38731}"/>
          </ac:spMkLst>
        </pc:spChg>
        <pc:spChg chg="add del mod">
          <ac:chgData name="Jacob Wyngaard" userId="6181fcd471e98458" providerId="LiveId" clId="{788BA123-62C9-4DDC-86E5-A6BCA4600216}" dt="2026-04-12T20:09:25.206" v="257" actId="478"/>
          <ac:spMkLst>
            <pc:docMk/>
            <pc:sldMk cId="1607430679" sldId="460"/>
            <ac:spMk id="9" creationId="{1D89AA4A-6440-B186-CC0C-EED968C64915}"/>
          </ac:spMkLst>
        </pc:spChg>
        <pc:spChg chg="add mod">
          <ac:chgData name="Jacob Wyngaard" userId="6181fcd471e98458" providerId="LiveId" clId="{788BA123-62C9-4DDC-86E5-A6BCA4600216}" dt="2026-04-12T20:11:18.993" v="287" actId="20577"/>
          <ac:spMkLst>
            <pc:docMk/>
            <pc:sldMk cId="1607430679" sldId="460"/>
            <ac:spMk id="10" creationId="{1F4D30EA-6247-9B61-4DD2-920D0B6B0849}"/>
          </ac:spMkLst>
        </pc:spChg>
        <pc:spChg chg="add mod">
          <ac:chgData name="Jacob Wyngaard" userId="6181fcd471e98458" providerId="LiveId" clId="{788BA123-62C9-4DDC-86E5-A6BCA4600216}" dt="2026-04-12T20:11:15.708" v="284" actId="20577"/>
          <ac:spMkLst>
            <pc:docMk/>
            <pc:sldMk cId="1607430679" sldId="460"/>
            <ac:spMk id="11" creationId="{2E735909-EBCE-00A8-24F7-5BCCFF784A8C}"/>
          </ac:spMkLst>
        </pc:spChg>
        <pc:spChg chg="add mod">
          <ac:chgData name="Jacob Wyngaard" userId="6181fcd471e98458" providerId="LiveId" clId="{788BA123-62C9-4DDC-86E5-A6BCA4600216}" dt="2026-04-12T20:11:22.450" v="290" actId="20577"/>
          <ac:spMkLst>
            <pc:docMk/>
            <pc:sldMk cId="1607430679" sldId="460"/>
            <ac:spMk id="12" creationId="{92ED627B-3AC1-9CDE-EBFC-7B951F0B036D}"/>
          </ac:spMkLst>
        </pc:spChg>
        <pc:spChg chg="add mod">
          <ac:chgData name="Jacob Wyngaard" userId="6181fcd471e98458" providerId="LiveId" clId="{788BA123-62C9-4DDC-86E5-A6BCA4600216}" dt="2026-04-12T20:15:08.531" v="420" actId="20577"/>
          <ac:spMkLst>
            <pc:docMk/>
            <pc:sldMk cId="1607430679" sldId="460"/>
            <ac:spMk id="13" creationId="{39D9F4FB-732E-B47E-DE91-8B3AB1B5D7F9}"/>
          </ac:spMkLst>
        </pc:spChg>
        <pc:spChg chg="add del mod">
          <ac:chgData name="Jacob Wyngaard" userId="6181fcd471e98458" providerId="LiveId" clId="{788BA123-62C9-4DDC-86E5-A6BCA4600216}" dt="2026-04-12T20:12:16.763" v="305" actId="478"/>
          <ac:spMkLst>
            <pc:docMk/>
            <pc:sldMk cId="1607430679" sldId="460"/>
            <ac:spMk id="14" creationId="{0EA4A3C9-66AB-B542-7161-86656D954EF3}"/>
          </ac:spMkLst>
        </pc:spChg>
        <pc:spChg chg="add del mod">
          <ac:chgData name="Jacob Wyngaard" userId="6181fcd471e98458" providerId="LiveId" clId="{788BA123-62C9-4DDC-86E5-A6BCA4600216}" dt="2026-04-12T20:12:15.312" v="304" actId="478"/>
          <ac:spMkLst>
            <pc:docMk/>
            <pc:sldMk cId="1607430679" sldId="460"/>
            <ac:spMk id="15" creationId="{A2F7ECA6-8DDD-15E8-1696-97A493A484A5}"/>
          </ac:spMkLst>
        </pc:spChg>
        <pc:spChg chg="add del mod">
          <ac:chgData name="Jacob Wyngaard" userId="6181fcd471e98458" providerId="LiveId" clId="{788BA123-62C9-4DDC-86E5-A6BCA4600216}" dt="2026-04-12T20:12:17.737" v="306" actId="478"/>
          <ac:spMkLst>
            <pc:docMk/>
            <pc:sldMk cId="1607430679" sldId="460"/>
            <ac:spMk id="16" creationId="{CCBDA556-429A-4D8B-9A3C-308F5522C517}"/>
          </ac:spMkLst>
        </pc:spChg>
        <pc:spChg chg="add mod">
          <ac:chgData name="Jacob Wyngaard" userId="6181fcd471e98458" providerId="LiveId" clId="{788BA123-62C9-4DDC-86E5-A6BCA4600216}" dt="2026-04-12T20:15:19.471" v="428" actId="20577"/>
          <ac:spMkLst>
            <pc:docMk/>
            <pc:sldMk cId="1607430679" sldId="460"/>
            <ac:spMk id="17" creationId="{36346F28-A415-4B4E-F226-B84ACE6749CF}"/>
          </ac:spMkLst>
        </pc:spChg>
        <pc:spChg chg="add mod">
          <ac:chgData name="Jacob Wyngaard" userId="6181fcd471e98458" providerId="LiveId" clId="{788BA123-62C9-4DDC-86E5-A6BCA4600216}" dt="2026-04-12T20:15:13.951" v="424" actId="20577"/>
          <ac:spMkLst>
            <pc:docMk/>
            <pc:sldMk cId="1607430679" sldId="460"/>
            <ac:spMk id="18" creationId="{1C656C5C-8B9F-90E0-E47A-604653AC00A3}"/>
          </ac:spMkLst>
        </pc:spChg>
        <pc:spChg chg="add mod">
          <ac:chgData name="Jacob Wyngaard" userId="6181fcd471e98458" providerId="LiveId" clId="{788BA123-62C9-4DDC-86E5-A6BCA4600216}" dt="2026-04-12T20:15:22.232" v="430" actId="20577"/>
          <ac:spMkLst>
            <pc:docMk/>
            <pc:sldMk cId="1607430679" sldId="460"/>
            <ac:spMk id="19" creationId="{BFE1F028-723F-E426-5BCE-A4314A5149AB}"/>
          </ac:spMkLst>
        </pc:spChg>
        <pc:spChg chg="mod">
          <ac:chgData name="Jacob Wyngaard" userId="6181fcd471e98458" providerId="LiveId" clId="{788BA123-62C9-4DDC-86E5-A6BCA4600216}" dt="2026-04-12T20:13:24.362" v="364" actId="20577"/>
          <ac:spMkLst>
            <pc:docMk/>
            <pc:sldMk cId="1607430679" sldId="460"/>
            <ac:spMk id="23" creationId="{8C2B8190-8D3D-C792-351B-0D272E0F16BE}"/>
          </ac:spMkLst>
        </pc:spChg>
        <pc:spChg chg="mod">
          <ac:chgData name="Jacob Wyngaard" userId="6181fcd471e98458" providerId="LiveId" clId="{788BA123-62C9-4DDC-86E5-A6BCA4600216}" dt="2026-04-12T20:13:38.983" v="418" actId="20577"/>
          <ac:spMkLst>
            <pc:docMk/>
            <pc:sldMk cId="1607430679" sldId="460"/>
            <ac:spMk id="24" creationId="{F825748D-A705-2873-3F4A-BC5D81C60D2A}"/>
          </ac:spMkLst>
        </pc:spChg>
        <pc:spChg chg="del">
          <ac:chgData name="Jacob Wyngaard" userId="6181fcd471e98458" providerId="LiveId" clId="{788BA123-62C9-4DDC-86E5-A6BCA4600216}" dt="2026-04-12T20:05:35.050" v="43" actId="478"/>
          <ac:spMkLst>
            <pc:docMk/>
            <pc:sldMk cId="1607430679" sldId="460"/>
            <ac:spMk id="25" creationId="{32D22159-4839-B295-4AA0-E567E480B3D3}"/>
          </ac:spMkLst>
        </pc:spChg>
        <pc:spChg chg="del">
          <ac:chgData name="Jacob Wyngaard" userId="6181fcd471e98458" providerId="LiveId" clId="{788BA123-62C9-4DDC-86E5-A6BCA4600216}" dt="2026-04-12T20:05:08.603" v="42" actId="478"/>
          <ac:spMkLst>
            <pc:docMk/>
            <pc:sldMk cId="1607430679" sldId="460"/>
            <ac:spMk id="26" creationId="{520B8109-9F26-F9D1-905B-EC72055476B1}"/>
          </ac:spMkLst>
        </pc:spChg>
        <pc:spChg chg="mod">
          <ac:chgData name="Jacob Wyngaard" userId="6181fcd471e98458" providerId="LiveId" clId="{788BA123-62C9-4DDC-86E5-A6BCA4600216}" dt="2026-04-12T20:07:01.648" v="133" actId="20577"/>
          <ac:spMkLst>
            <pc:docMk/>
            <pc:sldMk cId="1607430679" sldId="460"/>
            <ac:spMk id="27" creationId="{89CAEEBF-BE75-7F8C-9960-8C320A7AC5AC}"/>
          </ac:spMkLst>
        </pc:spChg>
        <pc:spChg chg="mod">
          <ac:chgData name="Jacob Wyngaard" userId="6181fcd471e98458" providerId="LiveId" clId="{788BA123-62C9-4DDC-86E5-A6BCA4600216}" dt="2026-04-12T20:07:07.295" v="134" actId="1076"/>
          <ac:spMkLst>
            <pc:docMk/>
            <pc:sldMk cId="1607430679" sldId="460"/>
            <ac:spMk id="28" creationId="{3E0F0B3A-4021-5EBC-353F-C5522C3FC351}"/>
          </ac:spMkLst>
        </pc:spChg>
        <pc:spChg chg="mod">
          <ac:chgData name="Jacob Wyngaard" userId="6181fcd471e98458" providerId="LiveId" clId="{788BA123-62C9-4DDC-86E5-A6BCA4600216}" dt="2026-04-12T20:07:07.295" v="134" actId="1076"/>
          <ac:spMkLst>
            <pc:docMk/>
            <pc:sldMk cId="1607430679" sldId="460"/>
            <ac:spMk id="29" creationId="{0051BF22-44A4-4B3D-4C25-B2AD7B383F7A}"/>
          </ac:spMkLst>
        </pc:spChg>
        <pc:spChg chg="mod">
          <ac:chgData name="Jacob Wyngaard" userId="6181fcd471e98458" providerId="LiveId" clId="{788BA123-62C9-4DDC-86E5-A6BCA4600216}" dt="2026-04-12T20:10:30.126" v="270" actId="1076"/>
          <ac:spMkLst>
            <pc:docMk/>
            <pc:sldMk cId="1607430679" sldId="460"/>
            <ac:spMk id="30" creationId="{56EE0B20-4A2B-9C03-28DB-20D68497DB11}"/>
          </ac:spMkLst>
        </pc:spChg>
        <pc:spChg chg="mod">
          <ac:chgData name="Jacob Wyngaard" userId="6181fcd471e98458" providerId="LiveId" clId="{788BA123-62C9-4DDC-86E5-A6BCA4600216}" dt="2026-04-12T20:10:30.126" v="270" actId="1076"/>
          <ac:spMkLst>
            <pc:docMk/>
            <pc:sldMk cId="1607430679" sldId="460"/>
            <ac:spMk id="31" creationId="{9307EFAC-EA61-8565-81A2-88C1E4F48F8F}"/>
          </ac:spMkLst>
        </pc:spChg>
      </pc:sldChg>
      <pc:sldChg chg="addSp delSp modSp add del mod">
        <pc:chgData name="Jacob Wyngaard" userId="6181fcd471e98458" providerId="LiveId" clId="{788BA123-62C9-4DDC-86E5-A6BCA4600216}" dt="2026-04-12T20:32:46.926" v="615" actId="47"/>
        <pc:sldMkLst>
          <pc:docMk/>
          <pc:sldMk cId="2421106634" sldId="461"/>
        </pc:sldMkLst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2" creationId="{05CAFBF7-BCFF-C1EF-8E58-559B243199AF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3" creationId="{5A22B091-4AEF-CA58-5A1B-5071D8AB751B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4" creationId="{711776FC-9C4A-5C35-5E4E-F8CA0E03B9A5}"/>
          </ac:spMkLst>
        </pc:spChg>
        <pc:spChg chg="add mod">
          <ac:chgData name="Jacob Wyngaard" userId="6181fcd471e98458" providerId="LiveId" clId="{788BA123-62C9-4DDC-86E5-A6BCA4600216}" dt="2026-04-12T20:20:27.478" v="499" actId="1076"/>
          <ac:spMkLst>
            <pc:docMk/>
            <pc:sldMk cId="2421106634" sldId="461"/>
            <ac:spMk id="9" creationId="{86464A7E-A898-1803-383E-9D194AC91245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17" creationId="{E1139F3E-EA46-0D10-B724-E81CAB70372F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18" creationId="{BB219031-D54D-772E-DB61-355B16E72A19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19" creationId="{5AAC0262-87DF-E566-915B-C6B508FFB325}"/>
          </ac:spMkLst>
        </pc:spChg>
        <pc:spChg chg="mod">
          <ac:chgData name="Jacob Wyngaard" userId="6181fcd471e98458" providerId="LiveId" clId="{788BA123-62C9-4DDC-86E5-A6BCA4600216}" dt="2026-04-12T20:16:38.758" v="469" actId="1076"/>
          <ac:spMkLst>
            <pc:docMk/>
            <pc:sldMk cId="2421106634" sldId="461"/>
            <ac:spMk id="23" creationId="{46A468EF-C56E-9F4D-C288-20A339297BFA}"/>
          </ac:spMkLst>
        </pc:spChg>
        <pc:spChg chg="del mod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27" creationId="{3727EE34-C6C9-904E-DB03-784291775642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28" creationId="{79F78FDB-D62F-C673-AE96-C9A9BA33B3EF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29" creationId="{C7291BB0-5234-AF89-82FB-270AB2502A22}"/>
          </ac:spMkLst>
        </pc:spChg>
        <pc:spChg chg="del">
          <ac:chgData name="Jacob Wyngaard" userId="6181fcd471e98458" providerId="LiveId" clId="{788BA123-62C9-4DDC-86E5-A6BCA4600216}" dt="2026-04-12T20:19:25.316" v="471" actId="478"/>
          <ac:spMkLst>
            <pc:docMk/>
            <pc:sldMk cId="2421106634" sldId="461"/>
            <ac:spMk id="31" creationId="{08EEC795-CE32-6F10-F401-97109AE93984}"/>
          </ac:spMkLst>
        </pc:spChg>
        <pc:picChg chg="add mod">
          <ac:chgData name="Jacob Wyngaard" userId="6181fcd471e98458" providerId="LiveId" clId="{788BA123-62C9-4DDC-86E5-A6BCA4600216}" dt="2026-04-12T20:20:01.743" v="478" actId="1076"/>
          <ac:picMkLst>
            <pc:docMk/>
            <pc:sldMk cId="2421106634" sldId="461"/>
            <ac:picMk id="7" creationId="{67A9E251-4AF6-20AC-B447-95F178C1B5CF}"/>
          </ac:picMkLst>
        </pc:picChg>
      </pc:sldChg>
      <pc:sldChg chg="addSp delSp modSp add mod ord">
        <pc:chgData name="Jacob Wyngaard" userId="6181fcd471e98458" providerId="LiveId" clId="{788BA123-62C9-4DDC-86E5-A6BCA4600216}" dt="2026-04-12T20:32:32.109" v="613"/>
        <pc:sldMkLst>
          <pc:docMk/>
          <pc:sldMk cId="1959057364" sldId="462"/>
        </pc:sldMkLst>
        <pc:spChg chg="mod">
          <ac:chgData name="Jacob Wyngaard" userId="6181fcd471e98458" providerId="LiveId" clId="{788BA123-62C9-4DDC-86E5-A6BCA4600216}" dt="2026-04-12T20:31:09.225" v="589" actId="1076"/>
          <ac:spMkLst>
            <pc:docMk/>
            <pc:sldMk cId="1959057364" sldId="462"/>
            <ac:spMk id="9" creationId="{296175E1-4631-4817-7197-22C3C9A9BC1F}"/>
          </ac:spMkLst>
        </pc:spChg>
        <pc:spChg chg="add mod">
          <ac:chgData name="Jacob Wyngaard" userId="6181fcd471e98458" providerId="LiveId" clId="{788BA123-62C9-4DDC-86E5-A6BCA4600216}" dt="2026-04-12T20:31:39.373" v="610" actId="1076"/>
          <ac:spMkLst>
            <pc:docMk/>
            <pc:sldMk cId="1959057364" sldId="462"/>
            <ac:spMk id="13" creationId="{367FBF6B-9F76-108A-F270-1F461A83CA1C}"/>
          </ac:spMkLst>
        </pc:spChg>
        <pc:spChg chg="mod">
          <ac:chgData name="Jacob Wyngaard" userId="6181fcd471e98458" providerId="LiveId" clId="{788BA123-62C9-4DDC-86E5-A6BCA4600216}" dt="2026-04-12T20:30:06.652" v="510" actId="1076"/>
          <ac:spMkLst>
            <pc:docMk/>
            <pc:sldMk cId="1959057364" sldId="462"/>
            <ac:spMk id="23" creationId="{4D2C97EE-5910-A8AA-9AB3-B9EEFF6339B1}"/>
          </ac:spMkLst>
        </pc:spChg>
        <pc:picChg chg="add del mod">
          <ac:chgData name="Jacob Wyngaard" userId="6181fcd471e98458" providerId="LiveId" clId="{788BA123-62C9-4DDC-86E5-A6BCA4600216}" dt="2026-04-12T20:25:03.283" v="505" actId="478"/>
          <ac:picMkLst>
            <pc:docMk/>
            <pc:sldMk cId="1959057364" sldId="462"/>
            <ac:picMk id="2" creationId="{DAEC4978-91C4-D3E4-227D-769D049471CC}"/>
          </ac:picMkLst>
        </pc:picChg>
        <pc:picChg chg="add del">
          <ac:chgData name="Jacob Wyngaard" userId="6181fcd471e98458" providerId="LiveId" clId="{788BA123-62C9-4DDC-86E5-A6BCA4600216}" dt="2026-04-12T20:29:46.252" v="507" actId="478"/>
          <ac:picMkLst>
            <pc:docMk/>
            <pc:sldMk cId="1959057364" sldId="462"/>
            <ac:picMk id="4" creationId="{2A29FAEA-B653-056B-5A82-6C93F2FCE65B}"/>
          </ac:picMkLst>
        </pc:picChg>
        <pc:picChg chg="mod">
          <ac:chgData name="Jacob Wyngaard" userId="6181fcd471e98458" providerId="LiveId" clId="{788BA123-62C9-4DDC-86E5-A6BCA4600216}" dt="2026-04-12T20:24:57.722" v="501" actId="14100"/>
          <ac:picMkLst>
            <pc:docMk/>
            <pc:sldMk cId="1959057364" sldId="462"/>
            <ac:picMk id="7" creationId="{26CB1B4F-48BF-4810-E795-ED1904ED5768}"/>
          </ac:picMkLst>
        </pc:picChg>
        <pc:picChg chg="add mod">
          <ac:chgData name="Jacob Wyngaard" userId="6181fcd471e98458" providerId="LiveId" clId="{788BA123-62C9-4DDC-86E5-A6BCA4600216}" dt="2026-04-12T20:32:23.950" v="611" actId="14826"/>
          <ac:picMkLst>
            <pc:docMk/>
            <pc:sldMk cId="1959057364" sldId="462"/>
            <ac:picMk id="10" creationId="{265B2FC2-184D-0BF9-8115-7564FDC77AF5}"/>
          </ac:picMkLst>
        </pc:picChg>
        <pc:picChg chg="add del">
          <ac:chgData name="Jacob Wyngaard" userId="6181fcd471e98458" providerId="LiveId" clId="{788BA123-62C9-4DDC-86E5-A6BCA4600216}" dt="2026-04-12T20:31:17.677" v="591" actId="22"/>
          <ac:picMkLst>
            <pc:docMk/>
            <pc:sldMk cId="1959057364" sldId="462"/>
            <ac:picMk id="12" creationId="{1BE33598-E0D4-A619-B6BE-5389BDC68B79}"/>
          </ac:picMkLst>
        </pc:picChg>
      </pc:sldChg>
      <pc:sldChg chg="addSp delSp modSp add mod">
        <pc:chgData name="Jacob Wyngaard" userId="6181fcd471e98458" providerId="LiveId" clId="{788BA123-62C9-4DDC-86E5-A6BCA4600216}" dt="2026-04-13T03:33:11.679" v="1903" actId="1076"/>
        <pc:sldMkLst>
          <pc:docMk/>
          <pc:sldMk cId="2121292761" sldId="463"/>
        </pc:sldMkLst>
        <pc:spChg chg="add mod">
          <ac:chgData name="Jacob Wyngaard" userId="6181fcd471e98458" providerId="LiveId" clId="{788BA123-62C9-4DDC-86E5-A6BCA4600216}" dt="2026-04-13T03:31:32.388" v="1712" actId="1076"/>
          <ac:spMkLst>
            <pc:docMk/>
            <pc:sldMk cId="2121292761" sldId="463"/>
            <ac:spMk id="4" creationId="{BCD898AB-C2D0-E512-8F1D-0C2EBEFB7683}"/>
          </ac:spMkLst>
        </pc:spChg>
        <pc:spChg chg="add mod">
          <ac:chgData name="Jacob Wyngaard" userId="6181fcd471e98458" providerId="LiveId" clId="{788BA123-62C9-4DDC-86E5-A6BCA4600216}" dt="2026-04-13T03:33:05.860" v="1902" actId="122"/>
          <ac:spMkLst>
            <pc:docMk/>
            <pc:sldMk cId="2121292761" sldId="463"/>
            <ac:spMk id="5" creationId="{3ABED517-3C68-A4FA-965E-CF5E85D620A5}"/>
          </ac:spMkLst>
        </pc:spChg>
        <pc:spChg chg="del mod">
          <ac:chgData name="Jacob Wyngaard" userId="6181fcd471e98458" providerId="LiveId" clId="{788BA123-62C9-4DDC-86E5-A6BCA4600216}" dt="2026-04-13T03:27:21.791" v="1621" actId="478"/>
          <ac:spMkLst>
            <pc:docMk/>
            <pc:sldMk cId="2121292761" sldId="463"/>
            <ac:spMk id="9" creationId="{A3D571CB-ED31-AB5E-8622-27A492F9ED56}"/>
          </ac:spMkLst>
        </pc:spChg>
        <pc:spChg chg="mod">
          <ac:chgData name="Jacob Wyngaard" userId="6181fcd471e98458" providerId="LiveId" clId="{788BA123-62C9-4DDC-86E5-A6BCA4600216}" dt="2026-04-13T03:30:09.269" v="1678" actId="20577"/>
          <ac:spMkLst>
            <pc:docMk/>
            <pc:sldMk cId="2121292761" sldId="463"/>
            <ac:spMk id="13" creationId="{EE53E89F-14AD-3C18-13FF-D0E9FA79D4F4}"/>
          </ac:spMkLst>
        </pc:spChg>
        <pc:spChg chg="mod">
          <ac:chgData name="Jacob Wyngaard" userId="6181fcd471e98458" providerId="LiveId" clId="{788BA123-62C9-4DDC-86E5-A6BCA4600216}" dt="2026-04-12T20:34:23.385" v="657" actId="20577"/>
          <ac:spMkLst>
            <pc:docMk/>
            <pc:sldMk cId="2121292761" sldId="463"/>
            <ac:spMk id="23" creationId="{C4171BD1-1E5E-55CE-1155-40E11FBF78B2}"/>
          </ac:spMkLst>
        </pc:spChg>
        <pc:picChg chg="add mod">
          <ac:chgData name="Jacob Wyngaard" userId="6181fcd471e98458" providerId="LiveId" clId="{788BA123-62C9-4DDC-86E5-A6BCA4600216}" dt="2026-04-13T03:33:11.679" v="1903" actId="1076"/>
          <ac:picMkLst>
            <pc:docMk/>
            <pc:sldMk cId="2121292761" sldId="463"/>
            <ac:picMk id="3" creationId="{E5DFDD46-6C9B-1578-F981-7F29120F9351}"/>
          </ac:picMkLst>
        </pc:picChg>
        <pc:picChg chg="del mod">
          <ac:chgData name="Jacob Wyngaard" userId="6181fcd471e98458" providerId="LiveId" clId="{788BA123-62C9-4DDC-86E5-A6BCA4600216}" dt="2026-04-13T03:27:02.227" v="1606" actId="478"/>
          <ac:picMkLst>
            <pc:docMk/>
            <pc:sldMk cId="2121292761" sldId="463"/>
            <ac:picMk id="7" creationId="{855BD46F-F2F5-92F7-6406-1557CD63D209}"/>
          </ac:picMkLst>
        </pc:picChg>
        <pc:picChg chg="del">
          <ac:chgData name="Jacob Wyngaard" userId="6181fcd471e98458" providerId="LiveId" clId="{788BA123-62C9-4DDC-86E5-A6BCA4600216}" dt="2026-04-13T03:27:02.719" v="1607" actId="478"/>
          <ac:picMkLst>
            <pc:docMk/>
            <pc:sldMk cId="2121292761" sldId="463"/>
            <ac:picMk id="10" creationId="{A28F1323-E40D-8472-2AB8-CFC577A04F1B}"/>
          </ac:picMkLst>
        </pc:picChg>
      </pc:sldChg>
      <pc:sldChg chg="delSp modSp add mod">
        <pc:chgData name="Jacob Wyngaard" userId="6181fcd471e98458" providerId="LiveId" clId="{788BA123-62C9-4DDC-86E5-A6BCA4600216}" dt="2026-04-12T22:38:47.722" v="1170" actId="20577"/>
        <pc:sldMkLst>
          <pc:docMk/>
          <pc:sldMk cId="4150287724" sldId="464"/>
        </pc:sldMkLst>
        <pc:spChg chg="mod">
          <ac:chgData name="Jacob Wyngaard" userId="6181fcd471e98458" providerId="LiveId" clId="{788BA123-62C9-4DDC-86E5-A6BCA4600216}" dt="2026-04-12T22:38:47.722" v="1170" actId="20577"/>
          <ac:spMkLst>
            <pc:docMk/>
            <pc:sldMk cId="4150287724" sldId="464"/>
            <ac:spMk id="9" creationId="{F53DD4BA-4259-6581-8ECA-CF28FBF6EFC2}"/>
          </ac:spMkLst>
        </pc:spChg>
        <pc:spChg chg="del">
          <ac:chgData name="Jacob Wyngaard" userId="6181fcd471e98458" providerId="LiveId" clId="{788BA123-62C9-4DDC-86E5-A6BCA4600216}" dt="2026-04-12T22:35:23.910" v="1044" actId="478"/>
          <ac:spMkLst>
            <pc:docMk/>
            <pc:sldMk cId="4150287724" sldId="464"/>
            <ac:spMk id="13" creationId="{DA72424C-73BD-F99E-396D-7BFBA3097E29}"/>
          </ac:spMkLst>
        </pc:spChg>
        <pc:spChg chg="mod">
          <ac:chgData name="Jacob Wyngaard" userId="6181fcd471e98458" providerId="LiveId" clId="{788BA123-62C9-4DDC-86E5-A6BCA4600216}" dt="2026-04-12T22:01:24.340" v="706" actId="20577"/>
          <ac:spMkLst>
            <pc:docMk/>
            <pc:sldMk cId="4150287724" sldId="464"/>
            <ac:spMk id="23" creationId="{25A08A88-F91C-ABE3-9BB6-ADF8713F1E0D}"/>
          </ac:spMkLst>
        </pc:spChg>
        <pc:picChg chg="del">
          <ac:chgData name="Jacob Wyngaard" userId="6181fcd471e98458" providerId="LiveId" clId="{788BA123-62C9-4DDC-86E5-A6BCA4600216}" dt="2026-04-12T22:30:11.155" v="707" actId="478"/>
          <ac:picMkLst>
            <pc:docMk/>
            <pc:sldMk cId="4150287724" sldId="464"/>
            <ac:picMk id="7" creationId="{56E9F4B8-F383-47B9-73D4-C161E6DA7B30}"/>
          </ac:picMkLst>
        </pc:picChg>
        <pc:picChg chg="del mod">
          <ac:chgData name="Jacob Wyngaard" userId="6181fcd471e98458" providerId="LiveId" clId="{788BA123-62C9-4DDC-86E5-A6BCA4600216}" dt="2026-04-12T22:30:11.850" v="709" actId="478"/>
          <ac:picMkLst>
            <pc:docMk/>
            <pc:sldMk cId="4150287724" sldId="464"/>
            <ac:picMk id="10" creationId="{FBE1FE8D-C937-F14B-8AFB-7C4C4841807B}"/>
          </ac:picMkLst>
        </pc:picChg>
      </pc:sldChg>
      <pc:sldChg chg="addSp delSp modSp add mod ord">
        <pc:chgData name="Jacob Wyngaard" userId="6181fcd471e98458" providerId="LiveId" clId="{788BA123-62C9-4DDC-86E5-A6BCA4600216}" dt="2026-04-12T23:52:25.990" v="1604" actId="478"/>
        <pc:sldMkLst>
          <pc:docMk/>
          <pc:sldMk cId="363782879" sldId="465"/>
        </pc:sldMkLst>
        <pc:spChg chg="add mod">
          <ac:chgData name="Jacob Wyngaard" userId="6181fcd471e98458" providerId="LiveId" clId="{788BA123-62C9-4DDC-86E5-A6BCA4600216}" dt="2026-04-12T22:41:59.296" v="1174"/>
          <ac:spMkLst>
            <pc:docMk/>
            <pc:sldMk cId="363782879" sldId="465"/>
            <ac:spMk id="2" creationId="{A34CA07F-824C-FECE-B50C-6DE4F332EF86}"/>
          </ac:spMkLst>
        </pc:spChg>
        <pc:spChg chg="add mod">
          <ac:chgData name="Jacob Wyngaard" userId="6181fcd471e98458" providerId="LiveId" clId="{788BA123-62C9-4DDC-86E5-A6BCA4600216}" dt="2026-04-12T23:43:26.516" v="1500" actId="1076"/>
          <ac:spMkLst>
            <pc:docMk/>
            <pc:sldMk cId="363782879" sldId="465"/>
            <ac:spMk id="4" creationId="{F5639F74-6BCE-A11C-220F-29453CB77376}"/>
          </ac:spMkLst>
        </pc:spChg>
        <pc:spChg chg="add mod">
          <ac:chgData name="Jacob Wyngaard" userId="6181fcd471e98458" providerId="LiveId" clId="{788BA123-62C9-4DDC-86E5-A6BCA4600216}" dt="2026-04-12T22:45:14.321" v="1228" actId="115"/>
          <ac:spMkLst>
            <pc:docMk/>
            <pc:sldMk cId="363782879" sldId="465"/>
            <ac:spMk id="5" creationId="{B07AB6FC-D414-9C83-A3F3-9B7695B9F082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7" creationId="{1362DA43-57DD-01A5-549B-39C5EA8B0CEF}"/>
          </ac:spMkLst>
        </pc:spChg>
        <pc:spChg chg="del mod">
          <ac:chgData name="Jacob Wyngaard" userId="6181fcd471e98458" providerId="LiveId" clId="{788BA123-62C9-4DDC-86E5-A6BCA4600216}" dt="2026-04-12T22:41:31.228" v="1173" actId="478"/>
          <ac:spMkLst>
            <pc:docMk/>
            <pc:sldMk cId="363782879" sldId="465"/>
            <ac:spMk id="9" creationId="{DE7510D8-8713-380B-E174-952CA01494FD}"/>
          </ac:spMkLst>
        </pc:spChg>
        <pc:spChg chg="add del mod">
          <ac:chgData name="Jacob Wyngaard" userId="6181fcd471e98458" providerId="LiveId" clId="{788BA123-62C9-4DDC-86E5-A6BCA4600216}" dt="2026-04-12T22:45:04.220" v="1224" actId="478"/>
          <ac:spMkLst>
            <pc:docMk/>
            <pc:sldMk cId="363782879" sldId="465"/>
            <ac:spMk id="10" creationId="{24E62643-AA7B-7E28-A92E-0632EFEF204E}"/>
          </ac:spMkLst>
        </pc:spChg>
        <pc:spChg chg="add del mod">
          <ac:chgData name="Jacob Wyngaard" userId="6181fcd471e98458" providerId="LiveId" clId="{788BA123-62C9-4DDC-86E5-A6BCA4600216}" dt="2026-04-12T22:45:04.220" v="1224" actId="478"/>
          <ac:spMkLst>
            <pc:docMk/>
            <pc:sldMk cId="363782879" sldId="465"/>
            <ac:spMk id="11" creationId="{7E907A31-CF01-A22D-943A-DAB3CF90F629}"/>
          </ac:spMkLst>
        </pc:spChg>
        <pc:spChg chg="add del mod">
          <ac:chgData name="Jacob Wyngaard" userId="6181fcd471e98458" providerId="LiveId" clId="{788BA123-62C9-4DDC-86E5-A6BCA4600216}" dt="2026-04-12T22:44:05.304" v="1200" actId="478"/>
          <ac:spMkLst>
            <pc:docMk/>
            <pc:sldMk cId="363782879" sldId="465"/>
            <ac:spMk id="12" creationId="{13CF4624-239A-6360-B2A9-2D7CF980600C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14" creationId="{FC998AB9-C4F5-9E5C-6311-F40588236415}"/>
          </ac:spMkLst>
        </pc:spChg>
        <pc:spChg chg="add del mod">
          <ac:chgData name="Jacob Wyngaard" userId="6181fcd471e98458" providerId="LiveId" clId="{788BA123-62C9-4DDC-86E5-A6BCA4600216}" dt="2026-04-12T22:46:23.091" v="1252" actId="478"/>
          <ac:spMkLst>
            <pc:docMk/>
            <pc:sldMk cId="363782879" sldId="465"/>
            <ac:spMk id="15" creationId="{EDFC7487-2F96-201F-EFBD-DE26E3ECEDA8}"/>
          </ac:spMkLst>
        </pc:spChg>
        <pc:spChg chg="add mod">
          <ac:chgData name="Jacob Wyngaard" userId="6181fcd471e98458" providerId="LiveId" clId="{788BA123-62C9-4DDC-86E5-A6BCA4600216}" dt="2026-04-12T22:53:59.054" v="1341" actId="20577"/>
          <ac:spMkLst>
            <pc:docMk/>
            <pc:sldMk cId="363782879" sldId="465"/>
            <ac:spMk id="16" creationId="{B36D2F0C-AAA8-CD11-5025-BF51D5149688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17" creationId="{3381B634-66F6-3CD9-6224-4AB3C62E4AFE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18" creationId="{7CE6BEEA-C776-868D-7B10-296973A57B1F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19" creationId="{9B344C16-5068-526C-BCB5-DEFA5F4616AB}"/>
          </ac:spMkLst>
        </pc:spChg>
        <pc:spChg chg="add del mod">
          <ac:chgData name="Jacob Wyngaard" userId="6181fcd471e98458" providerId="LiveId" clId="{788BA123-62C9-4DDC-86E5-A6BCA4600216}" dt="2026-04-12T23:42:03.420" v="1460" actId="478"/>
          <ac:spMkLst>
            <pc:docMk/>
            <pc:sldMk cId="363782879" sldId="465"/>
            <ac:spMk id="20" creationId="{C63B0A5C-9527-9763-9576-8D33C893EA8F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21" creationId="{66BD5AFB-48C8-5223-12DD-5BE22BA01C9B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22" creationId="{2443B411-E325-9C36-B2DF-C2D59138BB12}"/>
          </ac:spMkLst>
        </pc:spChg>
        <pc:spChg chg="mod">
          <ac:chgData name="Jacob Wyngaard" userId="6181fcd471e98458" providerId="LiveId" clId="{788BA123-62C9-4DDC-86E5-A6BCA4600216}" dt="2026-04-12T23:44:57.115" v="1528"/>
          <ac:spMkLst>
            <pc:docMk/>
            <pc:sldMk cId="363782879" sldId="465"/>
            <ac:spMk id="23" creationId="{CD4A9A2F-CF21-877C-6B6E-C5A9E7E3ECFB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24" creationId="{D9A67124-BCBC-CE94-F28A-2458D6868936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25" creationId="{507FFC8E-84C5-A073-C381-1DB659313A40}"/>
          </ac:spMkLst>
        </pc:spChg>
        <pc:spChg chg="add del mod">
          <ac:chgData name="Jacob Wyngaard" userId="6181fcd471e98458" providerId="LiveId" clId="{788BA123-62C9-4DDC-86E5-A6BCA4600216}" dt="2026-04-12T23:42:01.564" v="1459" actId="478"/>
          <ac:spMkLst>
            <pc:docMk/>
            <pc:sldMk cId="363782879" sldId="465"/>
            <ac:spMk id="26" creationId="{22428331-F06B-3625-9FF7-B550F5F004B3}"/>
          </ac:spMkLst>
        </pc:spChg>
        <pc:spChg chg="add del mod">
          <ac:chgData name="Jacob Wyngaard" userId="6181fcd471e98458" providerId="LiveId" clId="{788BA123-62C9-4DDC-86E5-A6BCA4600216}" dt="2026-04-12T23:41:58.314" v="1458" actId="478"/>
          <ac:spMkLst>
            <pc:docMk/>
            <pc:sldMk cId="363782879" sldId="465"/>
            <ac:spMk id="27" creationId="{C03159C7-C511-DB4F-DE64-CC1A2417BBD2}"/>
          </ac:spMkLst>
        </pc:spChg>
        <pc:spChg chg="add del mod">
          <ac:chgData name="Jacob Wyngaard" userId="6181fcd471e98458" providerId="LiveId" clId="{788BA123-62C9-4DDC-86E5-A6BCA4600216}" dt="2026-04-12T23:41:58.314" v="1458" actId="478"/>
          <ac:spMkLst>
            <pc:docMk/>
            <pc:sldMk cId="363782879" sldId="465"/>
            <ac:spMk id="28" creationId="{6DAE1093-7C56-0D98-AC9A-A1665005776E}"/>
          </ac:spMkLst>
        </pc:spChg>
        <pc:spChg chg="add del mod">
          <ac:chgData name="Jacob Wyngaard" userId="6181fcd471e98458" providerId="LiveId" clId="{788BA123-62C9-4DDC-86E5-A6BCA4600216}" dt="2026-04-12T23:41:58.314" v="1458" actId="478"/>
          <ac:spMkLst>
            <pc:docMk/>
            <pc:sldMk cId="363782879" sldId="465"/>
            <ac:spMk id="29" creationId="{990B33AD-71DB-799A-E713-5FEFD6F9F1D7}"/>
          </ac:spMkLst>
        </pc:spChg>
        <pc:spChg chg="add mod">
          <ac:chgData name="Jacob Wyngaard" userId="6181fcd471e98458" providerId="LiveId" clId="{788BA123-62C9-4DDC-86E5-A6BCA4600216}" dt="2026-04-12T23:41:45.820" v="1455" actId="20577"/>
          <ac:spMkLst>
            <pc:docMk/>
            <pc:sldMk cId="363782879" sldId="465"/>
            <ac:spMk id="36" creationId="{9B1A25C7-D736-6F1F-BAA6-EA1F429F4B64}"/>
          </ac:spMkLst>
        </pc:spChg>
        <pc:spChg chg="add del mod">
          <ac:chgData name="Jacob Wyngaard" userId="6181fcd471e98458" providerId="LiveId" clId="{788BA123-62C9-4DDC-86E5-A6BCA4600216}" dt="2026-04-12T23:43:55.076" v="1503" actId="478"/>
          <ac:spMkLst>
            <pc:docMk/>
            <pc:sldMk cId="363782879" sldId="465"/>
            <ac:spMk id="40" creationId="{687A56FB-551D-00ED-42A0-3C7A1C1A74C2}"/>
          </ac:spMkLst>
        </pc:spChg>
        <pc:spChg chg="add mod">
          <ac:chgData name="Jacob Wyngaard" userId="6181fcd471e98458" providerId="LiveId" clId="{788BA123-62C9-4DDC-86E5-A6BCA4600216}" dt="2026-04-12T23:44:00.906" v="1504"/>
          <ac:spMkLst>
            <pc:docMk/>
            <pc:sldMk cId="363782879" sldId="465"/>
            <ac:spMk id="41" creationId="{29BAEC10-8EC4-A25A-4237-899849FC853E}"/>
          </ac:spMkLst>
        </pc:spChg>
        <pc:spChg chg="add mod">
          <ac:chgData name="Jacob Wyngaard" userId="6181fcd471e98458" providerId="LiveId" clId="{788BA123-62C9-4DDC-86E5-A6BCA4600216}" dt="2026-04-12T23:44:00.906" v="1504"/>
          <ac:spMkLst>
            <pc:docMk/>
            <pc:sldMk cId="363782879" sldId="465"/>
            <ac:spMk id="42" creationId="{99D4C8E0-65AE-627D-854E-22508EE0E29D}"/>
          </ac:spMkLst>
        </pc:spChg>
        <pc:spChg chg="add mod">
          <ac:chgData name="Jacob Wyngaard" userId="6181fcd471e98458" providerId="LiveId" clId="{788BA123-62C9-4DDC-86E5-A6BCA4600216}" dt="2026-04-12T23:44:00.906" v="1504"/>
          <ac:spMkLst>
            <pc:docMk/>
            <pc:sldMk cId="363782879" sldId="465"/>
            <ac:spMk id="43" creationId="{C7EABC43-13D8-CC4E-4A28-F24A789F2328}"/>
          </ac:spMkLst>
        </pc:spChg>
        <pc:spChg chg="add mod">
          <ac:chgData name="Jacob Wyngaard" userId="6181fcd471e98458" providerId="LiveId" clId="{788BA123-62C9-4DDC-86E5-A6BCA4600216}" dt="2026-04-12T23:46:30.338" v="1539" actId="1076"/>
          <ac:spMkLst>
            <pc:docMk/>
            <pc:sldMk cId="363782879" sldId="465"/>
            <ac:spMk id="44" creationId="{85F7EAE5-8580-1931-E69A-701E4A734EC4}"/>
          </ac:spMkLst>
        </pc:spChg>
        <pc:spChg chg="add mod">
          <ac:chgData name="Jacob Wyngaard" userId="6181fcd471e98458" providerId="LiveId" clId="{788BA123-62C9-4DDC-86E5-A6BCA4600216}" dt="2026-04-12T23:44:00.906" v="1504"/>
          <ac:spMkLst>
            <pc:docMk/>
            <pc:sldMk cId="363782879" sldId="465"/>
            <ac:spMk id="45" creationId="{730D1391-B997-7BFC-196B-DE8341B0E7A6}"/>
          </ac:spMkLst>
        </pc:spChg>
        <pc:spChg chg="add mod">
          <ac:chgData name="Jacob Wyngaard" userId="6181fcd471e98458" providerId="LiveId" clId="{788BA123-62C9-4DDC-86E5-A6BCA4600216}" dt="2026-04-12T23:46:26.388" v="1537" actId="20577"/>
          <ac:spMkLst>
            <pc:docMk/>
            <pc:sldMk cId="363782879" sldId="465"/>
            <ac:spMk id="46" creationId="{4DBEE2E8-6A73-A84B-70FC-499EDFE4C43F}"/>
          </ac:spMkLst>
        </pc:spChg>
        <pc:spChg chg="add mod">
          <ac:chgData name="Jacob Wyngaard" userId="6181fcd471e98458" providerId="LiveId" clId="{788BA123-62C9-4DDC-86E5-A6BCA4600216}" dt="2026-04-12T23:47:29.197" v="1554" actId="1076"/>
          <ac:spMkLst>
            <pc:docMk/>
            <pc:sldMk cId="363782879" sldId="465"/>
            <ac:spMk id="47" creationId="{8A830419-E5D3-0852-D775-472885D4DDC6}"/>
          </ac:spMkLst>
        </pc:spChg>
        <pc:spChg chg="add mod">
          <ac:chgData name="Jacob Wyngaard" userId="6181fcd471e98458" providerId="LiveId" clId="{788BA123-62C9-4DDC-86E5-A6BCA4600216}" dt="2026-04-12T23:48:00.476" v="1569" actId="1076"/>
          <ac:spMkLst>
            <pc:docMk/>
            <pc:sldMk cId="363782879" sldId="465"/>
            <ac:spMk id="48" creationId="{5551AD4B-DE01-9310-6354-97E8C4484AD0}"/>
          </ac:spMkLst>
        </pc:spChg>
        <pc:spChg chg="add mod">
          <ac:chgData name="Jacob Wyngaard" userId="6181fcd471e98458" providerId="LiveId" clId="{788BA123-62C9-4DDC-86E5-A6BCA4600216}" dt="2026-04-12T23:48:07.887" v="1573" actId="20577"/>
          <ac:spMkLst>
            <pc:docMk/>
            <pc:sldMk cId="363782879" sldId="465"/>
            <ac:spMk id="49" creationId="{CA764F0E-DE1E-0520-5DD4-FE076C354F26}"/>
          </ac:spMkLst>
        </pc:spChg>
        <pc:spChg chg="add del mod">
          <ac:chgData name="Jacob Wyngaard" userId="6181fcd471e98458" providerId="LiveId" clId="{788BA123-62C9-4DDC-86E5-A6BCA4600216}" dt="2026-04-12T23:48:54.192" v="1578" actId="478"/>
          <ac:spMkLst>
            <pc:docMk/>
            <pc:sldMk cId="363782879" sldId="465"/>
            <ac:spMk id="50" creationId="{C2DB97A8-9E66-15DF-0B6A-BC7A0725EE77}"/>
          </ac:spMkLst>
        </pc:spChg>
        <pc:spChg chg="add del mod">
          <ac:chgData name="Jacob Wyngaard" userId="6181fcd471e98458" providerId="LiveId" clId="{788BA123-62C9-4DDC-86E5-A6BCA4600216}" dt="2026-04-12T23:52:25.405" v="1603" actId="478"/>
          <ac:spMkLst>
            <pc:docMk/>
            <pc:sldMk cId="363782879" sldId="465"/>
            <ac:spMk id="51" creationId="{369EB489-5CAF-B54D-8C6B-B591D858CBD8}"/>
          </ac:spMkLst>
        </pc:spChg>
        <pc:spChg chg="add del mod">
          <ac:chgData name="Jacob Wyngaard" userId="6181fcd471e98458" providerId="LiveId" clId="{788BA123-62C9-4DDC-86E5-A6BCA4600216}" dt="2026-04-12T23:52:25.990" v="1604" actId="478"/>
          <ac:spMkLst>
            <pc:docMk/>
            <pc:sldMk cId="363782879" sldId="465"/>
            <ac:spMk id="52" creationId="{4CE40356-AC81-36BA-B668-8F5C3DFD03C6}"/>
          </ac:spMkLst>
        </pc:spChg>
        <pc:picChg chg="add del mod modCrop">
          <ac:chgData name="Jacob Wyngaard" userId="6181fcd471e98458" providerId="LiveId" clId="{788BA123-62C9-4DDC-86E5-A6BCA4600216}" dt="2026-04-12T23:42:25.703" v="1465" actId="478"/>
          <ac:picMkLst>
            <pc:docMk/>
            <pc:sldMk cId="363782879" sldId="465"/>
            <ac:picMk id="3" creationId="{2CE4793F-0831-36CD-A089-3C8945FE8A2A}"/>
          </ac:picMkLst>
        </pc:picChg>
        <pc:picChg chg="add mod modCrop">
          <ac:chgData name="Jacob Wyngaard" userId="6181fcd471e98458" providerId="LiveId" clId="{788BA123-62C9-4DDC-86E5-A6BCA4600216}" dt="2026-04-12T23:42:34.077" v="1470" actId="14100"/>
          <ac:picMkLst>
            <pc:docMk/>
            <pc:sldMk cId="363782879" sldId="465"/>
            <ac:picMk id="38" creationId="{F28674B0-DAFC-D6E0-E327-6660727C4AF0}"/>
          </ac:picMkLst>
        </pc:picChg>
        <pc:cxnChg chg="add del mod">
          <ac:chgData name="Jacob Wyngaard" userId="6181fcd471e98458" providerId="LiveId" clId="{788BA123-62C9-4DDC-86E5-A6BCA4600216}" dt="2026-04-12T23:41:58.314" v="1458" actId="478"/>
          <ac:cxnSpMkLst>
            <pc:docMk/>
            <pc:sldMk cId="363782879" sldId="465"/>
            <ac:cxnSpMk id="31" creationId="{E7C7683C-2191-A07F-AAAC-511F33D237D5}"/>
          </ac:cxnSpMkLst>
        </pc:cxnChg>
        <pc:cxnChg chg="add del mod">
          <ac:chgData name="Jacob Wyngaard" userId="6181fcd471e98458" providerId="LiveId" clId="{788BA123-62C9-4DDC-86E5-A6BCA4600216}" dt="2026-04-12T23:41:58.314" v="1458" actId="478"/>
          <ac:cxnSpMkLst>
            <pc:docMk/>
            <pc:sldMk cId="363782879" sldId="465"/>
            <ac:cxnSpMk id="32" creationId="{3E38912D-C525-6B22-30D8-A929CC87BD26}"/>
          </ac:cxnSpMkLst>
        </pc:cxnChg>
      </pc:sldChg>
      <pc:sldChg chg="delSp modSp add mod">
        <pc:chgData name="Jacob Wyngaard" userId="6181fcd471e98458" providerId="LiveId" clId="{788BA123-62C9-4DDC-86E5-A6BCA4600216}" dt="2026-04-12T23:44:52.790" v="1527" actId="20577"/>
        <pc:sldMkLst>
          <pc:docMk/>
          <pc:sldMk cId="1580473540" sldId="466"/>
        </pc:sldMkLst>
        <pc:spChg chg="mod">
          <ac:chgData name="Jacob Wyngaard" userId="6181fcd471e98458" providerId="LiveId" clId="{788BA123-62C9-4DDC-86E5-A6BCA4600216}" dt="2026-04-12T23:44:52.790" v="1527" actId="20577"/>
          <ac:spMkLst>
            <pc:docMk/>
            <pc:sldMk cId="1580473540" sldId="466"/>
            <ac:spMk id="23" creationId="{6B2CE2A4-2E8A-5DA7-D907-AAA474AABFF7}"/>
          </ac:spMkLst>
        </pc:spChg>
        <pc:spChg chg="del">
          <ac:chgData name="Jacob Wyngaard" userId="6181fcd471e98458" providerId="LiveId" clId="{788BA123-62C9-4DDC-86E5-A6BCA4600216}" dt="2026-04-12T23:44:46.028" v="1524" actId="478"/>
          <ac:spMkLst>
            <pc:docMk/>
            <pc:sldMk cId="1580473540" sldId="466"/>
            <ac:spMk id="29" creationId="{38C374EA-850A-D584-0048-D96D41ED6F91}"/>
          </ac:spMkLst>
        </pc:spChg>
        <pc:cxnChg chg="mod">
          <ac:chgData name="Jacob Wyngaard" userId="6181fcd471e98458" providerId="LiveId" clId="{788BA123-62C9-4DDC-86E5-A6BCA4600216}" dt="2026-04-12T23:44:49.654" v="1526" actId="14100"/>
          <ac:cxnSpMkLst>
            <pc:docMk/>
            <pc:sldMk cId="1580473540" sldId="466"/>
            <ac:cxnSpMk id="31" creationId="{EB7964A6-4E2A-A713-5D4B-238F5F048CF6}"/>
          </ac:cxnSpMkLst>
        </pc:cxnChg>
        <pc:cxnChg chg="del mod">
          <ac:chgData name="Jacob Wyngaard" userId="6181fcd471e98458" providerId="LiveId" clId="{788BA123-62C9-4DDC-86E5-A6BCA4600216}" dt="2026-04-12T23:44:46.967" v="1525" actId="478"/>
          <ac:cxnSpMkLst>
            <pc:docMk/>
            <pc:sldMk cId="1580473540" sldId="466"/>
            <ac:cxnSpMk id="32" creationId="{06AB9EA4-0B0B-0023-D2AA-3CCDE1C5754A}"/>
          </ac:cxnSpMkLst>
        </pc:cxnChg>
      </pc:sldChg>
      <pc:sldChg chg="addSp delSp modSp add mod">
        <pc:chgData name="Jacob Wyngaard" userId="6181fcd471e98458" providerId="LiveId" clId="{788BA123-62C9-4DDC-86E5-A6BCA4600216}" dt="2026-04-13T03:48:17.568" v="2040" actId="20577"/>
        <pc:sldMkLst>
          <pc:docMk/>
          <pc:sldMk cId="2963810507" sldId="467"/>
        </pc:sldMkLst>
        <pc:spChg chg="del">
          <ac:chgData name="Jacob Wyngaard" userId="6181fcd471e98458" providerId="LiveId" clId="{788BA123-62C9-4DDC-86E5-A6BCA4600216}" dt="2026-04-13T03:33:53.221" v="1954" actId="478"/>
          <ac:spMkLst>
            <pc:docMk/>
            <pc:sldMk cId="2963810507" sldId="467"/>
            <ac:spMk id="4" creationId="{CC027FCA-4F32-6871-70A5-798DF0274A70}"/>
          </ac:spMkLst>
        </pc:spChg>
        <pc:spChg chg="del mod">
          <ac:chgData name="Jacob Wyngaard" userId="6181fcd471e98458" providerId="LiveId" clId="{788BA123-62C9-4DDC-86E5-A6BCA4600216}" dt="2026-04-13T03:34:04.188" v="1956" actId="478"/>
          <ac:spMkLst>
            <pc:docMk/>
            <pc:sldMk cId="2963810507" sldId="467"/>
            <ac:spMk id="5" creationId="{26A0AC4C-94C8-2B7F-E456-5EF9A70B256B}"/>
          </ac:spMkLst>
        </pc:spChg>
        <pc:spChg chg="add mod">
          <ac:chgData name="Jacob Wyngaard" userId="6181fcd471e98458" providerId="LiveId" clId="{788BA123-62C9-4DDC-86E5-A6BCA4600216}" dt="2026-04-13T03:47:17.808" v="2008" actId="1076"/>
          <ac:spMkLst>
            <pc:docMk/>
            <pc:sldMk cId="2963810507" sldId="467"/>
            <ac:spMk id="9" creationId="{0DF3AF59-CD7C-B989-35B7-D2504CBCB3EF}"/>
          </ac:spMkLst>
        </pc:spChg>
        <pc:spChg chg="add mod">
          <ac:chgData name="Jacob Wyngaard" userId="6181fcd471e98458" providerId="LiveId" clId="{788BA123-62C9-4DDC-86E5-A6BCA4600216}" dt="2026-04-13T03:47:58.698" v="2030" actId="1076"/>
          <ac:spMkLst>
            <pc:docMk/>
            <pc:sldMk cId="2963810507" sldId="467"/>
            <ac:spMk id="10" creationId="{5D0B5F3A-CE95-BD1B-845E-D32FE18A5F19}"/>
          </ac:spMkLst>
        </pc:spChg>
        <pc:spChg chg="add mod">
          <ac:chgData name="Jacob Wyngaard" userId="6181fcd471e98458" providerId="LiveId" clId="{788BA123-62C9-4DDC-86E5-A6BCA4600216}" dt="2026-04-13T03:47:43.601" v="2028" actId="115"/>
          <ac:spMkLst>
            <pc:docMk/>
            <pc:sldMk cId="2963810507" sldId="467"/>
            <ac:spMk id="12" creationId="{8797F1B4-3AF5-36A8-BFFB-1F3D568A8AB2}"/>
          </ac:spMkLst>
        </pc:spChg>
        <pc:spChg chg="del">
          <ac:chgData name="Jacob Wyngaard" userId="6181fcd471e98458" providerId="LiveId" clId="{788BA123-62C9-4DDC-86E5-A6BCA4600216}" dt="2026-04-13T03:33:52.456" v="1953" actId="478"/>
          <ac:spMkLst>
            <pc:docMk/>
            <pc:sldMk cId="2963810507" sldId="467"/>
            <ac:spMk id="13" creationId="{50E7DD28-737D-53FC-7E06-B00B4D776C2C}"/>
          </ac:spMkLst>
        </pc:spChg>
        <pc:spChg chg="add mod">
          <ac:chgData name="Jacob Wyngaard" userId="6181fcd471e98458" providerId="LiveId" clId="{788BA123-62C9-4DDC-86E5-A6BCA4600216}" dt="2026-04-13T03:48:17.568" v="2040" actId="20577"/>
          <ac:spMkLst>
            <pc:docMk/>
            <pc:sldMk cId="2963810507" sldId="467"/>
            <ac:spMk id="14" creationId="{B115A6A6-549C-9B15-E176-88A53F511CFF}"/>
          </ac:spMkLst>
        </pc:spChg>
        <pc:spChg chg="mod">
          <ac:chgData name="Jacob Wyngaard" userId="6181fcd471e98458" providerId="LiveId" clId="{788BA123-62C9-4DDC-86E5-A6BCA4600216}" dt="2026-04-13T03:33:48.768" v="1951" actId="20577"/>
          <ac:spMkLst>
            <pc:docMk/>
            <pc:sldMk cId="2963810507" sldId="467"/>
            <ac:spMk id="23" creationId="{87219501-883C-0065-CF1E-6AF56CA33495}"/>
          </ac:spMkLst>
        </pc:spChg>
        <pc:picChg chg="del">
          <ac:chgData name="Jacob Wyngaard" userId="6181fcd471e98458" providerId="LiveId" clId="{788BA123-62C9-4DDC-86E5-A6BCA4600216}" dt="2026-04-13T03:33:50.672" v="1952" actId="478"/>
          <ac:picMkLst>
            <pc:docMk/>
            <pc:sldMk cId="2963810507" sldId="467"/>
            <ac:picMk id="3" creationId="{DC752770-75DB-8821-DD70-3FB4BA8BF51C}"/>
          </ac:picMkLst>
        </pc:picChg>
        <pc:picChg chg="add mod">
          <ac:chgData name="Jacob Wyngaard" userId="6181fcd471e98458" providerId="LiveId" clId="{788BA123-62C9-4DDC-86E5-A6BCA4600216}" dt="2026-04-13T03:46:16.857" v="1960" actId="14826"/>
          <ac:picMkLst>
            <pc:docMk/>
            <pc:sldMk cId="2963810507" sldId="467"/>
            <ac:picMk id="7" creationId="{8A031414-E13C-5938-787C-F7ED2487D72F}"/>
          </ac:picMkLst>
        </pc:picChg>
      </pc:sldChg>
      <pc:sldChg chg="delSp modSp add mod ord">
        <pc:chgData name="Jacob Wyngaard" userId="6181fcd471e98458" providerId="LiveId" clId="{788BA123-62C9-4DDC-86E5-A6BCA4600216}" dt="2026-04-13T03:48:52.555" v="2045"/>
        <pc:sldMkLst>
          <pc:docMk/>
          <pc:sldMk cId="83392086" sldId="468"/>
        </pc:sldMkLst>
        <pc:spChg chg="mod">
          <ac:chgData name="Jacob Wyngaard" userId="6181fcd471e98458" providerId="LiveId" clId="{788BA123-62C9-4DDC-86E5-A6BCA4600216}" dt="2026-04-13T03:48:48.112" v="2043" actId="1076"/>
          <ac:spMkLst>
            <pc:docMk/>
            <pc:sldMk cId="83392086" sldId="468"/>
            <ac:spMk id="47" creationId="{EECF86EA-A32D-4947-A699-BA810A74A618}"/>
          </ac:spMkLst>
        </pc:spChg>
        <pc:spChg chg="mod">
          <ac:chgData name="Jacob Wyngaard" userId="6181fcd471e98458" providerId="LiveId" clId="{788BA123-62C9-4DDC-86E5-A6BCA4600216}" dt="2026-04-13T03:48:48.112" v="2043" actId="1076"/>
          <ac:spMkLst>
            <pc:docMk/>
            <pc:sldMk cId="83392086" sldId="468"/>
            <ac:spMk id="48" creationId="{E1C0AC57-AE4B-84D7-27BD-8D94582710AC}"/>
          </ac:spMkLst>
        </pc:spChg>
        <pc:spChg chg="del">
          <ac:chgData name="Jacob Wyngaard" userId="6181fcd471e98458" providerId="LiveId" clId="{788BA123-62C9-4DDC-86E5-A6BCA4600216}" dt="2026-04-13T03:48:43.906" v="2042" actId="478"/>
          <ac:spMkLst>
            <pc:docMk/>
            <pc:sldMk cId="83392086" sldId="468"/>
            <ac:spMk id="49" creationId="{D990FDC9-EA87-993C-49E3-F1ACB1EA2075}"/>
          </ac:spMkLst>
        </pc:spChg>
      </pc:sldChg>
      <pc:sldChg chg="addSp delSp modSp add mod">
        <pc:chgData name="Jacob Wyngaard" userId="6181fcd471e98458" providerId="LiveId" clId="{788BA123-62C9-4DDC-86E5-A6BCA4600216}" dt="2026-04-13T04:12:58.775" v="2395" actId="14826"/>
        <pc:sldMkLst>
          <pc:docMk/>
          <pc:sldMk cId="2900805697" sldId="469"/>
        </pc:sldMkLst>
        <pc:spChg chg="add mod">
          <ac:chgData name="Jacob Wyngaard" userId="6181fcd471e98458" providerId="LiveId" clId="{788BA123-62C9-4DDC-86E5-A6BCA4600216}" dt="2026-04-13T04:12:52.120" v="2394" actId="1076"/>
          <ac:spMkLst>
            <pc:docMk/>
            <pc:sldMk cId="2900805697" sldId="469"/>
            <ac:spMk id="2" creationId="{E8DCE18F-59AF-5D3B-3310-5D3AE9486CED}"/>
          </ac:spMkLst>
        </pc:spChg>
        <pc:spChg chg="mod">
          <ac:chgData name="Jacob Wyngaard" userId="6181fcd471e98458" providerId="LiveId" clId="{788BA123-62C9-4DDC-86E5-A6BCA4600216}" dt="2026-04-13T03:52:22.045" v="2049" actId="20577"/>
          <ac:spMkLst>
            <pc:docMk/>
            <pc:sldMk cId="2900805697" sldId="469"/>
            <ac:spMk id="9" creationId="{80F2EC7E-4AB8-C231-D28A-CD23F49CEE79}"/>
          </ac:spMkLst>
        </pc:spChg>
        <pc:spChg chg="del">
          <ac:chgData name="Jacob Wyngaard" userId="6181fcd471e98458" providerId="LiveId" clId="{788BA123-62C9-4DDC-86E5-A6BCA4600216}" dt="2026-04-13T03:52:26.156" v="2050" actId="478"/>
          <ac:spMkLst>
            <pc:docMk/>
            <pc:sldMk cId="2900805697" sldId="469"/>
            <ac:spMk id="10" creationId="{5579A785-8B4A-059A-D4B2-0488665D0BD9}"/>
          </ac:spMkLst>
        </pc:spChg>
        <pc:spChg chg="del">
          <ac:chgData name="Jacob Wyngaard" userId="6181fcd471e98458" providerId="LiveId" clId="{788BA123-62C9-4DDC-86E5-A6BCA4600216}" dt="2026-04-13T03:52:27.300" v="2051" actId="478"/>
          <ac:spMkLst>
            <pc:docMk/>
            <pc:sldMk cId="2900805697" sldId="469"/>
            <ac:spMk id="14" creationId="{70637670-7BCE-FD85-31BD-EB71C9748A97}"/>
          </ac:spMkLst>
        </pc:spChg>
        <pc:picChg chg="mod">
          <ac:chgData name="Jacob Wyngaard" userId="6181fcd471e98458" providerId="LiveId" clId="{788BA123-62C9-4DDC-86E5-A6BCA4600216}" dt="2026-04-13T04:12:58.775" v="2395" actId="14826"/>
          <ac:picMkLst>
            <pc:docMk/>
            <pc:sldMk cId="2900805697" sldId="469"/>
            <ac:picMk id="7" creationId="{F8D2D72E-CF51-7E65-F84C-D14B46B210E9}"/>
          </ac:picMkLst>
        </pc:picChg>
      </pc:sldChg>
      <pc:sldChg chg="addSp delSp modSp add mod">
        <pc:chgData name="Jacob Wyngaard" userId="6181fcd471e98458" providerId="LiveId" clId="{788BA123-62C9-4DDC-86E5-A6BCA4600216}" dt="2026-04-13T03:57:59.656" v="2254" actId="1076"/>
        <pc:sldMkLst>
          <pc:docMk/>
          <pc:sldMk cId="3574349148" sldId="470"/>
        </pc:sldMkLst>
        <pc:spChg chg="add mod">
          <ac:chgData name="Jacob Wyngaard" userId="6181fcd471e98458" providerId="LiveId" clId="{788BA123-62C9-4DDC-86E5-A6BCA4600216}" dt="2026-04-13T03:53:27" v="2076" actId="207"/>
          <ac:spMkLst>
            <pc:docMk/>
            <pc:sldMk cId="3574349148" sldId="470"/>
            <ac:spMk id="2" creationId="{F6CD186C-1AA3-D8C6-FB9C-B08E48DF9B12}"/>
          </ac:spMkLst>
        </pc:spChg>
        <pc:spChg chg="add mod">
          <ac:chgData name="Jacob Wyngaard" userId="6181fcd471e98458" providerId="LiveId" clId="{788BA123-62C9-4DDC-86E5-A6BCA4600216}" dt="2026-04-13T03:57:24.206" v="2209" actId="122"/>
          <ac:spMkLst>
            <pc:docMk/>
            <pc:sldMk cId="3574349148" sldId="470"/>
            <ac:spMk id="3" creationId="{A4CDD7F7-DFA9-0DAF-4F8E-826198AF940B}"/>
          </ac:spMkLst>
        </pc:spChg>
        <pc:spChg chg="add del mod">
          <ac:chgData name="Jacob Wyngaard" userId="6181fcd471e98458" providerId="LiveId" clId="{788BA123-62C9-4DDC-86E5-A6BCA4600216}" dt="2026-04-13T03:56:41.332" v="2159"/>
          <ac:spMkLst>
            <pc:docMk/>
            <pc:sldMk cId="3574349148" sldId="470"/>
            <ac:spMk id="4" creationId="{74EF60D0-74C9-1416-3298-581D2F2A8FBC}"/>
          </ac:spMkLst>
        </pc:spChg>
        <pc:spChg chg="add del mod">
          <ac:chgData name="Jacob Wyngaard" userId="6181fcd471e98458" providerId="LiveId" clId="{788BA123-62C9-4DDC-86E5-A6BCA4600216}" dt="2026-04-13T03:56:41.333" v="2161"/>
          <ac:spMkLst>
            <pc:docMk/>
            <pc:sldMk cId="3574349148" sldId="470"/>
            <ac:spMk id="5" creationId="{2BC0D37C-B841-0A38-D3BB-B3CB86386D6F}"/>
          </ac:spMkLst>
        </pc:spChg>
        <pc:spChg chg="add mod">
          <ac:chgData name="Jacob Wyngaard" userId="6181fcd471e98458" providerId="LiveId" clId="{788BA123-62C9-4DDC-86E5-A6BCA4600216}" dt="2026-04-13T03:57:59.656" v="2254" actId="1076"/>
          <ac:spMkLst>
            <pc:docMk/>
            <pc:sldMk cId="3574349148" sldId="470"/>
            <ac:spMk id="11" creationId="{3EDAAA47-3812-536C-E42A-ECEC9CA8A9DB}"/>
          </ac:spMkLst>
        </pc:spChg>
      </pc:sldChg>
      <pc:sldChg chg="modSp add mod">
        <pc:chgData name="Jacob Wyngaard" userId="6181fcd471e98458" providerId="LiveId" clId="{788BA123-62C9-4DDC-86E5-A6BCA4600216}" dt="2026-04-13T04:15:33.982" v="2397" actId="14826"/>
        <pc:sldMkLst>
          <pc:docMk/>
          <pc:sldMk cId="2005616501" sldId="471"/>
        </pc:sldMkLst>
        <pc:picChg chg="mod">
          <ac:chgData name="Jacob Wyngaard" userId="6181fcd471e98458" providerId="LiveId" clId="{788BA123-62C9-4DDC-86E5-A6BCA4600216}" dt="2026-04-13T04:15:33.982" v="2397" actId="14826"/>
          <ac:picMkLst>
            <pc:docMk/>
            <pc:sldMk cId="2005616501" sldId="471"/>
            <ac:picMk id="7" creationId="{621A68F2-517F-8C1B-F80E-2B61A8E3269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E509-36B3-703A-E567-85D5D576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80638-2EFC-1837-40BE-ECA32E470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76955-9FCA-5538-5C0E-56583D6A5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56162-16C8-A682-D5C4-7D870D4D2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12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2FD1-45AC-19E0-D9C3-BD395DB3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94F05-E229-4358-AFD0-E3263403A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75D9A-A50E-447B-2DF3-7B2881445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8C389-5F5E-0C8D-7208-3A2CAE393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33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F0F90-93B3-D80D-2EE6-5DCF83412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13C1B-C442-C0B5-96E0-D6E26E51B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355D-B1BF-0112-4153-5175B25F0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54ED9-C725-6E5D-6400-0299AE960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69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79EB-9358-72A2-1815-BAF06AC8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45C49-C28E-95DE-C7C9-DE7662212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BF651-26A0-513D-C0DD-D16D48868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174B6-1E9F-59CB-01E8-66200BDD4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55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A06A-9E27-BE7F-746D-D8069BA2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2E839-4B08-A832-53A9-B1C5AE47C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A74CD-52C3-DF3C-0CF5-A54A3B2D3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20A12-D374-97E1-C3A3-BD2A6BD74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42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6A8F-1D08-5D87-D016-64AFE210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5325F-E594-4DFC-B69A-1F2F018FF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1C7AA-1D93-1016-1F12-2B610A325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9B0D-705B-CF70-35E4-7CE47BFA7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94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CB83-B09D-102D-F72B-6F369516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39E0E-AADC-933D-78D3-E8C5A5289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93F75-404C-9EA1-8440-D950A3A65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C86D6-1F86-CB0D-2C78-243D6896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34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7AE2-F5A4-2082-473A-B75047A5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1A657-35EF-ABF2-51A6-3B4441BA9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BB752-E8E2-8E10-3DEA-2C9E2FB4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8C82B-3CA0-2FA9-784D-4EEF3FCF2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73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499A0-6E56-D992-0DA1-BC1D33D1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D26CF-0FF7-D023-679F-512824A29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B8689-3EDA-D184-816D-5C1CDC04C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A206F-53D1-2D68-B553-957B9DB12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6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9545-2F03-824F-5CB3-B3BF273F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CB1B9-4E9A-6045-75E3-8103C31E6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020DB-94C3-FFD3-0949-3F2337A01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5306-7430-99F6-8061-B19331602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49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ABE36-6F39-7C6C-4A04-AA554222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BB12D-3058-DDD7-F0DA-41B44CB0C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84C85-1D14-7DA4-7CAF-D59F3BD75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89E9A-2198-575F-97ED-B65F9B44E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85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0679-7122-9FA0-ADF2-999CC0EB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D2251-533A-8807-531B-3266712C2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8FEE5-CED4-E0B7-47B6-8FC0E18D7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E958-D6E4-3A3F-8221-52A37DC89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63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2B7D-418E-C103-E8D8-2A02E4735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177DF-2041-CEC1-0416-34BAEE7DC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FFD3B-48C3-45CD-1BF9-967C59458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F5DC2-D26E-0B02-BD36-4EB9595D2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21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8D04-B379-A8A2-DC8F-0E739129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CB8E3-5294-65F0-CE74-39EAC70E2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C3837-7D91-0FD0-FE2E-BECB37CFE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3D499-F7BA-9A96-D4C4-4FA96077A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38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D64F-362E-5FE2-64F2-99E5BF51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16E37-A478-555D-8248-A10483C08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B0157-3C55-7864-0B73-204A2AE3A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93F8B-4B69-9B0F-E7FE-55ABF763B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81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D06E-0040-BD35-5411-3A0667EE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D3CB0-6593-A2AF-8680-122B40F73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E9080-C031-3B89-1F73-4CE883B21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FDB8B-A278-7FA8-6396-A950C49B7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98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73CE-053C-7E8E-6667-18229C25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74F4-911C-4A9A-7AB5-6399E3E0E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DCDB-60AC-9F3A-05E5-6CD042B2E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D125-3783-A230-0F8D-6E5B94688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56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874D-AFC9-A148-295E-8CD9B3FB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2ABD8-FF6C-3B9E-B0E4-37EAED1D3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3A98B-FB5E-115E-E4C5-2F66F6F1D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CAE1C-F4A6-9CDF-35BE-2011686B4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258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282E-E9E0-4BFA-AAE9-A8F67BF7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8E5D9-6D00-D08C-F101-6F429F13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694D7-DFBF-4514-9FFB-E74F830ED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A46C3-6B80-874A-1C45-C43A1C347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47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4AB6-E200-9D54-A750-073D308F8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5D6A8-858B-9050-7757-73C3959A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F6770-9E37-53A5-460E-9E4C64F55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3E44-F456-5079-70DF-95217949B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13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CB50-1760-D7EB-B347-2CB4B6AE5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A503F-C44C-6A58-4F2E-95530540B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31DA5-E01B-0FB9-745A-EFDD1746A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3C13E-AFBC-4163-9A54-8B4222C58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6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19D8-D5AE-0402-7E15-C843C0DC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9384A-ED7B-7B3E-257F-25A8EBD1A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CA447-64D9-5E50-AD17-852E9E866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05A82-6952-B6FB-F265-DB78438E3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68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A03D8-873A-F5EC-650A-4B735BAD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2BD0D-193B-65C4-298F-6D48175ED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741351-5D26-8B80-2936-A9552E069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0C3EC-18F7-CA7F-2751-679A595E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0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051D-DE35-0086-865A-D5232DE6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1DF08-0715-524A-B7A8-D1C854649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6A2D9-EFA9-F65C-A492-52469BBB8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40E4F-2A6A-E168-0732-1DF874A2E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48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D167-7BAF-8171-3F23-C0F0C41DD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EFFC7-5FAE-FDD3-AEF5-6DB0278F2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07002-7087-EBA4-44B5-B7C54A52F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A72D2-5F11-D310-16B3-DB7A71E45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00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344F-4F03-8C51-6CA3-2B9D372C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BE3F6-C7CB-B498-ACE8-F9F8EC47A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A668F-4336-C2A1-D24D-F0DEFB5D8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DBFD9-451E-0607-68F3-CAC917915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92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31BB-3314-CE7A-6CAD-0AF7E588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EA528-A385-077E-F7A9-DE9163A31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4AE94-77C2-384F-4502-7069F85F3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C61DD-79C9-651C-0989-958256413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11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4F4A-F17A-27C7-C654-FB0AF54C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DCBEE-A916-90C9-0075-7B40E0695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CB475-3A59-FC1C-FEBC-C09CEAD7D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A5451-6521-AB07-E9B7-E3F06697F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716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76CDF-F180-A687-D26B-45E1C728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A0739-656D-47DB-A2B6-55C2417B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48346-422A-DCEE-BB01-ACD6AB536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55856-2D60-78B0-419D-66EAE7791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977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D767-B59C-A9D5-B9E5-DD6E3035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99858-777D-B1C4-9DD5-CB40801C3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50100-B160-3F33-A5AC-C406C5FFE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E0881-B674-A514-6E04-7FA67396D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06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01026-185F-8DB1-3CB4-4C587349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CEE8F-9CEB-CF6F-0018-8A3A57AD3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5557D-DCDC-2AF7-D9A8-AC2CECEDD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F429F-6C3F-715A-B38E-52D982A0F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2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B984-FE13-DC88-1CDE-F27CC3D1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483C3-88BD-1FA2-B45D-B1991842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78F34-30C7-45C7-967D-848B4AB2D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9173B-7B86-574E-76CC-2A88421C0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01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0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710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0.png"/><Relationship Id="rId11" Type="http://schemas.openxmlformats.org/officeDocument/2006/relationships/image" Target="../media/image75.png"/><Relationship Id="rId5" Type="http://schemas.openxmlformats.org/officeDocument/2006/relationships/image" Target="../media/image690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680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1.png"/><Relationship Id="rId7" Type="http://schemas.openxmlformats.org/officeDocument/2006/relationships/image" Target="../media/image710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0.png"/><Relationship Id="rId11" Type="http://schemas.openxmlformats.org/officeDocument/2006/relationships/image" Target="../media/image85.png"/><Relationship Id="rId5" Type="http://schemas.openxmlformats.org/officeDocument/2006/relationships/image" Target="../media/image690.png"/><Relationship Id="rId10" Type="http://schemas.openxmlformats.org/officeDocument/2006/relationships/image" Target="../media/image84.png"/><Relationship Id="rId4" Type="http://schemas.openxmlformats.org/officeDocument/2006/relationships/image" Target="../media/image82.png"/><Relationship Id="rId9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2.png"/><Relationship Id="rId9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2.png"/><Relationship Id="rId9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Nine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7AC2D-996B-CA0D-E7B5-DAA84C8F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98" t="18440" r="20217" b="27715"/>
          <a:stretch>
            <a:fillRect/>
          </a:stretch>
        </p:blipFill>
        <p:spPr>
          <a:xfrm>
            <a:off x="6726824" y="1859296"/>
            <a:ext cx="5354950" cy="2954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BDA09F-627C-8FDA-D7A1-E0E80D1E38CA}"/>
              </a:ext>
            </a:extLst>
          </p:cNvPr>
          <p:cNvSpPr txBox="1"/>
          <p:nvPr/>
        </p:nvSpPr>
        <p:spPr>
          <a:xfrm>
            <a:off x="206477" y="3075056"/>
            <a:ext cx="550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BNN Error Orders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DC52F-DB46-E6EB-3D90-B7847A7A2EC1}"/>
              </a:ext>
            </a:extLst>
          </p:cNvPr>
          <p:cNvSpPr txBox="1"/>
          <p:nvPr/>
        </p:nvSpPr>
        <p:spPr>
          <a:xfrm>
            <a:off x="206477" y="3598276"/>
            <a:ext cx="550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Continuous Strategy FP</a:t>
            </a:r>
          </a:p>
        </p:txBody>
      </p:sp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7984-F417-A8B3-7FD4-2F80720E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77FA10-6C74-ADFA-D4C1-62AA9E313A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E7DEC-16C5-A5B1-C5BF-D39D904822B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453855-A821-5963-97E5-90B9E5014546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Normalizing Payoff Matrices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DEB93-FCDF-DA61-35AB-B822B851860D}"/>
              </a:ext>
            </a:extLst>
          </p:cNvPr>
          <p:cNvSpPr txBox="1"/>
          <p:nvPr/>
        </p:nvSpPr>
        <p:spPr>
          <a:xfrm>
            <a:off x="96416" y="1843566"/>
            <a:ext cx="11759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Nash Equilibrium is preserved under the following transformation of payoff matrices: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298C4-3398-7253-61B4-59C0F79E5E1D}"/>
                  </a:ext>
                </a:extLst>
              </p:cNvPr>
              <p:cNvSpPr txBox="1"/>
              <p:nvPr/>
            </p:nvSpPr>
            <p:spPr>
              <a:xfrm>
                <a:off x="3429298" y="2437984"/>
                <a:ext cx="5093846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298C4-3398-7253-61B4-59C0F79E5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298" y="2437984"/>
                <a:ext cx="5093846" cy="664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C0F8301-C853-35F5-6F89-1E8DD629696D}"/>
              </a:ext>
            </a:extLst>
          </p:cNvPr>
          <p:cNvSpPr txBox="1"/>
          <p:nvPr/>
        </p:nvSpPr>
        <p:spPr>
          <a:xfrm>
            <a:off x="96416" y="3383557"/>
            <a:ext cx="11967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can normalize the payoffs of each matrix to the interval [0,1] using the transformation: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5BF0FE-C03C-3E3D-B559-EB8869D0C25C}"/>
                  </a:ext>
                </a:extLst>
              </p:cNvPr>
              <p:cNvSpPr txBox="1"/>
              <p:nvPr/>
            </p:nvSpPr>
            <p:spPr>
              <a:xfrm>
                <a:off x="3429298" y="3977975"/>
                <a:ext cx="5093846" cy="1219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func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6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func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5BF0FE-C03C-3E3D-B559-EB8869D0C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298" y="3977975"/>
                <a:ext cx="5093846" cy="12199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07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5659-3FE3-AFD6-A701-629F4F98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D6BE58-2E2E-1B47-8AD9-2425AC0EEE5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13DF01-CA26-BA52-4502-163446A44B0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89CEA1-9996-0639-2C77-E2DA1C490189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Why is Normalization Important?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039FD-2987-4260-913D-CE59555C0487}"/>
              </a:ext>
            </a:extLst>
          </p:cNvPr>
          <p:cNvSpPr txBox="1"/>
          <p:nvPr/>
        </p:nvSpPr>
        <p:spPr>
          <a:xfrm>
            <a:off x="96416" y="1843566"/>
            <a:ext cx="117596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By transforming our matrices at the start, negative expectation no longer affects our vertex enumeration algorithm or Lemke Howson algorithm!</a:t>
            </a:r>
          </a:p>
          <a:p>
            <a:endParaRPr lang="en-US" sz="2400" dirty="0"/>
          </a:p>
          <a:p>
            <a:r>
              <a:rPr lang="en-US" sz="2400" dirty="0"/>
              <a:t>Consider this example: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A22FFA-367D-17C7-C92A-E843BFB4E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96242"/>
              </p:ext>
            </p:extLst>
          </p:nvPr>
        </p:nvGraphicFramePr>
        <p:xfrm>
          <a:off x="1027124" y="4831772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6CEB40-F67A-43F9-8FB2-E9D313B85D84}"/>
              </a:ext>
            </a:extLst>
          </p:cNvPr>
          <p:cNvSpPr txBox="1"/>
          <p:nvPr/>
        </p:nvSpPr>
        <p:spPr>
          <a:xfrm>
            <a:off x="8389398" y="376549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2686BC-B26A-3001-E525-FED435503743}"/>
              </a:ext>
            </a:extLst>
          </p:cNvPr>
          <p:cNvSpPr txBox="1"/>
          <p:nvPr/>
        </p:nvSpPr>
        <p:spPr>
          <a:xfrm rot="16200000">
            <a:off x="-631845" y="5352408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2E90AC-06CA-FB2E-A135-75A59FB89C7C}"/>
              </a:ext>
            </a:extLst>
          </p:cNvPr>
          <p:cNvSpPr txBox="1"/>
          <p:nvPr/>
        </p:nvSpPr>
        <p:spPr>
          <a:xfrm>
            <a:off x="562672" y="485970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2867-5953-B2F0-7C1B-23F9F0EA52B6}"/>
              </a:ext>
            </a:extLst>
          </p:cNvPr>
          <p:cNvSpPr txBox="1"/>
          <p:nvPr/>
        </p:nvSpPr>
        <p:spPr>
          <a:xfrm>
            <a:off x="562672" y="545441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E9BC1-B862-690D-0280-796B33E969DA}"/>
              </a:ext>
            </a:extLst>
          </p:cNvPr>
          <p:cNvSpPr txBox="1"/>
          <p:nvPr/>
        </p:nvSpPr>
        <p:spPr>
          <a:xfrm>
            <a:off x="562672" y="60884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41528-D97E-0CD2-9B07-53AE0BE8093A}"/>
              </a:ext>
            </a:extLst>
          </p:cNvPr>
          <p:cNvSpPr txBox="1"/>
          <p:nvPr/>
        </p:nvSpPr>
        <p:spPr>
          <a:xfrm>
            <a:off x="1567694" y="428062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B71A8-93BF-1B7D-AF93-32A378323F27}"/>
              </a:ext>
            </a:extLst>
          </p:cNvPr>
          <p:cNvSpPr txBox="1"/>
          <p:nvPr/>
        </p:nvSpPr>
        <p:spPr>
          <a:xfrm>
            <a:off x="3176255" y="427492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0C339-4F31-A93B-4A35-8D9E993D6AAF}"/>
              </a:ext>
            </a:extLst>
          </p:cNvPr>
          <p:cNvSpPr txBox="1"/>
          <p:nvPr/>
        </p:nvSpPr>
        <p:spPr>
          <a:xfrm>
            <a:off x="4572895" y="427492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D652E8A-8B72-95E3-756A-DA920D35B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55114"/>
              </p:ext>
            </p:extLst>
          </p:nvPr>
        </p:nvGraphicFramePr>
        <p:xfrm>
          <a:off x="6898440" y="4831772"/>
          <a:ext cx="4494981" cy="188067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68809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1568809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  <a:gridCol w="1357363">
                  <a:extLst>
                    <a:ext uri="{9D8B030D-6E8A-4147-A177-3AD203B41FA5}">
                      <a16:colId xmlns:a16="http://schemas.microsoft.com/office/drawing/2014/main" val="679163889"/>
                    </a:ext>
                  </a:extLst>
                </a:gridCol>
              </a:tblGrid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61684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1A0A45E-4CC0-DC1C-BD07-636609FEFB8B}"/>
              </a:ext>
            </a:extLst>
          </p:cNvPr>
          <p:cNvSpPr txBox="1"/>
          <p:nvPr/>
        </p:nvSpPr>
        <p:spPr>
          <a:xfrm>
            <a:off x="6403560" y="485970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39ECC4-43C8-DA51-8E6A-7E1C90BED061}"/>
              </a:ext>
            </a:extLst>
          </p:cNvPr>
          <p:cNvSpPr txBox="1"/>
          <p:nvPr/>
        </p:nvSpPr>
        <p:spPr>
          <a:xfrm>
            <a:off x="6403560" y="545441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D99576-C675-A454-8B46-4999A8711677}"/>
              </a:ext>
            </a:extLst>
          </p:cNvPr>
          <p:cNvSpPr txBox="1"/>
          <p:nvPr/>
        </p:nvSpPr>
        <p:spPr>
          <a:xfrm>
            <a:off x="6403560" y="6088409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252808-E10E-E8B6-411A-9D02C9D00067}"/>
              </a:ext>
            </a:extLst>
          </p:cNvPr>
          <p:cNvSpPr txBox="1"/>
          <p:nvPr/>
        </p:nvSpPr>
        <p:spPr>
          <a:xfrm>
            <a:off x="7461116" y="4292157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3F8D93-7B6C-7350-44DB-D3396BDDBD53}"/>
              </a:ext>
            </a:extLst>
          </p:cNvPr>
          <p:cNvSpPr txBox="1"/>
          <p:nvPr/>
        </p:nvSpPr>
        <p:spPr>
          <a:xfrm>
            <a:off x="9069677" y="428646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8DB6D-21BA-8122-E067-6C4D9148ED7E}"/>
              </a:ext>
            </a:extLst>
          </p:cNvPr>
          <p:cNvSpPr txBox="1"/>
          <p:nvPr/>
        </p:nvSpPr>
        <p:spPr>
          <a:xfrm>
            <a:off x="10466317" y="4286464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7FB3E3-6D54-FF85-B0F7-E0F00417A181}"/>
              </a:ext>
            </a:extLst>
          </p:cNvPr>
          <p:cNvSpPr txBox="1"/>
          <p:nvPr/>
        </p:nvSpPr>
        <p:spPr>
          <a:xfrm>
            <a:off x="2492515" y="376549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42DDA-45CB-139C-5C35-67A06E6031D5}"/>
              </a:ext>
            </a:extLst>
          </p:cNvPr>
          <p:cNvSpPr txBox="1"/>
          <p:nvPr/>
        </p:nvSpPr>
        <p:spPr>
          <a:xfrm rot="16200000">
            <a:off x="5237345" y="534464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6BF17-DB62-24BE-272F-23E958F7C699}"/>
              </a:ext>
            </a:extLst>
          </p:cNvPr>
          <p:cNvSpPr txBox="1"/>
          <p:nvPr/>
        </p:nvSpPr>
        <p:spPr>
          <a:xfrm>
            <a:off x="1168295" y="3309949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11E257-8B2D-AD9C-B8B5-77BC620CD681}"/>
              </a:ext>
            </a:extLst>
          </p:cNvPr>
          <p:cNvSpPr txBox="1"/>
          <p:nvPr/>
        </p:nvSpPr>
        <p:spPr>
          <a:xfrm>
            <a:off x="6979160" y="3349416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</p:spTree>
    <p:extLst>
      <p:ext uri="{BB962C8B-B14F-4D97-AF65-F5344CB8AC3E}">
        <p14:creationId xmlns:p14="http://schemas.microsoft.com/office/powerpoint/2010/main" val="390086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E7F9E-6DD0-2DA5-94EE-809A872A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73BAC4-CFE2-8063-2B47-3A90D9AA151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CED482-39C2-248A-AB50-7DB100801A0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A6AB5-B217-17F9-97C9-D9727571DAE9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Normalization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4C53F-C479-E382-265B-4C7BBBFBA98D}"/>
              </a:ext>
            </a:extLst>
          </p:cNvPr>
          <p:cNvSpPr txBox="1"/>
          <p:nvPr/>
        </p:nvSpPr>
        <p:spPr>
          <a:xfrm>
            <a:off x="70790" y="1783871"/>
            <a:ext cx="11759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Normalizing the payoff matrices, we get: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636FA0-E47E-A3B4-189D-9E4A1EEAD9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26002"/>
                  </p:ext>
                </p:extLst>
              </p:nvPr>
            </p:nvGraphicFramePr>
            <p:xfrm>
              <a:off x="976391" y="377498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2856491693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3227683620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679163889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590835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008367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6616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6636FA0-E47E-A3B4-189D-9E4A1EEAD9F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8826002"/>
                  </p:ext>
                </p:extLst>
              </p:nvPr>
            </p:nvGraphicFramePr>
            <p:xfrm>
              <a:off x="976391" y="377498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2856491693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3227683620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679163889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8" t="-606" r="-186822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390" t="-606" r="-897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90835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8" t="-100000" r="-186822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8" t="-100000" r="-87549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008367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8" t="-201212" r="-87549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390" t="-201212" r="-897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616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EC8241D-1C05-FA4C-2BE2-53183218BCDB}"/>
              </a:ext>
            </a:extLst>
          </p:cNvPr>
          <p:cNvSpPr txBox="1"/>
          <p:nvPr/>
        </p:nvSpPr>
        <p:spPr>
          <a:xfrm>
            <a:off x="8518672" y="272494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1761B-5BB5-2194-487A-9A68BFB73F1E}"/>
              </a:ext>
            </a:extLst>
          </p:cNvPr>
          <p:cNvSpPr txBox="1"/>
          <p:nvPr/>
        </p:nvSpPr>
        <p:spPr>
          <a:xfrm>
            <a:off x="1516961" y="322383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590BF7-1C47-7538-9EDF-F8C76B25AA0A}"/>
              </a:ext>
            </a:extLst>
          </p:cNvPr>
          <p:cNvSpPr txBox="1"/>
          <p:nvPr/>
        </p:nvSpPr>
        <p:spPr>
          <a:xfrm>
            <a:off x="3125522" y="321814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794CE-A10A-FBEC-86E0-A44D7979C1C0}"/>
              </a:ext>
            </a:extLst>
          </p:cNvPr>
          <p:cNvSpPr txBox="1"/>
          <p:nvPr/>
        </p:nvSpPr>
        <p:spPr>
          <a:xfrm>
            <a:off x="4522162" y="321814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519936-9BCF-86F1-F0D5-825D72FACF33}"/>
              </a:ext>
            </a:extLst>
          </p:cNvPr>
          <p:cNvSpPr txBox="1"/>
          <p:nvPr/>
        </p:nvSpPr>
        <p:spPr>
          <a:xfrm>
            <a:off x="6619557" y="4050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0F711F-6AB6-C526-F064-2CE78B6A1EF9}"/>
              </a:ext>
            </a:extLst>
          </p:cNvPr>
          <p:cNvSpPr txBox="1"/>
          <p:nvPr/>
        </p:nvSpPr>
        <p:spPr>
          <a:xfrm>
            <a:off x="6616234" y="499136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E2652-D90E-8A64-CA38-CCA8C80ED3F9}"/>
              </a:ext>
            </a:extLst>
          </p:cNvPr>
          <p:cNvSpPr txBox="1"/>
          <p:nvPr/>
        </p:nvSpPr>
        <p:spPr>
          <a:xfrm>
            <a:off x="6630320" y="600699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45C7E-C3E4-619E-A9F6-0408D7F90854}"/>
              </a:ext>
            </a:extLst>
          </p:cNvPr>
          <p:cNvSpPr txBox="1"/>
          <p:nvPr/>
        </p:nvSpPr>
        <p:spPr>
          <a:xfrm>
            <a:off x="7513071" y="32356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497EAF-319F-E3A1-B1B4-F3E51C5029A7}"/>
              </a:ext>
            </a:extLst>
          </p:cNvPr>
          <p:cNvSpPr txBox="1"/>
          <p:nvPr/>
        </p:nvSpPr>
        <p:spPr>
          <a:xfrm>
            <a:off x="9121632" y="322991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5B9147-1666-349B-D88A-C3DFE7ECB381}"/>
              </a:ext>
            </a:extLst>
          </p:cNvPr>
          <p:cNvSpPr txBox="1"/>
          <p:nvPr/>
        </p:nvSpPr>
        <p:spPr>
          <a:xfrm>
            <a:off x="10518272" y="322991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2CB5FA-7E36-0B8C-FBCA-C953F9D1A21E}"/>
              </a:ext>
            </a:extLst>
          </p:cNvPr>
          <p:cNvSpPr txBox="1"/>
          <p:nvPr/>
        </p:nvSpPr>
        <p:spPr>
          <a:xfrm>
            <a:off x="2484248" y="272606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97018D-7D54-C633-EC97-C5ED97DA3EBB}"/>
              </a:ext>
            </a:extLst>
          </p:cNvPr>
          <p:cNvSpPr txBox="1"/>
          <p:nvPr/>
        </p:nvSpPr>
        <p:spPr>
          <a:xfrm rot="16200000">
            <a:off x="5399614" y="485044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DF27C3-C02D-2439-BAFC-CD220C44367F}"/>
              </a:ext>
            </a:extLst>
          </p:cNvPr>
          <p:cNvSpPr txBox="1"/>
          <p:nvPr/>
        </p:nvSpPr>
        <p:spPr>
          <a:xfrm>
            <a:off x="1168295" y="2237136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096C4-2F04-2E7C-36DB-E8B94390D1CA}"/>
              </a:ext>
            </a:extLst>
          </p:cNvPr>
          <p:cNvSpPr txBox="1"/>
          <p:nvPr/>
        </p:nvSpPr>
        <p:spPr>
          <a:xfrm>
            <a:off x="7094772" y="2245536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D5CF630-39F1-C4DE-56C4-5C207399A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351736"/>
                  </p:ext>
                </p:extLst>
              </p:nvPr>
            </p:nvGraphicFramePr>
            <p:xfrm>
              <a:off x="7014052" y="378213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95871146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2371220349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1941749367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550044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634988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24481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D5CF630-39F1-C4DE-56C4-5C207399AC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351736"/>
                  </p:ext>
                </p:extLst>
              </p:nvPr>
            </p:nvGraphicFramePr>
            <p:xfrm>
              <a:off x="7014052" y="378213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95871146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2371220349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1941749367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8" t="-606" r="-187209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390" t="-606" r="-1345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550044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8" t="-100000" r="-187209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78" t="-100000" r="-87938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634988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78" t="-201212" r="-87938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390" t="-201212" r="-1345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24481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043DCAC-3296-B90A-BAAC-A78D0A233424}"/>
              </a:ext>
            </a:extLst>
          </p:cNvPr>
          <p:cNvSpPr txBox="1"/>
          <p:nvPr/>
        </p:nvSpPr>
        <p:spPr>
          <a:xfrm>
            <a:off x="601763" y="40189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333986-3660-AC2F-C27A-9299DBB47A8D}"/>
              </a:ext>
            </a:extLst>
          </p:cNvPr>
          <p:cNvSpPr txBox="1"/>
          <p:nvPr/>
        </p:nvSpPr>
        <p:spPr>
          <a:xfrm>
            <a:off x="588049" y="500175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C0FE77-0EA9-8637-57CF-B5D5446DBE3B}"/>
              </a:ext>
            </a:extLst>
          </p:cNvPr>
          <p:cNvSpPr txBox="1"/>
          <p:nvPr/>
        </p:nvSpPr>
        <p:spPr>
          <a:xfrm>
            <a:off x="591744" y="60173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421C1-4E7F-1233-E92F-C275060D71EF}"/>
              </a:ext>
            </a:extLst>
          </p:cNvPr>
          <p:cNvSpPr txBox="1"/>
          <p:nvPr/>
        </p:nvSpPr>
        <p:spPr>
          <a:xfrm rot="16200000">
            <a:off x="-635614" y="4809928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</p:spTree>
    <p:extLst>
      <p:ext uri="{BB962C8B-B14F-4D97-AF65-F5344CB8AC3E}">
        <p14:creationId xmlns:p14="http://schemas.microsoft.com/office/powerpoint/2010/main" val="148998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33C6-B21B-D77F-C2A3-56456D01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1D2850-98E7-96DD-1367-6C0B1A3E246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AC8DA-3933-C1A6-87CB-298399251EF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CF595-582A-1906-D68E-156CE7EFA6F4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93EDC9-05F0-5226-F20A-9C93C45E6393}"/>
                  </a:ext>
                </a:extLst>
              </p:cNvPr>
              <p:cNvSpPr txBox="1"/>
              <p:nvPr/>
            </p:nvSpPr>
            <p:spPr>
              <a:xfrm>
                <a:off x="70790" y="1783871"/>
                <a:ext cx="59606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This gives us the Lemke-Howson Polytope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93EDC9-05F0-5226-F20A-9C93C45E6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" y="1783871"/>
                <a:ext cx="5960669" cy="461665"/>
              </a:xfrm>
              <a:prstGeom prst="rect">
                <a:avLst/>
              </a:prstGeom>
              <a:blipFill>
                <a:blip r:embed="rId3"/>
                <a:stretch>
                  <a:fillRect l="-163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C0C05B4-974B-15C3-8AE5-CF5C7B512C56}"/>
              </a:ext>
            </a:extLst>
          </p:cNvPr>
          <p:cNvSpPr txBox="1"/>
          <p:nvPr/>
        </p:nvSpPr>
        <p:spPr>
          <a:xfrm>
            <a:off x="8518672" y="2724943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0D8AD2-3380-BF98-C649-696C8444A198}"/>
              </a:ext>
            </a:extLst>
          </p:cNvPr>
          <p:cNvSpPr txBox="1"/>
          <p:nvPr/>
        </p:nvSpPr>
        <p:spPr>
          <a:xfrm>
            <a:off x="6619557" y="405016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03A34-E852-70F4-BF31-ED4460A8D5A7}"/>
              </a:ext>
            </a:extLst>
          </p:cNvPr>
          <p:cNvSpPr txBox="1"/>
          <p:nvPr/>
        </p:nvSpPr>
        <p:spPr>
          <a:xfrm>
            <a:off x="6616234" y="4991360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695C56-C691-DD9C-D1B9-0080FADB0C72}"/>
              </a:ext>
            </a:extLst>
          </p:cNvPr>
          <p:cNvSpPr txBox="1"/>
          <p:nvPr/>
        </p:nvSpPr>
        <p:spPr>
          <a:xfrm>
            <a:off x="6630320" y="600699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93F086-7291-9A82-6DB8-41506D454E0C}"/>
              </a:ext>
            </a:extLst>
          </p:cNvPr>
          <p:cNvSpPr txBox="1"/>
          <p:nvPr/>
        </p:nvSpPr>
        <p:spPr>
          <a:xfrm>
            <a:off x="7513071" y="323560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730568-3F19-4074-AACB-7EDD6202C280}"/>
              </a:ext>
            </a:extLst>
          </p:cNvPr>
          <p:cNvSpPr txBox="1"/>
          <p:nvPr/>
        </p:nvSpPr>
        <p:spPr>
          <a:xfrm>
            <a:off x="9121632" y="322991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CD7E4A-2232-EBAA-5052-BBDFC29C4EF6}"/>
              </a:ext>
            </a:extLst>
          </p:cNvPr>
          <p:cNvSpPr txBox="1"/>
          <p:nvPr/>
        </p:nvSpPr>
        <p:spPr>
          <a:xfrm>
            <a:off x="10518272" y="322991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F55948-7B55-FF4E-6573-71BF64FC0051}"/>
              </a:ext>
            </a:extLst>
          </p:cNvPr>
          <p:cNvSpPr txBox="1"/>
          <p:nvPr/>
        </p:nvSpPr>
        <p:spPr>
          <a:xfrm rot="16200000">
            <a:off x="5399614" y="4850446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8041D9-626B-DAEE-40B7-530A0E981EEE}"/>
              </a:ext>
            </a:extLst>
          </p:cNvPr>
          <p:cNvSpPr txBox="1"/>
          <p:nvPr/>
        </p:nvSpPr>
        <p:spPr>
          <a:xfrm>
            <a:off x="7094772" y="2245536"/>
            <a:ext cx="4414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66004FA-B360-D8EC-EF3C-F5E4E39153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14052" y="378213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95871146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2371220349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1941749367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8550044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634988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24481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66004FA-B360-D8EC-EF3C-F5E4E39153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14052" y="378213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95871146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2371220349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1941749367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8" t="-606" r="-187209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390" t="-606" r="-1345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5500446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8" t="-100000" r="-187209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78" t="-100000" r="-87938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634988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78" t="-201212" r="-87938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390" t="-201212" r="-1345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244819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5DB226-B4A1-DB71-7293-0BC9D8320D83}"/>
                  </a:ext>
                </a:extLst>
              </p:cNvPr>
              <p:cNvSpPr txBox="1"/>
              <p:nvPr/>
            </p:nvSpPr>
            <p:spPr>
              <a:xfrm>
                <a:off x="-377832" y="2337453"/>
                <a:ext cx="6609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5DB226-B4A1-DB71-7293-0BC9D8320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832" y="2337453"/>
                <a:ext cx="660952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516633-5C4F-B7A1-0A0C-C9D3AA8B4700}"/>
                  </a:ext>
                </a:extLst>
              </p:cNvPr>
              <p:cNvSpPr txBox="1"/>
              <p:nvPr/>
            </p:nvSpPr>
            <p:spPr>
              <a:xfrm>
                <a:off x="365524" y="2898801"/>
                <a:ext cx="3277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516633-5C4F-B7A1-0A0C-C9D3AA8B4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4" y="2898801"/>
                <a:ext cx="3277289" cy="461665"/>
              </a:xfrm>
              <a:prstGeom prst="rect">
                <a:avLst/>
              </a:prstGeom>
              <a:blipFill>
                <a:blip r:embed="rId6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F52B89-2C39-58A1-E403-F12F003E602A}"/>
                  </a:ext>
                </a:extLst>
              </p:cNvPr>
              <p:cNvSpPr txBox="1"/>
              <p:nvPr/>
            </p:nvSpPr>
            <p:spPr>
              <a:xfrm>
                <a:off x="365524" y="3448798"/>
                <a:ext cx="39467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is the polytope bounded by: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F52B89-2C39-58A1-E403-F12F003E6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4" y="3448798"/>
                <a:ext cx="3946703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D5227-898C-C15F-4740-E433C937C300}"/>
                  </a:ext>
                </a:extLst>
              </p:cNvPr>
              <p:cNvSpPr txBox="1"/>
              <p:nvPr/>
            </p:nvSpPr>
            <p:spPr>
              <a:xfrm>
                <a:off x="1930859" y="3814687"/>
                <a:ext cx="137095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CD5227-898C-C15F-4740-E433C937C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59" y="3814687"/>
                <a:ext cx="1370953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C2373F-55FA-CEE2-F431-D46311806935}"/>
                  </a:ext>
                </a:extLst>
              </p:cNvPr>
              <p:cNvSpPr txBox="1"/>
              <p:nvPr/>
            </p:nvSpPr>
            <p:spPr>
              <a:xfrm>
                <a:off x="1994126" y="4415177"/>
                <a:ext cx="129862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DC2373F-55FA-CEE2-F431-D46311806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126" y="4415177"/>
                <a:ext cx="1298625" cy="576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7D7CA9-48E9-59FA-95BB-9245B29AF08B}"/>
                  </a:ext>
                </a:extLst>
              </p:cNvPr>
              <p:cNvSpPr txBox="1"/>
              <p:nvPr/>
            </p:nvSpPr>
            <p:spPr>
              <a:xfrm>
                <a:off x="1898700" y="5084548"/>
                <a:ext cx="135011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7D7CA9-48E9-59FA-95BB-9245B29AF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00" y="5084548"/>
                <a:ext cx="1350113" cy="576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665A4A-1F80-2823-490B-2A33D77345EB}"/>
                  </a:ext>
                </a:extLst>
              </p:cNvPr>
              <p:cNvSpPr txBox="1"/>
              <p:nvPr/>
            </p:nvSpPr>
            <p:spPr>
              <a:xfrm>
                <a:off x="2505716" y="5735856"/>
                <a:ext cx="7305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665A4A-1F80-2823-490B-2A33D7734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716" y="5735856"/>
                <a:ext cx="730520" cy="307777"/>
              </a:xfrm>
              <a:prstGeom prst="rect">
                <a:avLst/>
              </a:prstGeom>
              <a:blipFill>
                <a:blip r:embed="rId11"/>
                <a:stretch>
                  <a:fillRect l="-4167" r="-8333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B5AC79D-A0A5-DF69-33B2-8AD0C982025A}"/>
                  </a:ext>
                </a:extLst>
              </p:cNvPr>
              <p:cNvSpPr txBox="1"/>
              <p:nvPr/>
            </p:nvSpPr>
            <p:spPr>
              <a:xfrm>
                <a:off x="2505716" y="6083502"/>
                <a:ext cx="7351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B5AC79D-A0A5-DF69-33B2-8AD0C9820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716" y="6083502"/>
                <a:ext cx="735138" cy="307777"/>
              </a:xfrm>
              <a:prstGeom prst="rect">
                <a:avLst/>
              </a:prstGeom>
              <a:blipFill>
                <a:blip r:embed="rId12"/>
                <a:stretch>
                  <a:fillRect l="-8264" r="-8264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3C2899-81B9-707D-64C1-48CB514DB55D}"/>
                  </a:ext>
                </a:extLst>
              </p:cNvPr>
              <p:cNvSpPr txBox="1"/>
              <p:nvPr/>
            </p:nvSpPr>
            <p:spPr>
              <a:xfrm>
                <a:off x="2534609" y="6437877"/>
                <a:ext cx="7142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3C2899-81B9-707D-64C1-48CB514DB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09" y="6437877"/>
                <a:ext cx="714298" cy="307777"/>
              </a:xfrm>
              <a:prstGeom prst="rect">
                <a:avLst/>
              </a:prstGeom>
              <a:blipFill>
                <a:blip r:embed="rId13"/>
                <a:stretch>
                  <a:fillRect l="-5128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7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221B4-6869-6CF5-891C-6BF85E3B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BD324B-8422-3CF8-C0E2-DC70C5F0920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6706F4-7596-6B3A-74E6-9536A876A89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7C49E8-CCF4-3E14-ABF8-403CFD2FA7B3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4A878D-9208-701E-E7B0-88CC446C9626}"/>
                  </a:ext>
                </a:extLst>
              </p:cNvPr>
              <p:cNvSpPr txBox="1"/>
              <p:nvPr/>
            </p:nvSpPr>
            <p:spPr>
              <a:xfrm>
                <a:off x="70790" y="1783871"/>
                <a:ext cx="59606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This gives us the Lemke-Howson Polytope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4A878D-9208-701E-E7B0-88CC446C9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0" y="1783871"/>
                <a:ext cx="5960669" cy="461665"/>
              </a:xfrm>
              <a:prstGeom prst="rect">
                <a:avLst/>
              </a:prstGeom>
              <a:blipFill>
                <a:blip r:embed="rId3"/>
                <a:stretch>
                  <a:fillRect l="-163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3CC20-DA71-6F67-416A-DF3C4C7B8CB4}"/>
                  </a:ext>
                </a:extLst>
              </p:cNvPr>
              <p:cNvSpPr txBox="1"/>
              <p:nvPr/>
            </p:nvSpPr>
            <p:spPr>
              <a:xfrm>
                <a:off x="-377832" y="2337453"/>
                <a:ext cx="6609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23CC20-DA71-6F67-416A-DF3C4C7B8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7832" y="2337453"/>
                <a:ext cx="660952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648C57-93E2-309E-FDFB-065BD6B635D3}"/>
                  </a:ext>
                </a:extLst>
              </p:cNvPr>
              <p:cNvSpPr txBox="1"/>
              <p:nvPr/>
            </p:nvSpPr>
            <p:spPr>
              <a:xfrm>
                <a:off x="365524" y="2898801"/>
                <a:ext cx="3277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648C57-93E2-309E-FDFB-065BD6B6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4" y="2898801"/>
                <a:ext cx="3277289" cy="461665"/>
              </a:xfrm>
              <a:prstGeom prst="rect">
                <a:avLst/>
              </a:prstGeom>
              <a:blipFill>
                <a:blip r:embed="rId5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32D06A-0AF4-AA7B-2CED-3292AB3C9C08}"/>
                  </a:ext>
                </a:extLst>
              </p:cNvPr>
              <p:cNvSpPr txBox="1"/>
              <p:nvPr/>
            </p:nvSpPr>
            <p:spPr>
              <a:xfrm>
                <a:off x="365524" y="3448798"/>
                <a:ext cx="39467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is the polytope bounded by: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32D06A-0AF4-AA7B-2CED-3292AB3C9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4" y="3448798"/>
                <a:ext cx="3946703" cy="400110"/>
              </a:xfrm>
              <a:prstGeom prst="rect">
                <a:avLst/>
              </a:prstGeom>
              <a:blipFill>
                <a:blip r:embed="rId6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C5C40C-5229-05C9-2BC4-1FE32BACEFA5}"/>
                  </a:ext>
                </a:extLst>
              </p:cNvPr>
              <p:cNvSpPr txBox="1"/>
              <p:nvPr/>
            </p:nvSpPr>
            <p:spPr>
              <a:xfrm>
                <a:off x="1930859" y="3814687"/>
                <a:ext cx="137095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C5C40C-5229-05C9-2BC4-1FE32BACE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59" y="3814687"/>
                <a:ext cx="1370953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BBC3F0-21FD-3612-1EC8-6683E13B17B8}"/>
                  </a:ext>
                </a:extLst>
              </p:cNvPr>
              <p:cNvSpPr txBox="1"/>
              <p:nvPr/>
            </p:nvSpPr>
            <p:spPr>
              <a:xfrm>
                <a:off x="1994126" y="4415177"/>
                <a:ext cx="129862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BBC3F0-21FD-3612-1EC8-6683E13B1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126" y="4415177"/>
                <a:ext cx="1298625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40B1D9-9AEF-0D3B-DB6C-F7901C03EA8A}"/>
                  </a:ext>
                </a:extLst>
              </p:cNvPr>
              <p:cNvSpPr txBox="1"/>
              <p:nvPr/>
            </p:nvSpPr>
            <p:spPr>
              <a:xfrm>
                <a:off x="1898700" y="5084548"/>
                <a:ext cx="135011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E40B1D9-9AEF-0D3B-DB6C-F7901C03E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00" y="5084548"/>
                <a:ext cx="1350113" cy="57618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368C1F-9D1E-CF58-DB39-ED699F5143F0}"/>
                  </a:ext>
                </a:extLst>
              </p:cNvPr>
              <p:cNvSpPr txBox="1"/>
              <p:nvPr/>
            </p:nvSpPr>
            <p:spPr>
              <a:xfrm>
                <a:off x="2505716" y="5735856"/>
                <a:ext cx="7305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368C1F-9D1E-CF58-DB39-ED699F514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716" y="5735856"/>
                <a:ext cx="730520" cy="307777"/>
              </a:xfrm>
              <a:prstGeom prst="rect">
                <a:avLst/>
              </a:prstGeom>
              <a:blipFill>
                <a:blip r:embed="rId10"/>
                <a:stretch>
                  <a:fillRect l="-4167" r="-8333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27E555-C8C1-C835-CBD6-997CBBCE09BD}"/>
                  </a:ext>
                </a:extLst>
              </p:cNvPr>
              <p:cNvSpPr txBox="1"/>
              <p:nvPr/>
            </p:nvSpPr>
            <p:spPr>
              <a:xfrm>
                <a:off x="2505716" y="6083502"/>
                <a:ext cx="7351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27E555-C8C1-C835-CBD6-997CBBCE0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716" y="6083502"/>
                <a:ext cx="735138" cy="307777"/>
              </a:xfrm>
              <a:prstGeom prst="rect">
                <a:avLst/>
              </a:prstGeom>
              <a:blipFill>
                <a:blip r:embed="rId11"/>
                <a:stretch>
                  <a:fillRect l="-8264" r="-8264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D91925-362E-43E5-8337-3E42A64B2825}"/>
                  </a:ext>
                </a:extLst>
              </p:cNvPr>
              <p:cNvSpPr txBox="1"/>
              <p:nvPr/>
            </p:nvSpPr>
            <p:spPr>
              <a:xfrm>
                <a:off x="2534609" y="6437877"/>
                <a:ext cx="7142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D91925-362E-43E5-8337-3E42A64B2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09" y="6437877"/>
                <a:ext cx="714298" cy="307777"/>
              </a:xfrm>
              <a:prstGeom prst="rect">
                <a:avLst/>
              </a:prstGeom>
              <a:blipFill>
                <a:blip r:embed="rId12"/>
                <a:stretch>
                  <a:fillRect l="-5128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420B3A9-627E-32EF-A354-A06F16E3F2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6" b="6516"/>
          <a:stretch/>
        </p:blipFill>
        <p:spPr>
          <a:xfrm>
            <a:off x="6795655" y="1945085"/>
            <a:ext cx="4890885" cy="489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70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EEC4-E390-3363-7570-D6D4C2AFE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0E66F7-7451-9131-C794-EB85A132673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EF95CF-D3AA-A826-10E8-C12C07F6167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2238A6-95B3-BF0A-DDB8-7FE33CFB67E7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D9C79-2205-FDF6-7191-FE914C67E9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76391" y="377498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2856491693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3227683620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679163889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590835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008367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US" sz="2800" b="1" i="1" dirty="0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466168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D9D9C79-2205-FDF6-7191-FE914C67E9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76391" y="3774988"/>
              <a:ext cx="4494981" cy="301752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568809">
                      <a:extLst>
                        <a:ext uri="{9D8B030D-6E8A-4147-A177-3AD203B41FA5}">
                          <a16:colId xmlns:a16="http://schemas.microsoft.com/office/drawing/2014/main" val="2856491693"/>
                        </a:ext>
                      </a:extLst>
                    </a:gridCol>
                    <a:gridCol w="1568809">
                      <a:extLst>
                        <a:ext uri="{9D8B030D-6E8A-4147-A177-3AD203B41FA5}">
                          <a16:colId xmlns:a16="http://schemas.microsoft.com/office/drawing/2014/main" val="3227683620"/>
                        </a:ext>
                      </a:extLst>
                    </a:gridCol>
                    <a:gridCol w="1357363">
                      <a:extLst>
                        <a:ext uri="{9D8B030D-6E8A-4147-A177-3AD203B41FA5}">
                          <a16:colId xmlns:a16="http://schemas.microsoft.com/office/drawing/2014/main" val="679163889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8" t="-606" r="-186822" b="-2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390" t="-606" r="-897" b="-20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590835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8" t="-100000" r="-186822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8" t="-100000" r="-87549" b="-1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90083678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latin typeface="+mn-lt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78" t="-201212" r="-87549" b="-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390" t="-201212" r="-897" b="-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6168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8808763-DB85-02BC-1EE2-CE4830FB87C5}"/>
              </a:ext>
            </a:extLst>
          </p:cNvPr>
          <p:cNvSpPr txBox="1"/>
          <p:nvPr/>
        </p:nvSpPr>
        <p:spPr>
          <a:xfrm>
            <a:off x="1516961" y="3223838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2F21F-AD86-D7FC-C628-C510B6055F05}"/>
              </a:ext>
            </a:extLst>
          </p:cNvPr>
          <p:cNvSpPr txBox="1"/>
          <p:nvPr/>
        </p:nvSpPr>
        <p:spPr>
          <a:xfrm>
            <a:off x="3125522" y="321814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3CA2B9-9AE7-1B9D-E98C-202075FF35A5}"/>
              </a:ext>
            </a:extLst>
          </p:cNvPr>
          <p:cNvSpPr txBox="1"/>
          <p:nvPr/>
        </p:nvSpPr>
        <p:spPr>
          <a:xfrm>
            <a:off x="4522162" y="3218145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E7924-2F94-737F-1333-F701D8151143}"/>
              </a:ext>
            </a:extLst>
          </p:cNvPr>
          <p:cNvSpPr txBox="1"/>
          <p:nvPr/>
        </p:nvSpPr>
        <p:spPr>
          <a:xfrm>
            <a:off x="2484248" y="2726069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3E303D-0C84-216A-BC7B-3D15749FA30C}"/>
              </a:ext>
            </a:extLst>
          </p:cNvPr>
          <p:cNvSpPr txBox="1"/>
          <p:nvPr/>
        </p:nvSpPr>
        <p:spPr>
          <a:xfrm>
            <a:off x="1168295" y="2237136"/>
            <a:ext cx="4212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7360-28DF-D91C-B518-55BE4DA64779}"/>
              </a:ext>
            </a:extLst>
          </p:cNvPr>
          <p:cNvSpPr txBox="1"/>
          <p:nvPr/>
        </p:nvSpPr>
        <p:spPr>
          <a:xfrm>
            <a:off x="601763" y="401899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89B256-7722-D655-DA0F-50D1CAB27875}"/>
              </a:ext>
            </a:extLst>
          </p:cNvPr>
          <p:cNvSpPr txBox="1"/>
          <p:nvPr/>
        </p:nvSpPr>
        <p:spPr>
          <a:xfrm>
            <a:off x="588049" y="5001751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00434-17E9-D0EB-1B7F-CC0E7B2FE106}"/>
              </a:ext>
            </a:extLst>
          </p:cNvPr>
          <p:cNvSpPr txBox="1"/>
          <p:nvPr/>
        </p:nvSpPr>
        <p:spPr>
          <a:xfrm>
            <a:off x="591744" y="6017382"/>
            <a:ext cx="464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E748E-2574-6B84-FD5B-3F699BB00EC7}"/>
              </a:ext>
            </a:extLst>
          </p:cNvPr>
          <p:cNvSpPr txBox="1"/>
          <p:nvPr/>
        </p:nvSpPr>
        <p:spPr>
          <a:xfrm rot="16200000">
            <a:off x="-635614" y="4809928"/>
            <a:ext cx="1848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21C0B"/>
                </a:solidFill>
              </a:rPr>
              <a:t>Player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435737-B4E3-6224-F2E3-EB70DD2CDCCB}"/>
                  </a:ext>
                </a:extLst>
              </p:cNvPr>
              <p:cNvSpPr txBox="1"/>
              <p:nvPr/>
            </p:nvSpPr>
            <p:spPr>
              <a:xfrm>
                <a:off x="6019004" y="1765012"/>
                <a:ext cx="59606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This gives us the Lemke-Howson Polytope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435737-B4E3-6224-F2E3-EB70DD2CD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004" y="1765012"/>
                <a:ext cx="5960669" cy="461665"/>
              </a:xfrm>
              <a:prstGeom prst="rect">
                <a:avLst/>
              </a:prstGeom>
              <a:blipFill>
                <a:blip r:embed="rId4"/>
                <a:stretch>
                  <a:fillRect l="-153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9838A4-CFB1-5BE4-2B5B-8E94C6557E08}"/>
                  </a:ext>
                </a:extLst>
              </p:cNvPr>
              <p:cNvSpPr txBox="1"/>
              <p:nvPr/>
            </p:nvSpPr>
            <p:spPr>
              <a:xfrm>
                <a:off x="5694577" y="2298690"/>
                <a:ext cx="6609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9838A4-CFB1-5BE4-2B5B-8E94C6557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577" y="2298690"/>
                <a:ext cx="660952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2E918B-891B-A8B3-D528-6B5021BCC542}"/>
                  </a:ext>
                </a:extLst>
              </p:cNvPr>
              <p:cNvSpPr txBox="1"/>
              <p:nvPr/>
            </p:nvSpPr>
            <p:spPr>
              <a:xfrm>
                <a:off x="7812053" y="3792674"/>
                <a:ext cx="1535549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2E918B-891B-A8B3-D528-6B5021BCC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053" y="3792674"/>
                <a:ext cx="1535549" cy="5845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6A4414-D399-1034-7B0C-24FDBACAA870}"/>
                  </a:ext>
                </a:extLst>
              </p:cNvPr>
              <p:cNvSpPr txBox="1"/>
              <p:nvPr/>
            </p:nvSpPr>
            <p:spPr>
              <a:xfrm>
                <a:off x="7413162" y="4368857"/>
                <a:ext cx="193444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6A4414-D399-1034-7B0C-24FDBACAA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162" y="4368857"/>
                <a:ext cx="1934440" cy="5845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2D84F1-2205-D2F5-6BD8-3C48DDF9AE35}"/>
                  </a:ext>
                </a:extLst>
              </p:cNvPr>
              <p:cNvSpPr txBox="1"/>
              <p:nvPr/>
            </p:nvSpPr>
            <p:spPr>
              <a:xfrm>
                <a:off x="7486710" y="5002007"/>
                <a:ext cx="193444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2D84F1-2205-D2F5-6BD8-3C48DDF9A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710" y="5002007"/>
                <a:ext cx="1934440" cy="5845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104539-19F1-8176-CCE0-0DA9D001330F}"/>
                  </a:ext>
                </a:extLst>
              </p:cNvPr>
              <p:cNvSpPr txBox="1"/>
              <p:nvPr/>
            </p:nvSpPr>
            <p:spPr>
              <a:xfrm>
                <a:off x="8453930" y="5716997"/>
                <a:ext cx="7305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104539-19F1-8176-CCE0-0DA9D0013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930" y="5716997"/>
                <a:ext cx="730520" cy="307777"/>
              </a:xfrm>
              <a:prstGeom prst="rect">
                <a:avLst/>
              </a:prstGeom>
              <a:blipFill>
                <a:blip r:embed="rId9"/>
                <a:stretch>
                  <a:fillRect l="-5000" r="-7500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648576-59F3-ABD1-FEE4-1E099FFD3065}"/>
                  </a:ext>
                </a:extLst>
              </p:cNvPr>
              <p:cNvSpPr txBox="1"/>
              <p:nvPr/>
            </p:nvSpPr>
            <p:spPr>
              <a:xfrm>
                <a:off x="8453930" y="6064643"/>
                <a:ext cx="7351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3648576-59F3-ABD1-FEE4-1E099FFD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930" y="6064643"/>
                <a:ext cx="735138" cy="307777"/>
              </a:xfrm>
              <a:prstGeom prst="rect">
                <a:avLst/>
              </a:prstGeom>
              <a:blipFill>
                <a:blip r:embed="rId10"/>
                <a:stretch>
                  <a:fillRect l="-8333" r="-8333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2DD207D-BC9D-7303-85D6-C8EB660FDA06}"/>
                  </a:ext>
                </a:extLst>
              </p:cNvPr>
              <p:cNvSpPr txBox="1"/>
              <p:nvPr/>
            </p:nvSpPr>
            <p:spPr>
              <a:xfrm>
                <a:off x="6696886" y="2814554"/>
                <a:ext cx="3277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2DD207D-BC9D-7303-85D6-C8EB660FD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86" y="2814554"/>
                <a:ext cx="3277289" cy="461665"/>
              </a:xfrm>
              <a:prstGeom prst="rect">
                <a:avLst/>
              </a:prstGeom>
              <a:blipFill>
                <a:blip r:embed="rId11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70ED00-1BC6-F553-295E-C28384AD123E}"/>
                  </a:ext>
                </a:extLst>
              </p:cNvPr>
              <p:cNvSpPr txBox="1"/>
              <p:nvPr/>
            </p:nvSpPr>
            <p:spPr>
              <a:xfrm>
                <a:off x="6696886" y="3364551"/>
                <a:ext cx="39467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is the polytope bounded by: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70ED00-1BC6-F553-295E-C28384AD1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86" y="3364551"/>
                <a:ext cx="3946703" cy="400110"/>
              </a:xfrm>
              <a:prstGeom prst="rect">
                <a:avLst/>
              </a:prstGeom>
              <a:blipFill>
                <a:blip r:embed="rId12"/>
                <a:stretch>
                  <a:fillRect t="-7576" r="-30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ED365D-F612-FE9E-E61E-38A4B60B4C1E}"/>
                  </a:ext>
                </a:extLst>
              </p:cNvPr>
              <p:cNvSpPr txBox="1"/>
              <p:nvPr/>
            </p:nvSpPr>
            <p:spPr>
              <a:xfrm>
                <a:off x="8482961" y="6414787"/>
                <a:ext cx="7142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1ED365D-F612-FE9E-E61E-38A4B60B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961" y="6414787"/>
                <a:ext cx="714298" cy="307777"/>
              </a:xfrm>
              <a:prstGeom prst="rect">
                <a:avLst/>
              </a:prstGeom>
              <a:blipFill>
                <a:blip r:embed="rId13"/>
                <a:stretch>
                  <a:fillRect l="-5128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848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67A23-0B04-2E98-613B-EF0CE579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3D799C-B089-B756-55B3-9F0EDA95231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3B938-EB4B-1921-22B5-72F91DB9E92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5F0144-5B98-7FFB-6AA3-2468AD9EC09D}"/>
              </a:ext>
            </a:extLst>
          </p:cNvPr>
          <p:cNvSpPr txBox="1"/>
          <p:nvPr/>
        </p:nvSpPr>
        <p:spPr>
          <a:xfrm>
            <a:off x="4916" y="3785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Normalization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4F26C1-A46F-DD61-FA1A-901EE17D1626}"/>
                  </a:ext>
                </a:extLst>
              </p:cNvPr>
              <p:cNvSpPr txBox="1"/>
              <p:nvPr/>
            </p:nvSpPr>
            <p:spPr>
              <a:xfrm>
                <a:off x="6019004" y="1765012"/>
                <a:ext cx="596066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This gives us the Lemke-Howson Polytope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4F26C1-A46F-DD61-FA1A-901EE17D1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004" y="1765012"/>
                <a:ext cx="5960669" cy="461665"/>
              </a:xfrm>
              <a:prstGeom prst="rect">
                <a:avLst/>
              </a:prstGeom>
              <a:blipFill>
                <a:blip r:embed="rId3"/>
                <a:stretch>
                  <a:fillRect l="-153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B411C5-DF5D-1A28-1CD4-92DDBE82C5C7}"/>
                  </a:ext>
                </a:extLst>
              </p:cNvPr>
              <p:cNvSpPr txBox="1"/>
              <p:nvPr/>
            </p:nvSpPr>
            <p:spPr>
              <a:xfrm>
                <a:off x="5694577" y="2298690"/>
                <a:ext cx="66095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B411C5-DF5D-1A28-1CD4-92DDBE82C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577" y="2298690"/>
                <a:ext cx="6609522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92863-0E57-F239-FB5B-9335A3B191B1}"/>
                  </a:ext>
                </a:extLst>
              </p:cNvPr>
              <p:cNvSpPr txBox="1"/>
              <p:nvPr/>
            </p:nvSpPr>
            <p:spPr>
              <a:xfrm>
                <a:off x="7812053" y="3792674"/>
                <a:ext cx="1535549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392863-0E57-F239-FB5B-9335A3B19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053" y="3792674"/>
                <a:ext cx="1535549" cy="5845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D036A3-CE49-1A97-FE3A-5C0F6C24AC7F}"/>
                  </a:ext>
                </a:extLst>
              </p:cNvPr>
              <p:cNvSpPr txBox="1"/>
              <p:nvPr/>
            </p:nvSpPr>
            <p:spPr>
              <a:xfrm>
                <a:off x="7413162" y="4368857"/>
                <a:ext cx="193444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D036A3-CE49-1A97-FE3A-5C0F6C24A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162" y="4368857"/>
                <a:ext cx="1934440" cy="5845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91B474-F389-9EE4-39AB-08ACCCDC7327}"/>
                  </a:ext>
                </a:extLst>
              </p:cNvPr>
              <p:cNvSpPr txBox="1"/>
              <p:nvPr/>
            </p:nvSpPr>
            <p:spPr>
              <a:xfrm>
                <a:off x="7486710" y="5002007"/>
                <a:ext cx="193444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91B474-F389-9EE4-39AB-08ACCCDC7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710" y="5002007"/>
                <a:ext cx="1934440" cy="5845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E3059B-2DCB-47C3-EDD2-330F3C29408A}"/>
                  </a:ext>
                </a:extLst>
              </p:cNvPr>
              <p:cNvSpPr txBox="1"/>
              <p:nvPr/>
            </p:nvSpPr>
            <p:spPr>
              <a:xfrm>
                <a:off x="8453930" y="5716997"/>
                <a:ext cx="73052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4E3059B-2DCB-47C3-EDD2-330F3C294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930" y="5716997"/>
                <a:ext cx="730520" cy="307777"/>
              </a:xfrm>
              <a:prstGeom prst="rect">
                <a:avLst/>
              </a:prstGeom>
              <a:blipFill>
                <a:blip r:embed="rId8"/>
                <a:stretch>
                  <a:fillRect l="-5000" r="-7500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FB1063-A3E4-0FA6-FABE-56FB0B17B5A5}"/>
                  </a:ext>
                </a:extLst>
              </p:cNvPr>
              <p:cNvSpPr txBox="1"/>
              <p:nvPr/>
            </p:nvSpPr>
            <p:spPr>
              <a:xfrm>
                <a:off x="8453930" y="6064643"/>
                <a:ext cx="73513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6FB1063-A3E4-0FA6-FABE-56FB0B17B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930" y="6064643"/>
                <a:ext cx="735138" cy="307777"/>
              </a:xfrm>
              <a:prstGeom prst="rect">
                <a:avLst/>
              </a:prstGeom>
              <a:blipFill>
                <a:blip r:embed="rId9"/>
                <a:stretch>
                  <a:fillRect l="-8333" r="-8333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27382-C383-467C-B3BD-626FBAB8F41F}"/>
                  </a:ext>
                </a:extLst>
              </p:cNvPr>
              <p:cNvSpPr txBox="1"/>
              <p:nvPr/>
            </p:nvSpPr>
            <p:spPr>
              <a:xfrm>
                <a:off x="6696886" y="2814554"/>
                <a:ext cx="3277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3927382-C383-467C-B3BD-626FBAB8F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86" y="2814554"/>
                <a:ext cx="3277289" cy="461665"/>
              </a:xfrm>
              <a:prstGeom prst="rect">
                <a:avLst/>
              </a:prstGeom>
              <a:blipFill>
                <a:blip r:embed="rId10"/>
                <a:stretch>
                  <a:fillRect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273A7C-711D-C77B-435C-D0D62906DA01}"/>
                  </a:ext>
                </a:extLst>
              </p:cNvPr>
              <p:cNvSpPr txBox="1"/>
              <p:nvPr/>
            </p:nvSpPr>
            <p:spPr>
              <a:xfrm>
                <a:off x="6696886" y="3364551"/>
                <a:ext cx="39467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is the polytope bounded by: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273A7C-711D-C77B-435C-D0D62906D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886" y="3364551"/>
                <a:ext cx="3946703" cy="400110"/>
              </a:xfrm>
              <a:prstGeom prst="rect">
                <a:avLst/>
              </a:prstGeom>
              <a:blipFill>
                <a:blip r:embed="rId11"/>
                <a:stretch>
                  <a:fillRect t="-7576" r="-30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0DE4C0-76E1-51E4-0D5C-AF05BC0E5A46}"/>
                  </a:ext>
                </a:extLst>
              </p:cNvPr>
              <p:cNvSpPr txBox="1"/>
              <p:nvPr/>
            </p:nvSpPr>
            <p:spPr>
              <a:xfrm>
                <a:off x="8482961" y="6414787"/>
                <a:ext cx="7142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0DE4C0-76E1-51E4-0D5C-AF05BC0E5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961" y="6414787"/>
                <a:ext cx="714298" cy="307777"/>
              </a:xfrm>
              <a:prstGeom prst="rect">
                <a:avLst/>
              </a:prstGeom>
              <a:blipFill>
                <a:blip r:embed="rId12"/>
                <a:stretch>
                  <a:fillRect l="-5128" r="-7692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320DA8-1B2A-535A-C362-CAB4839181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368" y="1862668"/>
            <a:ext cx="4544059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8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0429-06EA-4342-9154-31D24532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BEC1C5-52A6-45CA-3D25-2BD43ECAAC9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01581-26E1-7F35-6E4F-12FB122950C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31A1AE-7BD2-73A6-6741-A64C9A93D060}"/>
              </a:ext>
            </a:extLst>
          </p:cNvPr>
          <p:cNvSpPr txBox="1"/>
          <p:nvPr/>
        </p:nvSpPr>
        <p:spPr>
          <a:xfrm>
            <a:off x="272456" y="1784114"/>
            <a:ext cx="1057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players each with two strategies, one of which strictly dominates the other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27C0AC-6A2B-7EC0-9CC4-9237DB27E136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37F747-E51E-DB01-19A8-59B5F405B622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36E1DC-41A7-51AB-07B0-9660142F2DE1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CE47C-7EA8-582B-84BF-4B6A77B72A85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9D14D-AD44-88ED-749C-8DD813F9CB55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AA191-F2F7-1FD1-4B0E-1691EDCD8488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65EE1-2E54-4E28-434B-BCF47C75C048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11962-5709-81EF-752C-E18CEA15CCA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0E6F8-5FE0-9B1E-06E6-3F4F0BDCD292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3348C-7553-11A1-1902-5900DBDC1144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80F9A8-7BE8-B3BA-6AF6-B57C0AAC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C81A61A-23F4-69E8-BE97-222860943562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6F6445-C775-12E3-9C8C-CFC54FBB6F8D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8E4E3-7E72-9C8B-225E-0F955DFD6C62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50A8A5-1210-FD97-CD9E-BB951EB4892F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B73A46-C627-9C5F-ACFB-30248CB6A73F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AF824B-0A31-09C6-89D4-100901AF688A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26C0B3-5C8E-AD3E-E812-D8055D213237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RK4 Error Order with Simple BNN System</a:t>
            </a:r>
          </a:p>
        </p:txBody>
      </p:sp>
    </p:spTree>
    <p:extLst>
      <p:ext uri="{BB962C8B-B14F-4D97-AF65-F5344CB8AC3E}">
        <p14:creationId xmlns:p14="http://schemas.microsoft.com/office/powerpoint/2010/main" val="3828213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9950A-F990-B0EB-D23D-99E6D0A6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26A4A6-E1F0-5A52-0776-F53E1B8103F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FF786E-2408-27FC-7AF8-5D9EB6EAF8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63934-77AC-2BAE-F6DB-EDC8F2C3997C}"/>
              </a:ext>
            </a:extLst>
          </p:cNvPr>
          <p:cNvSpPr txBox="1"/>
          <p:nvPr/>
        </p:nvSpPr>
        <p:spPr>
          <a:xfrm>
            <a:off x="1181665" y="33590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RK4 Error Order with Simple BNN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4AD516-D057-2C0A-2B30-78A413307370}"/>
                  </a:ext>
                </a:extLst>
              </p:cNvPr>
              <p:cNvSpPr txBox="1"/>
              <p:nvPr/>
            </p:nvSpPr>
            <p:spPr>
              <a:xfrm>
                <a:off x="311727" y="1800914"/>
                <a:ext cx="100687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strict dominance of Strategy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dirty="0"/>
                  <a:t> over Strategy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 </a:t>
                </a:r>
                <a:r>
                  <a:rPr lang="en-US" sz="2400" dirty="0"/>
                  <a:t>gave us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4AD516-D057-2C0A-2B30-78A413307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1800914"/>
                <a:ext cx="10068791" cy="461665"/>
              </a:xfrm>
              <a:prstGeom prst="rect">
                <a:avLst/>
              </a:prstGeom>
              <a:blipFill>
                <a:blip r:embed="rId3"/>
                <a:stretch>
                  <a:fillRect l="-90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52FB3-7E2D-31F4-E6CC-E23443041CD7}"/>
                  </a:ext>
                </a:extLst>
              </p:cNvPr>
              <p:cNvSpPr txBox="1"/>
              <p:nvPr/>
            </p:nvSpPr>
            <p:spPr>
              <a:xfrm>
                <a:off x="311727" y="2352680"/>
                <a:ext cx="100687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strict dominance of Strategy </a:t>
                </a:r>
                <a:r>
                  <a:rPr lang="en-US" sz="2400" b="1" dirty="0">
                    <a:solidFill>
                      <a:srgbClr val="064EA1"/>
                    </a:solidFill>
                  </a:rPr>
                  <a:t>B </a:t>
                </a:r>
                <a:r>
                  <a:rPr lang="en-US" sz="2400" dirty="0"/>
                  <a:t>over Strategy </a:t>
                </a:r>
                <a:r>
                  <a:rPr lang="en-US" sz="2400" b="1" dirty="0">
                    <a:solidFill>
                      <a:srgbClr val="064EA1"/>
                    </a:solidFill>
                  </a:rPr>
                  <a:t>A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gave us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652FB3-7E2D-31F4-E6CC-E23443041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2352680"/>
                <a:ext cx="10068791" cy="461665"/>
              </a:xfrm>
              <a:prstGeom prst="rect">
                <a:avLst/>
              </a:prstGeom>
              <a:blipFill>
                <a:blip r:embed="rId4"/>
                <a:stretch>
                  <a:fillRect l="-90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A36191-C130-9738-7012-F5FC545BE192}"/>
                  </a:ext>
                </a:extLst>
              </p:cNvPr>
              <p:cNvSpPr txBox="1"/>
              <p:nvPr/>
            </p:nvSpPr>
            <p:spPr>
              <a:xfrm>
                <a:off x="311727" y="2904446"/>
                <a:ext cx="972589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Since the dominant strategies always improved the payoff by two, we had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1" dirty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1" dirty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ar-AE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8A36191-C130-9738-7012-F5FC545BE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2904446"/>
                <a:ext cx="9725892" cy="830997"/>
              </a:xfrm>
              <a:prstGeom prst="rect">
                <a:avLst/>
              </a:prstGeom>
              <a:blipFill>
                <a:blip r:embed="rId5"/>
                <a:stretch>
                  <a:fillRect l="-940" t="-5839" r="-877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B0AD4A-9243-F463-BFF8-ADC0549EB5BA}"/>
                  </a:ext>
                </a:extLst>
              </p:cNvPr>
              <p:cNvSpPr txBox="1"/>
              <p:nvPr/>
            </p:nvSpPr>
            <p:spPr>
              <a:xfrm>
                <a:off x="311727" y="4303428"/>
                <a:ext cx="60371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These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 functions gave us the ODE system:</a:t>
                </a:r>
                <a:endParaRPr lang="ar-AE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B0AD4A-9243-F463-BFF8-ADC0549EB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7" y="4303428"/>
                <a:ext cx="6037118" cy="461665"/>
              </a:xfrm>
              <a:prstGeom prst="rect">
                <a:avLst/>
              </a:prstGeom>
              <a:blipFill>
                <a:blip r:embed="rId6"/>
                <a:stretch>
                  <a:fillRect l="-151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886391-F36F-1F06-83CF-5383446A3C27}"/>
                  </a:ext>
                </a:extLst>
              </p:cNvPr>
              <p:cNvSpPr txBox="1"/>
              <p:nvPr/>
            </p:nvSpPr>
            <p:spPr>
              <a:xfrm>
                <a:off x="362296" y="4791983"/>
                <a:ext cx="204503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886391-F36F-1F06-83CF-5383446A3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96" y="4791983"/>
                <a:ext cx="2045030" cy="501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05952A-ED6D-B5A9-0FD4-7CA998F60608}"/>
                  </a:ext>
                </a:extLst>
              </p:cNvPr>
              <p:cNvSpPr txBox="1"/>
              <p:nvPr/>
            </p:nvSpPr>
            <p:spPr>
              <a:xfrm>
                <a:off x="3229147" y="4791983"/>
                <a:ext cx="2045030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05952A-ED6D-B5A9-0FD4-7CA998F60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147" y="4791983"/>
                <a:ext cx="2045030" cy="5173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307AF3-962E-3FA1-B8D5-CF71B197825F}"/>
                  </a:ext>
                </a:extLst>
              </p:cNvPr>
              <p:cNvSpPr txBox="1"/>
              <p:nvPr/>
            </p:nvSpPr>
            <p:spPr>
              <a:xfrm>
                <a:off x="-403349" y="5333078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3307AF3-962E-3FA1-B8D5-CF71B197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349" y="5333078"/>
                <a:ext cx="3576320" cy="5025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9B0AC3-F671-4D00-90ED-9EF38B5407B1}"/>
                  </a:ext>
                </a:extLst>
              </p:cNvPr>
              <p:cNvSpPr txBox="1"/>
              <p:nvPr/>
            </p:nvSpPr>
            <p:spPr>
              <a:xfrm>
                <a:off x="2407326" y="5331068"/>
                <a:ext cx="3657601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9B0AC3-F671-4D00-90ED-9EF38B540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26" y="5331068"/>
                <a:ext cx="3657601" cy="5025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184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13BB-9179-D75E-F80C-796E9134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8050B2-2FD6-C9E9-48BB-08C86DFF7C9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F0B51F-B723-31FF-D81D-EF7790AE93B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B8190-8D3D-C792-351B-0D272E0F16BE}"/>
              </a:ext>
            </a:extLst>
          </p:cNvPr>
          <p:cNvSpPr txBox="1"/>
          <p:nvPr/>
        </p:nvSpPr>
        <p:spPr>
          <a:xfrm>
            <a:off x="1077830" y="358128"/>
            <a:ext cx="10036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Actual Solution of BNN System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25748D-A705-2873-3F4A-BC5D81C60D2A}"/>
              </a:ext>
            </a:extLst>
          </p:cNvPr>
          <p:cNvSpPr txBox="1"/>
          <p:nvPr/>
        </p:nvSpPr>
        <p:spPr>
          <a:xfrm>
            <a:off x="311727" y="1800914"/>
            <a:ext cx="10068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 first considered the actual solution of this BNN 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CAEEBF-BE75-7F8C-9960-8C320A7AC5AC}"/>
              </a:ext>
            </a:extLst>
          </p:cNvPr>
          <p:cNvSpPr txBox="1"/>
          <p:nvPr/>
        </p:nvSpPr>
        <p:spPr>
          <a:xfrm>
            <a:off x="311727" y="2415481"/>
            <a:ext cx="6037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ODE system:</a:t>
            </a:r>
            <a:endParaRPr lang="ar-A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0F0B3A-4021-5EBC-353F-C5522C3FC351}"/>
                  </a:ext>
                </a:extLst>
              </p:cNvPr>
              <p:cNvSpPr txBox="1"/>
              <p:nvPr/>
            </p:nvSpPr>
            <p:spPr>
              <a:xfrm>
                <a:off x="833933" y="2877146"/>
                <a:ext cx="2045030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0F0B3A-4021-5EBC-353F-C5522C3FC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33" y="2877146"/>
                <a:ext cx="2045030" cy="501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51BF22-44A4-4B3D-4C25-B2AD7B383F7A}"/>
                  </a:ext>
                </a:extLst>
              </p:cNvPr>
              <p:cNvSpPr txBox="1"/>
              <p:nvPr/>
            </p:nvSpPr>
            <p:spPr>
              <a:xfrm>
                <a:off x="3700784" y="2877146"/>
                <a:ext cx="2045030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51BF22-44A4-4B3D-4C25-B2AD7B383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84" y="2877146"/>
                <a:ext cx="2045030" cy="517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EE0B20-4A2B-9C03-28DB-20D68497DB11}"/>
                  </a:ext>
                </a:extLst>
              </p:cNvPr>
              <p:cNvSpPr txBox="1"/>
              <p:nvPr/>
            </p:nvSpPr>
            <p:spPr>
              <a:xfrm>
                <a:off x="5631690" y="2877767"/>
                <a:ext cx="3576320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EE0B20-4A2B-9C03-28DB-20D68497D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690" y="2877767"/>
                <a:ext cx="3576320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07EFAC-EA61-8565-81A2-88C1E4F48F8F}"/>
                  </a:ext>
                </a:extLst>
              </p:cNvPr>
              <p:cNvSpPr txBox="1"/>
              <p:nvPr/>
            </p:nvSpPr>
            <p:spPr>
              <a:xfrm>
                <a:off x="8442365" y="2875757"/>
                <a:ext cx="3657601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07EFAC-EA61-8565-81A2-88C1E4F48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2365" y="2875757"/>
                <a:ext cx="3657601" cy="502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B323376-9C6C-88D9-888F-61FFB85B14E3}"/>
              </a:ext>
            </a:extLst>
          </p:cNvPr>
          <p:cNvSpPr txBox="1"/>
          <p:nvPr/>
        </p:nvSpPr>
        <p:spPr>
          <a:xfrm>
            <a:off x="325124" y="3532473"/>
            <a:ext cx="6037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subject to initial conditions:</a:t>
            </a:r>
            <a:endParaRPr lang="ar-AE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94BB9-F5D5-EBA4-9D45-1FA8B0209203}"/>
              </a:ext>
            </a:extLst>
          </p:cNvPr>
          <p:cNvSpPr txBox="1"/>
          <p:nvPr/>
        </p:nvSpPr>
        <p:spPr>
          <a:xfrm>
            <a:off x="325124" y="4656713"/>
            <a:ext cx="6037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Has the exact solution:</a:t>
            </a:r>
            <a:endParaRPr lang="ar-A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1D652B-D165-B0E4-89D4-7E69B8A11411}"/>
                  </a:ext>
                </a:extLst>
              </p:cNvPr>
              <p:cNvSpPr txBox="1"/>
              <p:nvPr/>
            </p:nvSpPr>
            <p:spPr>
              <a:xfrm>
                <a:off x="705402" y="3979178"/>
                <a:ext cx="20450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1D652B-D165-B0E4-89D4-7E69B8A11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02" y="3979178"/>
                <a:ext cx="2045030" cy="461665"/>
              </a:xfrm>
              <a:prstGeom prst="rect">
                <a:avLst/>
              </a:prstGeom>
              <a:blipFill>
                <a:blip r:embed="rId7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4D30EA-6247-9B61-4DD2-920D0B6B0849}"/>
                  </a:ext>
                </a:extLst>
              </p:cNvPr>
              <p:cNvSpPr txBox="1"/>
              <p:nvPr/>
            </p:nvSpPr>
            <p:spPr>
              <a:xfrm>
                <a:off x="6259179" y="3979177"/>
                <a:ext cx="20450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4D30EA-6247-9B61-4DD2-920D0B6B0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79" y="3979177"/>
                <a:ext cx="2045030" cy="461665"/>
              </a:xfrm>
              <a:prstGeom prst="rect">
                <a:avLst/>
              </a:prstGeom>
              <a:blipFill>
                <a:blip r:embed="rId8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735909-EBCE-00A8-24F7-5BCCFF784A8C}"/>
                  </a:ext>
                </a:extLst>
              </p:cNvPr>
              <p:cNvSpPr txBox="1"/>
              <p:nvPr/>
            </p:nvSpPr>
            <p:spPr>
              <a:xfrm>
                <a:off x="3586660" y="3979177"/>
                <a:ext cx="20450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735909-EBCE-00A8-24F7-5BCCFF784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660" y="3979177"/>
                <a:ext cx="2045030" cy="461665"/>
              </a:xfrm>
              <a:prstGeom prst="rect">
                <a:avLst/>
              </a:prstGeom>
              <a:blipFill>
                <a:blip r:embed="rId9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ED627B-3AC1-9CDE-EBFC-7B951F0B036D}"/>
                  </a:ext>
                </a:extLst>
              </p:cNvPr>
              <p:cNvSpPr txBox="1"/>
              <p:nvPr/>
            </p:nvSpPr>
            <p:spPr>
              <a:xfrm>
                <a:off x="9289532" y="3979177"/>
                <a:ext cx="20450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ED627B-3AC1-9CDE-EBFC-7B951F0B0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532" y="3979177"/>
                <a:ext cx="2045030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D9F4FB-732E-B47E-DE91-8B3AB1B5D7F9}"/>
                  </a:ext>
                </a:extLst>
              </p:cNvPr>
              <p:cNvSpPr txBox="1"/>
              <p:nvPr/>
            </p:nvSpPr>
            <p:spPr>
              <a:xfrm>
                <a:off x="552480" y="5118378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D9F4FB-732E-B47E-DE91-8B3AB1B5D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80" y="5118378"/>
                <a:ext cx="2453288" cy="7923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346F28-A415-4B4E-F226-B84ACE6749CF}"/>
                  </a:ext>
                </a:extLst>
              </p:cNvPr>
              <p:cNvSpPr txBox="1"/>
              <p:nvPr/>
            </p:nvSpPr>
            <p:spPr>
              <a:xfrm>
                <a:off x="3233124" y="5118378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346F28-A415-4B4E-F226-B84ACE674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124" y="5118378"/>
                <a:ext cx="2453288" cy="7923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56C5C-8B9F-90E0-E47A-604653AC00A3}"/>
                  </a:ext>
                </a:extLst>
              </p:cNvPr>
              <p:cNvSpPr txBox="1"/>
              <p:nvPr/>
            </p:nvSpPr>
            <p:spPr>
              <a:xfrm>
                <a:off x="6096000" y="5118378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656C5C-8B9F-90E0-E47A-604653AC0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118378"/>
                <a:ext cx="2453288" cy="79239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E1F028-723F-E426-5BCE-A4314A5149AB}"/>
                  </a:ext>
                </a:extLst>
              </p:cNvPr>
              <p:cNvSpPr txBox="1"/>
              <p:nvPr/>
            </p:nvSpPr>
            <p:spPr>
              <a:xfrm>
                <a:off x="9044521" y="5118378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FE1F028-723F-E426-5BCE-A4314A514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521" y="5118378"/>
                <a:ext cx="2453288" cy="79239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43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3E05B-3AE4-A313-3EF3-756D5ACB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903C5B-7A06-2074-5363-E7310D962D5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EC30A7-AE49-E2CE-17C9-11067937422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2C97EE-5910-A8AA-9AB3-B9EEFF6339B1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Actual Solution to Nash Equilibrium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B1B4F-48BF-4810-E795-ED1904ED5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086" y="1894909"/>
            <a:ext cx="5895577" cy="35125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175E1-4631-4817-7197-22C3C9A9BC1F}"/>
                  </a:ext>
                </a:extLst>
              </p:cNvPr>
              <p:cNvSpPr txBox="1"/>
              <p:nvPr/>
            </p:nvSpPr>
            <p:spPr>
              <a:xfrm>
                <a:off x="2318559" y="5605429"/>
                <a:ext cx="80370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Convergence of Actual Solution to Nash Equilibrium</a:t>
                </a:r>
                <a:endParaRPr lang="ar-AE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6175E1-4631-4817-7197-22C3C9A9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559" y="5605429"/>
                <a:ext cx="8037095" cy="461665"/>
              </a:xfrm>
              <a:prstGeom prst="rect">
                <a:avLst/>
              </a:prstGeom>
              <a:blipFill>
                <a:blip r:embed="rId4"/>
                <a:stretch>
                  <a:fillRect l="-152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65B2FC2-184D-0BF9-8115-7564FDC77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1260" y="1914635"/>
            <a:ext cx="5626756" cy="36078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7FBF6B-9F76-108A-F270-1F461A83CA1C}"/>
              </a:ext>
            </a:extLst>
          </p:cNvPr>
          <p:cNvSpPr txBox="1"/>
          <p:nvPr/>
        </p:nvSpPr>
        <p:spPr>
          <a:xfrm>
            <a:off x="5799458" y="6034259"/>
            <a:ext cx="1075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Slow!</a:t>
            </a:r>
            <a:endParaRPr lang="ar-AE" sz="2400" dirty="0"/>
          </a:p>
        </p:txBody>
      </p:sp>
    </p:spTree>
    <p:extLst>
      <p:ext uri="{BB962C8B-B14F-4D97-AF65-F5344CB8AC3E}">
        <p14:creationId xmlns:p14="http://schemas.microsoft.com/office/powerpoint/2010/main" val="1959057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FAAE-4977-F31F-4FA9-4846DB87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7B9C9D-EBF0-C044-1A53-609DE3FD66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AF770-1E48-2372-65C8-BD0578B50C4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71BD1-1E5E-55CE-1155-40E11FBF78B2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53E89F-14AD-3C18-13FF-D0E9FA79D4F4}"/>
                  </a:ext>
                </a:extLst>
              </p:cNvPr>
              <p:cNvSpPr txBox="1"/>
              <p:nvPr/>
            </p:nvSpPr>
            <p:spPr>
              <a:xfrm>
                <a:off x="6838548" y="2146453"/>
                <a:ext cx="4934351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Starting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53E89F-14AD-3C18-13FF-D0E9FA79D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548" y="2146453"/>
                <a:ext cx="4934351" cy="613886"/>
              </a:xfrm>
              <a:prstGeom prst="rect">
                <a:avLst/>
              </a:prstGeom>
              <a:blipFill>
                <a:blip r:embed="rId3"/>
                <a:stretch>
                  <a:fillRect l="-1978"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5DFDD46-6C9B-1578-F981-7F29120F9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" y="2146453"/>
            <a:ext cx="6493880" cy="4158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D898AB-C2D0-E512-8F1D-0C2EBEFB7683}"/>
                  </a:ext>
                </a:extLst>
              </p:cNvPr>
              <p:cNvSpPr txBox="1"/>
              <p:nvPr/>
            </p:nvSpPr>
            <p:spPr>
              <a:xfrm>
                <a:off x="7711385" y="2967335"/>
                <a:ext cx="302242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D898AB-C2D0-E512-8F1D-0C2EBEFB7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385" y="2967335"/>
                <a:ext cx="3022425" cy="461665"/>
              </a:xfrm>
              <a:prstGeom prst="rect">
                <a:avLst/>
              </a:prstGeom>
              <a:blipFill>
                <a:blip r:embed="rId5"/>
                <a:stretch>
                  <a:fillRect l="-32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ED517-3C68-A4FA-965E-CF5E85D620A5}"/>
                  </a:ext>
                </a:extLst>
              </p:cNvPr>
              <p:cNvSpPr txBox="1"/>
              <p:nvPr/>
            </p:nvSpPr>
            <p:spPr>
              <a:xfrm>
                <a:off x="6499112" y="3682163"/>
                <a:ext cx="5446970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/>
                  <a:t>Simulations with step sizes around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400" dirty="0"/>
                  <a:t> took dozens of minutes and lots of data; last run failed because the IDE was “Unable to allocate 17.1 GiB for an array”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ED517-3C68-A4FA-965E-CF5E85D62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112" y="3682163"/>
                <a:ext cx="5446970" cy="1938992"/>
              </a:xfrm>
              <a:prstGeom prst="rect">
                <a:avLst/>
              </a:prstGeom>
              <a:blipFill>
                <a:blip r:embed="rId6"/>
                <a:stretch>
                  <a:fillRect l="-1566" t="-2201" r="-2349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29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83CD-DE40-7297-4985-5571E814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5D7B2F-67B3-3AA1-88FF-9447F765449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59574-A3F7-BA8A-E8CC-77BDBD4385C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19501-883C-0065-CF1E-6AF56CA33495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219501-883C-0065-CF1E-6AF56CA33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A031414-E13C-5938-787C-F7ED2487D7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16" y="1710813"/>
            <a:ext cx="7979880" cy="50857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F3AF59-CD7C-B989-35B7-D2504CBCB3EF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Both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F3AF59-CD7C-B989-35B7-D2504CBCB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blipFill>
                <a:blip r:embed="rId5"/>
                <a:stretch>
                  <a:fillRect l="-242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0B5F3A-CE95-BD1B-845E-D32FE18A5F19}"/>
                  </a:ext>
                </a:extLst>
              </p:cNvPr>
              <p:cNvSpPr txBox="1"/>
              <p:nvPr/>
            </p:nvSpPr>
            <p:spPr>
              <a:xfrm>
                <a:off x="8410875" y="3920942"/>
                <a:ext cx="34458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0B5F3A-CE95-BD1B-845E-D32FE18A5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875" y="3920942"/>
                <a:ext cx="3445845" cy="461665"/>
              </a:xfrm>
              <a:prstGeom prst="rect">
                <a:avLst/>
              </a:prstGeom>
              <a:blipFill>
                <a:blip r:embed="rId6"/>
                <a:stretch>
                  <a:fillRect l="-283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97F1B4-3AF5-36A8-BFFB-1F3D568A8AB2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15A6A6-549C-9B15-E176-88A53F511CFF}"/>
                  </a:ext>
                </a:extLst>
              </p:cNvPr>
              <p:cNvSpPr txBox="1"/>
              <p:nvPr/>
            </p:nvSpPr>
            <p:spPr>
              <a:xfrm>
                <a:off x="8410875" y="4510861"/>
                <a:ext cx="34458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15A6A6-549C-9B15-E176-88A53F511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875" y="4510861"/>
                <a:ext cx="3445845" cy="461665"/>
              </a:xfrm>
              <a:prstGeom prst="rect">
                <a:avLst/>
              </a:prstGeom>
              <a:blipFill>
                <a:blip r:embed="rId7"/>
                <a:stretch>
                  <a:fillRect l="-283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810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698E-2C0F-88C1-D1B8-2F7A4C88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E5CE00-C582-E829-61D3-937BEC64D79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8B969-7CB5-0B25-4FA5-327243B42B6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833F2B-2F95-4EA9-FC8F-8EE37B2EDF1B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833F2B-2F95-4EA9-FC8F-8EE37B2E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CF9B44D-15B1-A42D-EDA2-4D0E6C244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16" y="1710813"/>
            <a:ext cx="7979880" cy="50857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B641D4-5857-B868-EC95-8EA4B1961992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Both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B641D4-5857-B868-EC95-8EA4B1961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blipFill>
                <a:blip r:embed="rId5"/>
                <a:stretch>
                  <a:fillRect l="-242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EAC9C2-51E1-CDE7-BFBE-C865527E4E0F}"/>
                  </a:ext>
                </a:extLst>
              </p:cNvPr>
              <p:cNvSpPr txBox="1"/>
              <p:nvPr/>
            </p:nvSpPr>
            <p:spPr>
              <a:xfrm>
                <a:off x="8410875" y="3920942"/>
                <a:ext cx="34458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Constant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EAC9C2-51E1-CDE7-BFBE-C865527E4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875" y="3920942"/>
                <a:ext cx="3445845" cy="461665"/>
              </a:xfrm>
              <a:prstGeom prst="rect">
                <a:avLst/>
              </a:prstGeom>
              <a:blipFill>
                <a:blip r:embed="rId6"/>
                <a:stretch>
                  <a:fillRect l="-283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51EC7D6-7E8F-244F-A0EA-2BACA330FD74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4D909C-5B46-426B-7766-D15E1A4E932F}"/>
                  </a:ext>
                </a:extLst>
              </p:cNvPr>
              <p:cNvSpPr txBox="1"/>
              <p:nvPr/>
            </p:nvSpPr>
            <p:spPr>
              <a:xfrm>
                <a:off x="8410875" y="4510861"/>
                <a:ext cx="34458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4D909C-5B46-426B-7766-D15E1A4E9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875" y="4510861"/>
                <a:ext cx="3445845" cy="461665"/>
              </a:xfrm>
              <a:prstGeom prst="rect">
                <a:avLst/>
              </a:prstGeom>
              <a:blipFill>
                <a:blip r:embed="rId7"/>
                <a:stretch>
                  <a:fillRect l="-283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F6CD186C-1AA3-D8C6-FB9C-B08E48DF9B12}"/>
              </a:ext>
            </a:extLst>
          </p:cNvPr>
          <p:cNvSpPr/>
          <p:nvPr/>
        </p:nvSpPr>
        <p:spPr>
          <a:xfrm>
            <a:off x="2569945" y="2791326"/>
            <a:ext cx="404261" cy="404261"/>
          </a:xfrm>
          <a:prstGeom prst="ellipse">
            <a:avLst/>
          </a:prstGeom>
          <a:solidFill>
            <a:srgbClr val="FFFF00">
              <a:alpha val="3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CDD7F7-DFA9-0DAF-4F8E-826198AF940B}"/>
                  </a:ext>
                </a:extLst>
              </p:cNvPr>
              <p:cNvSpPr txBox="1"/>
              <p:nvPr/>
            </p:nvSpPr>
            <p:spPr>
              <a:xfrm>
                <a:off x="842211" y="3792989"/>
                <a:ext cx="3075272" cy="132343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Intersection at 100 Steps</a:t>
                </a:r>
              </a:p>
              <a:p>
                <a:pPr algn="ctr"/>
                <a:endParaRPr lang="en-US" sz="2000" b="1" dirty="0"/>
              </a:p>
              <a:p>
                <a:pPr algn="ctr"/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of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crosses 10</a:t>
                </a:r>
                <a:endParaRPr lang="en-US" sz="2000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CDD7F7-DFA9-0DAF-4F8E-826198AF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11" y="3792989"/>
                <a:ext cx="3075272" cy="1323439"/>
              </a:xfrm>
              <a:prstGeom prst="rect">
                <a:avLst/>
              </a:prstGeom>
              <a:blipFill>
                <a:blip r:embed="rId8"/>
                <a:stretch>
                  <a:fillRect l="-1174" t="-897" r="-978" b="-583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DAAA47-3812-536C-E42A-ECEC9CA8A9DB}"/>
                  </a:ext>
                </a:extLst>
              </p:cNvPr>
              <p:cNvSpPr txBox="1"/>
              <p:nvPr/>
            </p:nvSpPr>
            <p:spPr>
              <a:xfrm>
                <a:off x="8596162" y="5192938"/>
                <a:ext cx="3075272" cy="40011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matters more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0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DAAA47-3812-536C-E42A-ECEC9CA8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162" y="5192938"/>
                <a:ext cx="3075272" cy="400110"/>
              </a:xfrm>
              <a:prstGeom prst="rect">
                <a:avLst/>
              </a:prstGeom>
              <a:blipFill>
                <a:blip r:embed="rId9"/>
                <a:stretch>
                  <a:fillRect t="-2817" b="-2253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34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F9B9-FB21-DB25-74C0-9EF38DA8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AAA08D-D10B-D588-890B-F53AA02E9020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138CE-3FBB-9158-99B7-44E1C841C4A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809AB7-7AA4-1826-3F38-C91AB263CF6C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F809AB7-7AA4-1826-3F38-C91AB263C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8D2D72E-CF51-7E65-F84C-D14B46B21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16" y="1737237"/>
            <a:ext cx="7979880" cy="50328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F2EC7E-4AB8-C231-D28A-CD23F49CEE79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All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F2EC7E-4AB8-C231-D28A-CD23F49CE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blipFill>
                <a:blip r:embed="rId5"/>
                <a:stretch>
                  <a:fillRect l="-242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AEAFEF-2B78-D832-D94E-8170AE57AFA9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DCE18F-59AF-5D3B-3310-5D3AE9486CED}"/>
                  </a:ext>
                </a:extLst>
              </p:cNvPr>
              <p:cNvSpPr txBox="1"/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doesn’t seem to matter so long as Jacobian is stable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8DCE18F-59AF-5D3B-3310-5D3AE9486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blipFill>
                <a:blip r:embed="rId6"/>
                <a:stretch>
                  <a:fillRect t="-578" r="-2348" b="-75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805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A171-89DB-4D34-B53E-835095B5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8BC7C8-3879-D283-445D-BEB8F0BC162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C5E69-3C61-14B3-81B9-A10D10569A7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4EDF36-B416-858D-FD5C-0D224583C517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F4EDF36-B416-858D-FD5C-0D224583C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21A68F2-517F-8C1B-F80E-2B61A8E32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072" y="1737237"/>
            <a:ext cx="7833167" cy="5032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CD409-EC5B-E263-5C1C-4F8E522AE535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All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0CD409-EC5B-E263-5C1C-4F8E522A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blipFill>
                <a:blip r:embed="rId5"/>
                <a:stretch>
                  <a:fillRect l="-242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8DAC788-704F-37BB-0ED0-B83494AAF9EF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156D55-3E3B-737A-669F-BF98AA9691E7}"/>
                  </a:ext>
                </a:extLst>
              </p:cNvPr>
              <p:cNvSpPr txBox="1"/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000" b="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highlight>
                      <a:srgbClr val="FFFF00"/>
                    </a:highlight>
                  </a:rPr>
                  <a:t> doesn’t seem to matter so long as Jacobian is stable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E156D55-3E3B-737A-669F-BF98AA969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blipFill>
                <a:blip r:embed="rId6"/>
                <a:stretch>
                  <a:fillRect t="-578" r="-2348" b="-75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616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2D48-AE1A-B2FF-570A-2E9F6451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1F3B4D-1566-7AE0-54F2-1DBBC6D9325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06E2D-A640-BC71-3213-5E6353067F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305A1-5178-12F0-E358-6F454A9D7A6D}"/>
              </a:ext>
            </a:extLst>
          </p:cNvPr>
          <p:cNvSpPr txBox="1"/>
          <p:nvPr/>
        </p:nvSpPr>
        <p:spPr>
          <a:xfrm>
            <a:off x="106202" y="1826869"/>
            <a:ext cx="1199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players each with two strategies, only one of which has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012BBF-460B-2D42-583D-53FFEF9E7BC5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06D1F-5939-D6A4-EADD-D25BE173A522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6FD127-5B0E-BEA4-0429-25931C478693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AEEBA-B007-3249-98C5-BCB87E41D3F1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EAB0E-7D39-6212-8134-FF512054EA83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750CF-1069-E321-8911-3BF8ED17B79A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DF1828-AF2A-59E0-52E5-A48B4A15DA44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0F034-9B05-6984-5DC2-B0BA17F7AB6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42A10-E988-2501-F13A-D99547277748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CBA28-D9AA-CA8F-44C8-DFCD8086A503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539EEFF-3CCF-7BA2-1943-6541412EEF8A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ECF867-7E0A-0CA2-8B1C-101AF8CB35F9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34215-F8B5-AF12-F1E2-4B1CBC646FC0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910A52-6DE5-A2BF-1DA8-6F8669EB4C98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413C9-583B-AB7B-1191-76313C2C3C08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C4BBAF-B5C0-55CC-72AD-18326F17B0F6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71F5DA-1D98-33A9-254F-69386236F5BB}"/>
              </a:ext>
            </a:extLst>
          </p:cNvPr>
          <p:cNvSpPr txBox="1"/>
          <p:nvPr/>
        </p:nvSpPr>
        <p:spPr>
          <a:xfrm>
            <a:off x="1240429" y="98813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RK4 Error Order with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321775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ACCB-5213-ADC5-4D7E-75FF31D2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54BEDF-2E26-2BFA-C3B8-99EF5BE6564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85D708-9BBE-5ED0-6ABA-62EC674ACDC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1C902-3C71-1421-1432-C6DA6A32D843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01C902-3C71-1421-1432-C6DA6A32D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9EE95FD-5097-64F9-1911-E3CC9907A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16" y="1859709"/>
            <a:ext cx="7979880" cy="47879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7C966E-0340-E0BE-B9A6-86F79DCC968B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All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7C966E-0340-E0BE-B9A6-86F79DCC9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1153136"/>
              </a:xfrm>
              <a:prstGeom prst="rect">
                <a:avLst/>
              </a:prstGeom>
              <a:blipFill>
                <a:blip r:embed="rId5"/>
                <a:stretch>
                  <a:fillRect l="-2428" t="-4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5745D37-C027-39C4-93A4-B68FB28590B1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9A30B7-917A-B289-0733-CA399A0A1EC4}"/>
                  </a:ext>
                </a:extLst>
              </p:cNvPr>
              <p:cNvSpPr txBox="1"/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doesn’t seem to matter so long as Jacobian is stable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9A30B7-917A-B289-0733-CA399A0A1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blipFill>
                <a:blip r:embed="rId6"/>
                <a:stretch>
                  <a:fillRect t="-578" r="-2348" b="-75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53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BF844-9D26-331C-663B-652A6C41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7BCC0E-F818-F8E8-CA07-63258B3532F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5E1972-576A-FA7A-62F2-503227AF9CA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91DAF-EE3A-FC24-1F7B-E9C307CFE694}"/>
              </a:ext>
            </a:extLst>
          </p:cNvPr>
          <p:cNvSpPr txBox="1"/>
          <p:nvPr/>
        </p:nvSpPr>
        <p:spPr>
          <a:xfrm>
            <a:off x="106202" y="1826869"/>
            <a:ext cx="11996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players each with two strategies, neither with a strictly dominant strategy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C73B0-8A5E-1116-81A3-B9DC5E42A9A9}"/>
              </a:ext>
            </a:extLst>
          </p:cNvPr>
          <p:cNvGraphicFramePr>
            <a:graphicFrameLocks noGrp="1"/>
          </p:cNvGraphicFramePr>
          <p:nvPr/>
        </p:nvGraphicFramePr>
        <p:xfrm>
          <a:off x="1240429" y="4275102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45C499-B588-95BB-EF65-8A15FA3F4019}"/>
              </a:ext>
            </a:extLst>
          </p:cNvPr>
          <p:cNvGraphicFramePr>
            <a:graphicFrameLocks noGrp="1"/>
          </p:cNvGraphicFramePr>
          <p:nvPr/>
        </p:nvGraphicFramePr>
        <p:xfrm>
          <a:off x="7244131" y="4275102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0481E59-6CFC-FA72-6DE4-7CDA1E840154}"/>
              </a:ext>
            </a:extLst>
          </p:cNvPr>
          <p:cNvSpPr txBox="1"/>
          <p:nvPr/>
        </p:nvSpPr>
        <p:spPr>
          <a:xfrm rot="16200000">
            <a:off x="5374761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90340-0C8A-10C6-88FD-A1094BD4CDB0}"/>
              </a:ext>
            </a:extLst>
          </p:cNvPr>
          <p:cNvSpPr txBox="1"/>
          <p:nvPr/>
        </p:nvSpPr>
        <p:spPr>
          <a:xfrm>
            <a:off x="677967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F37DC-294D-6CF1-C63F-1E1CE27BB297}"/>
              </a:ext>
            </a:extLst>
          </p:cNvPr>
          <p:cNvSpPr txBox="1"/>
          <p:nvPr/>
        </p:nvSpPr>
        <p:spPr>
          <a:xfrm>
            <a:off x="677967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C09E8-F198-DB5F-F353-98DCA9214689}"/>
              </a:ext>
            </a:extLst>
          </p:cNvPr>
          <p:cNvSpPr txBox="1"/>
          <p:nvPr/>
        </p:nvSpPr>
        <p:spPr>
          <a:xfrm>
            <a:off x="801927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CB2FFF-9863-192B-FA77-2FC6908C092E}"/>
              </a:ext>
            </a:extLst>
          </p:cNvPr>
          <p:cNvSpPr txBox="1"/>
          <p:nvPr/>
        </p:nvSpPr>
        <p:spPr>
          <a:xfrm>
            <a:off x="1003639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039F4-6A41-5F39-0339-B353B5DBB28C}"/>
              </a:ext>
            </a:extLst>
          </p:cNvPr>
          <p:cNvSpPr txBox="1"/>
          <p:nvPr/>
        </p:nvSpPr>
        <p:spPr>
          <a:xfrm>
            <a:off x="825150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BF8B1-3481-D2C5-938A-E9B24E711EF5}"/>
              </a:ext>
            </a:extLst>
          </p:cNvPr>
          <p:cNvSpPr txBox="1"/>
          <p:nvPr/>
        </p:nvSpPr>
        <p:spPr>
          <a:xfrm>
            <a:off x="541340" y="2636102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E23FB-08C9-BCB1-4C45-5922408B84E8}"/>
              </a:ext>
            </a:extLst>
          </p:cNvPr>
          <p:cNvSpPr txBox="1"/>
          <p:nvPr/>
        </p:nvSpPr>
        <p:spPr>
          <a:xfrm>
            <a:off x="6473676" y="2636101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1369FE9-3C31-5E43-8DD5-C79BC4E7A516}"/>
                  </a:ext>
                </a:extLst>
              </p:cNvPr>
              <p:cNvSpPr txBox="1"/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Player 1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                                Player 2 Strategy: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8A125A-73F5-FE6D-1318-D2572E363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29" y="6396335"/>
                <a:ext cx="10951571" cy="461665"/>
              </a:xfrm>
              <a:prstGeom prst="rect">
                <a:avLst/>
              </a:prstGeom>
              <a:blipFill>
                <a:blip r:embed="rId3"/>
                <a:stretch>
                  <a:fillRect l="-8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2129BDC-70CC-A931-2E32-F1345C391DC1}"/>
              </a:ext>
            </a:extLst>
          </p:cNvPr>
          <p:cNvSpPr txBox="1"/>
          <p:nvPr/>
        </p:nvSpPr>
        <p:spPr>
          <a:xfrm rot="16200000">
            <a:off x="-623369" y="4840437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6D688-E03C-9CD4-74F8-86D124CDC04E}"/>
              </a:ext>
            </a:extLst>
          </p:cNvPr>
          <p:cNvSpPr txBox="1"/>
          <p:nvPr/>
        </p:nvSpPr>
        <p:spPr>
          <a:xfrm>
            <a:off x="781549" y="4407097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FB81D4-DEF3-3DEB-C08E-79D1B81F9DDE}"/>
              </a:ext>
            </a:extLst>
          </p:cNvPr>
          <p:cNvSpPr txBox="1"/>
          <p:nvPr/>
        </p:nvSpPr>
        <p:spPr>
          <a:xfrm>
            <a:off x="781549" y="5401716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3A698-8271-4B6E-F0D9-35AFC365C7B5}"/>
              </a:ext>
            </a:extLst>
          </p:cNvPr>
          <p:cNvSpPr txBox="1"/>
          <p:nvPr/>
        </p:nvSpPr>
        <p:spPr>
          <a:xfrm>
            <a:off x="2021146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811509-A8BE-094B-A93D-96ECDAFE024A}"/>
              </a:ext>
            </a:extLst>
          </p:cNvPr>
          <p:cNvSpPr txBox="1"/>
          <p:nvPr/>
        </p:nvSpPr>
        <p:spPr>
          <a:xfrm>
            <a:off x="4038262" y="3623048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104B54-079B-02A6-8095-13C41F990502}"/>
              </a:ext>
            </a:extLst>
          </p:cNvPr>
          <p:cNvSpPr txBox="1"/>
          <p:nvPr/>
        </p:nvSpPr>
        <p:spPr>
          <a:xfrm>
            <a:off x="2253372" y="3147255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D69DC-4851-F3F5-F0B4-6858B101E8BB}"/>
              </a:ext>
            </a:extLst>
          </p:cNvPr>
          <p:cNvSpPr txBox="1"/>
          <p:nvPr/>
        </p:nvSpPr>
        <p:spPr>
          <a:xfrm>
            <a:off x="1240429" y="98813"/>
            <a:ext cx="100363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RK4 Error Order with Even More Complicated BNN System</a:t>
            </a:r>
          </a:p>
        </p:txBody>
      </p:sp>
    </p:spTree>
    <p:extLst>
      <p:ext uri="{BB962C8B-B14F-4D97-AF65-F5344CB8AC3E}">
        <p14:creationId xmlns:p14="http://schemas.microsoft.com/office/powerpoint/2010/main" val="1904361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92790-7F56-FED7-C9CA-3387DC95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780400-5DA3-790F-1170-1F13ED36AD5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77CEAE-D513-84A4-A42F-871C295E4DB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314E15-0498-DD34-D857-AD48958D2CF2}"/>
                  </a:ext>
                </a:extLst>
              </p:cNvPr>
              <p:cNvSpPr txBox="1"/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What’s More Important…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4000" b="1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314E15-0498-DD34-D857-AD48958D2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448" y="104381"/>
                <a:ext cx="8961319" cy="1323439"/>
              </a:xfrm>
              <a:prstGeom prst="rect">
                <a:avLst/>
              </a:prstGeom>
              <a:blipFill>
                <a:blip r:embed="rId3"/>
                <a:stretch>
                  <a:fillRect t="-8295" b="-18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5382727-6515-48C1-4DD0-9939553A5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16" y="1859709"/>
            <a:ext cx="7979879" cy="47879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067EE6-D62C-A956-76DE-FC3FB097F7AC}"/>
                  </a:ext>
                </a:extLst>
              </p:cNvPr>
              <p:cNvSpPr txBox="1"/>
              <p:nvPr/>
            </p:nvSpPr>
            <p:spPr>
              <a:xfrm>
                <a:off x="8123454" y="2639552"/>
                <a:ext cx="402068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All Systems starting at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=.99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067EE6-D62C-A956-76DE-FC3FB097F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454" y="2639552"/>
                <a:ext cx="4020688" cy="830997"/>
              </a:xfrm>
              <a:prstGeom prst="rect">
                <a:avLst/>
              </a:prstGeom>
              <a:blipFill>
                <a:blip r:embed="rId5"/>
                <a:stretch>
                  <a:fillRect l="-2428" t="-5882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C0C0FD7-354E-8B52-1A92-65B4DEF9E241}"/>
              </a:ext>
            </a:extLst>
          </p:cNvPr>
          <p:cNvSpPr txBox="1"/>
          <p:nvPr/>
        </p:nvSpPr>
        <p:spPr>
          <a:xfrm>
            <a:off x="8889358" y="1894894"/>
            <a:ext cx="1941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u="sng" dirty="0"/>
              <a:t>RK 4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170563-2F1C-AC07-9EBC-155D6D4FE3FF}"/>
                  </a:ext>
                </a:extLst>
              </p:cNvPr>
              <p:cNvSpPr txBox="1"/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l-G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doesn’t seem to matter so long as Jacobian is stable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170563-2F1C-AC07-9EBC-155D6D4FE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162" y="5322077"/>
                <a:ext cx="3075272" cy="1015663"/>
              </a:xfrm>
              <a:prstGeom prst="rect">
                <a:avLst/>
              </a:prstGeom>
              <a:blipFill>
                <a:blip r:embed="rId6"/>
                <a:stretch>
                  <a:fillRect t="-578" r="-2348" b="-7514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245A90-0F70-9110-929F-771472056B57}"/>
                  </a:ext>
                </a:extLst>
              </p:cNvPr>
              <p:cNvSpPr txBox="1"/>
              <p:nvPr/>
            </p:nvSpPr>
            <p:spPr>
              <a:xfrm>
                <a:off x="8075595" y="3568291"/>
                <a:ext cx="4020688" cy="1522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Mixed strategy Nash equilibrium 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F245A90-0F70-9110-929F-771472056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595" y="3568291"/>
                <a:ext cx="4020688" cy="1522468"/>
              </a:xfrm>
              <a:prstGeom prst="rect">
                <a:avLst/>
              </a:prstGeom>
              <a:blipFill>
                <a:blip r:embed="rId7"/>
                <a:stretch>
                  <a:fillRect l="-2428" t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673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C8E8-F312-6188-D46D-B7748C97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0596AB0-527E-A98E-E705-E0010A3B975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7EC79F-F698-3845-4EAB-E6B40C42C8F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A08A88-F91C-ABE3-9BB6-ADF8713F1E0D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 with Continuous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3DD4BA-4259-6581-8ECA-CF28FBF6EFC2}"/>
                  </a:ext>
                </a:extLst>
              </p:cNvPr>
              <p:cNvSpPr txBox="1"/>
              <p:nvPr/>
            </p:nvSpPr>
            <p:spPr>
              <a:xfrm>
                <a:off x="137397" y="1710813"/>
                <a:ext cx="11917205" cy="499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Danksin [1954] proved that simultaneous fictitious play for continuous strategy games converges for compact strategy spaces and continuous ordinal potential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At each step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,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such that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Then,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  <m:f>
                            <m:f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func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Game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3DD4BA-4259-6581-8ECA-CF28FBF6E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97" y="1710813"/>
                <a:ext cx="11917205" cy="4995406"/>
              </a:xfrm>
              <a:prstGeom prst="rect">
                <a:avLst/>
              </a:prstGeom>
              <a:blipFill>
                <a:blip r:embed="rId3"/>
                <a:stretch>
                  <a:fillRect l="-819" t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287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33E4-CED1-5254-46E9-721BA18B9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FDACCB-FB90-7C6C-29D7-BF9ACB4C90F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0EC31-0E62-378E-B914-4C984027AAE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CE2A4-2E8A-5DA7-D907-AAA474AABFF7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Simultaneous Fictitious Play with Continuous Strategies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9BADE9-436C-0BFD-6B0D-34528F533F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43"/>
          <a:stretch>
            <a:fillRect/>
          </a:stretch>
        </p:blipFill>
        <p:spPr>
          <a:xfrm>
            <a:off x="674216" y="1931654"/>
            <a:ext cx="4938656" cy="3811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107B93-A350-7806-AB6B-0B4480ADA07B}"/>
                  </a:ext>
                </a:extLst>
              </p:cNvPr>
              <p:cNvSpPr txBox="1"/>
              <p:nvPr/>
            </p:nvSpPr>
            <p:spPr>
              <a:xfrm>
                <a:off x="1110715" y="5742654"/>
                <a:ext cx="377689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107B93-A350-7806-AB6B-0B4480ADA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15" y="5742654"/>
                <a:ext cx="3776899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1B891-20F1-A5AB-2367-8770DAD9E8BC}"/>
                  </a:ext>
                </a:extLst>
              </p:cNvPr>
              <p:cNvSpPr txBox="1"/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31B891-20F1-A5AB-2367-8770DAD9E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F28531-0059-4F81-3215-4CB9710E77A5}"/>
                  </a:ext>
                </a:extLst>
              </p:cNvPr>
              <p:cNvSpPr txBox="1"/>
              <p:nvPr/>
            </p:nvSpPr>
            <p:spPr>
              <a:xfrm>
                <a:off x="6096000" y="2736503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F28531-0059-4F81-3215-4CB9710E7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36503"/>
                <a:ext cx="102669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CB60FD-ACB3-86AB-6D51-06CE5B8550D8}"/>
                  </a:ext>
                </a:extLst>
              </p:cNvPr>
              <p:cNvSpPr txBox="1"/>
              <p:nvPr/>
            </p:nvSpPr>
            <p:spPr>
              <a:xfrm>
                <a:off x="7605823" y="2148940"/>
                <a:ext cx="145100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CB60FD-ACB3-86AB-6D51-06CE5B855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823" y="2148940"/>
                <a:ext cx="1451009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828579-B334-C60B-B5B9-5682066C0A91}"/>
                  </a:ext>
                </a:extLst>
              </p:cNvPr>
              <p:cNvSpPr txBox="1"/>
              <p:nvPr/>
            </p:nvSpPr>
            <p:spPr>
              <a:xfrm>
                <a:off x="5900670" y="3200764"/>
                <a:ext cx="4364794" cy="881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[0,1]</m:t>
                          </m:r>
                        </m:lim>
                      </m:limLow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828579-B334-C60B-B5B9-5682066C0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70" y="3200764"/>
                <a:ext cx="4364794" cy="8817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77A39B-1C4E-B1D6-D3E3-27BBA38B8A5C}"/>
                  </a:ext>
                </a:extLst>
              </p:cNvPr>
              <p:cNvSpPr txBox="1"/>
              <p:nvPr/>
            </p:nvSpPr>
            <p:spPr>
              <a:xfrm>
                <a:off x="9539960" y="2173723"/>
                <a:ext cx="145100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77A39B-1C4E-B1D6-D3E3-27BBA38B8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960" y="2173723"/>
                <a:ext cx="1451009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D12BD6-6FBC-E0DF-9528-C1E449556F14}"/>
                  </a:ext>
                </a:extLst>
              </p:cNvPr>
              <p:cNvSpPr txBox="1"/>
              <p:nvPr/>
            </p:nvSpPr>
            <p:spPr>
              <a:xfrm>
                <a:off x="10663789" y="3410789"/>
                <a:ext cx="12086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D12BD6-6FBC-E0DF-9528-C1E449556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3789" y="3410789"/>
                <a:ext cx="120863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row: Right 18">
            <a:extLst>
              <a:ext uri="{FF2B5EF4-FFF2-40B4-BE49-F238E27FC236}">
                <a16:creationId xmlns:a16="http://schemas.microsoft.com/office/drawing/2014/main" id="{07FD5688-49E7-794C-D397-CA93FEA70088}"/>
              </a:ext>
            </a:extLst>
          </p:cNvPr>
          <p:cNvSpPr/>
          <p:nvPr/>
        </p:nvSpPr>
        <p:spPr>
          <a:xfrm>
            <a:off x="10138835" y="3471354"/>
            <a:ext cx="442762" cy="3657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107C8C-814E-1C42-0180-C1DC516738A7}"/>
                  </a:ext>
                </a:extLst>
              </p:cNvPr>
              <p:cNvSpPr txBox="1"/>
              <p:nvPr/>
            </p:nvSpPr>
            <p:spPr>
              <a:xfrm>
                <a:off x="5296354" y="4038722"/>
                <a:ext cx="4364794" cy="874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∈[0,1]</m:t>
                          </m:r>
                        </m:lim>
                      </m:limLow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107C8C-814E-1C42-0180-C1DC51673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354" y="4038722"/>
                <a:ext cx="4364794" cy="8746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99E82A-5061-A9C2-7BF8-92EF7025FAD1}"/>
                  </a:ext>
                </a:extLst>
              </p:cNvPr>
              <p:cNvSpPr txBox="1"/>
              <p:nvPr/>
            </p:nvSpPr>
            <p:spPr>
              <a:xfrm>
                <a:off x="9473703" y="4248747"/>
                <a:ext cx="13302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99E82A-5061-A9C2-7BF8-92EF7025F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3703" y="4248747"/>
                <a:ext cx="1330263" cy="461665"/>
              </a:xfrm>
              <a:prstGeom prst="rect">
                <a:avLst/>
              </a:prstGeom>
              <a:blipFill>
                <a:blip r:embed="rId1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>
            <a:extLst>
              <a:ext uri="{FF2B5EF4-FFF2-40B4-BE49-F238E27FC236}">
                <a16:creationId xmlns:a16="http://schemas.microsoft.com/office/drawing/2014/main" id="{1780E99B-106C-1BE4-56F8-0781B47103AC}"/>
              </a:ext>
            </a:extLst>
          </p:cNvPr>
          <p:cNvSpPr/>
          <p:nvPr/>
        </p:nvSpPr>
        <p:spPr>
          <a:xfrm>
            <a:off x="8945302" y="4293173"/>
            <a:ext cx="442762" cy="3657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4A35D0-F2AB-05DC-7B19-31451C8F112F}"/>
                  </a:ext>
                </a:extLst>
              </p:cNvPr>
              <p:cNvSpPr txBox="1"/>
              <p:nvPr/>
            </p:nvSpPr>
            <p:spPr>
              <a:xfrm>
                <a:off x="6095999" y="4841642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24A35D0-F2AB-05DC-7B19-31451C8F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841642"/>
                <a:ext cx="1026695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803DC5-FA28-9AFD-8846-BFD4CCBE4D97}"/>
                  </a:ext>
                </a:extLst>
              </p:cNvPr>
              <p:cNvSpPr txBox="1"/>
              <p:nvPr/>
            </p:nvSpPr>
            <p:spPr>
              <a:xfrm>
                <a:off x="5907085" y="5269449"/>
                <a:ext cx="5180615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D803DC5-FA28-9AFD-8846-BFD4CCBE4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085" y="5269449"/>
                <a:ext cx="5180615" cy="92217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1ADAF1-C02B-CEE3-5C74-0283F3566F65}"/>
                  </a:ext>
                </a:extLst>
              </p:cNvPr>
              <p:cNvSpPr txBox="1"/>
              <p:nvPr/>
            </p:nvSpPr>
            <p:spPr>
              <a:xfrm>
                <a:off x="6001541" y="6134556"/>
                <a:ext cx="12156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1ADAF1-C02B-CEE3-5C74-0283F3566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541" y="6134556"/>
                <a:ext cx="1215609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C5812537-D19C-BFC8-6FB6-50BE5527969F}"/>
              </a:ext>
            </a:extLst>
          </p:cNvPr>
          <p:cNvSpPr/>
          <p:nvPr/>
        </p:nvSpPr>
        <p:spPr>
          <a:xfrm>
            <a:off x="2906349" y="3612987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0556AE-788E-25AE-7CBE-D7EDBB72026C}"/>
              </a:ext>
            </a:extLst>
          </p:cNvPr>
          <p:cNvSpPr/>
          <p:nvPr/>
        </p:nvSpPr>
        <p:spPr>
          <a:xfrm>
            <a:off x="1126048" y="5197259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7964A6-4E2A-A713-5D4B-238F5F048CF6}"/>
              </a:ext>
            </a:extLst>
          </p:cNvPr>
          <p:cNvCxnSpPr>
            <a:cxnSpLocks/>
          </p:cNvCxnSpPr>
          <p:nvPr/>
        </p:nvCxnSpPr>
        <p:spPr>
          <a:xfrm flipH="1">
            <a:off x="1280052" y="3681376"/>
            <a:ext cx="1626297" cy="1515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4735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0B59-F540-9FF6-5BCE-49FCD0D5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0DCD03-2C8C-2B98-1633-E3460934860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87D52-BD5A-FC60-2903-E33C9732619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06BB51-329D-ABA6-D79E-000B3DFA3C11}"/>
              </a:ext>
            </a:extLst>
          </p:cNvPr>
          <p:cNvSpPr txBox="1"/>
          <p:nvPr/>
        </p:nvSpPr>
        <p:spPr>
          <a:xfrm>
            <a:off x="0" y="104381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Simultaneous Fictitious Play with Cont.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29BDE4-4E14-C2E0-4AD8-12793643758B}"/>
                  </a:ext>
                </a:extLst>
              </p:cNvPr>
              <p:cNvSpPr txBox="1"/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−.65)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729BDE4-4E14-C2E0-4AD8-127936437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0E7FAEC-BAE0-E198-3F03-F7D647DA377C}"/>
              </a:ext>
            </a:extLst>
          </p:cNvPr>
          <p:cNvSpPr txBox="1"/>
          <p:nvPr/>
        </p:nvSpPr>
        <p:spPr>
          <a:xfrm>
            <a:off x="-1" y="720862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 More Interesting Example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5E7D90D-B98E-4E75-97A6-07AA00AED0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94"/>
          <a:stretch>
            <a:fillRect/>
          </a:stretch>
        </p:blipFill>
        <p:spPr>
          <a:xfrm>
            <a:off x="77002" y="1866768"/>
            <a:ext cx="5544151" cy="40024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80D838B-EC74-7B5F-5F2D-089FC695E4CE}"/>
                  </a:ext>
                </a:extLst>
              </p:cNvPr>
              <p:cNvSpPr txBox="1"/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80D838B-EC74-7B5F-5F2D-089FC695E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B44DB4-A6B6-15B0-B539-3CC57F8AFE53}"/>
                  </a:ext>
                </a:extLst>
              </p:cNvPr>
              <p:cNvSpPr txBox="1"/>
              <p:nvPr/>
            </p:nvSpPr>
            <p:spPr>
              <a:xfrm>
                <a:off x="6096000" y="2736503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B44DB4-A6B6-15B0-B539-3CC57F8AF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36503"/>
                <a:ext cx="102669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B46F96-905E-A80C-ECBF-BB5BD2DA516E}"/>
                  </a:ext>
                </a:extLst>
              </p:cNvPr>
              <p:cNvSpPr txBox="1"/>
              <p:nvPr/>
            </p:nvSpPr>
            <p:spPr>
              <a:xfrm>
                <a:off x="7605823" y="2148940"/>
                <a:ext cx="145100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B46F96-905E-A80C-ECBF-BB5BD2DA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823" y="2148940"/>
                <a:ext cx="1451009" cy="783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59DFB0B-5897-E417-6BE9-CC31C013C792}"/>
                  </a:ext>
                </a:extLst>
              </p:cNvPr>
              <p:cNvSpPr txBox="1"/>
              <p:nvPr/>
            </p:nvSpPr>
            <p:spPr>
              <a:xfrm>
                <a:off x="5986912" y="3198168"/>
                <a:ext cx="5544150" cy="881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[0,1]</m:t>
                          </m:r>
                        </m:lim>
                      </m:limLow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−.65)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59DFB0B-5897-E417-6BE9-CC31C013C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912" y="3198168"/>
                <a:ext cx="5544150" cy="8817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AF3C1F-BB45-336C-5F51-A3133CE2C0CE}"/>
                  </a:ext>
                </a:extLst>
              </p:cNvPr>
              <p:cNvSpPr txBox="1"/>
              <p:nvPr/>
            </p:nvSpPr>
            <p:spPr>
              <a:xfrm>
                <a:off x="9539960" y="2173723"/>
                <a:ext cx="1451009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AF3C1F-BB45-336C-5F51-A3133CE2C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960" y="2173723"/>
                <a:ext cx="1451009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4998ED2-E625-3D16-7D12-6292F535B49A}"/>
                  </a:ext>
                </a:extLst>
              </p:cNvPr>
              <p:cNvSpPr txBox="1"/>
              <p:nvPr/>
            </p:nvSpPr>
            <p:spPr>
              <a:xfrm>
                <a:off x="5986912" y="4004024"/>
                <a:ext cx="5544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≈.7044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4998ED2-E625-3D16-7D12-6292F535B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912" y="4004024"/>
                <a:ext cx="55441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CF86EA-A32D-4947-A699-BA810A74A618}"/>
                  </a:ext>
                </a:extLst>
              </p:cNvPr>
              <p:cNvSpPr txBox="1"/>
              <p:nvPr/>
            </p:nvSpPr>
            <p:spPr>
              <a:xfrm>
                <a:off x="5457524" y="4420099"/>
                <a:ext cx="6734476" cy="881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[0,1]</m:t>
                          </m:r>
                        </m:lim>
                      </m:limLow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−.65)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ECF86EA-A32D-4947-A699-BA810A74A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524" y="4420099"/>
                <a:ext cx="6734476" cy="8817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C0AC57-AE4B-84D7-27BD-8D94582710AC}"/>
                  </a:ext>
                </a:extLst>
              </p:cNvPr>
              <p:cNvSpPr txBox="1"/>
              <p:nvPr/>
            </p:nvSpPr>
            <p:spPr>
              <a:xfrm>
                <a:off x="6052687" y="5445789"/>
                <a:ext cx="5544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=.25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C0AC57-AE4B-84D7-27BD-8D9458271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687" y="5445789"/>
                <a:ext cx="5544150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435A29B4-0F25-F90F-5E9F-AE87BA4D542F}"/>
              </a:ext>
            </a:extLst>
          </p:cNvPr>
          <p:cNvSpPr/>
          <p:nvPr/>
        </p:nvSpPr>
        <p:spPr>
          <a:xfrm>
            <a:off x="2569463" y="3651408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09FEA63-EE14-48B8-3C0C-FDD2EE0DE506}"/>
              </a:ext>
            </a:extLst>
          </p:cNvPr>
          <p:cNvSpPr/>
          <p:nvPr/>
        </p:nvSpPr>
        <p:spPr>
          <a:xfrm>
            <a:off x="3367427" y="4469122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48B666-D51A-8459-F5EC-6B67A7E1766A}"/>
              </a:ext>
            </a:extLst>
          </p:cNvPr>
          <p:cNvCxnSpPr>
            <a:cxnSpLocks/>
          </p:cNvCxnSpPr>
          <p:nvPr/>
        </p:nvCxnSpPr>
        <p:spPr>
          <a:xfrm>
            <a:off x="2711055" y="3786162"/>
            <a:ext cx="669300" cy="6944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92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31C4-AAFE-131D-A09E-AF271254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AF1D69-7351-0D2E-CC93-F135F1CB21D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5FC5C-EB47-B2DD-48BF-615CC4A913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46E971-4931-B05B-3971-A4C06D68F807}"/>
              </a:ext>
            </a:extLst>
          </p:cNvPr>
          <p:cNvSpPr txBox="1"/>
          <p:nvPr/>
        </p:nvSpPr>
        <p:spPr>
          <a:xfrm>
            <a:off x="0" y="104381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Simultaneous Fictitious Play with Cont.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89ACFE-1084-7AD3-3AC7-8D86751B2A7A}"/>
                  </a:ext>
                </a:extLst>
              </p:cNvPr>
              <p:cNvSpPr txBox="1"/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−.65)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589ACFE-1084-7AD3-3AC7-8D86751B2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2F7A34A-997A-8F84-C6E1-50AE3CAFACEA}"/>
              </a:ext>
            </a:extLst>
          </p:cNvPr>
          <p:cNvSpPr txBox="1"/>
          <p:nvPr/>
        </p:nvSpPr>
        <p:spPr>
          <a:xfrm>
            <a:off x="-1" y="720862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 More Interesting Example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60167BE-3F6E-83F2-4B05-6F158B44D5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94"/>
          <a:stretch>
            <a:fillRect/>
          </a:stretch>
        </p:blipFill>
        <p:spPr>
          <a:xfrm>
            <a:off x="77002" y="1866768"/>
            <a:ext cx="5544151" cy="40024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A68EF0-178B-D0C1-EFAC-3D09FB3C0AC8}"/>
                  </a:ext>
                </a:extLst>
              </p:cNvPr>
              <p:cNvSpPr txBox="1"/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A68EF0-178B-D0C1-EFAC-3D09FB3C0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17CDC0E-3098-2C4D-05D2-0CCD74529099}"/>
                  </a:ext>
                </a:extLst>
              </p:cNvPr>
              <p:cNvSpPr txBox="1"/>
              <p:nvPr/>
            </p:nvSpPr>
            <p:spPr>
              <a:xfrm>
                <a:off x="6609347" y="2417966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≈.7044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17CDC0E-3098-2C4D-05D2-0CCD74529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47" y="2417966"/>
                <a:ext cx="1771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BECCE9-E2A8-06FC-64FE-A04A9FDC11DE}"/>
                  </a:ext>
                </a:extLst>
              </p:cNvPr>
              <p:cNvSpPr txBox="1"/>
              <p:nvPr/>
            </p:nvSpPr>
            <p:spPr>
              <a:xfrm>
                <a:off x="8791073" y="2393319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=.25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CBECCE9-E2A8-06FC-64FE-A04A9FDC1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073" y="2393319"/>
                <a:ext cx="1771050" cy="461665"/>
              </a:xfrm>
              <a:prstGeom prst="rect">
                <a:avLst/>
              </a:prstGeom>
              <a:blipFill>
                <a:blip r:embed="rId7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3D4567-8A98-40A2-AA34-27D429B3AA41}"/>
                  </a:ext>
                </a:extLst>
              </p:cNvPr>
              <p:cNvSpPr txBox="1"/>
              <p:nvPr/>
            </p:nvSpPr>
            <p:spPr>
              <a:xfrm>
                <a:off x="5621153" y="2953642"/>
                <a:ext cx="6227546" cy="1573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[0,1]</m:t>
                          </m:r>
                        </m:lim>
                      </m:limLow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−.65)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−.65)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3D4567-8A98-40A2-AA34-27D429B3A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53" y="2953642"/>
                <a:ext cx="6227546" cy="15731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F80EDD-01F8-1644-0CA3-3C37CF556896}"/>
                  </a:ext>
                </a:extLst>
              </p:cNvPr>
              <p:cNvSpPr txBox="1"/>
              <p:nvPr/>
            </p:nvSpPr>
            <p:spPr>
              <a:xfrm>
                <a:off x="5621153" y="4682785"/>
                <a:ext cx="6227546" cy="1573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[0,1]</m:t>
                          </m:r>
                        </m:lim>
                      </m:limLow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−.65)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.7044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.7044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−.65)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F80EDD-01F8-1644-0CA3-3C37CF556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53" y="4682785"/>
                <a:ext cx="6227546" cy="15731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E85D5-314C-8562-11FB-40E060574F6F}"/>
                  </a:ext>
                </a:extLst>
              </p:cNvPr>
              <p:cNvSpPr txBox="1"/>
              <p:nvPr/>
            </p:nvSpPr>
            <p:spPr>
              <a:xfrm>
                <a:off x="6609347" y="6291954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615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E85D5-314C-8562-11FB-40E060574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47" y="6291954"/>
                <a:ext cx="17710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3615BB-21D4-EFF5-43EB-9C55A86C60CB}"/>
                  </a:ext>
                </a:extLst>
              </p:cNvPr>
              <p:cNvSpPr txBox="1"/>
              <p:nvPr/>
            </p:nvSpPr>
            <p:spPr>
              <a:xfrm>
                <a:off x="8807116" y="6291954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3731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3615BB-21D4-EFF5-43EB-9C55A86C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116" y="6291954"/>
                <a:ext cx="1771050" cy="461665"/>
              </a:xfrm>
              <a:prstGeom prst="rect">
                <a:avLst/>
              </a:prstGeom>
              <a:blipFill>
                <a:blip r:embed="rId11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FED0461A-47D3-A4C6-6F1F-821409943808}"/>
              </a:ext>
            </a:extLst>
          </p:cNvPr>
          <p:cNvSpPr/>
          <p:nvPr/>
        </p:nvSpPr>
        <p:spPr>
          <a:xfrm>
            <a:off x="3367427" y="4469122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9DCDF8-FF16-0F67-10F9-2691534B9B1F}"/>
              </a:ext>
            </a:extLst>
          </p:cNvPr>
          <p:cNvSpPr/>
          <p:nvPr/>
        </p:nvSpPr>
        <p:spPr>
          <a:xfrm>
            <a:off x="2980812" y="4072882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C31775-1CA5-AE38-7C40-0F77EF92AA3F}"/>
              </a:ext>
            </a:extLst>
          </p:cNvPr>
          <p:cNvCxnSpPr>
            <a:cxnSpLocks/>
            <a:stCxn id="13" idx="1"/>
            <a:endCxn id="14" idx="5"/>
          </p:cNvCxnSpPr>
          <p:nvPr/>
        </p:nvCxnSpPr>
        <p:spPr>
          <a:xfrm flipH="1" flipV="1">
            <a:off x="3112263" y="4196117"/>
            <a:ext cx="277717" cy="2941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24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45A9-8738-A7A1-5476-42A42AD9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1F0DDD-332F-810F-E011-64E111BA1BF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068E02-83AD-43F5-A372-5198E5E35C8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1077B8-246D-02C1-84B8-27519BB48EBA}"/>
              </a:ext>
            </a:extLst>
          </p:cNvPr>
          <p:cNvSpPr txBox="1"/>
          <p:nvPr/>
        </p:nvSpPr>
        <p:spPr>
          <a:xfrm>
            <a:off x="0" y="104381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Simultaneous Fictitious Play with Cont.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54E5A2-5313-4064-0B1E-B5B9402C6A2F}"/>
                  </a:ext>
                </a:extLst>
              </p:cNvPr>
              <p:cNvSpPr txBox="1"/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54E5A2-5313-4064-0B1E-B5B9402C6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9508" y="6025141"/>
                <a:ext cx="5544150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EBDD47E-0A10-87D8-AEE8-A89110ED282F}"/>
              </a:ext>
            </a:extLst>
          </p:cNvPr>
          <p:cNvSpPr txBox="1"/>
          <p:nvPr/>
        </p:nvSpPr>
        <p:spPr>
          <a:xfrm>
            <a:off x="-1" y="720862"/>
            <a:ext cx="11973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 More Interesting Example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463ED21-EFE1-0777-E65B-394020F7E7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94"/>
          <a:stretch>
            <a:fillRect/>
          </a:stretch>
        </p:blipFill>
        <p:spPr>
          <a:xfrm>
            <a:off x="77002" y="1866768"/>
            <a:ext cx="5544151" cy="40024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4C17B93-9586-3E51-73E8-B6A46CC95360}"/>
                  </a:ext>
                </a:extLst>
              </p:cNvPr>
              <p:cNvSpPr txBox="1"/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u="sng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4C17B93-9586-3E51-73E8-B6A46CC95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31654"/>
                <a:ext cx="102669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9C0C508-D16A-DD7E-453E-B96CC2A96363}"/>
                  </a:ext>
                </a:extLst>
              </p:cNvPr>
              <p:cNvSpPr txBox="1"/>
              <p:nvPr/>
            </p:nvSpPr>
            <p:spPr>
              <a:xfrm>
                <a:off x="6609347" y="2417966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7044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9C0C508-D16A-DD7E-453E-B96CC2A96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47" y="2417966"/>
                <a:ext cx="177105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4D5A1A-A042-4A9F-9CAD-48C63CE4DBD1}"/>
                  </a:ext>
                </a:extLst>
              </p:cNvPr>
              <p:cNvSpPr txBox="1"/>
              <p:nvPr/>
            </p:nvSpPr>
            <p:spPr>
              <a:xfrm>
                <a:off x="8791073" y="2393319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4D5A1A-A042-4A9F-9CAD-48C63CE4D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073" y="2393319"/>
                <a:ext cx="1771050" cy="461665"/>
              </a:xfrm>
              <a:prstGeom prst="rect">
                <a:avLst/>
              </a:prstGeom>
              <a:blipFill>
                <a:blip r:embed="rId7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0540AF-7274-4AD6-11E0-C6FDA52A2020}"/>
                  </a:ext>
                </a:extLst>
              </p:cNvPr>
              <p:cNvSpPr txBox="1"/>
              <p:nvPr/>
            </p:nvSpPr>
            <p:spPr>
              <a:xfrm>
                <a:off x="5621153" y="2953642"/>
                <a:ext cx="6227546" cy="1573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lim>
                      </m:limLow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0540AF-7274-4AD6-11E0-C6FDA52A2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53" y="2953642"/>
                <a:ext cx="6227546" cy="15731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BFFB7-3D72-B27A-4E94-671369884252}"/>
                  </a:ext>
                </a:extLst>
              </p:cNvPr>
              <p:cNvSpPr txBox="1"/>
              <p:nvPr/>
            </p:nvSpPr>
            <p:spPr>
              <a:xfrm>
                <a:off x="5621153" y="4682785"/>
                <a:ext cx="6227546" cy="1573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lim>
                      </m:limLow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7044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−.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7044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−.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BFFB7-3D72-B27A-4E94-67136988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153" y="4682785"/>
                <a:ext cx="6227546" cy="15731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4D42FE-3585-EB5C-2BE4-83B9AFE638F0}"/>
                  </a:ext>
                </a:extLst>
              </p:cNvPr>
              <p:cNvSpPr txBox="1"/>
              <p:nvPr/>
            </p:nvSpPr>
            <p:spPr>
              <a:xfrm>
                <a:off x="6609347" y="6291954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615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4D42FE-3585-EB5C-2BE4-83B9AFE63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47" y="6291954"/>
                <a:ext cx="177105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62C3B0-F989-D304-5566-FD3E4E87CA8F}"/>
                  </a:ext>
                </a:extLst>
              </p:cNvPr>
              <p:cNvSpPr txBox="1"/>
              <p:nvPr/>
            </p:nvSpPr>
            <p:spPr>
              <a:xfrm>
                <a:off x="8807116" y="6291954"/>
                <a:ext cx="17710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3731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62C3B0-F989-D304-5566-FD3E4E87C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116" y="6291954"/>
                <a:ext cx="1771050" cy="461665"/>
              </a:xfrm>
              <a:prstGeom prst="rect">
                <a:avLst/>
              </a:prstGeom>
              <a:blipFill>
                <a:blip r:embed="rId11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FECB09D-7F2C-60DB-1489-D6A2ED20FD9E}"/>
              </a:ext>
            </a:extLst>
          </p:cNvPr>
          <p:cNvSpPr/>
          <p:nvPr/>
        </p:nvSpPr>
        <p:spPr>
          <a:xfrm>
            <a:off x="3367427" y="4469122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10A3D5-58A6-D02E-9753-B249C2004F15}"/>
              </a:ext>
            </a:extLst>
          </p:cNvPr>
          <p:cNvSpPr/>
          <p:nvPr/>
        </p:nvSpPr>
        <p:spPr>
          <a:xfrm>
            <a:off x="2980812" y="4072882"/>
            <a:ext cx="154004" cy="14437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697B8A-2B44-6D2E-C4ED-4EAE00988CBC}"/>
              </a:ext>
            </a:extLst>
          </p:cNvPr>
          <p:cNvCxnSpPr>
            <a:cxnSpLocks/>
            <a:stCxn id="13" idx="1"/>
            <a:endCxn id="14" idx="5"/>
          </p:cNvCxnSpPr>
          <p:nvPr/>
        </p:nvCxnSpPr>
        <p:spPr>
          <a:xfrm flipH="1" flipV="1">
            <a:off x="3112263" y="4196117"/>
            <a:ext cx="277717" cy="2941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8235A69-1315-A221-0ABF-8F151D1248C1}"/>
              </a:ext>
            </a:extLst>
          </p:cNvPr>
          <p:cNvSpPr/>
          <p:nvPr/>
        </p:nvSpPr>
        <p:spPr>
          <a:xfrm>
            <a:off x="3176621" y="3864560"/>
            <a:ext cx="154004" cy="14437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987416-EFCF-9B0C-9D19-F88D5A64DB1A}"/>
                  </a:ext>
                </a:extLst>
              </p:cNvPr>
              <p:cNvSpPr txBox="1"/>
              <p:nvPr/>
            </p:nvSpPr>
            <p:spPr>
              <a:xfrm>
                <a:off x="7096225" y="4968515"/>
                <a:ext cx="3075272" cy="132343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Simultaneous Fictitious Play Converges to the Actual Solution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,.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4225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987416-EFCF-9B0C-9D19-F88D5A64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225" y="4968515"/>
                <a:ext cx="3075272" cy="1323439"/>
              </a:xfrm>
              <a:prstGeom prst="rect">
                <a:avLst/>
              </a:prstGeom>
              <a:blipFill>
                <a:blip r:embed="rId12"/>
                <a:stretch>
                  <a:fillRect t="-897" b="-269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416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B851-1A88-56F4-8D49-F5F08069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26E6AAF-E976-4002-6A39-A6841AB2523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BDA7D-354C-B957-6725-9DE60F615EB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9C900-2174-0D1D-5C50-AA1750F2263A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 with Continuous Strategies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94A5C-5655-922A-D2CB-B9BCE920FCC9}"/>
              </a:ext>
            </a:extLst>
          </p:cNvPr>
          <p:cNvSpPr txBox="1"/>
          <p:nvPr/>
        </p:nvSpPr>
        <p:spPr>
          <a:xfrm>
            <a:off x="223787" y="1925401"/>
            <a:ext cx="11259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Which converges faster: alternating fictitious play or simultaneous?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3E49EC-0284-6BF8-A074-1290D46F17B4}"/>
              </a:ext>
            </a:extLst>
          </p:cNvPr>
          <p:cNvSpPr txBox="1"/>
          <p:nvPr/>
        </p:nvSpPr>
        <p:spPr>
          <a:xfrm>
            <a:off x="223787" y="2601654"/>
            <a:ext cx="11259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No universal answer, although alternating fictitious play has stronger convergence guarantees and can avoid “cycling”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7840DF-5863-2280-D6DC-75DF67FBA16F}"/>
              </a:ext>
            </a:extLst>
          </p:cNvPr>
          <p:cNvSpPr txBox="1"/>
          <p:nvPr/>
        </p:nvSpPr>
        <p:spPr>
          <a:xfrm>
            <a:off x="223787" y="3720512"/>
            <a:ext cx="4850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Related to open area in AI research: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281EF-56F5-CAF0-C894-A0A9A82E3956}"/>
              </a:ext>
            </a:extLst>
          </p:cNvPr>
          <p:cNvSpPr txBox="1"/>
          <p:nvPr/>
        </p:nvSpPr>
        <p:spPr>
          <a:xfrm>
            <a:off x="482064" y="4932688"/>
            <a:ext cx="3637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Neural Fictitious Self-Play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5DEAF3-5491-F364-A14C-F2891A6B2A80}"/>
              </a:ext>
            </a:extLst>
          </p:cNvPr>
          <p:cNvSpPr txBox="1"/>
          <p:nvPr/>
        </p:nvSpPr>
        <p:spPr>
          <a:xfrm>
            <a:off x="482064" y="4326600"/>
            <a:ext cx="4994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Multi-Agent Reinforcement Learning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030FF5-4F4D-7520-38E7-6754A667A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711" y="4077796"/>
            <a:ext cx="1886455" cy="267582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7CDCFD-EB7D-BD3A-6EFD-4FAC0AB2F3C5}"/>
              </a:ext>
            </a:extLst>
          </p:cNvPr>
          <p:cNvSpPr txBox="1"/>
          <p:nvPr/>
        </p:nvSpPr>
        <p:spPr>
          <a:xfrm>
            <a:off x="482064" y="5904536"/>
            <a:ext cx="9422333" cy="4616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FP more accurately models how agents arrive at optimal strategies</a:t>
            </a:r>
          </a:p>
        </p:txBody>
      </p:sp>
    </p:spTree>
    <p:extLst>
      <p:ext uri="{BB962C8B-B14F-4D97-AF65-F5344CB8AC3E}">
        <p14:creationId xmlns:p14="http://schemas.microsoft.com/office/powerpoint/2010/main" val="1521137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82A7-600E-DDE7-231C-0558642B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163234-B39D-BE2B-1A13-3F5EF7C828A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7BAB3-1140-166D-6382-49FCD9E3A9E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8B52D-EE01-8531-66AE-02D57B38EE5A}"/>
              </a:ext>
            </a:extLst>
          </p:cNvPr>
          <p:cNvSpPr txBox="1"/>
          <p:nvPr/>
        </p:nvSpPr>
        <p:spPr>
          <a:xfrm>
            <a:off x="1894949" y="335516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The Advantage of Fictitious Play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1D4871-72C6-576A-C936-4017B17FD45D}"/>
              </a:ext>
            </a:extLst>
          </p:cNvPr>
          <p:cNvSpPr txBox="1"/>
          <p:nvPr/>
        </p:nvSpPr>
        <p:spPr>
          <a:xfrm>
            <a:off x="1222007" y="1710813"/>
            <a:ext cx="97479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“Nash equilibrium assumes that players can solve highly complex fixed-point problems, which is implausible as a model of actual human reasoning.”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1C1BD7-1E2C-9883-0CD5-FEE4A4FA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338" y="3280473"/>
            <a:ext cx="5968866" cy="31217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F4443A6-F582-4D4B-751E-56B5882F81F5}"/>
              </a:ext>
            </a:extLst>
          </p:cNvPr>
          <p:cNvSpPr txBox="1"/>
          <p:nvPr/>
        </p:nvSpPr>
        <p:spPr>
          <a:xfrm>
            <a:off x="-154005" y="6488668"/>
            <a:ext cx="11906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What if we used Ockham’s Razor and limited complexity of learned strategies? Maybe with information theory?</a:t>
            </a:r>
          </a:p>
        </p:txBody>
      </p:sp>
    </p:spTree>
    <p:extLst>
      <p:ext uri="{BB962C8B-B14F-4D97-AF65-F5344CB8AC3E}">
        <p14:creationId xmlns:p14="http://schemas.microsoft.com/office/powerpoint/2010/main" val="3572774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721E-8DBD-E355-53F8-F45CE63A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A62D23-2B8D-D3B9-B918-9DDFEB029BA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AE697-502D-60AF-ED17-3EBD9FAACFC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3DA39-CBC9-CF52-B613-55A55D3B2385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 with Continuous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53B256-9353-CDD9-33E8-E10068D1B502}"/>
                  </a:ext>
                </a:extLst>
              </p:cNvPr>
              <p:cNvSpPr txBox="1"/>
              <p:nvPr/>
            </p:nvSpPr>
            <p:spPr>
              <a:xfrm>
                <a:off x="223787" y="1925401"/>
                <a:ext cx="11259152" cy="17997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What if we assumed that each player had a probability measure?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53B256-9353-CDD9-33E8-E10068D1B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87" y="1925401"/>
                <a:ext cx="11259152" cy="1799723"/>
              </a:xfrm>
              <a:prstGeom prst="rect">
                <a:avLst/>
              </a:prstGeom>
              <a:blipFill>
                <a:blip r:embed="rId3"/>
                <a:stretch>
                  <a:fillRect l="-866" t="-2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41F3AC-07D2-4D7E-0EE8-143E56CFCF6C}"/>
                  </a:ext>
                </a:extLst>
              </p:cNvPr>
              <p:cNvSpPr txBox="1"/>
              <p:nvPr/>
            </p:nvSpPr>
            <p:spPr>
              <a:xfrm>
                <a:off x="386386" y="5039050"/>
                <a:ext cx="1139493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Continuously differentiable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functions would allow us to use Euler Lagrange equations to update our probability densities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D41F3AC-07D2-4D7E-0EE8-143E56CFC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86" y="5039050"/>
                <a:ext cx="11394936" cy="830997"/>
              </a:xfrm>
              <a:prstGeom prst="rect">
                <a:avLst/>
              </a:prstGeom>
              <a:blipFill>
                <a:blip r:embed="rId4"/>
                <a:stretch>
                  <a:fillRect l="-80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E0FAA-1B9E-1D38-FE59-FF58C33D87B9}"/>
                  </a:ext>
                </a:extLst>
              </p:cNvPr>
              <p:cNvSpPr txBox="1"/>
              <p:nvPr/>
            </p:nvSpPr>
            <p:spPr>
              <a:xfrm>
                <a:off x="2725326" y="5796940"/>
                <a:ext cx="6107228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∬"/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9E0FAA-1B9E-1D38-FE59-FF58C33D8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326" y="5796940"/>
                <a:ext cx="6107228" cy="1061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A2294D-D9AD-3064-30D4-861596FEAFAC}"/>
                  </a:ext>
                </a:extLst>
              </p:cNvPr>
              <p:cNvSpPr txBox="1"/>
              <p:nvPr/>
            </p:nvSpPr>
            <p:spPr>
              <a:xfrm>
                <a:off x="290134" y="3555847"/>
                <a:ext cx="11259152" cy="1430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Since the partial derivative of</a:t>
                </a:r>
                <a:r>
                  <a:rPr lang="el-GR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are equivalent: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A2294D-D9AD-3064-30D4-861596FEA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34" y="3555847"/>
                <a:ext cx="11259152" cy="1430392"/>
              </a:xfrm>
              <a:prstGeom prst="rect">
                <a:avLst/>
              </a:prstGeom>
              <a:blipFill>
                <a:blip r:embed="rId6"/>
                <a:stretch>
                  <a:fillRect l="-866" t="-3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530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ADB0-61B9-93F4-644F-3B57383D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F61374-5A93-FB4D-01EC-083278929227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5FD0C9-23A7-40B2-86C7-2752921F1F0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6B013-BDDC-2CFD-4D3A-5C648CA94508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Fictitious Play with Continuous Strategies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74156C-4F62-6DD8-CFCC-85A730E8CE92}"/>
                  </a:ext>
                </a:extLst>
              </p:cNvPr>
              <p:cNvSpPr txBox="1"/>
              <p:nvPr/>
            </p:nvSpPr>
            <p:spPr>
              <a:xfrm>
                <a:off x="222757" y="1804961"/>
                <a:ext cx="1139493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Continuously differentiable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functions would allow us to use Euler Lagrange equations to update our probability densities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F74156C-4F62-6DD8-CFCC-85A730E8C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57" y="1804961"/>
                <a:ext cx="11394936" cy="830997"/>
              </a:xfrm>
              <a:prstGeom prst="rect">
                <a:avLst/>
              </a:prstGeom>
              <a:blipFill>
                <a:blip r:embed="rId3"/>
                <a:stretch>
                  <a:fillRect l="-856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40CDBC-E476-5DFD-66DD-93B9AD7B137E}"/>
                  </a:ext>
                </a:extLst>
              </p:cNvPr>
              <p:cNvSpPr txBox="1"/>
              <p:nvPr/>
            </p:nvSpPr>
            <p:spPr>
              <a:xfrm>
                <a:off x="2561697" y="2562851"/>
                <a:ext cx="6107228" cy="1061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∬"/>
                              <m:limLoc m:val="undOvr"/>
                              <m:subHide m:val="on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sSubSup>
                                <m:sSubSupPr>
                                  <m:ctrl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40CDBC-E476-5DFD-66DD-93B9AD7B1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697" y="2562851"/>
                <a:ext cx="6107228" cy="10610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F9813A2-F6B8-E9D0-D5FE-123B5DBB8D36}"/>
              </a:ext>
            </a:extLst>
          </p:cNvPr>
          <p:cNvSpPr txBox="1"/>
          <p:nvPr/>
        </p:nvSpPr>
        <p:spPr>
          <a:xfrm>
            <a:off x="222757" y="3550804"/>
            <a:ext cx="1139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But…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CF31EA-4A70-33EF-D1CD-D89E878A3AAA}"/>
                  </a:ext>
                </a:extLst>
              </p:cNvPr>
              <p:cNvSpPr txBox="1"/>
              <p:nvPr/>
            </p:nvSpPr>
            <p:spPr>
              <a:xfrm>
                <a:off x="298155" y="4222043"/>
                <a:ext cx="11394936" cy="1760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</m:oMath>
                </a14:m>
                <a:r>
                  <a:rPr lang="en-US" sz="2400" dirty="0"/>
                  <a:t> is just a Dirac measure with its entire mass centered at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arg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lim>
                    </m:limLow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We know this </a:t>
                </a:r>
                <a:r>
                  <a:rPr lang="en-US" sz="2400" dirty="0" err="1"/>
                  <a:t>arg</a:t>
                </a:r>
                <a:r>
                  <a:rPr lang="en-US" sz="2400" dirty="0"/>
                  <a:t> max is attained because of the compactness of the strategy sets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CF31EA-4A70-33EF-D1CD-D89E878A3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55" y="4222043"/>
                <a:ext cx="11394936" cy="1760867"/>
              </a:xfrm>
              <a:prstGeom prst="rect">
                <a:avLst/>
              </a:prstGeom>
              <a:blipFill>
                <a:blip r:embed="rId5"/>
                <a:stretch>
                  <a:fillRect l="-856" t="-20833" b="-10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534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123D-E870-499E-02BE-7F01A8C5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6FFA0E-4D19-DF5D-5DBA-170CDD16D85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31D62-BBAC-7E52-A438-8FBF67B4BE1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F9E7D-345A-FEA1-3474-421476A7D6B1}"/>
              </a:ext>
            </a:extLst>
          </p:cNvPr>
          <p:cNvSpPr txBox="1"/>
          <p:nvPr/>
        </p:nvSpPr>
        <p:spPr>
          <a:xfrm>
            <a:off x="1817947" y="2958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Fluid Dynamics and Game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29ED0-D947-B984-B846-0DB79E36BDE7}"/>
              </a:ext>
            </a:extLst>
          </p:cNvPr>
          <p:cNvSpPr txBox="1"/>
          <p:nvPr/>
        </p:nvSpPr>
        <p:spPr>
          <a:xfrm>
            <a:off x="223787" y="1925401"/>
            <a:ext cx="11259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Most prominent connection is mean field game theory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9CB736-AC14-AFC7-1919-6ABF1DDF515E}"/>
              </a:ext>
            </a:extLst>
          </p:cNvPr>
          <p:cNvSpPr txBox="1"/>
          <p:nvPr/>
        </p:nvSpPr>
        <p:spPr>
          <a:xfrm>
            <a:off x="223787" y="2501313"/>
            <a:ext cx="112591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Luo and Song established the equivalence between Mean Field Games and a class of PDE systems closely related to </a:t>
            </a:r>
            <a:r>
              <a:rPr lang="en-US" sz="2400" u="sng" dirty="0"/>
              <a:t>compressible</a:t>
            </a:r>
            <a:r>
              <a:rPr lang="en-US" sz="2400" dirty="0"/>
              <a:t> Navier-Stokes equations</a:t>
            </a:r>
          </a:p>
          <a:p>
            <a:endParaRPr lang="en-US" sz="2400" dirty="0"/>
          </a:p>
          <a:p>
            <a:r>
              <a:rPr lang="en-US" sz="2400" dirty="0"/>
              <a:t>Uncertainty prevents “density collapse” on previous slide. This uncertainty is added by updating each individual by an independent stochastic differential equation</a:t>
            </a:r>
          </a:p>
          <a:p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A8CCCA-CF6F-A490-F403-122AA752F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358" y="4532452"/>
            <a:ext cx="3909011" cy="5543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D8EDAC-D8C5-B3C4-74F8-02574187E772}"/>
              </a:ext>
            </a:extLst>
          </p:cNvPr>
          <p:cNvSpPr txBox="1"/>
          <p:nvPr/>
        </p:nvSpPr>
        <p:spPr>
          <a:xfrm>
            <a:off x="5118635" y="5320592"/>
            <a:ext cx="977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08FF6-83E6-4460-B094-870FB98F03DF}"/>
              </a:ext>
            </a:extLst>
          </p:cNvPr>
          <p:cNvSpPr txBox="1"/>
          <p:nvPr/>
        </p:nvSpPr>
        <p:spPr>
          <a:xfrm>
            <a:off x="4078104" y="5320592"/>
            <a:ext cx="9773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9A3E02-FCFB-DF44-A3F7-DA23C4D10F38}"/>
              </a:ext>
            </a:extLst>
          </p:cNvPr>
          <p:cNvSpPr txBox="1"/>
          <p:nvPr/>
        </p:nvSpPr>
        <p:spPr>
          <a:xfrm>
            <a:off x="6298606" y="5320592"/>
            <a:ext cx="1478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population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37D1C4-5C3E-94D8-99F3-116473C51D19}"/>
              </a:ext>
            </a:extLst>
          </p:cNvPr>
          <p:cNvCxnSpPr>
            <a:stCxn id="14" idx="0"/>
          </p:cNvCxnSpPr>
          <p:nvPr/>
        </p:nvCxnSpPr>
        <p:spPr>
          <a:xfrm flipV="1">
            <a:off x="4566787" y="5014762"/>
            <a:ext cx="621230" cy="305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C96B630-6505-A3D2-CAC9-C63F0F621585}"/>
              </a:ext>
            </a:extLst>
          </p:cNvPr>
          <p:cNvCxnSpPr>
            <a:cxnSpLocks/>
          </p:cNvCxnSpPr>
          <p:nvPr/>
        </p:nvCxnSpPr>
        <p:spPr>
          <a:xfrm flipH="1" flipV="1">
            <a:off x="5676700" y="5014762"/>
            <a:ext cx="42746" cy="3058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A9654B-794D-57B9-88C7-F6D44B9A46A0}"/>
              </a:ext>
            </a:extLst>
          </p:cNvPr>
          <p:cNvCxnSpPr>
            <a:cxnSpLocks/>
          </p:cNvCxnSpPr>
          <p:nvPr/>
        </p:nvCxnSpPr>
        <p:spPr>
          <a:xfrm flipH="1" flipV="1">
            <a:off x="6220158" y="5029363"/>
            <a:ext cx="715771" cy="363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519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48EC-A466-CBC2-4965-76A9BD3B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1F9460-9A80-B86C-0EF8-75F4529F217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43ADF-F460-CEB6-91B9-925F96ECC36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5E73E3-5DEB-F76C-2F9A-07DE7A971998}"/>
              </a:ext>
            </a:extLst>
          </p:cNvPr>
          <p:cNvSpPr txBox="1"/>
          <p:nvPr/>
        </p:nvSpPr>
        <p:spPr>
          <a:xfrm>
            <a:off x="1817947" y="2958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Fluid Dynamics and Game Theory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44E92-FBA8-443C-B79F-3ED3ECA7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306" y="1910685"/>
            <a:ext cx="5778895" cy="151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035B27-28D4-A324-7D98-95600A4EB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7306" y="3910150"/>
            <a:ext cx="7836332" cy="1412621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C87D1654-37FE-6199-6942-E432FE36A032}"/>
              </a:ext>
            </a:extLst>
          </p:cNvPr>
          <p:cNvSpPr/>
          <p:nvPr/>
        </p:nvSpPr>
        <p:spPr>
          <a:xfrm rot="10800000">
            <a:off x="2916455" y="1910685"/>
            <a:ext cx="240631" cy="1412621"/>
          </a:xfrm>
          <a:prstGeom prst="rightBrace">
            <a:avLst>
              <a:gd name="adj1" fmla="val 8333"/>
              <a:gd name="adj2" fmla="val 5272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0D4B92B-07F1-E127-4910-F9D625357030}"/>
              </a:ext>
            </a:extLst>
          </p:cNvPr>
          <p:cNvSpPr/>
          <p:nvPr/>
        </p:nvSpPr>
        <p:spPr>
          <a:xfrm rot="10800000">
            <a:off x="2966990" y="3980372"/>
            <a:ext cx="240631" cy="1412621"/>
          </a:xfrm>
          <a:prstGeom prst="rightBrace">
            <a:avLst>
              <a:gd name="adj1" fmla="val 8333"/>
              <a:gd name="adj2" fmla="val 5272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4DAD6-A58F-3997-D4F3-ACFCF6589691}"/>
              </a:ext>
            </a:extLst>
          </p:cNvPr>
          <p:cNvSpPr txBox="1"/>
          <p:nvPr/>
        </p:nvSpPr>
        <p:spPr>
          <a:xfrm>
            <a:off x="502924" y="2149176"/>
            <a:ext cx="2464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Incompressible Navier Stokes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BBA56-448A-ED26-F8B9-A3C97E6422A2}"/>
              </a:ext>
            </a:extLst>
          </p:cNvPr>
          <p:cNvSpPr txBox="1"/>
          <p:nvPr/>
        </p:nvSpPr>
        <p:spPr>
          <a:xfrm>
            <a:off x="563082" y="4200961"/>
            <a:ext cx="2464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Considered PDE Systems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05910D-B945-C4E5-D9C4-9F37E8128D8B}"/>
              </a:ext>
            </a:extLst>
          </p:cNvPr>
          <p:cNvSpPr/>
          <p:nvPr/>
        </p:nvSpPr>
        <p:spPr>
          <a:xfrm>
            <a:off x="5248176" y="4446872"/>
            <a:ext cx="907983" cy="375385"/>
          </a:xfrm>
          <a:prstGeom prst="round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31AF73-A0C4-C3CF-D971-60AF8955B8DA}"/>
              </a:ext>
            </a:extLst>
          </p:cNvPr>
          <p:cNvSpPr txBox="1"/>
          <p:nvPr/>
        </p:nvSpPr>
        <p:spPr>
          <a:xfrm>
            <a:off x="4439117" y="5322771"/>
            <a:ext cx="3075272" cy="70788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Fokker Planck Equation to represent white noise</a:t>
            </a:r>
          </a:p>
        </p:txBody>
      </p:sp>
    </p:spTree>
    <p:extLst>
      <p:ext uri="{BB962C8B-B14F-4D97-AF65-F5344CB8AC3E}">
        <p14:creationId xmlns:p14="http://schemas.microsoft.com/office/powerpoint/2010/main" val="1594214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E00C-0EA4-A2F1-9C64-C42AF15C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FB67FE-A524-1D75-0055-C87E1732A11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B66F4-BDF8-9EB4-5166-016062E6DDA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9950D-02E5-4116-C12A-BDD49C1FC036}"/>
              </a:ext>
            </a:extLst>
          </p:cNvPr>
          <p:cNvSpPr txBox="1"/>
          <p:nvPr/>
        </p:nvSpPr>
        <p:spPr>
          <a:xfrm>
            <a:off x="1817947" y="295884"/>
            <a:ext cx="8961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Fluid Dynamics and Game Theory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889581-4D6E-4B2F-C142-E8D62A8A3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300" y="1840718"/>
            <a:ext cx="7836332" cy="1412621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F9228A83-0FB7-C671-F86C-1EF648BBF8A3}"/>
              </a:ext>
            </a:extLst>
          </p:cNvPr>
          <p:cNvSpPr/>
          <p:nvPr/>
        </p:nvSpPr>
        <p:spPr>
          <a:xfrm rot="10800000">
            <a:off x="2735984" y="1910940"/>
            <a:ext cx="240631" cy="1412621"/>
          </a:xfrm>
          <a:prstGeom prst="rightBrace">
            <a:avLst>
              <a:gd name="adj1" fmla="val 8333"/>
              <a:gd name="adj2" fmla="val 5272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BCDC0-8931-E9A6-1A1F-EC130BEA297D}"/>
              </a:ext>
            </a:extLst>
          </p:cNvPr>
          <p:cNvSpPr txBox="1"/>
          <p:nvPr/>
        </p:nvSpPr>
        <p:spPr>
          <a:xfrm>
            <a:off x="332076" y="2131529"/>
            <a:ext cx="2464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Considered PDE Systems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69271F-7408-FFD8-001F-C60D5C35ADCD}"/>
              </a:ext>
            </a:extLst>
          </p:cNvPr>
          <p:cNvSpPr/>
          <p:nvPr/>
        </p:nvSpPr>
        <p:spPr>
          <a:xfrm>
            <a:off x="5017170" y="2377440"/>
            <a:ext cx="907983" cy="375385"/>
          </a:xfrm>
          <a:prstGeom prst="round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47D39F-42BC-C1DD-DB38-FB48EDCDF1D6}"/>
              </a:ext>
            </a:extLst>
          </p:cNvPr>
          <p:cNvSpPr txBox="1"/>
          <p:nvPr/>
        </p:nvSpPr>
        <p:spPr>
          <a:xfrm>
            <a:off x="8250721" y="2877526"/>
            <a:ext cx="3075272" cy="707886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Fokker Planck Equation to represent white noise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9ECB4-A5A8-41CA-6251-AFE70E68C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881" y="4135518"/>
            <a:ext cx="5659244" cy="17743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77F41C-E2A1-BF37-853D-B05E0CCD272E}"/>
              </a:ext>
            </a:extLst>
          </p:cNvPr>
          <p:cNvSpPr txBox="1"/>
          <p:nvPr/>
        </p:nvSpPr>
        <p:spPr>
          <a:xfrm>
            <a:off x="585914" y="4561996"/>
            <a:ext cx="2464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Mean Field Game System</a:t>
            </a:r>
          </a:p>
        </p:txBody>
      </p:sp>
    </p:spTree>
    <p:extLst>
      <p:ext uri="{BB962C8B-B14F-4D97-AF65-F5344CB8AC3E}">
        <p14:creationId xmlns:p14="http://schemas.microsoft.com/office/powerpoint/2010/main" val="310384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8476</TotalTime>
  <Words>1987</Words>
  <Application>Microsoft Office PowerPoint</Application>
  <PresentationFormat>Widescreen</PresentationFormat>
  <Paragraphs>452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Wyngaard, Jake</cp:lastModifiedBy>
  <cp:revision>74</cp:revision>
  <cp:lastPrinted>2025-08-21T02:00:35Z</cp:lastPrinted>
  <dcterms:created xsi:type="dcterms:W3CDTF">2025-08-20T23:47:39Z</dcterms:created>
  <dcterms:modified xsi:type="dcterms:W3CDTF">2026-04-14T18:20:21Z</dcterms:modified>
</cp:coreProperties>
</file>