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3"/>
  </p:notesMasterIdLst>
  <p:sldIdLst>
    <p:sldId id="291" r:id="rId2"/>
    <p:sldId id="376" r:id="rId3"/>
    <p:sldId id="405" r:id="rId4"/>
    <p:sldId id="408" r:id="rId5"/>
    <p:sldId id="377" r:id="rId6"/>
    <p:sldId id="409" r:id="rId7"/>
    <p:sldId id="410" r:id="rId8"/>
    <p:sldId id="411" r:id="rId9"/>
    <p:sldId id="412" r:id="rId10"/>
    <p:sldId id="413" r:id="rId11"/>
    <p:sldId id="414" r:id="rId12"/>
    <p:sldId id="415" r:id="rId13"/>
    <p:sldId id="416" r:id="rId14"/>
    <p:sldId id="417" r:id="rId15"/>
    <p:sldId id="364" r:id="rId16"/>
    <p:sldId id="420" r:id="rId17"/>
    <p:sldId id="430" r:id="rId18"/>
    <p:sldId id="431" r:id="rId19"/>
    <p:sldId id="432" r:id="rId20"/>
    <p:sldId id="433" r:id="rId21"/>
    <p:sldId id="434" r:id="rId22"/>
    <p:sldId id="435" r:id="rId23"/>
    <p:sldId id="436" r:id="rId24"/>
    <p:sldId id="437" r:id="rId25"/>
    <p:sldId id="438" r:id="rId26"/>
    <p:sldId id="439" r:id="rId27"/>
    <p:sldId id="367" r:id="rId28"/>
    <p:sldId id="365" r:id="rId29"/>
    <p:sldId id="368" r:id="rId30"/>
    <p:sldId id="421" r:id="rId31"/>
    <p:sldId id="363" r:id="rId32"/>
    <p:sldId id="374" r:id="rId33"/>
    <p:sldId id="424" r:id="rId34"/>
    <p:sldId id="373" r:id="rId35"/>
    <p:sldId id="425" r:id="rId36"/>
    <p:sldId id="426" r:id="rId37"/>
    <p:sldId id="378" r:id="rId38"/>
    <p:sldId id="379" r:id="rId39"/>
    <p:sldId id="427" r:id="rId40"/>
    <p:sldId id="429" r:id="rId41"/>
    <p:sldId id="428" r:id="rId42"/>
  </p:sldIdLst>
  <p:sldSz cx="12192000" cy="6858000"/>
  <p:notesSz cx="6858000" cy="889158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7D359C8-AACA-2EA8-D24E-0AAD455781CC}" name="Jacob Wyngaard" initials="JW" userId="6181fcd471e98458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64EA1"/>
    <a:srgbClr val="388847"/>
    <a:srgbClr val="3E7CB9"/>
    <a:srgbClr val="6D9CCA"/>
    <a:srgbClr val="D26764"/>
    <a:srgbClr val="FF66CC"/>
    <a:srgbClr val="FFCC00"/>
    <a:srgbClr val="F21C0B"/>
    <a:srgbClr val="5E83A6"/>
    <a:srgbClr val="EBF1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6870C43-C615-4316-8ED8-C3E8555B69DE}" v="1137" dt="2026-04-01T02:11:30.08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088" autoAdjust="0"/>
    <p:restoredTop sz="93462" autoAdjust="0"/>
  </p:normalViewPr>
  <p:slideViewPr>
    <p:cSldViewPr snapToGrid="0">
      <p:cViewPr varScale="1">
        <p:scale>
          <a:sx n="77" d="100"/>
          <a:sy n="77" d="100"/>
        </p:scale>
        <p:origin x="109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50" Type="http://schemas.microsoft.com/office/2018/10/relationships/authors" Target="author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48" Type="http://schemas.microsoft.com/office/2016/11/relationships/changesInfo" Target="changesInfos/changesInfo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cob Wyngaard" userId="6181fcd471e98458" providerId="LiveId" clId="{77EA86D2-93A7-4E95-BD02-C750FACBB632}"/>
    <pc:docChg chg="undo custSel addSld delSld modSld sldOrd">
      <pc:chgData name="Jacob Wyngaard" userId="6181fcd471e98458" providerId="LiveId" clId="{77EA86D2-93A7-4E95-BD02-C750FACBB632}" dt="2026-03-31T17:26:25.451" v="1629" actId="197"/>
      <pc:docMkLst>
        <pc:docMk/>
      </pc:docMkLst>
      <pc:sldChg chg="modSp mod">
        <pc:chgData name="Jacob Wyngaard" userId="6181fcd471e98458" providerId="LiveId" clId="{77EA86D2-93A7-4E95-BD02-C750FACBB632}" dt="2026-03-31T16:07:29.850" v="200" actId="20577"/>
        <pc:sldMkLst>
          <pc:docMk/>
          <pc:sldMk cId="1406073072" sldId="421"/>
        </pc:sldMkLst>
        <pc:spChg chg="mod">
          <ac:chgData name="Jacob Wyngaard" userId="6181fcd471e98458" providerId="LiveId" clId="{77EA86D2-93A7-4E95-BD02-C750FACBB632}" dt="2026-03-31T16:07:29.850" v="200" actId="20577"/>
          <ac:spMkLst>
            <pc:docMk/>
            <pc:sldMk cId="1406073072" sldId="421"/>
            <ac:spMk id="3" creationId="{2741BAA6-4A99-6CBC-B918-CA1F97C4DB4A}"/>
          </ac:spMkLst>
        </pc:spChg>
      </pc:sldChg>
      <pc:sldChg chg="addSp modSp mod">
        <pc:chgData name="Jacob Wyngaard" userId="6181fcd471e98458" providerId="LiveId" clId="{77EA86D2-93A7-4E95-BD02-C750FACBB632}" dt="2026-03-31T16:07:15.603" v="189" actId="1076"/>
        <pc:sldMkLst>
          <pc:docMk/>
          <pc:sldMk cId="1333192470" sldId="429"/>
        </pc:sldMkLst>
        <pc:spChg chg="add mod">
          <ac:chgData name="Jacob Wyngaard" userId="6181fcd471e98458" providerId="LiveId" clId="{77EA86D2-93A7-4E95-BD02-C750FACBB632}" dt="2026-03-31T16:07:15.603" v="189" actId="1076"/>
          <ac:spMkLst>
            <pc:docMk/>
            <pc:sldMk cId="1333192470" sldId="429"/>
            <ac:spMk id="3" creationId="{4A4E7306-6716-183F-3D0B-97849713B926}"/>
          </ac:spMkLst>
        </pc:spChg>
      </pc:sldChg>
      <pc:sldChg chg="addSp delSp modSp add mod">
        <pc:chgData name="Jacob Wyngaard" userId="6181fcd471e98458" providerId="LiveId" clId="{77EA86D2-93A7-4E95-BD02-C750FACBB632}" dt="2026-03-31T16:11:59.445" v="330" actId="6549"/>
        <pc:sldMkLst>
          <pc:docMk/>
          <pc:sldMk cId="708349437" sldId="430"/>
        </pc:sldMkLst>
        <pc:spChg chg="mod">
          <ac:chgData name="Jacob Wyngaard" userId="6181fcd471e98458" providerId="LiveId" clId="{77EA86D2-93A7-4E95-BD02-C750FACBB632}" dt="2026-03-31T14:41:13.283" v="1" actId="20577"/>
          <ac:spMkLst>
            <pc:docMk/>
            <pc:sldMk cId="708349437" sldId="430"/>
            <ac:spMk id="10" creationId="{6F2358DF-3C50-EF31-8C86-2529B9C00244}"/>
          </ac:spMkLst>
        </pc:spChg>
        <pc:spChg chg="add mod">
          <ac:chgData name="Jacob Wyngaard" userId="6181fcd471e98458" providerId="LiveId" clId="{77EA86D2-93A7-4E95-BD02-C750FACBB632}" dt="2026-03-31T16:05:03.968" v="70" actId="1076"/>
          <ac:spMkLst>
            <pc:docMk/>
            <pc:sldMk cId="708349437" sldId="430"/>
            <ac:spMk id="18" creationId="{A7516732-AB60-925A-E474-19623CE84944}"/>
          </ac:spMkLst>
        </pc:spChg>
        <pc:spChg chg="add mod">
          <ac:chgData name="Jacob Wyngaard" userId="6181fcd471e98458" providerId="LiveId" clId="{77EA86D2-93A7-4E95-BD02-C750FACBB632}" dt="2026-03-31T16:04:28.422" v="33" actId="1076"/>
          <ac:spMkLst>
            <pc:docMk/>
            <pc:sldMk cId="708349437" sldId="430"/>
            <ac:spMk id="25" creationId="{B9CDC322-C3E1-1C24-1C06-F032EA3A5BC6}"/>
          </ac:spMkLst>
        </pc:spChg>
        <pc:spChg chg="mod">
          <ac:chgData name="Jacob Wyngaard" userId="6181fcd471e98458" providerId="LiveId" clId="{77EA86D2-93A7-4E95-BD02-C750FACBB632}" dt="2026-03-31T16:04:58.735" v="69" actId="1035"/>
          <ac:spMkLst>
            <pc:docMk/>
            <pc:sldMk cId="708349437" sldId="430"/>
            <ac:spMk id="26" creationId="{35E78E98-3023-46B9-FB5F-FE7D5AA85DFF}"/>
          </ac:spMkLst>
        </pc:spChg>
        <pc:spChg chg="add mod">
          <ac:chgData name="Jacob Wyngaard" userId="6181fcd471e98458" providerId="LiveId" clId="{77EA86D2-93A7-4E95-BD02-C750FACBB632}" dt="2026-03-31T16:04:28.422" v="33" actId="1076"/>
          <ac:spMkLst>
            <pc:docMk/>
            <pc:sldMk cId="708349437" sldId="430"/>
            <ac:spMk id="27" creationId="{9D527A57-A1F1-9C14-D48C-103DF6D08058}"/>
          </ac:spMkLst>
        </pc:spChg>
        <pc:spChg chg="mod">
          <ac:chgData name="Jacob Wyngaard" userId="6181fcd471e98458" providerId="LiveId" clId="{77EA86D2-93A7-4E95-BD02-C750FACBB632}" dt="2026-03-31T16:05:55.555" v="99" actId="1035"/>
          <ac:spMkLst>
            <pc:docMk/>
            <pc:sldMk cId="708349437" sldId="430"/>
            <ac:spMk id="28" creationId="{549D5C40-FFD7-BACE-C46A-8A62DBFF012A}"/>
          </ac:spMkLst>
        </pc:spChg>
        <pc:spChg chg="add mod">
          <ac:chgData name="Jacob Wyngaard" userId="6181fcd471e98458" providerId="LiveId" clId="{77EA86D2-93A7-4E95-BD02-C750FACBB632}" dt="2026-03-31T16:04:58.735" v="69" actId="1035"/>
          <ac:spMkLst>
            <pc:docMk/>
            <pc:sldMk cId="708349437" sldId="430"/>
            <ac:spMk id="29" creationId="{438D3ED7-0FFC-F5E3-A15C-DA898C2D320A}"/>
          </ac:spMkLst>
        </pc:spChg>
        <pc:spChg chg="mod">
          <ac:chgData name="Jacob Wyngaard" userId="6181fcd471e98458" providerId="LiveId" clId="{77EA86D2-93A7-4E95-BD02-C750FACBB632}" dt="2026-03-31T16:04:58.735" v="69" actId="1035"/>
          <ac:spMkLst>
            <pc:docMk/>
            <pc:sldMk cId="708349437" sldId="430"/>
            <ac:spMk id="30" creationId="{B9AF4B66-2137-F35D-8A6D-2E689F50AD96}"/>
          </ac:spMkLst>
        </pc:spChg>
        <pc:spChg chg="mod">
          <ac:chgData name="Jacob Wyngaard" userId="6181fcd471e98458" providerId="LiveId" clId="{77EA86D2-93A7-4E95-BD02-C750FACBB632}" dt="2026-03-31T16:04:58.735" v="69" actId="1035"/>
          <ac:spMkLst>
            <pc:docMk/>
            <pc:sldMk cId="708349437" sldId="430"/>
            <ac:spMk id="31" creationId="{D5FD1BA9-8D44-12B2-3465-DC744E72ABF9}"/>
          </ac:spMkLst>
        </pc:spChg>
        <pc:spChg chg="add mod">
          <ac:chgData name="Jacob Wyngaard" userId="6181fcd471e98458" providerId="LiveId" clId="{77EA86D2-93A7-4E95-BD02-C750FACBB632}" dt="2026-03-31T16:04:58.735" v="69" actId="1035"/>
          <ac:spMkLst>
            <pc:docMk/>
            <pc:sldMk cId="708349437" sldId="430"/>
            <ac:spMk id="33" creationId="{B2FA74DE-9DA0-33F4-C5C8-814F0F5D185B}"/>
          </ac:spMkLst>
        </pc:spChg>
        <pc:spChg chg="mod">
          <ac:chgData name="Jacob Wyngaard" userId="6181fcd471e98458" providerId="LiveId" clId="{77EA86D2-93A7-4E95-BD02-C750FACBB632}" dt="2026-03-31T16:04:58.735" v="69" actId="1035"/>
          <ac:spMkLst>
            <pc:docMk/>
            <pc:sldMk cId="708349437" sldId="430"/>
            <ac:spMk id="34" creationId="{CD922901-21FA-572E-5DF6-4D3A6F5DE763}"/>
          </ac:spMkLst>
        </pc:spChg>
        <pc:spChg chg="add mod">
          <ac:chgData name="Jacob Wyngaard" userId="6181fcd471e98458" providerId="LiveId" clId="{77EA86D2-93A7-4E95-BD02-C750FACBB632}" dt="2026-03-31T16:05:55.555" v="99" actId="1035"/>
          <ac:spMkLst>
            <pc:docMk/>
            <pc:sldMk cId="708349437" sldId="430"/>
            <ac:spMk id="35" creationId="{17822C28-1A8E-2B5F-A15A-3489CFF64A06}"/>
          </ac:spMkLst>
        </pc:spChg>
        <pc:spChg chg="mod">
          <ac:chgData name="Jacob Wyngaard" userId="6181fcd471e98458" providerId="LiveId" clId="{77EA86D2-93A7-4E95-BD02-C750FACBB632}" dt="2026-03-31T16:04:58.735" v="69" actId="1035"/>
          <ac:spMkLst>
            <pc:docMk/>
            <pc:sldMk cId="708349437" sldId="430"/>
            <ac:spMk id="36" creationId="{3AC01B34-FBFE-4489-8CE9-11BCCF88532D}"/>
          </ac:spMkLst>
        </pc:spChg>
        <pc:spChg chg="mod">
          <ac:chgData name="Jacob Wyngaard" userId="6181fcd471e98458" providerId="LiveId" clId="{77EA86D2-93A7-4E95-BD02-C750FACBB632}" dt="2026-03-31T16:04:58.735" v="69" actId="1035"/>
          <ac:spMkLst>
            <pc:docMk/>
            <pc:sldMk cId="708349437" sldId="430"/>
            <ac:spMk id="37" creationId="{EA1CE074-8A20-337C-AC97-7E0325E455D9}"/>
          </ac:spMkLst>
        </pc:spChg>
        <pc:spChg chg="add mod">
          <ac:chgData name="Jacob Wyngaard" userId="6181fcd471e98458" providerId="LiveId" clId="{77EA86D2-93A7-4E95-BD02-C750FACBB632}" dt="2026-03-31T16:04:58.735" v="69" actId="1035"/>
          <ac:spMkLst>
            <pc:docMk/>
            <pc:sldMk cId="708349437" sldId="430"/>
            <ac:spMk id="38" creationId="{63DE9D3A-4BC1-2075-FE74-F146C7978E78}"/>
          </ac:spMkLst>
        </pc:spChg>
        <pc:spChg chg="add mod">
          <ac:chgData name="Jacob Wyngaard" userId="6181fcd471e98458" providerId="LiveId" clId="{77EA86D2-93A7-4E95-BD02-C750FACBB632}" dt="2026-03-31T16:05:15.170" v="71" actId="1076"/>
          <ac:spMkLst>
            <pc:docMk/>
            <pc:sldMk cId="708349437" sldId="430"/>
            <ac:spMk id="39" creationId="{F3DA6766-40C1-BF99-3989-343F2F3A794B}"/>
          </ac:spMkLst>
        </pc:spChg>
        <pc:spChg chg="mod">
          <ac:chgData name="Jacob Wyngaard" userId="6181fcd471e98458" providerId="LiveId" clId="{77EA86D2-93A7-4E95-BD02-C750FACBB632}" dt="2026-03-31T16:04:58.735" v="69" actId="1035"/>
          <ac:spMkLst>
            <pc:docMk/>
            <pc:sldMk cId="708349437" sldId="430"/>
            <ac:spMk id="40" creationId="{576C06F6-2959-F38F-C8D1-8FA7823F169C}"/>
          </ac:spMkLst>
        </pc:spChg>
        <pc:spChg chg="add mod">
          <ac:chgData name="Jacob Wyngaard" userId="6181fcd471e98458" providerId="LiveId" clId="{77EA86D2-93A7-4E95-BD02-C750FACBB632}" dt="2026-03-31T16:05:44.260" v="79" actId="1076"/>
          <ac:spMkLst>
            <pc:docMk/>
            <pc:sldMk cId="708349437" sldId="430"/>
            <ac:spMk id="41" creationId="{802DA0C6-BBF0-C59D-8A96-ADB6ABF15E97}"/>
          </ac:spMkLst>
        </pc:spChg>
        <pc:spChg chg="add mod">
          <ac:chgData name="Jacob Wyngaard" userId="6181fcd471e98458" providerId="LiveId" clId="{77EA86D2-93A7-4E95-BD02-C750FACBB632}" dt="2026-03-31T16:05:28.418" v="76" actId="1076"/>
          <ac:spMkLst>
            <pc:docMk/>
            <pc:sldMk cId="708349437" sldId="430"/>
            <ac:spMk id="42" creationId="{4C462BA6-5987-A0AA-C233-F61C1694C5AC}"/>
          </ac:spMkLst>
        </pc:spChg>
        <pc:spChg chg="add mod">
          <ac:chgData name="Jacob Wyngaard" userId="6181fcd471e98458" providerId="LiveId" clId="{77EA86D2-93A7-4E95-BD02-C750FACBB632}" dt="2026-03-31T16:06:14.725" v="121" actId="207"/>
          <ac:spMkLst>
            <pc:docMk/>
            <pc:sldMk cId="708349437" sldId="430"/>
            <ac:spMk id="44" creationId="{267C489E-708E-FA1C-21D3-0DB12ED85E57}"/>
          </ac:spMkLst>
        </pc:spChg>
        <pc:graphicFrameChg chg="modGraphic">
          <ac:chgData name="Jacob Wyngaard" userId="6181fcd471e98458" providerId="LiveId" clId="{77EA86D2-93A7-4E95-BD02-C750FACBB632}" dt="2026-03-31T16:03:33.760" v="20" actId="20577"/>
          <ac:graphicFrameMkLst>
            <pc:docMk/>
            <pc:sldMk cId="708349437" sldId="430"/>
            <ac:graphicFrameMk id="4" creationId="{1FB307D2-5901-5B9E-A552-59AFF8CDE367}"/>
          </ac:graphicFrameMkLst>
        </pc:graphicFrameChg>
        <pc:graphicFrameChg chg="modGraphic">
          <ac:chgData name="Jacob Wyngaard" userId="6181fcd471e98458" providerId="LiveId" clId="{77EA86D2-93A7-4E95-BD02-C750FACBB632}" dt="2026-03-31T16:11:59.445" v="330" actId="6549"/>
          <ac:graphicFrameMkLst>
            <pc:docMk/>
            <pc:sldMk cId="708349437" sldId="430"/>
            <ac:graphicFrameMk id="32" creationId="{3AB533E4-8D47-8C53-B134-1795593B2744}"/>
          </ac:graphicFrameMkLst>
        </pc:graphicFrameChg>
        <pc:graphicFrameChg chg="add mod modGraphic">
          <ac:chgData name="Jacob Wyngaard" userId="6181fcd471e98458" providerId="LiveId" clId="{77EA86D2-93A7-4E95-BD02-C750FACBB632}" dt="2026-03-31T16:06:40.829" v="130" actId="20577"/>
          <ac:graphicFrameMkLst>
            <pc:docMk/>
            <pc:sldMk cId="708349437" sldId="430"/>
            <ac:graphicFrameMk id="43" creationId="{510946F1-F4F1-F1A1-B403-AB9203E623A2}"/>
          </ac:graphicFrameMkLst>
        </pc:graphicFrameChg>
      </pc:sldChg>
      <pc:sldChg chg="addSp delSp modSp add mod">
        <pc:chgData name="Jacob Wyngaard" userId="6181fcd471e98458" providerId="LiveId" clId="{77EA86D2-93A7-4E95-BD02-C750FACBB632}" dt="2026-03-31T16:35:46.846" v="384" actId="14100"/>
        <pc:sldMkLst>
          <pc:docMk/>
          <pc:sldMk cId="2263131395" sldId="431"/>
        </pc:sldMkLst>
        <pc:spChg chg="add mod">
          <ac:chgData name="Jacob Wyngaard" userId="6181fcd471e98458" providerId="LiveId" clId="{77EA86D2-93A7-4E95-BD02-C750FACBB632}" dt="2026-03-31T16:08:41.697" v="219" actId="207"/>
          <ac:spMkLst>
            <pc:docMk/>
            <pc:sldMk cId="2263131395" sldId="431"/>
            <ac:spMk id="2" creationId="{C54504CC-297A-4742-7E3A-676A80A9FD87}"/>
          </ac:spMkLst>
        </pc:spChg>
        <pc:spChg chg="add mod">
          <ac:chgData name="Jacob Wyngaard" userId="6181fcd471e98458" providerId="LiveId" clId="{77EA86D2-93A7-4E95-BD02-C750FACBB632}" dt="2026-03-31T16:08:23.653" v="215" actId="1076"/>
          <ac:spMkLst>
            <pc:docMk/>
            <pc:sldMk cId="2263131395" sldId="431"/>
            <ac:spMk id="3" creationId="{4D76A6E8-BE9F-00F7-AA73-2E555DA57A31}"/>
          </ac:spMkLst>
        </pc:spChg>
        <pc:spChg chg="add mod">
          <ac:chgData name="Jacob Wyngaard" userId="6181fcd471e98458" providerId="LiveId" clId="{77EA86D2-93A7-4E95-BD02-C750FACBB632}" dt="2026-03-31T16:08:44.587" v="220" actId="207"/>
          <ac:spMkLst>
            <pc:docMk/>
            <pc:sldMk cId="2263131395" sldId="431"/>
            <ac:spMk id="5" creationId="{C4F87AAF-351F-9003-BFB9-7FF45855C987}"/>
          </ac:spMkLst>
        </pc:spChg>
        <pc:spChg chg="add mod">
          <ac:chgData name="Jacob Wyngaard" userId="6181fcd471e98458" providerId="LiveId" clId="{77EA86D2-93A7-4E95-BD02-C750FACBB632}" dt="2026-03-31T16:09:14.629" v="289" actId="1076"/>
          <ac:spMkLst>
            <pc:docMk/>
            <pc:sldMk cId="2263131395" sldId="431"/>
            <ac:spMk id="7" creationId="{9B325E34-60D8-96F7-5B0E-3C75CFEB767C}"/>
          </ac:spMkLst>
        </pc:spChg>
        <pc:spChg chg="add mod">
          <ac:chgData name="Jacob Wyngaard" userId="6181fcd471e98458" providerId="LiveId" clId="{77EA86D2-93A7-4E95-BD02-C750FACBB632}" dt="2026-03-31T16:09:47.296" v="312" actId="1038"/>
          <ac:spMkLst>
            <pc:docMk/>
            <pc:sldMk cId="2263131395" sldId="431"/>
            <ac:spMk id="11" creationId="{76AE1243-5CD9-BF68-7DEA-525ECD79120C}"/>
          </ac:spMkLst>
        </pc:spChg>
        <pc:spChg chg="add mod">
          <ac:chgData name="Jacob Wyngaard" userId="6181fcd471e98458" providerId="LiveId" clId="{77EA86D2-93A7-4E95-BD02-C750FACBB632}" dt="2026-03-31T16:09:35.375" v="306" actId="1076"/>
          <ac:spMkLst>
            <pc:docMk/>
            <pc:sldMk cId="2263131395" sldId="431"/>
            <ac:spMk id="12" creationId="{B6BE61AF-7683-939E-645D-E75A9CE2475B}"/>
          </ac:spMkLst>
        </pc:spChg>
        <pc:spChg chg="add mod">
          <ac:chgData name="Jacob Wyngaard" userId="6181fcd471e98458" providerId="LiveId" clId="{77EA86D2-93A7-4E95-BD02-C750FACBB632}" dt="2026-03-31T16:10:33.382" v="319" actId="14100"/>
          <ac:spMkLst>
            <pc:docMk/>
            <pc:sldMk cId="2263131395" sldId="431"/>
            <ac:spMk id="13" creationId="{FF8CA8C1-4628-E72F-93EA-DC3306A07424}"/>
          </ac:spMkLst>
        </pc:spChg>
        <pc:spChg chg="add mod">
          <ac:chgData name="Jacob Wyngaard" userId="6181fcd471e98458" providerId="LiveId" clId="{77EA86D2-93A7-4E95-BD02-C750FACBB632}" dt="2026-03-31T16:33:48.219" v="361" actId="14100"/>
          <ac:spMkLst>
            <pc:docMk/>
            <pc:sldMk cId="2263131395" sldId="431"/>
            <ac:spMk id="14" creationId="{DF18E36C-1F33-4219-0178-2A64C9CD2B85}"/>
          </ac:spMkLst>
        </pc:spChg>
        <pc:spChg chg="add mod">
          <ac:chgData name="Jacob Wyngaard" userId="6181fcd471e98458" providerId="LiveId" clId="{77EA86D2-93A7-4E95-BD02-C750FACBB632}" dt="2026-03-31T16:10:48.084" v="324" actId="14100"/>
          <ac:spMkLst>
            <pc:docMk/>
            <pc:sldMk cId="2263131395" sldId="431"/>
            <ac:spMk id="15" creationId="{E9535352-E9E0-340B-AD7D-652A4B54B48B}"/>
          </ac:spMkLst>
        </pc:spChg>
        <pc:spChg chg="add mod">
          <ac:chgData name="Jacob Wyngaard" userId="6181fcd471e98458" providerId="LiveId" clId="{77EA86D2-93A7-4E95-BD02-C750FACBB632}" dt="2026-03-31T16:11:43.151" v="326" actId="1076"/>
          <ac:spMkLst>
            <pc:docMk/>
            <pc:sldMk cId="2263131395" sldId="431"/>
            <ac:spMk id="16" creationId="{6C5EA35B-26BF-8C5A-9BC0-957713507E1E}"/>
          </ac:spMkLst>
        </pc:spChg>
        <pc:spChg chg="add mod">
          <ac:chgData name="Jacob Wyngaard" userId="6181fcd471e98458" providerId="LiveId" clId="{77EA86D2-93A7-4E95-BD02-C750FACBB632}" dt="2026-03-31T16:22:18.586" v="352" actId="14100"/>
          <ac:spMkLst>
            <pc:docMk/>
            <pc:sldMk cId="2263131395" sldId="431"/>
            <ac:spMk id="17" creationId="{02467D6E-18A2-2773-751F-735980A440CB}"/>
          </ac:spMkLst>
        </pc:spChg>
        <pc:spChg chg="add mod">
          <ac:chgData name="Jacob Wyngaard" userId="6181fcd471e98458" providerId="LiveId" clId="{77EA86D2-93A7-4E95-BD02-C750FACBB632}" dt="2026-03-31T16:33:36.843" v="358" actId="1076"/>
          <ac:spMkLst>
            <pc:docMk/>
            <pc:sldMk cId="2263131395" sldId="431"/>
            <ac:spMk id="19" creationId="{7F516046-E450-C01B-4234-78E7F2F57960}"/>
          </ac:spMkLst>
        </pc:spChg>
        <pc:spChg chg="add mod">
          <ac:chgData name="Jacob Wyngaard" userId="6181fcd471e98458" providerId="LiveId" clId="{77EA86D2-93A7-4E95-BD02-C750FACBB632}" dt="2026-03-31T16:12:14.006" v="338" actId="1076"/>
          <ac:spMkLst>
            <pc:docMk/>
            <pc:sldMk cId="2263131395" sldId="431"/>
            <ac:spMk id="20" creationId="{1DD45CDC-183D-F24A-8A0C-62E69A817779}"/>
          </ac:spMkLst>
        </pc:spChg>
        <pc:spChg chg="add mod">
          <ac:chgData name="Jacob Wyngaard" userId="6181fcd471e98458" providerId="LiveId" clId="{77EA86D2-93A7-4E95-BD02-C750FACBB632}" dt="2026-03-31T16:12:26.371" v="342" actId="1076"/>
          <ac:spMkLst>
            <pc:docMk/>
            <pc:sldMk cId="2263131395" sldId="431"/>
            <ac:spMk id="21" creationId="{51B332F7-575F-987F-6F52-059E5FB3AA34}"/>
          </ac:spMkLst>
        </pc:spChg>
        <pc:spChg chg="add mod">
          <ac:chgData name="Jacob Wyngaard" userId="6181fcd471e98458" providerId="LiveId" clId="{77EA86D2-93A7-4E95-BD02-C750FACBB632}" dt="2026-03-31T16:34:01.545" v="365" actId="207"/>
          <ac:spMkLst>
            <pc:docMk/>
            <pc:sldMk cId="2263131395" sldId="431"/>
            <ac:spMk id="22" creationId="{54EB78EF-C274-98F3-C8BA-1B4779C6EA04}"/>
          </ac:spMkLst>
        </pc:spChg>
        <pc:spChg chg="add mod">
          <ac:chgData name="Jacob Wyngaard" userId="6181fcd471e98458" providerId="LiveId" clId="{77EA86D2-93A7-4E95-BD02-C750FACBB632}" dt="2026-03-31T16:12:41.987" v="346" actId="1076"/>
          <ac:spMkLst>
            <pc:docMk/>
            <pc:sldMk cId="2263131395" sldId="431"/>
            <ac:spMk id="23" creationId="{58C83BDA-AE0D-D02B-B261-7B58CF38A916}"/>
          </ac:spMkLst>
        </pc:spChg>
        <pc:spChg chg="add mod">
          <ac:chgData name="Jacob Wyngaard" userId="6181fcd471e98458" providerId="LiveId" clId="{77EA86D2-93A7-4E95-BD02-C750FACBB632}" dt="2026-03-31T16:22:08.447" v="350" actId="207"/>
          <ac:spMkLst>
            <pc:docMk/>
            <pc:sldMk cId="2263131395" sldId="431"/>
            <ac:spMk id="24" creationId="{8980BB05-13B5-5A41-EAD8-347538AEE35D}"/>
          </ac:spMkLst>
        </pc:spChg>
        <pc:spChg chg="mod">
          <ac:chgData name="Jacob Wyngaard" userId="6181fcd471e98458" providerId="LiveId" clId="{77EA86D2-93A7-4E95-BD02-C750FACBB632}" dt="2026-03-31T16:07:59.626" v="207" actId="1076"/>
          <ac:spMkLst>
            <pc:docMk/>
            <pc:sldMk cId="2263131395" sldId="431"/>
            <ac:spMk id="41" creationId="{4CDC8D44-25DD-73F9-7B80-536EED023C0F}"/>
          </ac:spMkLst>
        </pc:spChg>
        <pc:spChg chg="mod">
          <ac:chgData name="Jacob Wyngaard" userId="6181fcd471e98458" providerId="LiveId" clId="{77EA86D2-93A7-4E95-BD02-C750FACBB632}" dt="2026-03-31T16:08:03.250" v="209" actId="1076"/>
          <ac:spMkLst>
            <pc:docMk/>
            <pc:sldMk cId="2263131395" sldId="431"/>
            <ac:spMk id="42" creationId="{4448FC04-3572-52D3-CAC8-F1A9117CE1A7}"/>
          </ac:spMkLst>
        </pc:spChg>
        <pc:spChg chg="add mod">
          <ac:chgData name="Jacob Wyngaard" userId="6181fcd471e98458" providerId="LiveId" clId="{77EA86D2-93A7-4E95-BD02-C750FACBB632}" dt="2026-03-31T16:34:12.856" v="368" actId="207"/>
          <ac:spMkLst>
            <pc:docMk/>
            <pc:sldMk cId="2263131395" sldId="431"/>
            <ac:spMk id="43" creationId="{41E1AB18-80C0-8657-F676-0FD8C3E8C186}"/>
          </ac:spMkLst>
        </pc:spChg>
        <pc:spChg chg="add mod">
          <ac:chgData name="Jacob Wyngaard" userId="6181fcd471e98458" providerId="LiveId" clId="{77EA86D2-93A7-4E95-BD02-C750FACBB632}" dt="2026-03-31T16:34:31.134" v="374" actId="207"/>
          <ac:spMkLst>
            <pc:docMk/>
            <pc:sldMk cId="2263131395" sldId="431"/>
            <ac:spMk id="44" creationId="{41DC4120-4B1B-A019-1B3B-4ACCDC015BCC}"/>
          </ac:spMkLst>
        </pc:spChg>
        <pc:spChg chg="add mod">
          <ac:chgData name="Jacob Wyngaard" userId="6181fcd471e98458" providerId="LiveId" clId="{77EA86D2-93A7-4E95-BD02-C750FACBB632}" dt="2026-03-31T16:22:29.802" v="356" actId="207"/>
          <ac:spMkLst>
            <pc:docMk/>
            <pc:sldMk cId="2263131395" sldId="431"/>
            <ac:spMk id="45" creationId="{775FC359-7201-AC65-BCC8-CD2E33A66F42}"/>
          </ac:spMkLst>
        </pc:spChg>
        <pc:spChg chg="add mod">
          <ac:chgData name="Jacob Wyngaard" userId="6181fcd471e98458" providerId="LiveId" clId="{77EA86D2-93A7-4E95-BD02-C750FACBB632}" dt="2026-03-31T16:34:33.259" v="376" actId="1038"/>
          <ac:spMkLst>
            <pc:docMk/>
            <pc:sldMk cId="2263131395" sldId="431"/>
            <ac:spMk id="46" creationId="{CCA439E7-D8F2-E7EA-630D-3D3203334195}"/>
          </ac:spMkLst>
        </pc:spChg>
        <pc:spChg chg="add mod">
          <ac:chgData name="Jacob Wyngaard" userId="6181fcd471e98458" providerId="LiveId" clId="{77EA86D2-93A7-4E95-BD02-C750FACBB632}" dt="2026-03-31T16:34:51.428" v="378" actId="1076"/>
          <ac:spMkLst>
            <pc:docMk/>
            <pc:sldMk cId="2263131395" sldId="431"/>
            <ac:spMk id="47" creationId="{90F54D7A-A879-FFFF-65DC-E80FCA8755ED}"/>
          </ac:spMkLst>
        </pc:spChg>
        <pc:spChg chg="add mod">
          <ac:chgData name="Jacob Wyngaard" userId="6181fcd471e98458" providerId="LiveId" clId="{77EA86D2-93A7-4E95-BD02-C750FACBB632}" dt="2026-03-31T16:35:20.706" v="381" actId="14100"/>
          <ac:spMkLst>
            <pc:docMk/>
            <pc:sldMk cId="2263131395" sldId="431"/>
            <ac:spMk id="48" creationId="{1C7DD6D4-DF10-9900-E187-D2F39A9B2604}"/>
          </ac:spMkLst>
        </pc:spChg>
        <pc:spChg chg="add mod">
          <ac:chgData name="Jacob Wyngaard" userId="6181fcd471e98458" providerId="LiveId" clId="{77EA86D2-93A7-4E95-BD02-C750FACBB632}" dt="2026-03-31T16:35:46.846" v="384" actId="14100"/>
          <ac:spMkLst>
            <pc:docMk/>
            <pc:sldMk cId="2263131395" sldId="431"/>
            <ac:spMk id="49" creationId="{11DC0D8F-C21B-58FE-B416-0BB204EC2AE3}"/>
          </ac:spMkLst>
        </pc:spChg>
        <pc:graphicFrameChg chg="modGraphic">
          <ac:chgData name="Jacob Wyngaard" userId="6181fcd471e98458" providerId="LiveId" clId="{77EA86D2-93A7-4E95-BD02-C750FACBB632}" dt="2026-03-31T16:11:54.306" v="329" actId="20577"/>
          <ac:graphicFrameMkLst>
            <pc:docMk/>
            <pc:sldMk cId="2263131395" sldId="431"/>
            <ac:graphicFrameMk id="32" creationId="{D5F28277-88A1-F1D1-5496-2E761E4FCAFC}"/>
          </ac:graphicFrameMkLst>
        </pc:graphicFrameChg>
      </pc:sldChg>
      <pc:sldChg chg="addSp delSp modSp add mod">
        <pc:chgData name="Jacob Wyngaard" userId="6181fcd471e98458" providerId="LiveId" clId="{77EA86D2-93A7-4E95-BD02-C750FACBB632}" dt="2026-03-31T16:39:41.859" v="486" actId="1076"/>
        <pc:sldMkLst>
          <pc:docMk/>
          <pc:sldMk cId="785703458" sldId="432"/>
        </pc:sldMkLst>
        <pc:spChg chg="add mod">
          <ac:chgData name="Jacob Wyngaard" userId="6181fcd471e98458" providerId="LiveId" clId="{77EA86D2-93A7-4E95-BD02-C750FACBB632}" dt="2026-03-31T16:37:10.104" v="396" actId="1076"/>
          <ac:spMkLst>
            <pc:docMk/>
            <pc:sldMk cId="785703458" sldId="432"/>
            <ac:spMk id="3" creationId="{D0E03311-FBED-F4AF-F15C-B337E9B59096}"/>
          </ac:spMkLst>
        </pc:spChg>
        <pc:spChg chg="add mod">
          <ac:chgData name="Jacob Wyngaard" userId="6181fcd471e98458" providerId="LiveId" clId="{77EA86D2-93A7-4E95-BD02-C750FACBB632}" dt="2026-03-31T16:37:28.041" v="409" actId="20577"/>
          <ac:spMkLst>
            <pc:docMk/>
            <pc:sldMk cId="785703458" sldId="432"/>
            <ac:spMk id="5" creationId="{24175D41-E78A-1A11-64B6-B9760DBADAD6}"/>
          </ac:spMkLst>
        </pc:spChg>
        <pc:spChg chg="add mod">
          <ac:chgData name="Jacob Wyngaard" userId="6181fcd471e98458" providerId="LiveId" clId="{77EA86D2-93A7-4E95-BD02-C750FACBB632}" dt="2026-03-31T16:37:32.462" v="420" actId="20577"/>
          <ac:spMkLst>
            <pc:docMk/>
            <pc:sldMk cId="785703458" sldId="432"/>
            <ac:spMk id="7" creationId="{A31ACC73-7CB6-44B5-4D73-2B44B131A0C1}"/>
          </ac:spMkLst>
        </pc:spChg>
        <pc:spChg chg="add mod">
          <ac:chgData name="Jacob Wyngaard" userId="6181fcd471e98458" providerId="LiveId" clId="{77EA86D2-93A7-4E95-BD02-C750FACBB632}" dt="2026-03-31T16:37:47.163" v="422" actId="1076"/>
          <ac:spMkLst>
            <pc:docMk/>
            <pc:sldMk cId="785703458" sldId="432"/>
            <ac:spMk id="11" creationId="{EEFFB898-FE21-1F7A-2AF0-8A87615C4AB0}"/>
          </ac:spMkLst>
        </pc:spChg>
        <pc:spChg chg="add mod">
          <ac:chgData name="Jacob Wyngaard" userId="6181fcd471e98458" providerId="LiveId" clId="{77EA86D2-93A7-4E95-BD02-C750FACBB632}" dt="2026-03-31T16:37:47.163" v="422" actId="1076"/>
          <ac:spMkLst>
            <pc:docMk/>
            <pc:sldMk cId="785703458" sldId="432"/>
            <ac:spMk id="12" creationId="{EF9760E1-C36D-B3AD-D66D-21523F8E5CEC}"/>
          </ac:spMkLst>
        </pc:spChg>
        <pc:spChg chg="add mod">
          <ac:chgData name="Jacob Wyngaard" userId="6181fcd471e98458" providerId="LiveId" clId="{77EA86D2-93A7-4E95-BD02-C750FACBB632}" dt="2026-03-31T16:37:47.163" v="422" actId="1076"/>
          <ac:spMkLst>
            <pc:docMk/>
            <pc:sldMk cId="785703458" sldId="432"/>
            <ac:spMk id="13" creationId="{BBA9F9C5-C5FD-E13F-21AA-C6234B668DEE}"/>
          </ac:spMkLst>
        </pc:spChg>
        <pc:spChg chg="add mod">
          <ac:chgData name="Jacob Wyngaard" userId="6181fcd471e98458" providerId="LiveId" clId="{77EA86D2-93A7-4E95-BD02-C750FACBB632}" dt="2026-03-31T16:37:47.163" v="422" actId="1076"/>
          <ac:spMkLst>
            <pc:docMk/>
            <pc:sldMk cId="785703458" sldId="432"/>
            <ac:spMk id="14" creationId="{D9576B09-188A-0649-47A5-299CE48A24AC}"/>
          </ac:spMkLst>
        </pc:spChg>
        <pc:spChg chg="add mod">
          <ac:chgData name="Jacob Wyngaard" userId="6181fcd471e98458" providerId="LiveId" clId="{77EA86D2-93A7-4E95-BD02-C750FACBB632}" dt="2026-03-31T16:37:47.163" v="422" actId="1076"/>
          <ac:spMkLst>
            <pc:docMk/>
            <pc:sldMk cId="785703458" sldId="432"/>
            <ac:spMk id="15" creationId="{1132292B-8CDE-7899-4029-26DB1BB241C1}"/>
          </ac:spMkLst>
        </pc:spChg>
        <pc:spChg chg="add mod">
          <ac:chgData name="Jacob Wyngaard" userId="6181fcd471e98458" providerId="LiveId" clId="{77EA86D2-93A7-4E95-BD02-C750FACBB632}" dt="2026-03-31T16:37:47.163" v="422" actId="1076"/>
          <ac:spMkLst>
            <pc:docMk/>
            <pc:sldMk cId="785703458" sldId="432"/>
            <ac:spMk id="16" creationId="{DDF9D408-7582-9588-6D08-CE64C64B6B50}"/>
          </ac:spMkLst>
        </pc:spChg>
        <pc:spChg chg="add mod">
          <ac:chgData name="Jacob Wyngaard" userId="6181fcd471e98458" providerId="LiveId" clId="{77EA86D2-93A7-4E95-BD02-C750FACBB632}" dt="2026-03-31T16:37:47.163" v="422" actId="1076"/>
          <ac:spMkLst>
            <pc:docMk/>
            <pc:sldMk cId="785703458" sldId="432"/>
            <ac:spMk id="17" creationId="{4DFB12F3-E0BA-C2D8-77B1-4B348871E8B2}"/>
          </ac:spMkLst>
        </pc:spChg>
        <pc:spChg chg="mod">
          <ac:chgData name="Jacob Wyngaard" userId="6181fcd471e98458" providerId="LiveId" clId="{77EA86D2-93A7-4E95-BD02-C750FACBB632}" dt="2026-03-31T16:36:56.421" v="393" actId="1076"/>
          <ac:spMkLst>
            <pc:docMk/>
            <pc:sldMk cId="785703458" sldId="432"/>
            <ac:spMk id="18" creationId="{9D9DBA74-66DC-96A0-E6DA-E85EB01211B8}"/>
          </ac:spMkLst>
        </pc:spChg>
        <pc:spChg chg="add mod">
          <ac:chgData name="Jacob Wyngaard" userId="6181fcd471e98458" providerId="LiveId" clId="{77EA86D2-93A7-4E95-BD02-C750FACBB632}" dt="2026-03-31T16:37:47.163" v="422" actId="1076"/>
          <ac:spMkLst>
            <pc:docMk/>
            <pc:sldMk cId="785703458" sldId="432"/>
            <ac:spMk id="19" creationId="{7FF109FD-A497-D013-66D0-9BC4F361E1FF}"/>
          </ac:spMkLst>
        </pc:spChg>
        <pc:spChg chg="add mod">
          <ac:chgData name="Jacob Wyngaard" userId="6181fcd471e98458" providerId="LiveId" clId="{77EA86D2-93A7-4E95-BD02-C750FACBB632}" dt="2026-03-31T16:37:47.163" v="422" actId="1076"/>
          <ac:spMkLst>
            <pc:docMk/>
            <pc:sldMk cId="785703458" sldId="432"/>
            <ac:spMk id="20" creationId="{28649CFE-2A08-80D2-6069-83727FC40F84}"/>
          </ac:spMkLst>
        </pc:spChg>
        <pc:spChg chg="add mod">
          <ac:chgData name="Jacob Wyngaard" userId="6181fcd471e98458" providerId="LiveId" clId="{77EA86D2-93A7-4E95-BD02-C750FACBB632}" dt="2026-03-31T16:38:10.964" v="424" actId="1076"/>
          <ac:spMkLst>
            <pc:docMk/>
            <pc:sldMk cId="785703458" sldId="432"/>
            <ac:spMk id="21" creationId="{6870A18C-9CEA-6389-9C1D-E0B52AA7D46F}"/>
          </ac:spMkLst>
        </pc:spChg>
        <pc:spChg chg="add mod">
          <ac:chgData name="Jacob Wyngaard" userId="6181fcd471e98458" providerId="LiveId" clId="{77EA86D2-93A7-4E95-BD02-C750FACBB632}" dt="2026-03-31T16:38:10.964" v="424" actId="1076"/>
          <ac:spMkLst>
            <pc:docMk/>
            <pc:sldMk cId="785703458" sldId="432"/>
            <ac:spMk id="22" creationId="{1B4AEBE4-F641-CBA0-A7F2-810CCD149E06}"/>
          </ac:spMkLst>
        </pc:spChg>
        <pc:spChg chg="add mod">
          <ac:chgData name="Jacob Wyngaard" userId="6181fcd471e98458" providerId="LiveId" clId="{77EA86D2-93A7-4E95-BD02-C750FACBB632}" dt="2026-03-31T16:38:10.964" v="424" actId="1076"/>
          <ac:spMkLst>
            <pc:docMk/>
            <pc:sldMk cId="785703458" sldId="432"/>
            <ac:spMk id="23" creationId="{AE7ED3D1-3F56-A581-DC8B-26D02869BB77}"/>
          </ac:spMkLst>
        </pc:spChg>
        <pc:spChg chg="add mod">
          <ac:chgData name="Jacob Wyngaard" userId="6181fcd471e98458" providerId="LiveId" clId="{77EA86D2-93A7-4E95-BD02-C750FACBB632}" dt="2026-03-31T16:38:10.964" v="424" actId="1076"/>
          <ac:spMkLst>
            <pc:docMk/>
            <pc:sldMk cId="785703458" sldId="432"/>
            <ac:spMk id="24" creationId="{3476A6E1-8FB5-0361-A8E5-5020C7002C0B}"/>
          </ac:spMkLst>
        </pc:spChg>
        <pc:spChg chg="mod">
          <ac:chgData name="Jacob Wyngaard" userId="6181fcd471e98458" providerId="LiveId" clId="{77EA86D2-93A7-4E95-BD02-C750FACBB632}" dt="2026-03-31T16:36:56.421" v="393" actId="1076"/>
          <ac:spMkLst>
            <pc:docMk/>
            <pc:sldMk cId="785703458" sldId="432"/>
            <ac:spMk id="26" creationId="{101A8CB2-976A-CD8E-7EDD-7550ACF05026}"/>
          </ac:spMkLst>
        </pc:spChg>
        <pc:spChg chg="mod">
          <ac:chgData name="Jacob Wyngaard" userId="6181fcd471e98458" providerId="LiveId" clId="{77EA86D2-93A7-4E95-BD02-C750FACBB632}" dt="2026-03-31T16:36:56.421" v="393" actId="1076"/>
          <ac:spMkLst>
            <pc:docMk/>
            <pc:sldMk cId="785703458" sldId="432"/>
            <ac:spMk id="29" creationId="{AD3343D6-8F40-ACFC-7FD9-3E5EE1EEC32E}"/>
          </ac:spMkLst>
        </pc:spChg>
        <pc:spChg chg="mod">
          <ac:chgData name="Jacob Wyngaard" userId="6181fcd471e98458" providerId="LiveId" clId="{77EA86D2-93A7-4E95-BD02-C750FACBB632}" dt="2026-03-31T16:36:56.421" v="393" actId="1076"/>
          <ac:spMkLst>
            <pc:docMk/>
            <pc:sldMk cId="785703458" sldId="432"/>
            <ac:spMk id="30" creationId="{9E87CB96-FFDD-2D42-BF3C-70F9AB9D76C6}"/>
          </ac:spMkLst>
        </pc:spChg>
        <pc:spChg chg="mod">
          <ac:chgData name="Jacob Wyngaard" userId="6181fcd471e98458" providerId="LiveId" clId="{77EA86D2-93A7-4E95-BD02-C750FACBB632}" dt="2026-03-31T16:36:56.421" v="393" actId="1076"/>
          <ac:spMkLst>
            <pc:docMk/>
            <pc:sldMk cId="785703458" sldId="432"/>
            <ac:spMk id="31" creationId="{6B9EBE51-CDE5-CBC2-63E6-EE9650893E12}"/>
          </ac:spMkLst>
        </pc:spChg>
        <pc:spChg chg="mod">
          <ac:chgData name="Jacob Wyngaard" userId="6181fcd471e98458" providerId="LiveId" clId="{77EA86D2-93A7-4E95-BD02-C750FACBB632}" dt="2026-03-31T16:36:56.421" v="393" actId="1076"/>
          <ac:spMkLst>
            <pc:docMk/>
            <pc:sldMk cId="785703458" sldId="432"/>
            <ac:spMk id="33" creationId="{4AAA2631-C6AA-FF27-8CE4-C63AC1685DBF}"/>
          </ac:spMkLst>
        </pc:spChg>
        <pc:spChg chg="mod">
          <ac:chgData name="Jacob Wyngaard" userId="6181fcd471e98458" providerId="LiveId" clId="{77EA86D2-93A7-4E95-BD02-C750FACBB632}" dt="2026-03-31T16:36:56.421" v="393" actId="1076"/>
          <ac:spMkLst>
            <pc:docMk/>
            <pc:sldMk cId="785703458" sldId="432"/>
            <ac:spMk id="35" creationId="{47075117-662E-2358-3E15-640CA30C7238}"/>
          </ac:spMkLst>
        </pc:spChg>
        <pc:spChg chg="mod">
          <ac:chgData name="Jacob Wyngaard" userId="6181fcd471e98458" providerId="LiveId" clId="{77EA86D2-93A7-4E95-BD02-C750FACBB632}" dt="2026-03-31T16:36:56.421" v="393" actId="1076"/>
          <ac:spMkLst>
            <pc:docMk/>
            <pc:sldMk cId="785703458" sldId="432"/>
            <ac:spMk id="37" creationId="{3856E62F-AB5D-3CBB-D236-93377E5C00CE}"/>
          </ac:spMkLst>
        </pc:spChg>
        <pc:spChg chg="mod">
          <ac:chgData name="Jacob Wyngaard" userId="6181fcd471e98458" providerId="LiveId" clId="{77EA86D2-93A7-4E95-BD02-C750FACBB632}" dt="2026-03-31T16:36:56.421" v="393" actId="1076"/>
          <ac:spMkLst>
            <pc:docMk/>
            <pc:sldMk cId="785703458" sldId="432"/>
            <ac:spMk id="38" creationId="{9423EAE8-2167-469F-D8F1-364F18DBFD48}"/>
          </ac:spMkLst>
        </pc:spChg>
        <pc:spChg chg="mod">
          <ac:chgData name="Jacob Wyngaard" userId="6181fcd471e98458" providerId="LiveId" clId="{77EA86D2-93A7-4E95-BD02-C750FACBB632}" dt="2026-03-31T16:36:56.421" v="393" actId="1076"/>
          <ac:spMkLst>
            <pc:docMk/>
            <pc:sldMk cId="785703458" sldId="432"/>
            <ac:spMk id="39" creationId="{5F80A796-7ADE-1BFC-2A0C-D47DEE86DBC3}"/>
          </ac:spMkLst>
        </pc:spChg>
        <pc:spChg chg="add mod">
          <ac:chgData name="Jacob Wyngaard" userId="6181fcd471e98458" providerId="LiveId" clId="{77EA86D2-93A7-4E95-BD02-C750FACBB632}" dt="2026-03-31T16:38:10.964" v="424" actId="1076"/>
          <ac:spMkLst>
            <pc:docMk/>
            <pc:sldMk cId="785703458" sldId="432"/>
            <ac:spMk id="45" creationId="{6848FD76-7368-060B-76A0-5BA5616EF9CF}"/>
          </ac:spMkLst>
        </pc:spChg>
        <pc:spChg chg="add mod">
          <ac:chgData name="Jacob Wyngaard" userId="6181fcd471e98458" providerId="LiveId" clId="{77EA86D2-93A7-4E95-BD02-C750FACBB632}" dt="2026-03-31T16:38:10.964" v="424" actId="1076"/>
          <ac:spMkLst>
            <pc:docMk/>
            <pc:sldMk cId="785703458" sldId="432"/>
            <ac:spMk id="46" creationId="{60F92EBB-EA26-9047-C7CD-64B07E65951E}"/>
          </ac:spMkLst>
        </pc:spChg>
        <pc:spChg chg="add mod">
          <ac:chgData name="Jacob Wyngaard" userId="6181fcd471e98458" providerId="LiveId" clId="{77EA86D2-93A7-4E95-BD02-C750FACBB632}" dt="2026-03-31T16:38:10.964" v="424" actId="1076"/>
          <ac:spMkLst>
            <pc:docMk/>
            <pc:sldMk cId="785703458" sldId="432"/>
            <ac:spMk id="47" creationId="{C53F5E39-5293-611B-96A2-C8D5EAE834F4}"/>
          </ac:spMkLst>
        </pc:spChg>
        <pc:spChg chg="add mod">
          <ac:chgData name="Jacob Wyngaard" userId="6181fcd471e98458" providerId="LiveId" clId="{77EA86D2-93A7-4E95-BD02-C750FACBB632}" dt="2026-03-31T16:38:10.964" v="424" actId="1076"/>
          <ac:spMkLst>
            <pc:docMk/>
            <pc:sldMk cId="785703458" sldId="432"/>
            <ac:spMk id="48" creationId="{D6018E4F-9D01-6B94-A8B2-7421505E3749}"/>
          </ac:spMkLst>
        </pc:spChg>
        <pc:spChg chg="add mod">
          <ac:chgData name="Jacob Wyngaard" userId="6181fcd471e98458" providerId="LiveId" clId="{77EA86D2-93A7-4E95-BD02-C750FACBB632}" dt="2026-03-31T16:38:10.964" v="424" actId="1076"/>
          <ac:spMkLst>
            <pc:docMk/>
            <pc:sldMk cId="785703458" sldId="432"/>
            <ac:spMk id="49" creationId="{ECB6E839-BC58-6183-EAF4-2402C5A2F422}"/>
          </ac:spMkLst>
        </pc:spChg>
        <pc:spChg chg="add mod">
          <ac:chgData name="Jacob Wyngaard" userId="6181fcd471e98458" providerId="LiveId" clId="{77EA86D2-93A7-4E95-BD02-C750FACBB632}" dt="2026-03-31T16:39:41.859" v="486" actId="1076"/>
          <ac:spMkLst>
            <pc:docMk/>
            <pc:sldMk cId="785703458" sldId="432"/>
            <ac:spMk id="50" creationId="{BF3E72E1-8448-390D-E33C-3241B8B9652F}"/>
          </ac:spMkLst>
        </pc:spChg>
        <pc:graphicFrameChg chg="mod">
          <ac:chgData name="Jacob Wyngaard" userId="6181fcd471e98458" providerId="LiveId" clId="{77EA86D2-93A7-4E95-BD02-C750FACBB632}" dt="2026-03-31T16:36:35.828" v="387"/>
          <ac:graphicFrameMkLst>
            <pc:docMk/>
            <pc:sldMk cId="785703458" sldId="432"/>
            <ac:graphicFrameMk id="4" creationId="{06C150D3-BC70-C872-BAA8-577577915943}"/>
          </ac:graphicFrameMkLst>
        </pc:graphicFrameChg>
        <pc:graphicFrameChg chg="mod">
          <ac:chgData name="Jacob Wyngaard" userId="6181fcd471e98458" providerId="LiveId" clId="{77EA86D2-93A7-4E95-BD02-C750FACBB632}" dt="2026-03-31T16:36:37.718" v="388"/>
          <ac:graphicFrameMkLst>
            <pc:docMk/>
            <pc:sldMk cId="785703458" sldId="432"/>
            <ac:graphicFrameMk id="32" creationId="{23274C3A-4211-3BAF-FBAF-89A8531DAD58}"/>
          </ac:graphicFrameMkLst>
        </pc:graphicFrameChg>
      </pc:sldChg>
      <pc:sldChg chg="addSp delSp modSp add mod ord">
        <pc:chgData name="Jacob Wyngaard" userId="6181fcd471e98458" providerId="LiveId" clId="{77EA86D2-93A7-4E95-BD02-C750FACBB632}" dt="2026-03-31T16:52:30.982" v="1028" actId="20577"/>
        <pc:sldMkLst>
          <pc:docMk/>
          <pc:sldMk cId="4173961855" sldId="433"/>
        </pc:sldMkLst>
        <pc:spChg chg="mod">
          <ac:chgData name="Jacob Wyngaard" userId="6181fcd471e98458" providerId="LiveId" clId="{77EA86D2-93A7-4E95-BD02-C750FACBB632}" dt="2026-03-31T16:52:30.982" v="1028" actId="20577"/>
          <ac:spMkLst>
            <pc:docMk/>
            <pc:sldMk cId="4173961855" sldId="433"/>
            <ac:spMk id="10" creationId="{1A1BD70C-15F1-8C5E-D37E-6CCF5B3C1AB3}"/>
          </ac:spMkLst>
        </pc:spChg>
        <pc:spChg chg="add mod">
          <ac:chgData name="Jacob Wyngaard" userId="6181fcd471e98458" providerId="LiveId" clId="{77EA86D2-93A7-4E95-BD02-C750FACBB632}" dt="2026-03-31T16:40:13.059" v="502"/>
          <ac:spMkLst>
            <pc:docMk/>
            <pc:sldMk cId="4173961855" sldId="433"/>
            <ac:spMk id="50" creationId="{1F0F20D1-9468-E65D-40AC-3EED1AB77517}"/>
          </ac:spMkLst>
        </pc:spChg>
        <pc:spChg chg="add mod">
          <ac:chgData name="Jacob Wyngaard" userId="6181fcd471e98458" providerId="LiveId" clId="{77EA86D2-93A7-4E95-BD02-C750FACBB632}" dt="2026-03-31T16:40:13.059" v="502"/>
          <ac:spMkLst>
            <pc:docMk/>
            <pc:sldMk cId="4173961855" sldId="433"/>
            <ac:spMk id="51" creationId="{373F8730-02BA-C921-2633-523B220310AD}"/>
          </ac:spMkLst>
        </pc:spChg>
        <pc:spChg chg="add mod">
          <ac:chgData name="Jacob Wyngaard" userId="6181fcd471e98458" providerId="LiveId" clId="{77EA86D2-93A7-4E95-BD02-C750FACBB632}" dt="2026-03-31T16:48:02.498" v="659" actId="1038"/>
          <ac:spMkLst>
            <pc:docMk/>
            <pc:sldMk cId="4173961855" sldId="433"/>
            <ac:spMk id="53" creationId="{534DCA06-88BF-4AB2-7FEB-EBA2F17F3F59}"/>
          </ac:spMkLst>
        </pc:spChg>
        <pc:spChg chg="add mod">
          <ac:chgData name="Jacob Wyngaard" userId="6181fcd471e98458" providerId="LiveId" clId="{77EA86D2-93A7-4E95-BD02-C750FACBB632}" dt="2026-03-31T16:41:10.740" v="543" actId="688"/>
          <ac:spMkLst>
            <pc:docMk/>
            <pc:sldMk cId="4173961855" sldId="433"/>
            <ac:spMk id="54" creationId="{12458BE8-8E4A-FF2F-CE54-68B36A684BBC}"/>
          </ac:spMkLst>
        </pc:spChg>
        <pc:spChg chg="add mod">
          <ac:chgData name="Jacob Wyngaard" userId="6181fcd471e98458" providerId="LiveId" clId="{77EA86D2-93A7-4E95-BD02-C750FACBB632}" dt="2026-03-31T16:47:56.280" v="651" actId="1076"/>
          <ac:spMkLst>
            <pc:docMk/>
            <pc:sldMk cId="4173961855" sldId="433"/>
            <ac:spMk id="55" creationId="{11C329BA-2958-DCCD-60B7-5CB23BB1B679}"/>
          </ac:spMkLst>
        </pc:spChg>
        <pc:spChg chg="add mod">
          <ac:chgData name="Jacob Wyngaard" userId="6181fcd471e98458" providerId="LiveId" clId="{77EA86D2-93A7-4E95-BD02-C750FACBB632}" dt="2026-03-31T16:47:56.280" v="651" actId="1076"/>
          <ac:spMkLst>
            <pc:docMk/>
            <pc:sldMk cId="4173961855" sldId="433"/>
            <ac:spMk id="56" creationId="{38626677-374C-D435-5BE5-0C88CCDCAB19}"/>
          </ac:spMkLst>
        </pc:spChg>
        <pc:spChg chg="add mod">
          <ac:chgData name="Jacob Wyngaard" userId="6181fcd471e98458" providerId="LiveId" clId="{77EA86D2-93A7-4E95-BD02-C750FACBB632}" dt="2026-03-31T16:47:53.155" v="650" actId="14100"/>
          <ac:spMkLst>
            <pc:docMk/>
            <pc:sldMk cId="4173961855" sldId="433"/>
            <ac:spMk id="57" creationId="{29DC9C95-E1E8-3974-2C62-49F32FA8D506}"/>
          </ac:spMkLst>
        </pc:spChg>
        <pc:spChg chg="add mod">
          <ac:chgData name="Jacob Wyngaard" userId="6181fcd471e98458" providerId="LiveId" clId="{77EA86D2-93A7-4E95-BD02-C750FACBB632}" dt="2026-03-31T16:47:49.343" v="649" actId="14100"/>
          <ac:spMkLst>
            <pc:docMk/>
            <pc:sldMk cId="4173961855" sldId="433"/>
            <ac:spMk id="58" creationId="{01138476-1764-DC4B-A2BA-F0978BE1537A}"/>
          </ac:spMkLst>
        </pc:spChg>
        <pc:spChg chg="add mod">
          <ac:chgData name="Jacob Wyngaard" userId="6181fcd471e98458" providerId="LiveId" clId="{77EA86D2-93A7-4E95-BD02-C750FACBB632}" dt="2026-03-31T16:42:14.609" v="581" actId="1076"/>
          <ac:spMkLst>
            <pc:docMk/>
            <pc:sldMk cId="4173961855" sldId="433"/>
            <ac:spMk id="59" creationId="{C14E8137-2F53-25FA-D09C-987161834DA5}"/>
          </ac:spMkLst>
        </pc:spChg>
        <pc:spChg chg="add mod">
          <ac:chgData name="Jacob Wyngaard" userId="6181fcd471e98458" providerId="LiveId" clId="{77EA86D2-93A7-4E95-BD02-C750FACBB632}" dt="2026-03-31T16:42:19.061" v="583" actId="1076"/>
          <ac:spMkLst>
            <pc:docMk/>
            <pc:sldMk cId="4173961855" sldId="433"/>
            <ac:spMk id="60" creationId="{D39FB1AF-B6DF-40B6-A5E8-6EB402B75721}"/>
          </ac:spMkLst>
        </pc:spChg>
        <pc:spChg chg="add mod">
          <ac:chgData name="Jacob Wyngaard" userId="6181fcd471e98458" providerId="LiveId" clId="{77EA86D2-93A7-4E95-BD02-C750FACBB632}" dt="2026-03-31T16:42:24.701" v="585" actId="1076"/>
          <ac:spMkLst>
            <pc:docMk/>
            <pc:sldMk cId="4173961855" sldId="433"/>
            <ac:spMk id="61" creationId="{D20FB242-20BA-826A-EB9B-2E9344B2545C}"/>
          </ac:spMkLst>
        </pc:spChg>
        <pc:spChg chg="add mod">
          <ac:chgData name="Jacob Wyngaard" userId="6181fcd471e98458" providerId="LiveId" clId="{77EA86D2-93A7-4E95-BD02-C750FACBB632}" dt="2026-03-31T16:42:34.886" v="587" actId="1076"/>
          <ac:spMkLst>
            <pc:docMk/>
            <pc:sldMk cId="4173961855" sldId="433"/>
            <ac:spMk id="62" creationId="{4EC375A5-2975-6611-EC97-D274C3D09184}"/>
          </ac:spMkLst>
        </pc:spChg>
        <pc:spChg chg="add mod">
          <ac:chgData name="Jacob Wyngaard" userId="6181fcd471e98458" providerId="LiveId" clId="{77EA86D2-93A7-4E95-BD02-C750FACBB632}" dt="2026-03-31T16:42:47.261" v="589" actId="1076"/>
          <ac:spMkLst>
            <pc:docMk/>
            <pc:sldMk cId="4173961855" sldId="433"/>
            <ac:spMk id="63" creationId="{4D7F793C-FCBD-7091-FD32-87CF3442E36A}"/>
          </ac:spMkLst>
        </pc:spChg>
        <pc:spChg chg="add mod">
          <ac:chgData name="Jacob Wyngaard" userId="6181fcd471e98458" providerId="LiveId" clId="{77EA86D2-93A7-4E95-BD02-C750FACBB632}" dt="2026-03-31T16:42:58.431" v="591" actId="1076"/>
          <ac:spMkLst>
            <pc:docMk/>
            <pc:sldMk cId="4173961855" sldId="433"/>
            <ac:spMk id="64" creationId="{1F9B03D2-F449-C626-2738-FFD8249FA0E1}"/>
          </ac:spMkLst>
        </pc:spChg>
        <pc:spChg chg="add mod">
          <ac:chgData name="Jacob Wyngaard" userId="6181fcd471e98458" providerId="LiveId" clId="{77EA86D2-93A7-4E95-BD02-C750FACBB632}" dt="2026-03-31T16:43:33.925" v="600" actId="1035"/>
          <ac:spMkLst>
            <pc:docMk/>
            <pc:sldMk cId="4173961855" sldId="433"/>
            <ac:spMk id="65" creationId="{C0191767-DC09-73F3-A98C-9F4C521112AD}"/>
          </ac:spMkLst>
        </pc:spChg>
        <pc:spChg chg="add mod">
          <ac:chgData name="Jacob Wyngaard" userId="6181fcd471e98458" providerId="LiveId" clId="{77EA86D2-93A7-4E95-BD02-C750FACBB632}" dt="2026-03-31T16:43:31.192" v="597" actId="1076"/>
          <ac:spMkLst>
            <pc:docMk/>
            <pc:sldMk cId="4173961855" sldId="433"/>
            <ac:spMk id="66" creationId="{40D1FE4D-46BA-F380-626C-D05D92791694}"/>
          </ac:spMkLst>
        </pc:spChg>
        <pc:spChg chg="add mod">
          <ac:chgData name="Jacob Wyngaard" userId="6181fcd471e98458" providerId="LiveId" clId="{77EA86D2-93A7-4E95-BD02-C750FACBB632}" dt="2026-03-31T16:43:48.611" v="602" actId="1076"/>
          <ac:spMkLst>
            <pc:docMk/>
            <pc:sldMk cId="4173961855" sldId="433"/>
            <ac:spMk id="67" creationId="{30FB9921-6B0E-1EE8-1C58-93B34B907BCB}"/>
          </ac:spMkLst>
        </pc:spChg>
        <pc:spChg chg="add mod">
          <ac:chgData name="Jacob Wyngaard" userId="6181fcd471e98458" providerId="LiveId" clId="{77EA86D2-93A7-4E95-BD02-C750FACBB632}" dt="2026-03-31T16:43:58.890" v="606" actId="1038"/>
          <ac:spMkLst>
            <pc:docMk/>
            <pc:sldMk cId="4173961855" sldId="433"/>
            <ac:spMk id="68" creationId="{C47B25DC-3946-7A8A-B979-BDC1B0EC34B6}"/>
          </ac:spMkLst>
        </pc:spChg>
        <pc:spChg chg="add mod">
          <ac:chgData name="Jacob Wyngaard" userId="6181fcd471e98458" providerId="LiveId" clId="{77EA86D2-93A7-4E95-BD02-C750FACBB632}" dt="2026-03-31T16:44:09.654" v="608" actId="1076"/>
          <ac:spMkLst>
            <pc:docMk/>
            <pc:sldMk cId="4173961855" sldId="433"/>
            <ac:spMk id="69" creationId="{D7F97CAA-F8AA-C945-0B16-0FD49CCD2C9A}"/>
          </ac:spMkLst>
        </pc:spChg>
        <pc:spChg chg="add mod">
          <ac:chgData name="Jacob Wyngaard" userId="6181fcd471e98458" providerId="LiveId" clId="{77EA86D2-93A7-4E95-BD02-C750FACBB632}" dt="2026-03-31T16:45:16.978" v="623" actId="1037"/>
          <ac:spMkLst>
            <pc:docMk/>
            <pc:sldMk cId="4173961855" sldId="433"/>
            <ac:spMk id="70" creationId="{BC026F3F-86BE-02BF-3105-27CCF8F8E498}"/>
          </ac:spMkLst>
        </pc:spChg>
        <pc:spChg chg="add mod">
          <ac:chgData name="Jacob Wyngaard" userId="6181fcd471e98458" providerId="LiveId" clId="{77EA86D2-93A7-4E95-BD02-C750FACBB632}" dt="2026-03-31T16:45:12.776" v="619" actId="1038"/>
          <ac:spMkLst>
            <pc:docMk/>
            <pc:sldMk cId="4173961855" sldId="433"/>
            <ac:spMk id="71" creationId="{66FBD24E-90A7-7727-4F47-89A5390D76DE}"/>
          </ac:spMkLst>
        </pc:spChg>
        <pc:spChg chg="add mod">
          <ac:chgData name="Jacob Wyngaard" userId="6181fcd471e98458" providerId="LiveId" clId="{77EA86D2-93A7-4E95-BD02-C750FACBB632}" dt="2026-03-31T16:45:36.491" v="628" actId="1035"/>
          <ac:spMkLst>
            <pc:docMk/>
            <pc:sldMk cId="4173961855" sldId="433"/>
            <ac:spMk id="72" creationId="{FA915BFD-6996-B44D-4939-08357F578984}"/>
          </ac:spMkLst>
        </pc:spChg>
        <pc:spChg chg="add mod">
          <ac:chgData name="Jacob Wyngaard" userId="6181fcd471e98458" providerId="LiveId" clId="{77EA86D2-93A7-4E95-BD02-C750FACBB632}" dt="2026-03-31T16:45:59.583" v="630" actId="1076"/>
          <ac:spMkLst>
            <pc:docMk/>
            <pc:sldMk cId="4173961855" sldId="433"/>
            <ac:spMk id="73" creationId="{366FD105-B532-14E2-2AD1-C911B2A7990A}"/>
          </ac:spMkLst>
        </pc:spChg>
        <pc:spChg chg="add mod">
          <ac:chgData name="Jacob Wyngaard" userId="6181fcd471e98458" providerId="LiveId" clId="{77EA86D2-93A7-4E95-BD02-C750FACBB632}" dt="2026-03-31T16:46:12.457" v="632" actId="1076"/>
          <ac:spMkLst>
            <pc:docMk/>
            <pc:sldMk cId="4173961855" sldId="433"/>
            <ac:spMk id="74" creationId="{D9E130D5-7C7E-422F-1CBC-33390AD2A6BA}"/>
          </ac:spMkLst>
        </pc:spChg>
        <pc:spChg chg="add mod">
          <ac:chgData name="Jacob Wyngaard" userId="6181fcd471e98458" providerId="LiveId" clId="{77EA86D2-93A7-4E95-BD02-C750FACBB632}" dt="2026-03-31T16:46:21.049" v="634" actId="1076"/>
          <ac:spMkLst>
            <pc:docMk/>
            <pc:sldMk cId="4173961855" sldId="433"/>
            <ac:spMk id="75" creationId="{A0F77E84-D888-D5B2-F123-7DAF7E1AF57F}"/>
          </ac:spMkLst>
        </pc:spChg>
        <pc:spChg chg="add mod">
          <ac:chgData name="Jacob Wyngaard" userId="6181fcd471e98458" providerId="LiveId" clId="{77EA86D2-93A7-4E95-BD02-C750FACBB632}" dt="2026-03-31T16:46:29.548" v="636" actId="1076"/>
          <ac:spMkLst>
            <pc:docMk/>
            <pc:sldMk cId="4173961855" sldId="433"/>
            <ac:spMk id="76" creationId="{804A6EE0-D0D9-E5A6-AC58-2B87BD8F345D}"/>
          </ac:spMkLst>
        </pc:spChg>
        <pc:spChg chg="add mod">
          <ac:chgData name="Jacob Wyngaard" userId="6181fcd471e98458" providerId="LiveId" clId="{77EA86D2-93A7-4E95-BD02-C750FACBB632}" dt="2026-03-31T16:46:37.813" v="638" actId="1076"/>
          <ac:spMkLst>
            <pc:docMk/>
            <pc:sldMk cId="4173961855" sldId="433"/>
            <ac:spMk id="77" creationId="{E5118D69-16AA-8C9A-B491-E2F6E7AB15F2}"/>
          </ac:spMkLst>
        </pc:spChg>
        <pc:spChg chg="add mod">
          <ac:chgData name="Jacob Wyngaard" userId="6181fcd471e98458" providerId="LiveId" clId="{77EA86D2-93A7-4E95-BD02-C750FACBB632}" dt="2026-03-31T16:47:05.735" v="640" actId="1076"/>
          <ac:spMkLst>
            <pc:docMk/>
            <pc:sldMk cId="4173961855" sldId="433"/>
            <ac:spMk id="78" creationId="{8A8CA079-7697-7302-4711-5353008C08BF}"/>
          </ac:spMkLst>
        </pc:spChg>
        <pc:spChg chg="add mod">
          <ac:chgData name="Jacob Wyngaard" userId="6181fcd471e98458" providerId="LiveId" clId="{77EA86D2-93A7-4E95-BD02-C750FACBB632}" dt="2026-03-31T16:47:21.921" v="643" actId="1036"/>
          <ac:spMkLst>
            <pc:docMk/>
            <pc:sldMk cId="4173961855" sldId="433"/>
            <ac:spMk id="79" creationId="{2575744F-ACFB-1009-682F-1DDC907F45A2}"/>
          </ac:spMkLst>
        </pc:spChg>
        <pc:spChg chg="add mod">
          <ac:chgData name="Jacob Wyngaard" userId="6181fcd471e98458" providerId="LiveId" clId="{77EA86D2-93A7-4E95-BD02-C750FACBB632}" dt="2026-03-31T16:47:29.109" v="645" actId="1076"/>
          <ac:spMkLst>
            <pc:docMk/>
            <pc:sldMk cId="4173961855" sldId="433"/>
            <ac:spMk id="80" creationId="{8D28D3C4-9F32-FEE9-ACDC-1108FFBA215D}"/>
          </ac:spMkLst>
        </pc:spChg>
        <pc:spChg chg="add mod">
          <ac:chgData name="Jacob Wyngaard" userId="6181fcd471e98458" providerId="LiveId" clId="{77EA86D2-93A7-4E95-BD02-C750FACBB632}" dt="2026-03-31T16:47:42.921" v="647" actId="1076"/>
          <ac:spMkLst>
            <pc:docMk/>
            <pc:sldMk cId="4173961855" sldId="433"/>
            <ac:spMk id="81" creationId="{F1F09600-05E2-2638-7746-81652E5FAABE}"/>
          </ac:spMkLst>
        </pc:spChg>
        <pc:graphicFrameChg chg="add mod modGraphic">
          <ac:chgData name="Jacob Wyngaard" userId="6181fcd471e98458" providerId="LiveId" clId="{77EA86D2-93A7-4E95-BD02-C750FACBB632}" dt="2026-03-31T16:40:40.570" v="535" actId="20577"/>
          <ac:graphicFrameMkLst>
            <pc:docMk/>
            <pc:sldMk cId="4173961855" sldId="433"/>
            <ac:graphicFrameMk id="52" creationId="{A37D95E0-B41F-551D-DE81-20DB5A85046F}"/>
          </ac:graphicFrameMkLst>
        </pc:graphicFrameChg>
      </pc:sldChg>
      <pc:sldChg chg="addSp delSp modSp add mod">
        <pc:chgData name="Jacob Wyngaard" userId="6181fcd471e98458" providerId="LiveId" clId="{77EA86D2-93A7-4E95-BD02-C750FACBB632}" dt="2026-03-31T16:56:52.115" v="1230" actId="14100"/>
        <pc:sldMkLst>
          <pc:docMk/>
          <pc:sldMk cId="501925371" sldId="434"/>
        </pc:sldMkLst>
        <pc:spChg chg="add mod">
          <ac:chgData name="Jacob Wyngaard" userId="6181fcd471e98458" providerId="LiveId" clId="{77EA86D2-93A7-4E95-BD02-C750FACBB632}" dt="2026-03-31T16:51:53.535" v="970" actId="1076"/>
          <ac:spMkLst>
            <pc:docMk/>
            <pc:sldMk cId="501925371" sldId="434"/>
            <ac:spMk id="2" creationId="{99266354-BE78-6E76-A2BF-FCD56B2F40E0}"/>
          </ac:spMkLst>
        </pc:spChg>
        <pc:spChg chg="add mod">
          <ac:chgData name="Jacob Wyngaard" userId="6181fcd471e98458" providerId="LiveId" clId="{77EA86D2-93A7-4E95-BD02-C750FACBB632}" dt="2026-03-31T16:52:23.264" v="1025" actId="1076"/>
          <ac:spMkLst>
            <pc:docMk/>
            <pc:sldMk cId="501925371" sldId="434"/>
            <ac:spMk id="3" creationId="{FFD0FAFC-4E2B-61A8-F4CC-D71D2A311820}"/>
          </ac:spMkLst>
        </pc:spChg>
        <pc:spChg chg="add mod">
          <ac:chgData name="Jacob Wyngaard" userId="6181fcd471e98458" providerId="LiveId" clId="{77EA86D2-93A7-4E95-BD02-C750FACBB632}" dt="2026-03-31T16:56:52.115" v="1230" actId="14100"/>
          <ac:spMkLst>
            <pc:docMk/>
            <pc:sldMk cId="501925371" sldId="434"/>
            <ac:spMk id="5" creationId="{FE016F52-1771-72A4-BCEB-15F18B821A28}"/>
          </ac:spMkLst>
        </pc:spChg>
        <pc:spChg chg="add mod">
          <ac:chgData name="Jacob Wyngaard" userId="6181fcd471e98458" providerId="LiveId" clId="{77EA86D2-93A7-4E95-BD02-C750FACBB632}" dt="2026-03-31T16:52:18.750" v="1024" actId="1076"/>
          <ac:spMkLst>
            <pc:docMk/>
            <pc:sldMk cId="501925371" sldId="434"/>
            <ac:spMk id="7" creationId="{7F09D4FA-E61B-4152-D351-9A858922F937}"/>
          </ac:spMkLst>
        </pc:spChg>
        <pc:spChg chg="mod">
          <ac:chgData name="Jacob Wyngaard" userId="6181fcd471e98458" providerId="LiveId" clId="{77EA86D2-93A7-4E95-BD02-C750FACBB632}" dt="2026-03-31T16:52:35.231" v="1031" actId="20577"/>
          <ac:spMkLst>
            <pc:docMk/>
            <pc:sldMk cId="501925371" sldId="434"/>
            <ac:spMk id="10" creationId="{951CC83E-66F7-FB0D-3918-D70379529642}"/>
          </ac:spMkLst>
        </pc:spChg>
        <pc:spChg chg="add mod">
          <ac:chgData name="Jacob Wyngaard" userId="6181fcd471e98458" providerId="LiveId" clId="{77EA86D2-93A7-4E95-BD02-C750FACBB632}" dt="2026-03-31T16:54:23.356" v="1143" actId="1076"/>
          <ac:spMkLst>
            <pc:docMk/>
            <pc:sldMk cId="501925371" sldId="434"/>
            <ac:spMk id="11" creationId="{57BCF3E2-F1F0-A6B0-B580-1DE570904279}"/>
          </ac:spMkLst>
        </pc:spChg>
        <pc:spChg chg="mod">
          <ac:chgData name="Jacob Wyngaard" userId="6181fcd471e98458" providerId="LiveId" clId="{77EA86D2-93A7-4E95-BD02-C750FACBB632}" dt="2026-03-31T16:48:46.632" v="665" actId="1076"/>
          <ac:spMkLst>
            <pc:docMk/>
            <pc:sldMk cId="501925371" sldId="434"/>
            <ac:spMk id="53" creationId="{E9E12D4D-C083-32B9-A78C-CFBFCCEB3BE1}"/>
          </ac:spMkLst>
        </pc:spChg>
        <pc:spChg chg="mod">
          <ac:chgData name="Jacob Wyngaard" userId="6181fcd471e98458" providerId="LiveId" clId="{77EA86D2-93A7-4E95-BD02-C750FACBB632}" dt="2026-03-31T16:48:51.851" v="666" actId="1076"/>
          <ac:spMkLst>
            <pc:docMk/>
            <pc:sldMk cId="501925371" sldId="434"/>
            <ac:spMk id="55" creationId="{AA35F319-5646-78B4-E364-B94BB7BE46A8}"/>
          </ac:spMkLst>
        </pc:spChg>
        <pc:spChg chg="mod">
          <ac:chgData name="Jacob Wyngaard" userId="6181fcd471e98458" providerId="LiveId" clId="{77EA86D2-93A7-4E95-BD02-C750FACBB632}" dt="2026-03-31T16:48:51.851" v="666" actId="1076"/>
          <ac:spMkLst>
            <pc:docMk/>
            <pc:sldMk cId="501925371" sldId="434"/>
            <ac:spMk id="56" creationId="{ECB93EA5-D511-307E-7BA6-64F251851FCE}"/>
          </ac:spMkLst>
        </pc:spChg>
        <pc:spChg chg="mod">
          <ac:chgData name="Jacob Wyngaard" userId="6181fcd471e98458" providerId="LiveId" clId="{77EA86D2-93A7-4E95-BD02-C750FACBB632}" dt="2026-03-31T16:48:51.851" v="666" actId="1076"/>
          <ac:spMkLst>
            <pc:docMk/>
            <pc:sldMk cId="501925371" sldId="434"/>
            <ac:spMk id="57" creationId="{831BFB25-F0CB-7E96-35F5-1AD95FCCF9AF}"/>
          </ac:spMkLst>
        </pc:spChg>
        <pc:spChg chg="mod">
          <ac:chgData name="Jacob Wyngaard" userId="6181fcd471e98458" providerId="LiveId" clId="{77EA86D2-93A7-4E95-BD02-C750FACBB632}" dt="2026-03-31T16:48:51.851" v="666" actId="1076"/>
          <ac:spMkLst>
            <pc:docMk/>
            <pc:sldMk cId="501925371" sldId="434"/>
            <ac:spMk id="58" creationId="{416458B0-DF58-5E13-DD31-EE2A72EBA410}"/>
          </ac:spMkLst>
        </pc:spChg>
        <pc:spChg chg="mod">
          <ac:chgData name="Jacob Wyngaard" userId="6181fcd471e98458" providerId="LiveId" clId="{77EA86D2-93A7-4E95-BD02-C750FACBB632}" dt="2026-03-31T16:48:42.695" v="664" actId="1076"/>
          <ac:spMkLst>
            <pc:docMk/>
            <pc:sldMk cId="501925371" sldId="434"/>
            <ac:spMk id="60" creationId="{6E4F6607-D990-B81C-E294-0BB4F6A0847B}"/>
          </ac:spMkLst>
        </pc:spChg>
        <pc:spChg chg="mod">
          <ac:chgData name="Jacob Wyngaard" userId="6181fcd471e98458" providerId="LiveId" clId="{77EA86D2-93A7-4E95-BD02-C750FACBB632}" dt="2026-03-31T16:48:42.695" v="664" actId="1076"/>
          <ac:spMkLst>
            <pc:docMk/>
            <pc:sldMk cId="501925371" sldId="434"/>
            <ac:spMk id="62" creationId="{F76F085F-4A00-9F1E-6231-EC9BDCCE6E3E}"/>
          </ac:spMkLst>
        </pc:spChg>
        <pc:spChg chg="mod">
          <ac:chgData name="Jacob Wyngaard" userId="6181fcd471e98458" providerId="LiveId" clId="{77EA86D2-93A7-4E95-BD02-C750FACBB632}" dt="2026-03-31T16:48:42.695" v="664" actId="1076"/>
          <ac:spMkLst>
            <pc:docMk/>
            <pc:sldMk cId="501925371" sldId="434"/>
            <ac:spMk id="63" creationId="{3ABD9C72-7FF2-C025-4473-58EEC0B79C36}"/>
          </ac:spMkLst>
        </pc:spChg>
        <pc:spChg chg="mod">
          <ac:chgData name="Jacob Wyngaard" userId="6181fcd471e98458" providerId="LiveId" clId="{77EA86D2-93A7-4E95-BD02-C750FACBB632}" dt="2026-03-31T16:48:42.695" v="664" actId="1076"/>
          <ac:spMkLst>
            <pc:docMk/>
            <pc:sldMk cId="501925371" sldId="434"/>
            <ac:spMk id="66" creationId="{E3C81118-3D38-13F0-6E48-B6751B4C7009}"/>
          </ac:spMkLst>
        </pc:spChg>
        <pc:spChg chg="mod">
          <ac:chgData name="Jacob Wyngaard" userId="6181fcd471e98458" providerId="LiveId" clId="{77EA86D2-93A7-4E95-BD02-C750FACBB632}" dt="2026-03-31T16:48:42.695" v="664" actId="1076"/>
          <ac:spMkLst>
            <pc:docMk/>
            <pc:sldMk cId="501925371" sldId="434"/>
            <ac:spMk id="71" creationId="{37E625B3-FE32-787F-43F6-2AE7CCC68E5B}"/>
          </ac:spMkLst>
        </pc:spChg>
        <pc:spChg chg="mod">
          <ac:chgData name="Jacob Wyngaard" userId="6181fcd471e98458" providerId="LiveId" clId="{77EA86D2-93A7-4E95-BD02-C750FACBB632}" dt="2026-03-31T16:48:42.695" v="664" actId="1076"/>
          <ac:spMkLst>
            <pc:docMk/>
            <pc:sldMk cId="501925371" sldId="434"/>
            <ac:spMk id="72" creationId="{50AD708E-7C57-3348-153F-D45817867B33}"/>
          </ac:spMkLst>
        </pc:spChg>
        <pc:spChg chg="mod">
          <ac:chgData name="Jacob Wyngaard" userId="6181fcd471e98458" providerId="LiveId" clId="{77EA86D2-93A7-4E95-BD02-C750FACBB632}" dt="2026-03-31T16:48:42.695" v="664" actId="1076"/>
          <ac:spMkLst>
            <pc:docMk/>
            <pc:sldMk cId="501925371" sldId="434"/>
            <ac:spMk id="73" creationId="{B104C1C7-09A0-6C10-9D9F-68A33DCD0A98}"/>
          </ac:spMkLst>
        </pc:spChg>
        <pc:spChg chg="mod">
          <ac:chgData name="Jacob Wyngaard" userId="6181fcd471e98458" providerId="LiveId" clId="{77EA86D2-93A7-4E95-BD02-C750FACBB632}" dt="2026-03-31T16:48:42.695" v="664" actId="1076"/>
          <ac:spMkLst>
            <pc:docMk/>
            <pc:sldMk cId="501925371" sldId="434"/>
            <ac:spMk id="74" creationId="{5949F4B1-C6EA-7E83-306C-931B32D76212}"/>
          </ac:spMkLst>
        </pc:spChg>
        <pc:spChg chg="mod">
          <ac:chgData name="Jacob Wyngaard" userId="6181fcd471e98458" providerId="LiveId" clId="{77EA86D2-93A7-4E95-BD02-C750FACBB632}" dt="2026-03-31T16:48:42.695" v="664" actId="1076"/>
          <ac:spMkLst>
            <pc:docMk/>
            <pc:sldMk cId="501925371" sldId="434"/>
            <ac:spMk id="81" creationId="{FAFB8A2D-A8F0-4316-8F1C-D8449AB64D0A}"/>
          </ac:spMkLst>
        </pc:spChg>
      </pc:sldChg>
      <pc:sldChg chg="addSp delSp modSp add mod">
        <pc:chgData name="Jacob Wyngaard" userId="6181fcd471e98458" providerId="LiveId" clId="{77EA86D2-93A7-4E95-BD02-C750FACBB632}" dt="2026-03-31T17:00:28.445" v="1317" actId="478"/>
        <pc:sldMkLst>
          <pc:docMk/>
          <pc:sldMk cId="1148632963" sldId="435"/>
        </pc:sldMkLst>
        <pc:spChg chg="add mod">
          <ac:chgData name="Jacob Wyngaard" userId="6181fcd471e98458" providerId="LiveId" clId="{77EA86D2-93A7-4E95-BD02-C750FACBB632}" dt="2026-03-31T16:55:18.315" v="1173" actId="1038"/>
          <ac:spMkLst>
            <pc:docMk/>
            <pc:sldMk cId="1148632963" sldId="435"/>
            <ac:spMk id="13" creationId="{E9A53E7D-DE9A-401F-3C3B-8B98332B3EAC}"/>
          </ac:spMkLst>
        </pc:spChg>
        <pc:spChg chg="add mod">
          <ac:chgData name="Jacob Wyngaard" userId="6181fcd471e98458" providerId="LiveId" clId="{77EA86D2-93A7-4E95-BD02-C750FACBB632}" dt="2026-03-31T16:55:02.912" v="1157" actId="1076"/>
          <ac:spMkLst>
            <pc:docMk/>
            <pc:sldMk cId="1148632963" sldId="435"/>
            <ac:spMk id="14" creationId="{42EF4005-43D2-5B01-B692-FE33A3809EB2}"/>
          </ac:spMkLst>
        </pc:spChg>
        <pc:spChg chg="mod">
          <ac:chgData name="Jacob Wyngaard" userId="6181fcd471e98458" providerId="LiveId" clId="{77EA86D2-93A7-4E95-BD02-C750FACBB632}" dt="2026-03-31T16:55:18.315" v="1173" actId="1038"/>
          <ac:spMkLst>
            <pc:docMk/>
            <pc:sldMk cId="1148632963" sldId="435"/>
            <ac:spMk id="17" creationId="{8BE99430-26A2-6B80-AEEA-7C0429B04B56}"/>
          </ac:spMkLst>
        </pc:spChg>
        <pc:spChg chg="mod">
          <ac:chgData name="Jacob Wyngaard" userId="6181fcd471e98458" providerId="LiveId" clId="{77EA86D2-93A7-4E95-BD02-C750FACBB632}" dt="2026-03-31T16:55:18.315" v="1173" actId="1038"/>
          <ac:spMkLst>
            <pc:docMk/>
            <pc:sldMk cId="1148632963" sldId="435"/>
            <ac:spMk id="18" creationId="{079884C4-CF78-A0B5-B08E-065DC2E437D5}"/>
          </ac:spMkLst>
        </pc:spChg>
        <pc:spChg chg="add mod">
          <ac:chgData name="Jacob Wyngaard" userId="6181fcd471e98458" providerId="LiveId" clId="{77EA86D2-93A7-4E95-BD02-C750FACBB632}" dt="2026-03-31T16:55:02.912" v="1157" actId="1076"/>
          <ac:spMkLst>
            <pc:docMk/>
            <pc:sldMk cId="1148632963" sldId="435"/>
            <ac:spMk id="20" creationId="{5DB73BA1-951A-26C0-717C-8D999E453391}"/>
          </ac:spMkLst>
        </pc:spChg>
        <pc:spChg chg="mod">
          <ac:chgData name="Jacob Wyngaard" userId="6181fcd471e98458" providerId="LiveId" clId="{77EA86D2-93A7-4E95-BD02-C750FACBB632}" dt="2026-03-31T16:55:18.315" v="1173" actId="1038"/>
          <ac:spMkLst>
            <pc:docMk/>
            <pc:sldMk cId="1148632963" sldId="435"/>
            <ac:spMk id="24" creationId="{E7F43356-8F56-1B8F-0F86-51E7701B1C6D}"/>
          </ac:spMkLst>
        </pc:spChg>
        <pc:spChg chg="mod">
          <ac:chgData name="Jacob Wyngaard" userId="6181fcd471e98458" providerId="LiveId" clId="{77EA86D2-93A7-4E95-BD02-C750FACBB632}" dt="2026-03-31T16:55:18.315" v="1173" actId="1038"/>
          <ac:spMkLst>
            <pc:docMk/>
            <pc:sldMk cId="1148632963" sldId="435"/>
            <ac:spMk id="26" creationId="{04574EE2-F318-B768-6855-EFD647A2E762}"/>
          </ac:spMkLst>
        </pc:spChg>
        <pc:spChg chg="add mod">
          <ac:chgData name="Jacob Wyngaard" userId="6181fcd471e98458" providerId="LiveId" clId="{77EA86D2-93A7-4E95-BD02-C750FACBB632}" dt="2026-03-31T16:55:02.912" v="1157" actId="1076"/>
          <ac:spMkLst>
            <pc:docMk/>
            <pc:sldMk cId="1148632963" sldId="435"/>
            <ac:spMk id="27" creationId="{79F1708C-1043-9C06-D015-1325E6DB74B8}"/>
          </ac:spMkLst>
        </pc:spChg>
        <pc:spChg chg="add mod">
          <ac:chgData name="Jacob Wyngaard" userId="6181fcd471e98458" providerId="LiveId" clId="{77EA86D2-93A7-4E95-BD02-C750FACBB632}" dt="2026-03-31T16:55:18.315" v="1173" actId="1038"/>
          <ac:spMkLst>
            <pc:docMk/>
            <pc:sldMk cId="1148632963" sldId="435"/>
            <ac:spMk id="33" creationId="{CFE94534-E634-D294-B96A-38ADD4908C19}"/>
          </ac:spMkLst>
        </pc:spChg>
        <pc:spChg chg="add mod">
          <ac:chgData name="Jacob Wyngaard" userId="6181fcd471e98458" providerId="LiveId" clId="{77EA86D2-93A7-4E95-BD02-C750FACBB632}" dt="2026-03-31T16:55:02.912" v="1157" actId="1076"/>
          <ac:spMkLst>
            <pc:docMk/>
            <pc:sldMk cId="1148632963" sldId="435"/>
            <ac:spMk id="34" creationId="{9DEB23E5-81E5-0032-BF55-82A9C6AA018F}"/>
          </ac:spMkLst>
        </pc:spChg>
        <pc:spChg chg="add mod">
          <ac:chgData name="Jacob Wyngaard" userId="6181fcd471e98458" providerId="LiveId" clId="{77EA86D2-93A7-4E95-BD02-C750FACBB632}" dt="2026-03-31T16:55:02.912" v="1157" actId="1076"/>
          <ac:spMkLst>
            <pc:docMk/>
            <pc:sldMk cId="1148632963" sldId="435"/>
            <ac:spMk id="35" creationId="{88675136-3BFB-0DD9-EBE4-641D8930AA7D}"/>
          </ac:spMkLst>
        </pc:spChg>
        <pc:spChg chg="add mod">
          <ac:chgData name="Jacob Wyngaard" userId="6181fcd471e98458" providerId="LiveId" clId="{77EA86D2-93A7-4E95-BD02-C750FACBB632}" dt="2026-03-31T16:55:25.548" v="1175" actId="1076"/>
          <ac:spMkLst>
            <pc:docMk/>
            <pc:sldMk cId="1148632963" sldId="435"/>
            <ac:spMk id="45" creationId="{C0E4F9F2-D33A-DC3A-63CD-B048D997473B}"/>
          </ac:spMkLst>
        </pc:spChg>
        <pc:spChg chg="add mod">
          <ac:chgData name="Jacob Wyngaard" userId="6181fcd471e98458" providerId="LiveId" clId="{77EA86D2-93A7-4E95-BD02-C750FACBB632}" dt="2026-03-31T16:55:25.548" v="1175" actId="1076"/>
          <ac:spMkLst>
            <pc:docMk/>
            <pc:sldMk cId="1148632963" sldId="435"/>
            <ac:spMk id="49" creationId="{7291FC67-A613-0765-0D47-AC68D82C2BDE}"/>
          </ac:spMkLst>
        </pc:spChg>
        <pc:spChg chg="add mod">
          <ac:chgData name="Jacob Wyngaard" userId="6181fcd471e98458" providerId="LiveId" clId="{77EA86D2-93A7-4E95-BD02-C750FACBB632}" dt="2026-03-31T16:55:25.548" v="1175" actId="1076"/>
          <ac:spMkLst>
            <pc:docMk/>
            <pc:sldMk cId="1148632963" sldId="435"/>
            <ac:spMk id="51" creationId="{557A8A72-7C73-0B87-AEBE-7C1879360D72}"/>
          </ac:spMkLst>
        </pc:spChg>
        <pc:spChg chg="mod">
          <ac:chgData name="Jacob Wyngaard" userId="6181fcd471e98458" providerId="LiveId" clId="{77EA86D2-93A7-4E95-BD02-C750FACBB632}" dt="2026-03-31T16:55:13.066" v="1158" actId="1076"/>
          <ac:spMkLst>
            <pc:docMk/>
            <pc:sldMk cId="1148632963" sldId="435"/>
            <ac:spMk id="59" creationId="{3C6B861D-6F70-CCFC-2BC3-8AB85BAEB637}"/>
          </ac:spMkLst>
        </pc:spChg>
        <pc:spChg chg="mod">
          <ac:chgData name="Jacob Wyngaard" userId="6181fcd471e98458" providerId="LiveId" clId="{77EA86D2-93A7-4E95-BD02-C750FACBB632}" dt="2026-03-31T16:55:13.066" v="1158" actId="1076"/>
          <ac:spMkLst>
            <pc:docMk/>
            <pc:sldMk cId="1148632963" sldId="435"/>
            <ac:spMk id="61" creationId="{81180642-4D3A-9634-C73A-B66F398755BE}"/>
          </ac:spMkLst>
        </pc:spChg>
        <pc:spChg chg="mod">
          <ac:chgData name="Jacob Wyngaard" userId="6181fcd471e98458" providerId="LiveId" clId="{77EA86D2-93A7-4E95-BD02-C750FACBB632}" dt="2026-03-31T16:55:13.066" v="1158" actId="1076"/>
          <ac:spMkLst>
            <pc:docMk/>
            <pc:sldMk cId="1148632963" sldId="435"/>
            <ac:spMk id="62" creationId="{61A293C6-527E-4461-C6FF-8F54616A3E2C}"/>
          </ac:spMkLst>
        </pc:spChg>
        <pc:spChg chg="mod">
          <ac:chgData name="Jacob Wyngaard" userId="6181fcd471e98458" providerId="LiveId" clId="{77EA86D2-93A7-4E95-BD02-C750FACBB632}" dt="2026-03-31T16:55:18.315" v="1173" actId="1038"/>
          <ac:spMkLst>
            <pc:docMk/>
            <pc:sldMk cId="1148632963" sldId="435"/>
            <ac:spMk id="63" creationId="{D902938C-613A-8C97-C6FF-EFA6FA69FE4C}"/>
          </ac:spMkLst>
        </pc:spChg>
        <pc:spChg chg="mod">
          <ac:chgData name="Jacob Wyngaard" userId="6181fcd471e98458" providerId="LiveId" clId="{77EA86D2-93A7-4E95-BD02-C750FACBB632}" dt="2026-03-31T16:55:18.315" v="1173" actId="1038"/>
          <ac:spMkLst>
            <pc:docMk/>
            <pc:sldMk cId="1148632963" sldId="435"/>
            <ac:spMk id="66" creationId="{C1F9428C-51CF-A24E-C37A-7BDC461B7CCB}"/>
          </ac:spMkLst>
        </pc:spChg>
        <pc:spChg chg="mod">
          <ac:chgData name="Jacob Wyngaard" userId="6181fcd471e98458" providerId="LiveId" clId="{77EA86D2-93A7-4E95-BD02-C750FACBB632}" dt="2026-03-31T16:55:13.066" v="1158" actId="1076"/>
          <ac:spMkLst>
            <pc:docMk/>
            <pc:sldMk cId="1148632963" sldId="435"/>
            <ac:spMk id="69" creationId="{2A4C4469-6208-78EB-DEE5-A9BF42AC2D48}"/>
          </ac:spMkLst>
        </pc:spChg>
        <pc:spChg chg="mod">
          <ac:chgData name="Jacob Wyngaard" userId="6181fcd471e98458" providerId="LiveId" clId="{77EA86D2-93A7-4E95-BD02-C750FACBB632}" dt="2026-03-31T16:55:13.066" v="1158" actId="1076"/>
          <ac:spMkLst>
            <pc:docMk/>
            <pc:sldMk cId="1148632963" sldId="435"/>
            <ac:spMk id="71" creationId="{613D89FC-6095-33A8-51C6-94CA07987723}"/>
          </ac:spMkLst>
        </pc:spChg>
        <pc:spChg chg="mod">
          <ac:chgData name="Jacob Wyngaard" userId="6181fcd471e98458" providerId="LiveId" clId="{77EA86D2-93A7-4E95-BD02-C750FACBB632}" dt="2026-03-31T16:55:13.066" v="1158" actId="1076"/>
          <ac:spMkLst>
            <pc:docMk/>
            <pc:sldMk cId="1148632963" sldId="435"/>
            <ac:spMk id="78" creationId="{9AB8F392-09BE-C4AA-70F4-1EB881675263}"/>
          </ac:spMkLst>
        </pc:spChg>
        <pc:spChg chg="add mod">
          <ac:chgData name="Jacob Wyngaard" userId="6181fcd471e98458" providerId="LiveId" clId="{77EA86D2-93A7-4E95-BD02-C750FACBB632}" dt="2026-03-31T16:55:25.548" v="1175" actId="1076"/>
          <ac:spMkLst>
            <pc:docMk/>
            <pc:sldMk cId="1148632963" sldId="435"/>
            <ac:spMk id="100" creationId="{A299FD85-ED1A-A58A-989C-5B45D88ED4D0}"/>
          </ac:spMkLst>
        </pc:spChg>
        <pc:spChg chg="add mod">
          <ac:chgData name="Jacob Wyngaard" userId="6181fcd471e98458" providerId="LiveId" clId="{77EA86D2-93A7-4E95-BD02-C750FACBB632}" dt="2026-03-31T16:55:25.548" v="1175" actId="1076"/>
          <ac:spMkLst>
            <pc:docMk/>
            <pc:sldMk cId="1148632963" sldId="435"/>
            <ac:spMk id="106" creationId="{5A32565B-C8E9-75ED-764E-958CC6DC8D57}"/>
          </ac:spMkLst>
        </pc:spChg>
        <pc:graphicFrameChg chg="modGraphic">
          <ac:chgData name="Jacob Wyngaard" userId="6181fcd471e98458" providerId="LiveId" clId="{77EA86D2-93A7-4E95-BD02-C750FACBB632}" dt="2026-03-31T16:55:56.312" v="1192" actId="20577"/>
          <ac:graphicFrameMkLst>
            <pc:docMk/>
            <pc:sldMk cId="1148632963" sldId="435"/>
            <ac:graphicFrameMk id="4" creationId="{14A44C75-A73F-9301-CE4C-26D6CF3FFC5F}"/>
          </ac:graphicFrameMkLst>
        </pc:graphicFrameChg>
        <pc:graphicFrameChg chg="modGraphic">
          <ac:chgData name="Jacob Wyngaard" userId="6181fcd471e98458" providerId="LiveId" clId="{77EA86D2-93A7-4E95-BD02-C750FACBB632}" dt="2026-03-31T16:56:14.840" v="1206" actId="20577"/>
          <ac:graphicFrameMkLst>
            <pc:docMk/>
            <pc:sldMk cId="1148632963" sldId="435"/>
            <ac:graphicFrameMk id="36" creationId="{2269C1F4-11FF-14FA-DD4B-D0A9D266A612}"/>
          </ac:graphicFrameMkLst>
        </pc:graphicFrameChg>
        <pc:graphicFrameChg chg="modGraphic">
          <ac:chgData name="Jacob Wyngaard" userId="6181fcd471e98458" providerId="LiveId" clId="{77EA86D2-93A7-4E95-BD02-C750FACBB632}" dt="2026-03-31T16:55:37.329" v="1181" actId="20577"/>
          <ac:graphicFrameMkLst>
            <pc:docMk/>
            <pc:sldMk cId="1148632963" sldId="435"/>
            <ac:graphicFrameMk id="52" creationId="{A7668149-CAC5-6049-B1D5-29C7B1355143}"/>
          </ac:graphicFrameMkLst>
        </pc:graphicFrameChg>
        <pc:graphicFrameChg chg="modGraphic">
          <ac:chgData name="Jacob Wyngaard" userId="6181fcd471e98458" providerId="LiveId" clId="{77EA86D2-93A7-4E95-BD02-C750FACBB632}" dt="2026-03-31T16:57:18.065" v="1248" actId="20577"/>
          <ac:graphicFrameMkLst>
            <pc:docMk/>
            <pc:sldMk cId="1148632963" sldId="435"/>
            <ac:graphicFrameMk id="91" creationId="{C6A4BD45-D8A5-5DF3-846C-E266E2BEE3FE}"/>
          </ac:graphicFrameMkLst>
        </pc:graphicFrameChg>
      </pc:sldChg>
      <pc:sldChg chg="delSp modSp add mod">
        <pc:chgData name="Jacob Wyngaard" userId="6181fcd471e98458" providerId="LiveId" clId="{77EA86D2-93A7-4E95-BD02-C750FACBB632}" dt="2026-03-31T17:02:17.354" v="1360" actId="20577"/>
        <pc:sldMkLst>
          <pc:docMk/>
          <pc:sldMk cId="3038078900" sldId="436"/>
        </pc:sldMkLst>
        <pc:graphicFrameChg chg="modGraphic">
          <ac:chgData name="Jacob Wyngaard" userId="6181fcd471e98458" providerId="LiveId" clId="{77EA86D2-93A7-4E95-BD02-C750FACBB632}" dt="2026-03-31T17:01:03.956" v="1328" actId="20577"/>
          <ac:graphicFrameMkLst>
            <pc:docMk/>
            <pc:sldMk cId="3038078900" sldId="436"/>
            <ac:graphicFrameMk id="4" creationId="{AB2DC2C7-723D-9E64-B817-6F14917ACCAF}"/>
          </ac:graphicFrameMkLst>
        </pc:graphicFrameChg>
        <pc:graphicFrameChg chg="mod modGraphic">
          <ac:chgData name="Jacob Wyngaard" userId="6181fcd471e98458" providerId="LiveId" clId="{77EA86D2-93A7-4E95-BD02-C750FACBB632}" dt="2026-03-31T17:01:51.512" v="1341" actId="20577"/>
          <ac:graphicFrameMkLst>
            <pc:docMk/>
            <pc:sldMk cId="3038078900" sldId="436"/>
            <ac:graphicFrameMk id="36" creationId="{2DC282A5-5636-3CEC-8C7D-2C9F5F9F61C7}"/>
          </ac:graphicFrameMkLst>
        </pc:graphicFrameChg>
        <pc:graphicFrameChg chg="modGraphic">
          <ac:chgData name="Jacob Wyngaard" userId="6181fcd471e98458" providerId="LiveId" clId="{77EA86D2-93A7-4E95-BD02-C750FACBB632}" dt="2026-03-31T16:58:28.384" v="1273" actId="20577"/>
          <ac:graphicFrameMkLst>
            <pc:docMk/>
            <pc:sldMk cId="3038078900" sldId="436"/>
            <ac:graphicFrameMk id="52" creationId="{7993DEBA-414F-A1F4-04AA-3E2BDC984775}"/>
          </ac:graphicFrameMkLst>
        </pc:graphicFrameChg>
        <pc:graphicFrameChg chg="modGraphic">
          <ac:chgData name="Jacob Wyngaard" userId="6181fcd471e98458" providerId="LiveId" clId="{77EA86D2-93A7-4E95-BD02-C750FACBB632}" dt="2026-03-31T17:02:17.354" v="1360" actId="20577"/>
          <ac:graphicFrameMkLst>
            <pc:docMk/>
            <pc:sldMk cId="3038078900" sldId="436"/>
            <ac:graphicFrameMk id="91" creationId="{9B56DBB0-9250-3D22-CAB9-FFF60F889E82}"/>
          </ac:graphicFrameMkLst>
        </pc:graphicFrameChg>
      </pc:sldChg>
      <pc:sldChg chg="addSp delSp modSp add mod ord">
        <pc:chgData name="Jacob Wyngaard" userId="6181fcd471e98458" providerId="LiveId" clId="{77EA86D2-93A7-4E95-BD02-C750FACBB632}" dt="2026-03-31T17:20:19.389" v="1489" actId="1076"/>
        <pc:sldMkLst>
          <pc:docMk/>
          <pc:sldMk cId="2325385339" sldId="437"/>
        </pc:sldMkLst>
        <pc:spChg chg="add mod">
          <ac:chgData name="Jacob Wyngaard" userId="6181fcd471e98458" providerId="LiveId" clId="{77EA86D2-93A7-4E95-BD02-C750FACBB632}" dt="2026-03-31T17:17:11.952" v="1433" actId="14100"/>
          <ac:spMkLst>
            <pc:docMk/>
            <pc:sldMk cId="2325385339" sldId="437"/>
            <ac:spMk id="5" creationId="{B5F511F1-1D5F-9498-7C0A-C1890C4F0247}"/>
          </ac:spMkLst>
        </pc:spChg>
        <pc:spChg chg="add mod">
          <ac:chgData name="Jacob Wyngaard" userId="6181fcd471e98458" providerId="LiveId" clId="{77EA86D2-93A7-4E95-BD02-C750FACBB632}" dt="2026-03-31T17:17:21.655" v="1436" actId="14100"/>
          <ac:spMkLst>
            <pc:docMk/>
            <pc:sldMk cId="2325385339" sldId="437"/>
            <ac:spMk id="7" creationId="{8394624E-2D15-1C6C-5637-3F1117CCEDD1}"/>
          </ac:spMkLst>
        </pc:spChg>
        <pc:spChg chg="mod">
          <ac:chgData name="Jacob Wyngaard" userId="6181fcd471e98458" providerId="LiveId" clId="{77EA86D2-93A7-4E95-BD02-C750FACBB632}" dt="2026-03-31T17:13:54.187" v="1383" actId="20577"/>
          <ac:spMkLst>
            <pc:docMk/>
            <pc:sldMk cId="2325385339" sldId="437"/>
            <ac:spMk id="10" creationId="{3FA54D0B-4487-92F6-0BEC-279C1F670005}"/>
          </ac:spMkLst>
        </pc:spChg>
        <pc:spChg chg="add mod">
          <ac:chgData name="Jacob Wyngaard" userId="6181fcd471e98458" providerId="LiveId" clId="{77EA86D2-93A7-4E95-BD02-C750FACBB632}" dt="2026-03-31T17:17:33.248" v="1439" actId="14100"/>
          <ac:spMkLst>
            <pc:docMk/>
            <pc:sldMk cId="2325385339" sldId="437"/>
            <ac:spMk id="11" creationId="{CD52D7CE-7828-8624-61CB-AFC45B11D926}"/>
          </ac:spMkLst>
        </pc:spChg>
        <pc:spChg chg="add mod">
          <ac:chgData name="Jacob Wyngaard" userId="6181fcd471e98458" providerId="LiveId" clId="{77EA86D2-93A7-4E95-BD02-C750FACBB632}" dt="2026-03-31T17:17:56.546" v="1449" actId="14100"/>
          <ac:spMkLst>
            <pc:docMk/>
            <pc:sldMk cId="2325385339" sldId="437"/>
            <ac:spMk id="12" creationId="{01CBAD8E-1274-45EB-D5CB-809D0DEDB620}"/>
          </ac:spMkLst>
        </pc:spChg>
        <pc:spChg chg="add mod">
          <ac:chgData name="Jacob Wyngaard" userId="6181fcd471e98458" providerId="LiveId" clId="{77EA86D2-93A7-4E95-BD02-C750FACBB632}" dt="2026-03-31T17:19:33.374" v="1470" actId="1076"/>
          <ac:spMkLst>
            <pc:docMk/>
            <pc:sldMk cId="2325385339" sldId="437"/>
            <ac:spMk id="13" creationId="{7F597645-AD27-D0D5-1AF1-F40B48565A88}"/>
          </ac:spMkLst>
        </pc:spChg>
        <pc:spChg chg="add mod">
          <ac:chgData name="Jacob Wyngaard" userId="6181fcd471e98458" providerId="LiveId" clId="{77EA86D2-93A7-4E95-BD02-C750FACBB632}" dt="2026-03-31T17:18:09.531" v="1454" actId="14100"/>
          <ac:spMkLst>
            <pc:docMk/>
            <pc:sldMk cId="2325385339" sldId="437"/>
            <ac:spMk id="14" creationId="{5FEC9126-0133-2545-49A9-154A966A7FCC}"/>
          </ac:spMkLst>
        </pc:spChg>
        <pc:spChg chg="add mod">
          <ac:chgData name="Jacob Wyngaard" userId="6181fcd471e98458" providerId="LiveId" clId="{77EA86D2-93A7-4E95-BD02-C750FACBB632}" dt="2026-03-31T17:18:17.998" v="1457" actId="14100"/>
          <ac:spMkLst>
            <pc:docMk/>
            <pc:sldMk cId="2325385339" sldId="437"/>
            <ac:spMk id="15" creationId="{C33C16E3-58FB-B490-499B-9E348101E7EF}"/>
          </ac:spMkLst>
        </pc:spChg>
        <pc:spChg chg="add mod">
          <ac:chgData name="Jacob Wyngaard" userId="6181fcd471e98458" providerId="LiveId" clId="{77EA86D2-93A7-4E95-BD02-C750FACBB632}" dt="2026-03-31T17:18:26.826" v="1459" actId="1076"/>
          <ac:spMkLst>
            <pc:docMk/>
            <pc:sldMk cId="2325385339" sldId="437"/>
            <ac:spMk id="16" creationId="{8C28D614-4736-4A0A-A14B-979503A81A43}"/>
          </ac:spMkLst>
        </pc:spChg>
        <pc:spChg chg="add mod">
          <ac:chgData name="Jacob Wyngaard" userId="6181fcd471e98458" providerId="LiveId" clId="{77EA86D2-93A7-4E95-BD02-C750FACBB632}" dt="2026-03-31T17:18:37.296" v="1462" actId="14100"/>
          <ac:spMkLst>
            <pc:docMk/>
            <pc:sldMk cId="2325385339" sldId="437"/>
            <ac:spMk id="17" creationId="{CCEDE02C-8F1D-D056-CC04-CB510ACB8464}"/>
          </ac:spMkLst>
        </pc:spChg>
        <pc:spChg chg="add mod">
          <ac:chgData name="Jacob Wyngaard" userId="6181fcd471e98458" providerId="LiveId" clId="{77EA86D2-93A7-4E95-BD02-C750FACBB632}" dt="2026-03-31T17:19:23.514" v="1469" actId="207"/>
          <ac:spMkLst>
            <pc:docMk/>
            <pc:sldMk cId="2325385339" sldId="437"/>
            <ac:spMk id="19" creationId="{FCE75C9D-085E-1CD1-5A82-A61968F56EC9}"/>
          </ac:spMkLst>
        </pc:spChg>
        <pc:spChg chg="add mod">
          <ac:chgData name="Jacob Wyngaard" userId="6181fcd471e98458" providerId="LiveId" clId="{77EA86D2-93A7-4E95-BD02-C750FACBB632}" dt="2026-03-31T17:19:53.796" v="1479" actId="14100"/>
          <ac:spMkLst>
            <pc:docMk/>
            <pc:sldMk cId="2325385339" sldId="437"/>
            <ac:spMk id="20" creationId="{9DEFE011-1EC4-F4D2-663F-4106698AF5C0}"/>
          </ac:spMkLst>
        </pc:spChg>
        <pc:spChg chg="add mod">
          <ac:chgData name="Jacob Wyngaard" userId="6181fcd471e98458" providerId="LiveId" clId="{77EA86D2-93A7-4E95-BD02-C750FACBB632}" dt="2026-03-31T17:19:38.450" v="1473" actId="14100"/>
          <ac:spMkLst>
            <pc:docMk/>
            <pc:sldMk cId="2325385339" sldId="437"/>
            <ac:spMk id="21" creationId="{5C0185E5-5201-31BA-D6C4-23437F76C1A8}"/>
          </ac:spMkLst>
        </pc:spChg>
        <pc:spChg chg="add mod">
          <ac:chgData name="Jacob Wyngaard" userId="6181fcd471e98458" providerId="LiveId" clId="{77EA86D2-93A7-4E95-BD02-C750FACBB632}" dt="2026-03-31T17:19:48.421" v="1475" actId="1076"/>
          <ac:spMkLst>
            <pc:docMk/>
            <pc:sldMk cId="2325385339" sldId="437"/>
            <ac:spMk id="22" creationId="{8696AFF5-DCCB-42EA-3A75-AFB734F3651F}"/>
          </ac:spMkLst>
        </pc:spChg>
        <pc:spChg chg="add mod">
          <ac:chgData name="Jacob Wyngaard" userId="6181fcd471e98458" providerId="LiveId" clId="{77EA86D2-93A7-4E95-BD02-C750FACBB632}" dt="2026-03-31T17:19:57.999" v="1481" actId="1076"/>
          <ac:spMkLst>
            <pc:docMk/>
            <pc:sldMk cId="2325385339" sldId="437"/>
            <ac:spMk id="23" creationId="{99E31779-681A-C0C9-7048-63B2FDA5A219}"/>
          </ac:spMkLst>
        </pc:spChg>
        <pc:spChg chg="add mod">
          <ac:chgData name="Jacob Wyngaard" userId="6181fcd471e98458" providerId="LiveId" clId="{77EA86D2-93A7-4E95-BD02-C750FACBB632}" dt="2026-03-31T17:20:03.529" v="1483" actId="1076"/>
          <ac:spMkLst>
            <pc:docMk/>
            <pc:sldMk cId="2325385339" sldId="437"/>
            <ac:spMk id="24" creationId="{14A6FE81-1091-5A0B-24C8-3A72A9265150}"/>
          </ac:spMkLst>
        </pc:spChg>
        <pc:spChg chg="mod">
          <ac:chgData name="Jacob Wyngaard" userId="6181fcd471e98458" providerId="LiveId" clId="{77EA86D2-93A7-4E95-BD02-C750FACBB632}" dt="2026-03-31T17:16:34.687" v="1425" actId="1076"/>
          <ac:spMkLst>
            <pc:docMk/>
            <pc:sldMk cId="2325385339" sldId="437"/>
            <ac:spMk id="41" creationId="{BC4602D0-6FB5-B1FD-37FC-960FE386D18E}"/>
          </ac:spMkLst>
        </pc:spChg>
        <pc:spChg chg="mod">
          <ac:chgData name="Jacob Wyngaard" userId="6181fcd471e98458" providerId="LiveId" clId="{77EA86D2-93A7-4E95-BD02-C750FACBB632}" dt="2026-03-31T17:16:44.701" v="1427" actId="1076"/>
          <ac:spMkLst>
            <pc:docMk/>
            <pc:sldMk cId="2325385339" sldId="437"/>
            <ac:spMk id="42" creationId="{FABE026E-AA6F-0989-A361-82102AD5441D}"/>
          </ac:spMkLst>
        </pc:spChg>
        <pc:spChg chg="add mod">
          <ac:chgData name="Jacob Wyngaard" userId="6181fcd471e98458" providerId="LiveId" clId="{77EA86D2-93A7-4E95-BD02-C750FACBB632}" dt="2026-03-31T17:20:10.014" v="1485" actId="1076"/>
          <ac:spMkLst>
            <pc:docMk/>
            <pc:sldMk cId="2325385339" sldId="437"/>
            <ac:spMk id="45" creationId="{BC9240B1-5A02-615B-BC2C-EDEFAB5F490E}"/>
          </ac:spMkLst>
        </pc:spChg>
        <pc:spChg chg="add mod">
          <ac:chgData name="Jacob Wyngaard" userId="6181fcd471e98458" providerId="LiveId" clId="{77EA86D2-93A7-4E95-BD02-C750FACBB632}" dt="2026-03-31T17:20:13.905" v="1487" actId="1076"/>
          <ac:spMkLst>
            <pc:docMk/>
            <pc:sldMk cId="2325385339" sldId="437"/>
            <ac:spMk id="46" creationId="{6C39C407-381F-3CF1-510F-180E249173F5}"/>
          </ac:spMkLst>
        </pc:spChg>
        <pc:spChg chg="add mod">
          <ac:chgData name="Jacob Wyngaard" userId="6181fcd471e98458" providerId="LiveId" clId="{77EA86D2-93A7-4E95-BD02-C750FACBB632}" dt="2026-03-31T17:20:19.389" v="1489" actId="1076"/>
          <ac:spMkLst>
            <pc:docMk/>
            <pc:sldMk cId="2325385339" sldId="437"/>
            <ac:spMk id="47" creationId="{66A9283D-DEAE-5969-C8C4-879623E635D1}"/>
          </ac:spMkLst>
        </pc:spChg>
        <pc:graphicFrameChg chg="add mod">
          <ac:chgData name="Jacob Wyngaard" userId="6181fcd471e98458" providerId="LiveId" clId="{77EA86D2-93A7-4E95-BD02-C750FACBB632}" dt="2026-03-31T17:16:23.858" v="1422" actId="1076"/>
          <ac:graphicFrameMkLst>
            <pc:docMk/>
            <pc:sldMk cId="2325385339" sldId="437"/>
            <ac:graphicFrameMk id="2" creationId="{D80031AC-24D7-46C6-45FB-E6012F459C4E}"/>
          </ac:graphicFrameMkLst>
        </pc:graphicFrameChg>
        <pc:graphicFrameChg chg="add mod">
          <ac:chgData name="Jacob Wyngaard" userId="6181fcd471e98458" providerId="LiveId" clId="{77EA86D2-93A7-4E95-BD02-C750FACBB632}" dt="2026-03-31T17:16:55.280" v="1430" actId="1076"/>
          <ac:graphicFrameMkLst>
            <pc:docMk/>
            <pc:sldMk cId="2325385339" sldId="437"/>
            <ac:graphicFrameMk id="3" creationId="{3EE36B3C-83AE-6263-8350-8B62EBF28E14}"/>
          </ac:graphicFrameMkLst>
        </pc:graphicFrameChg>
        <pc:graphicFrameChg chg="modGraphic">
          <ac:chgData name="Jacob Wyngaard" userId="6181fcd471e98458" providerId="LiveId" clId="{77EA86D2-93A7-4E95-BD02-C750FACBB632}" dt="2026-03-31T17:16:12.702" v="1420" actId="20577"/>
          <ac:graphicFrameMkLst>
            <pc:docMk/>
            <pc:sldMk cId="2325385339" sldId="437"/>
            <ac:graphicFrameMk id="4" creationId="{DE50AB1F-0CE8-B0AB-2D54-C1527EEEA690}"/>
          </ac:graphicFrameMkLst>
        </pc:graphicFrameChg>
        <pc:graphicFrameChg chg="mod modGraphic">
          <ac:chgData name="Jacob Wyngaard" userId="6181fcd471e98458" providerId="LiveId" clId="{77EA86D2-93A7-4E95-BD02-C750FACBB632}" dt="2026-03-31T17:16:49.175" v="1428"/>
          <ac:graphicFrameMkLst>
            <pc:docMk/>
            <pc:sldMk cId="2325385339" sldId="437"/>
            <ac:graphicFrameMk id="32" creationId="{0089C003-390A-4BD0-1428-A11371A43FE6}"/>
          </ac:graphicFrameMkLst>
        </pc:graphicFrameChg>
      </pc:sldChg>
      <pc:sldChg chg="addSp delSp modSp add mod">
        <pc:chgData name="Jacob Wyngaard" userId="6181fcd471e98458" providerId="LiveId" clId="{77EA86D2-93A7-4E95-BD02-C750FACBB632}" dt="2026-03-31T17:26:25.451" v="1629" actId="197"/>
        <pc:sldMkLst>
          <pc:docMk/>
          <pc:sldMk cId="4273170851" sldId="438"/>
        </pc:sldMkLst>
        <pc:spChg chg="mod">
          <ac:chgData name="Jacob Wyngaard" userId="6181fcd471e98458" providerId="LiveId" clId="{77EA86D2-93A7-4E95-BD02-C750FACBB632}" dt="2026-03-31T17:20:48.671" v="1493" actId="1076"/>
          <ac:spMkLst>
            <pc:docMk/>
            <pc:sldMk cId="4273170851" sldId="438"/>
            <ac:spMk id="5" creationId="{F1F08347-8366-BB67-2631-52C496562A8F}"/>
          </ac:spMkLst>
        </pc:spChg>
        <pc:spChg chg="mod">
          <ac:chgData name="Jacob Wyngaard" userId="6181fcd471e98458" providerId="LiveId" clId="{77EA86D2-93A7-4E95-BD02-C750FACBB632}" dt="2026-03-31T17:20:48.671" v="1493" actId="1076"/>
          <ac:spMkLst>
            <pc:docMk/>
            <pc:sldMk cId="4273170851" sldId="438"/>
            <ac:spMk id="11" creationId="{C2B4DAB0-545A-5335-821B-6B1D30A12CC8}"/>
          </ac:spMkLst>
        </pc:spChg>
        <pc:spChg chg="mod">
          <ac:chgData name="Jacob Wyngaard" userId="6181fcd471e98458" providerId="LiveId" clId="{77EA86D2-93A7-4E95-BD02-C750FACBB632}" dt="2026-03-31T17:20:48.671" v="1493" actId="1076"/>
          <ac:spMkLst>
            <pc:docMk/>
            <pc:sldMk cId="4273170851" sldId="438"/>
            <ac:spMk id="12" creationId="{7D90814F-CC5A-2EC7-D4C8-2A15B6E12469}"/>
          </ac:spMkLst>
        </pc:spChg>
        <pc:spChg chg="mod">
          <ac:chgData name="Jacob Wyngaard" userId="6181fcd471e98458" providerId="LiveId" clId="{77EA86D2-93A7-4E95-BD02-C750FACBB632}" dt="2026-03-31T17:20:48.671" v="1493" actId="1076"/>
          <ac:spMkLst>
            <pc:docMk/>
            <pc:sldMk cId="4273170851" sldId="438"/>
            <ac:spMk id="13" creationId="{3806757F-4B57-C31E-0164-B7C7021263E8}"/>
          </ac:spMkLst>
        </pc:spChg>
        <pc:spChg chg="mod">
          <ac:chgData name="Jacob Wyngaard" userId="6181fcd471e98458" providerId="LiveId" clId="{77EA86D2-93A7-4E95-BD02-C750FACBB632}" dt="2026-03-31T17:20:48.671" v="1493" actId="1076"/>
          <ac:spMkLst>
            <pc:docMk/>
            <pc:sldMk cId="4273170851" sldId="438"/>
            <ac:spMk id="16" creationId="{4E0CA5CB-2129-FFCB-F289-25117C31AA68}"/>
          </ac:spMkLst>
        </pc:spChg>
        <pc:spChg chg="mod">
          <ac:chgData name="Jacob Wyngaard" userId="6181fcd471e98458" providerId="LiveId" clId="{77EA86D2-93A7-4E95-BD02-C750FACBB632}" dt="2026-03-31T17:20:48.671" v="1493" actId="1076"/>
          <ac:spMkLst>
            <pc:docMk/>
            <pc:sldMk cId="4273170851" sldId="438"/>
            <ac:spMk id="17" creationId="{6A5F9529-C79F-91C5-2185-4BE5EC61A2F3}"/>
          </ac:spMkLst>
        </pc:spChg>
        <pc:spChg chg="mod">
          <ac:chgData name="Jacob Wyngaard" userId="6181fcd471e98458" providerId="LiveId" clId="{77EA86D2-93A7-4E95-BD02-C750FACBB632}" dt="2026-03-31T17:20:48.671" v="1493" actId="1076"/>
          <ac:spMkLst>
            <pc:docMk/>
            <pc:sldMk cId="4273170851" sldId="438"/>
            <ac:spMk id="22" creationId="{11CDC6A8-6D6F-B3C0-CA86-5A86A04FAE59}"/>
          </ac:spMkLst>
        </pc:spChg>
        <pc:spChg chg="mod">
          <ac:chgData name="Jacob Wyngaard" userId="6181fcd471e98458" providerId="LiveId" clId="{77EA86D2-93A7-4E95-BD02-C750FACBB632}" dt="2026-03-31T17:20:48.671" v="1493" actId="1076"/>
          <ac:spMkLst>
            <pc:docMk/>
            <pc:sldMk cId="4273170851" sldId="438"/>
            <ac:spMk id="42" creationId="{35565D27-7A49-7AA4-0BB4-C3D21451A2C2}"/>
          </ac:spMkLst>
        </pc:spChg>
        <pc:spChg chg="add mod">
          <ac:chgData name="Jacob Wyngaard" userId="6181fcd471e98458" providerId="LiveId" clId="{77EA86D2-93A7-4E95-BD02-C750FACBB632}" dt="2026-03-31T17:20:59.857" v="1494"/>
          <ac:spMkLst>
            <pc:docMk/>
            <pc:sldMk cId="4273170851" sldId="438"/>
            <ac:spMk id="43" creationId="{33661FB3-A2C4-52A1-B7D5-7F62FDFADE45}"/>
          </ac:spMkLst>
        </pc:spChg>
        <pc:spChg chg="add mod">
          <ac:chgData name="Jacob Wyngaard" userId="6181fcd471e98458" providerId="LiveId" clId="{77EA86D2-93A7-4E95-BD02-C750FACBB632}" dt="2026-03-31T17:20:59.857" v="1494"/>
          <ac:spMkLst>
            <pc:docMk/>
            <pc:sldMk cId="4273170851" sldId="438"/>
            <ac:spMk id="44" creationId="{303D2FD8-6534-6C86-B092-545C407B28D9}"/>
          </ac:spMkLst>
        </pc:spChg>
        <pc:spChg chg="mod">
          <ac:chgData name="Jacob Wyngaard" userId="6181fcd471e98458" providerId="LiveId" clId="{77EA86D2-93A7-4E95-BD02-C750FACBB632}" dt="2026-03-31T17:20:48.671" v="1493" actId="1076"/>
          <ac:spMkLst>
            <pc:docMk/>
            <pc:sldMk cId="4273170851" sldId="438"/>
            <ac:spMk id="45" creationId="{0C0794BB-1401-3B20-C47E-9B2A6113D699}"/>
          </ac:spMkLst>
        </pc:spChg>
        <pc:spChg chg="mod">
          <ac:chgData name="Jacob Wyngaard" userId="6181fcd471e98458" providerId="LiveId" clId="{77EA86D2-93A7-4E95-BD02-C750FACBB632}" dt="2026-03-31T17:20:48.671" v="1493" actId="1076"/>
          <ac:spMkLst>
            <pc:docMk/>
            <pc:sldMk cId="4273170851" sldId="438"/>
            <ac:spMk id="47" creationId="{21649A42-B550-CDFA-9171-36828E0182A2}"/>
          </ac:spMkLst>
        </pc:spChg>
        <pc:spChg chg="mod">
          <ac:chgData name="Jacob Wyngaard" userId="6181fcd471e98458" providerId="LiveId" clId="{77EA86D2-93A7-4E95-BD02-C750FACBB632}" dt="2026-03-31T17:21:12.319" v="1495" actId="197"/>
          <ac:spMkLst>
            <pc:docMk/>
            <pc:sldMk cId="4273170851" sldId="438"/>
            <ac:spMk id="50" creationId="{1E6851AC-A4CF-614C-72B5-108D72DD2D28}"/>
          </ac:spMkLst>
        </pc:spChg>
        <pc:spChg chg="add mod">
          <ac:chgData name="Jacob Wyngaard" userId="6181fcd471e98458" providerId="LiveId" clId="{77EA86D2-93A7-4E95-BD02-C750FACBB632}" dt="2026-03-31T17:20:59.857" v="1494"/>
          <ac:spMkLst>
            <pc:docMk/>
            <pc:sldMk cId="4273170851" sldId="438"/>
            <ac:spMk id="51" creationId="{BFFF5FDE-F2E8-8B98-E9AE-F791F991BF84}"/>
          </ac:spMkLst>
        </pc:spChg>
        <pc:spChg chg="add mod">
          <ac:chgData name="Jacob Wyngaard" userId="6181fcd471e98458" providerId="LiveId" clId="{77EA86D2-93A7-4E95-BD02-C750FACBB632}" dt="2026-03-31T17:20:59.857" v="1494"/>
          <ac:spMkLst>
            <pc:docMk/>
            <pc:sldMk cId="4273170851" sldId="438"/>
            <ac:spMk id="56" creationId="{A8B95779-ED46-8D95-1A85-38F36CF0C57F}"/>
          </ac:spMkLst>
        </pc:spChg>
        <pc:spChg chg="mod">
          <ac:chgData name="Jacob Wyngaard" userId="6181fcd471e98458" providerId="LiveId" clId="{77EA86D2-93A7-4E95-BD02-C750FACBB632}" dt="2026-03-31T17:21:17.717" v="1496" actId="197"/>
          <ac:spMkLst>
            <pc:docMk/>
            <pc:sldMk cId="4273170851" sldId="438"/>
            <ac:spMk id="57" creationId="{18C51F1C-103E-DDD0-566C-608869553A52}"/>
          </ac:spMkLst>
        </pc:spChg>
        <pc:spChg chg="mod">
          <ac:chgData name="Jacob Wyngaard" userId="6181fcd471e98458" providerId="LiveId" clId="{77EA86D2-93A7-4E95-BD02-C750FACBB632}" dt="2026-03-31T17:21:32.795" v="1499" actId="197"/>
          <ac:spMkLst>
            <pc:docMk/>
            <pc:sldMk cId="4273170851" sldId="438"/>
            <ac:spMk id="58" creationId="{B5216202-1121-E8B2-19BA-27B802867570}"/>
          </ac:spMkLst>
        </pc:spChg>
        <pc:spChg chg="add mod">
          <ac:chgData name="Jacob Wyngaard" userId="6181fcd471e98458" providerId="LiveId" clId="{77EA86D2-93A7-4E95-BD02-C750FACBB632}" dt="2026-03-31T17:21:27.827" v="1498" actId="197"/>
          <ac:spMkLst>
            <pc:docMk/>
            <pc:sldMk cId="4273170851" sldId="438"/>
            <ac:spMk id="59" creationId="{C5349FBA-BB99-7286-4952-1F232473A548}"/>
          </ac:spMkLst>
        </pc:spChg>
        <pc:spChg chg="mod">
          <ac:chgData name="Jacob Wyngaard" userId="6181fcd471e98458" providerId="LiveId" clId="{77EA86D2-93A7-4E95-BD02-C750FACBB632}" dt="2026-03-31T17:21:24.468" v="1497" actId="197"/>
          <ac:spMkLst>
            <pc:docMk/>
            <pc:sldMk cId="4273170851" sldId="438"/>
            <ac:spMk id="60" creationId="{EF195092-6F28-7ABF-E3A8-5BDBC0A44443}"/>
          </ac:spMkLst>
        </pc:spChg>
        <pc:spChg chg="add mod">
          <ac:chgData name="Jacob Wyngaard" userId="6181fcd471e98458" providerId="LiveId" clId="{77EA86D2-93A7-4E95-BD02-C750FACBB632}" dt="2026-03-31T17:26:25.014" v="1628" actId="197"/>
          <ac:spMkLst>
            <pc:docMk/>
            <pc:sldMk cId="4273170851" sldId="438"/>
            <ac:spMk id="61" creationId="{D38AE314-6547-5D16-7097-88459D769229}"/>
          </ac:spMkLst>
        </pc:spChg>
        <pc:spChg chg="mod">
          <ac:chgData name="Jacob Wyngaard" userId="6181fcd471e98458" providerId="LiveId" clId="{77EA86D2-93A7-4E95-BD02-C750FACBB632}" dt="2026-03-31T17:26:24.404" v="1627" actId="197"/>
          <ac:spMkLst>
            <pc:docMk/>
            <pc:sldMk cId="4273170851" sldId="438"/>
            <ac:spMk id="62" creationId="{1D48790F-2C69-1FC0-054B-15D24FBF99A8}"/>
          </ac:spMkLst>
        </pc:spChg>
        <pc:spChg chg="mod">
          <ac:chgData name="Jacob Wyngaard" userId="6181fcd471e98458" providerId="LiveId" clId="{77EA86D2-93A7-4E95-BD02-C750FACBB632}" dt="2026-03-31T17:26:25.451" v="1629" actId="197"/>
          <ac:spMkLst>
            <pc:docMk/>
            <pc:sldMk cId="4273170851" sldId="438"/>
            <ac:spMk id="63" creationId="{DBFFBA92-B9FB-8362-5DB1-3EA7B03EB2FB}"/>
          </ac:spMkLst>
        </pc:spChg>
        <pc:spChg chg="add mod">
          <ac:chgData name="Jacob Wyngaard" userId="6181fcd471e98458" providerId="LiveId" clId="{77EA86D2-93A7-4E95-BD02-C750FACBB632}" dt="2026-03-31T17:26:23.483" v="1626" actId="197"/>
          <ac:spMkLst>
            <pc:docMk/>
            <pc:sldMk cId="4273170851" sldId="438"/>
            <ac:spMk id="65" creationId="{D550E68B-2461-F609-F170-9798F9B2775A}"/>
          </ac:spMkLst>
        </pc:spChg>
        <pc:spChg chg="mod">
          <ac:chgData name="Jacob Wyngaard" userId="6181fcd471e98458" providerId="LiveId" clId="{77EA86D2-93A7-4E95-BD02-C750FACBB632}" dt="2026-03-31T17:22:35.514" v="1501" actId="196"/>
          <ac:spMkLst>
            <pc:docMk/>
            <pc:sldMk cId="4273170851" sldId="438"/>
            <ac:spMk id="66" creationId="{A69A64A3-2061-E19A-8939-6F9F830958FF}"/>
          </ac:spMkLst>
        </pc:spChg>
        <pc:spChg chg="mod">
          <ac:chgData name="Jacob Wyngaard" userId="6181fcd471e98458" providerId="LiveId" clId="{77EA86D2-93A7-4E95-BD02-C750FACBB632}" dt="2026-03-31T17:22:28.530" v="1500" actId="196"/>
          <ac:spMkLst>
            <pc:docMk/>
            <pc:sldMk cId="4273170851" sldId="438"/>
            <ac:spMk id="67" creationId="{42444C62-04EE-5C07-5190-F6873FCD8A2A}"/>
          </ac:spMkLst>
        </pc:spChg>
        <pc:spChg chg="mod">
          <ac:chgData name="Jacob Wyngaard" userId="6181fcd471e98458" providerId="LiveId" clId="{77EA86D2-93A7-4E95-BD02-C750FACBB632}" dt="2026-03-31T17:22:43.624" v="1502" actId="196"/>
          <ac:spMkLst>
            <pc:docMk/>
            <pc:sldMk cId="4273170851" sldId="438"/>
            <ac:spMk id="71" creationId="{C34B1C1C-2D7F-7C5C-535F-0A32C9E78093}"/>
          </ac:spMkLst>
        </pc:spChg>
        <pc:spChg chg="mod">
          <ac:chgData name="Jacob Wyngaard" userId="6181fcd471e98458" providerId="LiveId" clId="{77EA86D2-93A7-4E95-BD02-C750FACBB632}" dt="2026-03-31T17:22:53.061" v="1504" actId="196"/>
          <ac:spMkLst>
            <pc:docMk/>
            <pc:sldMk cId="4273170851" sldId="438"/>
            <ac:spMk id="72" creationId="{F520E65E-00F0-0A8C-7247-7456994418FB}"/>
          </ac:spMkLst>
        </pc:spChg>
        <pc:spChg chg="mod">
          <ac:chgData name="Jacob Wyngaard" userId="6181fcd471e98458" providerId="LiveId" clId="{77EA86D2-93A7-4E95-BD02-C750FACBB632}" dt="2026-03-31T17:22:47.108" v="1503" actId="196"/>
          <ac:spMkLst>
            <pc:docMk/>
            <pc:sldMk cId="4273170851" sldId="438"/>
            <ac:spMk id="73" creationId="{EC318340-3566-DCA3-AE30-FA205BE0A48E}"/>
          </ac:spMkLst>
        </pc:spChg>
        <pc:spChg chg="add mod">
          <ac:chgData name="Jacob Wyngaard" userId="6181fcd471e98458" providerId="LiveId" clId="{77EA86D2-93A7-4E95-BD02-C750FACBB632}" dt="2026-03-31T17:23:21.015" v="1506" actId="196"/>
          <ac:spMkLst>
            <pc:docMk/>
            <pc:sldMk cId="4273170851" sldId="438"/>
            <ac:spMk id="74" creationId="{E3BE55F8-0CFA-2010-3EB5-0BC2AC870B0F}"/>
          </ac:spMkLst>
        </pc:spChg>
        <pc:spChg chg="add mod">
          <ac:chgData name="Jacob Wyngaard" userId="6181fcd471e98458" providerId="LiveId" clId="{77EA86D2-93A7-4E95-BD02-C750FACBB632}" dt="2026-03-31T17:23:24.920" v="1507" actId="196"/>
          <ac:spMkLst>
            <pc:docMk/>
            <pc:sldMk cId="4273170851" sldId="438"/>
            <ac:spMk id="75" creationId="{460B3C2C-3C65-12C7-8D35-3E9CB138FEE3}"/>
          </ac:spMkLst>
        </pc:spChg>
        <pc:spChg chg="add mod">
          <ac:chgData name="Jacob Wyngaard" userId="6181fcd471e98458" providerId="LiveId" clId="{77EA86D2-93A7-4E95-BD02-C750FACBB632}" dt="2026-03-31T17:20:59.857" v="1494"/>
          <ac:spMkLst>
            <pc:docMk/>
            <pc:sldMk cId="4273170851" sldId="438"/>
            <ac:spMk id="76" creationId="{541B9046-0D09-877D-1202-79E636548D22}"/>
          </ac:spMkLst>
        </pc:spChg>
        <pc:spChg chg="mod">
          <ac:chgData name="Jacob Wyngaard" userId="6181fcd471e98458" providerId="LiveId" clId="{77EA86D2-93A7-4E95-BD02-C750FACBB632}" dt="2026-03-31T17:23:12.296" v="1505" actId="196"/>
          <ac:spMkLst>
            <pc:docMk/>
            <pc:sldMk cId="4273170851" sldId="438"/>
            <ac:spMk id="77" creationId="{583292E3-BE91-D00E-78C0-ED9C2E156BE0}"/>
          </ac:spMkLst>
        </pc:spChg>
      </pc:sldChg>
      <pc:sldChg chg="addSp delSp modSp add mod">
        <pc:chgData name="Jacob Wyngaard" userId="6181fcd471e98458" providerId="LiveId" clId="{77EA86D2-93A7-4E95-BD02-C750FACBB632}" dt="2026-03-31T17:26:22.698" v="1625" actId="197"/>
        <pc:sldMkLst>
          <pc:docMk/>
          <pc:sldMk cId="704777840" sldId="439"/>
        </pc:sldMkLst>
        <pc:spChg chg="add mod">
          <ac:chgData name="Jacob Wyngaard" userId="6181fcd471e98458" providerId="LiveId" clId="{77EA86D2-93A7-4E95-BD02-C750FACBB632}" dt="2026-03-31T17:24:51.218" v="1619" actId="1076"/>
          <ac:spMkLst>
            <pc:docMk/>
            <pc:sldMk cId="704777840" sldId="439"/>
            <ac:spMk id="4" creationId="{EFD17AAD-2C91-F90F-39CD-C7C2202EA7C5}"/>
          </ac:spMkLst>
        </pc:spChg>
        <pc:spChg chg="mod">
          <ac:chgData name="Jacob Wyngaard" userId="6181fcd471e98458" providerId="LiveId" clId="{77EA86D2-93A7-4E95-BD02-C750FACBB632}" dt="2026-03-31T17:24:06.531" v="1515" actId="1076"/>
          <ac:spMkLst>
            <pc:docMk/>
            <pc:sldMk cId="704777840" sldId="439"/>
            <ac:spMk id="49" creationId="{483603C6-B33E-DE3A-A121-FBA783FCD203}"/>
          </ac:spMkLst>
        </pc:spChg>
        <pc:spChg chg="mod">
          <ac:chgData name="Jacob Wyngaard" userId="6181fcd471e98458" providerId="LiveId" clId="{77EA86D2-93A7-4E95-BD02-C750FACBB632}" dt="2026-03-31T17:24:03.248" v="1514" actId="1076"/>
          <ac:spMkLst>
            <pc:docMk/>
            <pc:sldMk cId="704777840" sldId="439"/>
            <ac:spMk id="51" creationId="{E4A5EAA1-1C55-25D3-E846-BDC406609031}"/>
          </ac:spMkLst>
        </pc:spChg>
        <pc:spChg chg="mod">
          <ac:chgData name="Jacob Wyngaard" userId="6181fcd471e98458" providerId="LiveId" clId="{77EA86D2-93A7-4E95-BD02-C750FACBB632}" dt="2026-03-31T17:24:03.248" v="1514" actId="1076"/>
          <ac:spMkLst>
            <pc:docMk/>
            <pc:sldMk cId="704777840" sldId="439"/>
            <ac:spMk id="52" creationId="{1B1CE061-5D0C-F17F-CA7F-90C4B381CA1A}"/>
          </ac:spMkLst>
        </pc:spChg>
        <pc:spChg chg="mod">
          <ac:chgData name="Jacob Wyngaard" userId="6181fcd471e98458" providerId="LiveId" clId="{77EA86D2-93A7-4E95-BD02-C750FACBB632}" dt="2026-03-31T17:24:03.248" v="1514" actId="1076"/>
          <ac:spMkLst>
            <pc:docMk/>
            <pc:sldMk cId="704777840" sldId="439"/>
            <ac:spMk id="53" creationId="{308456B1-8B60-84AB-A308-E373D85B0AA5}"/>
          </ac:spMkLst>
        </pc:spChg>
        <pc:spChg chg="mod">
          <ac:chgData name="Jacob Wyngaard" userId="6181fcd471e98458" providerId="LiveId" clId="{77EA86D2-93A7-4E95-BD02-C750FACBB632}" dt="2026-03-31T17:24:03.248" v="1514" actId="1076"/>
          <ac:spMkLst>
            <pc:docMk/>
            <pc:sldMk cId="704777840" sldId="439"/>
            <ac:spMk id="54" creationId="{6EEBE772-20CB-C4DE-AE8F-80874836D067}"/>
          </ac:spMkLst>
        </pc:spChg>
        <pc:spChg chg="mod">
          <ac:chgData name="Jacob Wyngaard" userId="6181fcd471e98458" providerId="LiveId" clId="{77EA86D2-93A7-4E95-BD02-C750FACBB632}" dt="2026-03-31T17:23:55.233" v="1513" actId="1076"/>
          <ac:spMkLst>
            <pc:docMk/>
            <pc:sldMk cId="704777840" sldId="439"/>
            <ac:spMk id="55" creationId="{BA0A8457-A1CB-40A7-ED8A-3BAF31AA3C45}"/>
          </ac:spMkLst>
        </pc:spChg>
        <pc:spChg chg="mod">
          <ac:chgData name="Jacob Wyngaard" userId="6181fcd471e98458" providerId="LiveId" clId="{77EA86D2-93A7-4E95-BD02-C750FACBB632}" dt="2026-03-31T17:23:55.233" v="1513" actId="1076"/>
          <ac:spMkLst>
            <pc:docMk/>
            <pc:sldMk cId="704777840" sldId="439"/>
            <ac:spMk id="60" creationId="{6C19A622-7C83-7234-7414-5221A7893EF4}"/>
          </ac:spMkLst>
        </pc:spChg>
        <pc:spChg chg="mod">
          <ac:chgData name="Jacob Wyngaard" userId="6181fcd471e98458" providerId="LiveId" clId="{77EA86D2-93A7-4E95-BD02-C750FACBB632}" dt="2026-03-31T17:26:22.698" v="1625" actId="197"/>
          <ac:spMkLst>
            <pc:docMk/>
            <pc:sldMk cId="704777840" sldId="439"/>
            <ac:spMk id="61" creationId="{A3D6664D-11AD-AB0D-E65A-74934D5B1003}"/>
          </ac:spMkLst>
        </pc:spChg>
        <pc:spChg chg="mod">
          <ac:chgData name="Jacob Wyngaard" userId="6181fcd471e98458" providerId="LiveId" clId="{77EA86D2-93A7-4E95-BD02-C750FACBB632}" dt="2026-03-31T17:26:22.698" v="1625" actId="197"/>
          <ac:spMkLst>
            <pc:docMk/>
            <pc:sldMk cId="704777840" sldId="439"/>
            <ac:spMk id="62" creationId="{E1FA8A99-A801-0F1D-B334-A95AF255F84D}"/>
          </ac:spMkLst>
        </pc:spChg>
        <pc:spChg chg="mod">
          <ac:chgData name="Jacob Wyngaard" userId="6181fcd471e98458" providerId="LiveId" clId="{77EA86D2-93A7-4E95-BD02-C750FACBB632}" dt="2026-03-31T17:26:22.698" v="1625" actId="197"/>
          <ac:spMkLst>
            <pc:docMk/>
            <pc:sldMk cId="704777840" sldId="439"/>
            <ac:spMk id="63" creationId="{F5BACD54-99ED-CD07-6841-747573ECF1C0}"/>
          </ac:spMkLst>
        </pc:spChg>
        <pc:spChg chg="mod">
          <ac:chgData name="Jacob Wyngaard" userId="6181fcd471e98458" providerId="LiveId" clId="{77EA86D2-93A7-4E95-BD02-C750FACBB632}" dt="2026-03-31T17:23:55.233" v="1513" actId="1076"/>
          <ac:spMkLst>
            <pc:docMk/>
            <pc:sldMk cId="704777840" sldId="439"/>
            <ac:spMk id="64" creationId="{D63C012F-B27E-B482-02D0-7F55EA3745C5}"/>
          </ac:spMkLst>
        </pc:spChg>
        <pc:spChg chg="mod">
          <ac:chgData name="Jacob Wyngaard" userId="6181fcd471e98458" providerId="LiveId" clId="{77EA86D2-93A7-4E95-BD02-C750FACBB632}" dt="2026-03-31T17:26:22.698" v="1625" actId="197"/>
          <ac:spMkLst>
            <pc:docMk/>
            <pc:sldMk cId="704777840" sldId="439"/>
            <ac:spMk id="65" creationId="{51DB5C72-8BB0-511D-93F7-8F6E8C0DB677}"/>
          </ac:spMkLst>
        </pc:spChg>
        <pc:spChg chg="mod">
          <ac:chgData name="Jacob Wyngaard" userId="6181fcd471e98458" providerId="LiveId" clId="{77EA86D2-93A7-4E95-BD02-C750FACBB632}" dt="2026-03-31T17:23:55.233" v="1513" actId="1076"/>
          <ac:spMkLst>
            <pc:docMk/>
            <pc:sldMk cId="704777840" sldId="439"/>
            <ac:spMk id="66" creationId="{CD7D09FD-ED5C-F16B-9478-BA00A1A3F188}"/>
          </ac:spMkLst>
        </pc:spChg>
        <pc:spChg chg="mod">
          <ac:chgData name="Jacob Wyngaard" userId="6181fcd471e98458" providerId="LiveId" clId="{77EA86D2-93A7-4E95-BD02-C750FACBB632}" dt="2026-03-31T17:23:55.233" v="1513" actId="1076"/>
          <ac:spMkLst>
            <pc:docMk/>
            <pc:sldMk cId="704777840" sldId="439"/>
            <ac:spMk id="73" creationId="{0268BAF0-5C5D-C9B9-E3F1-4B24EA3776E6}"/>
          </ac:spMkLst>
        </pc:spChg>
        <pc:spChg chg="mod">
          <ac:chgData name="Jacob Wyngaard" userId="6181fcd471e98458" providerId="LiveId" clId="{77EA86D2-93A7-4E95-BD02-C750FACBB632}" dt="2026-03-31T17:23:55.233" v="1513" actId="1076"/>
          <ac:spMkLst>
            <pc:docMk/>
            <pc:sldMk cId="704777840" sldId="439"/>
            <ac:spMk id="74" creationId="{E9D8E990-826D-8A2A-4194-52B20256301C}"/>
          </ac:spMkLst>
        </pc:spChg>
        <pc:spChg chg="mod">
          <ac:chgData name="Jacob Wyngaard" userId="6181fcd471e98458" providerId="LiveId" clId="{77EA86D2-93A7-4E95-BD02-C750FACBB632}" dt="2026-03-31T17:23:55.233" v="1513" actId="1076"/>
          <ac:spMkLst>
            <pc:docMk/>
            <pc:sldMk cId="704777840" sldId="439"/>
            <ac:spMk id="75" creationId="{664C196B-1B24-4DBB-BCAB-293CAC7B1D83}"/>
          </ac:spMkLst>
        </pc:spChg>
      </pc:sldChg>
    </pc:docChg>
  </pc:docChgLst>
  <pc:docChgLst>
    <pc:chgData name="Jacob Wyngaard" userId="6181fcd471e98458" providerId="LiveId" clId="{788BA123-62C9-4DDC-86E5-A6BCA4600216}"/>
    <pc:docChg chg="modSld">
      <pc:chgData name="Jacob Wyngaard" userId="6181fcd471e98458" providerId="LiveId" clId="{788BA123-62C9-4DDC-86E5-A6BCA4600216}" dt="2026-04-14T20:01:06.117" v="72" actId="1035"/>
      <pc:docMkLst>
        <pc:docMk/>
      </pc:docMkLst>
      <pc:sldChg chg="modSp">
        <pc:chgData name="Jacob Wyngaard" userId="6181fcd471e98458" providerId="LiveId" clId="{788BA123-62C9-4DDC-86E5-A6BCA4600216}" dt="2026-04-01T02:11:30.089" v="69" actId="6549"/>
        <pc:sldMkLst>
          <pc:docMk/>
          <pc:sldMk cId="131934546" sldId="364"/>
        </pc:sldMkLst>
        <pc:spChg chg="mod">
          <ac:chgData name="Jacob Wyngaard" userId="6181fcd471e98458" providerId="LiveId" clId="{788BA123-62C9-4DDC-86E5-A6BCA4600216}" dt="2026-04-01T02:11:30.089" v="69" actId="6549"/>
          <ac:spMkLst>
            <pc:docMk/>
            <pc:sldMk cId="131934546" sldId="364"/>
            <ac:spMk id="2" creationId="{7EA1CCAF-D750-F677-3C7B-5A38486EC1EA}"/>
          </ac:spMkLst>
        </pc:spChg>
      </pc:sldChg>
      <pc:sldChg chg="modSp mod">
        <pc:chgData name="Jacob Wyngaard" userId="6181fcd471e98458" providerId="LiveId" clId="{788BA123-62C9-4DDC-86E5-A6BCA4600216}" dt="2026-03-31T19:36:31.312" v="67" actId="14100"/>
        <pc:sldMkLst>
          <pc:docMk/>
          <pc:sldMk cId="3630575026" sldId="365"/>
        </pc:sldMkLst>
        <pc:spChg chg="mod">
          <ac:chgData name="Jacob Wyngaard" userId="6181fcd471e98458" providerId="LiveId" clId="{788BA123-62C9-4DDC-86E5-A6BCA4600216}" dt="2026-03-31T19:36:31.312" v="67" actId="14100"/>
          <ac:spMkLst>
            <pc:docMk/>
            <pc:sldMk cId="3630575026" sldId="365"/>
            <ac:spMk id="4" creationId="{A42C04C6-4436-DB06-7F5F-8E2BF915BD04}"/>
          </ac:spMkLst>
        </pc:spChg>
      </pc:sldChg>
      <pc:sldChg chg="modSp">
        <pc:chgData name="Jacob Wyngaard" userId="6181fcd471e98458" providerId="LiveId" clId="{788BA123-62C9-4DDC-86E5-A6BCA4600216}" dt="2026-03-31T19:35:44.670" v="1" actId="20577"/>
        <pc:sldMkLst>
          <pc:docMk/>
          <pc:sldMk cId="833292840" sldId="368"/>
        </pc:sldMkLst>
        <pc:spChg chg="mod">
          <ac:chgData name="Jacob Wyngaard" userId="6181fcd471e98458" providerId="LiveId" clId="{788BA123-62C9-4DDC-86E5-A6BCA4600216}" dt="2026-03-31T19:35:44.670" v="1" actId="20577"/>
          <ac:spMkLst>
            <pc:docMk/>
            <pc:sldMk cId="833292840" sldId="368"/>
            <ac:spMk id="2" creationId="{07A92537-389C-363C-390F-5289CDF08CF7}"/>
          </ac:spMkLst>
        </pc:spChg>
      </pc:sldChg>
      <pc:sldChg chg="modSp mod">
        <pc:chgData name="Jacob Wyngaard" userId="6181fcd471e98458" providerId="LiveId" clId="{788BA123-62C9-4DDC-86E5-A6BCA4600216}" dt="2026-04-14T20:01:06.117" v="72" actId="1035"/>
        <pc:sldMkLst>
          <pc:docMk/>
          <pc:sldMk cId="785703458" sldId="432"/>
        </pc:sldMkLst>
        <pc:spChg chg="mod">
          <ac:chgData name="Jacob Wyngaard" userId="6181fcd471e98458" providerId="LiveId" clId="{788BA123-62C9-4DDC-86E5-A6BCA4600216}" dt="2026-04-14T20:01:06.117" v="72" actId="1035"/>
          <ac:spMkLst>
            <pc:docMk/>
            <pc:sldMk cId="785703458" sldId="432"/>
            <ac:spMk id="49" creationId="{ECB6E839-BC58-6183-EAF4-2402C5A2F422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460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460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51EB116-73EE-4936-876D-CA6054346043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62000" y="1111250"/>
            <a:ext cx="5334000" cy="30003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278313"/>
            <a:ext cx="5486400" cy="35020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445500"/>
            <a:ext cx="2971800" cy="4460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445500"/>
            <a:ext cx="2971800" cy="4460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94C46F5-682E-4C43-810E-48CF7D15B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43855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E8CAFF-A59A-37CA-01B0-3FB969254A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700EBE-6806-F714-3351-3378EB6500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F03AE8-4CAC-2019-4C1D-65776A5A0C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557D91-9F28-5175-0144-DB20198B75B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05685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A41319-664C-EF03-5587-B37080C264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4F3776-830B-9EFE-04C1-9BC08224D3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A17F46-99AE-616F-8118-3C3B2D2F15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C3CCBB-0B7D-773E-CF21-DCE2A316A1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542459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915A7-2B2F-F5BD-60BF-0A3D99233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47A7B4-C906-5070-65DF-D0FE3FA456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14515D-7555-ACFB-09C3-844D8D1D0F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E02609-FA4D-E9B0-7315-18A45177E3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70532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173CE1-CF83-9010-071B-12FA88A7BF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08EFC9-4240-8782-72BF-03CD46CB0F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45F151-2726-150B-79DF-B4765C4ED7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467EA7-867E-82B9-B578-4FD7D6A637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816223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0DDADE-AE6E-6360-536C-0BBC5FEDBA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66D302-6714-11A4-48B9-062D3C4A07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127FDF-8746-637F-6BAE-3A153D2393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D9B50D-C2E9-5199-DE76-99158FF2DE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380649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04487-9D6B-13EA-AAB4-1840CA00D7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FB364C-C944-714E-B6C0-59EA50313A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436D3F2-96AF-D5CF-ED90-EF99D5015B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A6A825-9001-091A-1791-FAC39AF52B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426664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81AED0-E800-2977-D0F0-8BFCE6F1C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F9129A-DACB-82DB-8CF9-3D7CE633B9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BAE9AB-2931-0D8A-8500-C9B591A51A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50DA3F-9717-0401-DC78-75069DC440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6438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996521-9551-67F2-4EA5-B3B5FC5BF1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494F64-3E29-9DB5-56C5-8EFBFA794C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C2A141-36C2-1820-9F04-814B5989E6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765E15-8702-77AB-B2BC-676B9FEAA5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562010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D470B4-3C8F-EB1E-1A3B-F793DB58AD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388FC93-BEC6-54A8-E9AC-012EEB6519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646561-98A7-67F5-DA74-7DF8BABB49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41E1A3-2265-6785-F5B3-06B6634FF1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687444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67026E-2118-DA99-043F-BDF57B7277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CEDBDA-8101-1D4C-16B0-0A22125C5D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8A0A000-7D67-34BF-6BFA-90B51A6E20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6CF5F9-5985-BC7F-FC5A-1FB7C85F52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9575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3889E8-FB76-DBA8-EFF6-8CBE07F1D6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678FAD-F7C7-6E0C-70B5-3560108244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611B0E-B188-78A2-7F1E-54ECD81B9E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2F0072-642D-EF03-1692-6F55CB26DC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212288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92DC5D-59EB-E7B9-6D95-7F11F631A9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FD293F-EA4F-AF5A-E78B-15420B774E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5C7D63-D710-E1E3-B20E-0F38A90394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E1B0C8-501A-63F8-B94E-A87D6B2350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21204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F9232D-86CE-E45B-0D30-05F06E8543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6BCADB-617A-1402-6FE4-6EBB3B0B92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E58B35-6D89-94D7-3422-75232378CA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665FD9-7F0D-587E-E545-AD4B71C643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274010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086496-D8F7-5897-C0A4-FF8DF4A65B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61803B-A377-1451-54E7-44110ADFC0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B3B6C31-2FD4-E86F-A11B-9DEE3E3367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C48C11-6857-4EB9-20A5-822D6E9F63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133855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1C49B0-BFA6-E635-8DCC-4D906A6AF4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7FA904-609A-EB55-6A10-2CF5865C52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944CAF-CF48-5C5B-178B-F8D60D88BC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B0E3AC-B42A-FEAD-B646-D1FCD040AC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814879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4FD3CB-7009-38F9-5175-D180C52D35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A8D960-1520-CC00-BF8A-2AC61F17E5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C3BEE1-8683-D8D3-CA18-1AF73B48AE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AD5494-A59D-0198-7CDA-25E7995173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644722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114B5D-F8BF-AD57-967D-01EBDD77FF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9E6D41-A5DC-65A8-160C-72C62E7257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97EDB0-5D86-269E-D85F-20D94F98BA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FB3B08-371C-20E8-881A-0D15A738CA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5058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461FA0-E40C-9878-BAAE-9BB1646CCF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095024F-1C74-814E-9A49-386DE9F00D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66ACB2-60E7-9B98-0F2B-9ABB2BA343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12B4B7-C836-98F2-135C-2D14C6E4E3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606076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91694D-C834-4E7B-C304-571C2F4A55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55428C-B47E-9941-D52F-415E7B59B3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745E95-F08C-3BC8-43DA-F5885D188A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F4824B-46B2-7575-176F-94E0CED563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03238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2956E2-7EF4-8F31-B746-CBF335E9FF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DAC3FF-6F89-E13F-A21D-E4A22DBC54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8C439E-BBFF-BD4D-F4B7-8DC7194AAC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396D77-ECB5-5850-A239-8D2295A7F9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018612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2E1DB5-986A-CD05-E95C-54CED087F2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CFE000-24ED-E14F-5972-A8EE28E743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1FA0CD-618F-8979-19FF-B5ECBFB60D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D02649-07A8-50AD-C7DA-A4298CD733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668918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82E6D1-4A54-6CF7-9D2B-AA888D21CB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D4B5EA-E39F-CCFC-D735-449FE6ED25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5AC29A-38FF-D23C-79AD-F8B8648A85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EDF14F-D1CF-3949-FDDA-5772CB78E1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238787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9CE70C-A96B-945C-9E13-EFC544FB04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2BE224-EC11-FC96-3B51-6E6BF7A753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5B1873-A6E4-065F-63FA-1C6C08F8EB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70EA1C-6D9C-CB30-A432-7FDD0B8CD2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505015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0EDDC6-57E0-EFAB-5C53-59E47A2344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E3D597-B82D-2E87-D9D8-9528BA4460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219ECE-BC39-75E7-8044-78111B9355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7E66C5-8E62-5376-A85B-63A24C741A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170216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B8C5BC-BBB8-358A-56A1-9DFB12396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02C601-EAA5-A70F-FD95-EAEF14E6E8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FCBFA5-E807-344F-271F-0817826A6E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4BA228-F00A-8C62-00FE-7F2C649E68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130141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3FDCA6-74AD-A784-C6B6-8EA3C72012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634411-A40D-CC70-D70C-46FC4DE116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7E59A3-6FF0-318F-65A0-0EC8D82AC3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02870C-0053-805E-16ED-CF969565AF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711507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FCEAD8-4CF5-014F-26D0-F6CD672F86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3E510D-2A13-0422-EF58-3FFEB8F4C3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1988B2-2534-B9C3-7DD0-1762E30827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DFD8CC-15B7-D957-4E44-0B682BEF32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251256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B0C89B-3E3E-4F23-A553-CEA4A41696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759DC6-926B-D39F-8006-B5C304C86C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A61741-9230-2CEF-B87F-5F0AEF5A70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0E5CBA-B22D-8F0C-45E5-4A4EA2B5FB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918465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F19F11-D45E-A2FC-5A4C-47C9C11221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A37381-1ADD-59E1-C64E-EBEB544359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9BAA00-783C-A0C5-649B-A889120F9D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36067F-7832-BA1F-FD43-B3A3422695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961358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348DEE-8688-93C9-6E1B-FC8ABD9A64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51C0AC-AFF8-DB4F-F9C6-BA5C8A1AB0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8E64E2-0F36-CDC5-E56C-CC746E3D93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A2FB14-34EF-0D4F-4C27-E6013703054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354561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89D28F-8906-6FF3-590F-CD48EFA724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FACBB5-5552-8CDA-E9CE-B545A39B3B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D87170-B7CD-CAEA-65E9-75FE20E273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C02363-17FE-B44B-C09D-FD26A27FF9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483059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657C57-E2E6-CEBF-8BBA-533E309FCB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69CD66-7E56-4745-1854-D0E0EC73E8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3AE2BC-23F8-6F49-AC51-551AEE7E8D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6D4F3D-328A-2FD3-599C-A83C20644D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528234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B0A258-D15B-3D21-1250-8E7705A8C7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1AA69E2-C37E-BCF0-F1C8-95677E9BDA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AF88B4-CB45-466E-15B1-598D578F44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E916A0-B70D-EF28-BDC9-72D8307251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307691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4A29E9-6691-D4C6-2986-09402B240D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9F2450-7FA6-BFF1-ECDA-38B4A893AE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DA4448-724B-91B5-4D92-1D9E5E0A53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5BE90A-E53D-7C09-B20C-E5384C9EAF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61115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DC5986-0E7C-F167-945E-3E4BD2AC94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836CDD-9382-D876-D0F0-1744096803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074288-77BC-69F3-B912-6DB83CE578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4682FF-413F-5ED3-1028-1AA101B618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5511910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1B5051-467F-020F-0B26-0203636ECE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265D3E-6B99-7F12-B1E2-30E33D1738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35E289-4108-C7E7-4282-BCA75620E1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E244FC-EDAA-AC4F-645C-FFBAFC9F14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1815775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87F00B-2CF6-4A68-0762-2945E978B7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A5DF7A-A7E3-2556-F1F9-E7D915E5B0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BC42A6-22D9-D1CE-CE27-62CD0B35BE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7D0B5C-3EF9-0AC4-19DF-153DF0E831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9537882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45CEBA-456A-EFA3-6206-9CD8CB2499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48B6DF-09CE-CE04-743D-74815739A9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EE301D-FA3C-A378-8211-ECE4F6471A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73FE50-3A35-64CA-90FE-C80156E687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0653778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DD5C7C-3297-9097-9FED-4529D2D816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25A4D0F-99D9-4A45-75D0-C4433446E1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949287-58E0-02E9-25E7-FEC23C85A3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785AAC-486A-FE6F-AD54-436663E013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589544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1D6626-B7C2-A36B-30C3-C23B71073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38752C-9DB0-6786-5654-3E89486E83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34A252-5F3F-3C01-7A70-36B490D3BD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108016-92C1-C03B-1F3D-A8C642D480A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80368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1F67DA-EF88-764F-4BB2-90DD369ECA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831CB49-A6FF-5490-06FF-C691E6E108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66D7E6-71BD-58F2-CBF4-E78503AECE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AD95E3-7A82-5D3E-BFDC-1AE7B47486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89A11E-99A9-F23F-4238-A31D781DA3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6927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F64B2-129B-23A1-2674-8563348AEA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87FD9C-0A2E-B601-59FC-3A526EBBCB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6DEFB-358E-B6E9-602E-E50D1A5BA6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9837DC-70E9-4BCE-762A-A3016527FC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F871CA-989F-854F-0506-DBC06C396B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5937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24B9F-5339-2DC7-EF1C-7ADE66AAFC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3F5A0D-A60D-B108-1000-8AB1BEDDEC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FA1A79-101A-F9D5-2D58-008D939400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496FEA-451C-9BD7-FE85-ABE7721EAB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168E22-35AC-C4A7-7DF0-25148A4FDF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2789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678D99-A43C-243B-C4C8-DD6A377ED5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34F5C7-3E98-385C-D4CC-79AA9A57610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4A97EA5-02FD-3408-9C44-22CA696BEB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A5EB16-71B7-FEF2-D131-1DC6215A0E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5B5499-CE45-E51E-C9F3-B31DCD75CD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5EEEB8-6109-294D-EB1A-32BC9A6C50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48452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916EFE-93E5-8BCF-08CB-2CFD45401A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CD2989-0587-FFA8-CA9B-6B1FC28085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AADFDD-D356-34C7-ABB2-12E204D7CC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45A8C9-58F4-D8A2-E078-6C86700EBB5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05961E0-F79F-DC8A-8942-3409FF4ACC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CE262B5-71DA-9BC0-4EA2-2B7D366C6E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7ED025E-4D61-3485-686F-F7FDC83BCB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1E9E3-1C2A-3967-AB7D-37A593FD19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10994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317C0D-B790-78A5-844C-07DA00A7B1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8B3C7A-A272-8A74-FDB0-FF10B7AF77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FEE517F-231E-473E-2A52-0DBD0429B4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0E8D7-AEF1-33EF-5C16-F459BB1F5E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55079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A3CB47C-D1EE-D077-3BEF-928DF21223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C751ED4-DC95-A9E0-24B4-C2DCA6CB58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20BDA7-CF32-77AD-D5CE-23B56BC2F9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4123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C742E5-59E4-6D3E-78BE-A1E0FD169C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C9E5C4-4836-AEE1-B05E-74FDAD2EF0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81F0D4-A283-375A-35D9-26B05BFBDA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6B98DC-0C98-0E90-27A7-75B4CAFEE8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F80928-22DB-5761-6D60-267606D08D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9FFF7E1-E86C-19C0-0A2C-5A4E7FB387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1305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3E0DA3-7875-1508-B11E-26D67ED2C7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74211B7-5EEF-8BCE-B12B-6DEA70B8F06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AEC012-F909-E4E6-108A-9A27D6B2EE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00A5A7-09B3-7AD1-786E-53E840446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CA55B-44A9-BB54-0C67-0AFC84A38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D7F222-9F9A-9E7F-90EE-737ADC31C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79572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DB68E4-12C6-EA01-70EB-D1FAC1AF9C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F1CB90F-6B0E-ACFF-CC12-B1507D46E3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0B0E2F-8C14-7F4B-68F3-EE72E41F17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3771C8-4AEB-0EA1-C952-CDA04AAD37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8CEBF8-7B84-5F80-4F7D-AF4F5DBD74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09800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8531484-78AC-FB0F-7630-C4370575FEF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2053D0-EB63-CDF3-BF9D-35E71B339A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2C4B92-42E9-67BF-9B36-EA7CF56773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89637F-4C75-7B24-2A1D-152979DF62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ECF603-77C0-B9F2-A64B-E73520BA82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7997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500D885-ED30-8EA9-7F49-AFA92BBC56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5E0D96-F750-2F67-FAFA-EA3A47809C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AADF68-C2D2-7D96-F604-E6D5948605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9DFCA7-2E84-49E5-A4F2-77D92A699F3D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8578D3-0307-EBF0-53AA-0815083E163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FE9A0A-1B61-6FF9-649F-8F9311932A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61184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2.png"/><Relationship Id="rId4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2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3" Type="http://schemas.openxmlformats.org/officeDocument/2006/relationships/image" Target="../media/image111.png"/><Relationship Id="rId7" Type="http://schemas.openxmlformats.org/officeDocument/2006/relationships/image" Target="../media/image39.png"/><Relationship Id="rId12" Type="http://schemas.openxmlformats.org/officeDocument/2006/relationships/image" Target="../media/image100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0.png"/><Relationship Id="rId11" Type="http://schemas.openxmlformats.org/officeDocument/2006/relationships/image" Target="../media/image90.png"/><Relationship Id="rId5" Type="http://schemas.openxmlformats.org/officeDocument/2006/relationships/image" Target="../media/image310.png"/><Relationship Id="rId10" Type="http://schemas.openxmlformats.org/officeDocument/2006/relationships/image" Target="../media/image82.png"/><Relationship Id="rId4" Type="http://schemas.openxmlformats.org/officeDocument/2006/relationships/image" Target="../media/image210.png"/><Relationship Id="rId9" Type="http://schemas.openxmlformats.org/officeDocument/2006/relationships/image" Target="../media/image41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13" Type="http://schemas.openxmlformats.org/officeDocument/2006/relationships/hyperlink" Target="https://www.desmos.com/3d/tdmgziz1x6" TargetMode="External"/><Relationship Id="rId3" Type="http://schemas.openxmlformats.org/officeDocument/2006/relationships/image" Target="../media/image42.png"/><Relationship Id="rId7" Type="http://schemas.openxmlformats.org/officeDocument/2006/relationships/image" Target="../media/image39.png"/><Relationship Id="rId12" Type="http://schemas.openxmlformats.org/officeDocument/2006/relationships/image" Target="../media/image48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5.png"/><Relationship Id="rId11" Type="http://schemas.openxmlformats.org/officeDocument/2006/relationships/image" Target="../media/image47.png"/><Relationship Id="rId5" Type="http://schemas.openxmlformats.org/officeDocument/2006/relationships/image" Target="../media/image44.png"/><Relationship Id="rId10" Type="http://schemas.openxmlformats.org/officeDocument/2006/relationships/image" Target="../media/image46.png"/><Relationship Id="rId4" Type="http://schemas.openxmlformats.org/officeDocument/2006/relationships/image" Target="../media/image43.png"/><Relationship Id="rId9" Type="http://schemas.openxmlformats.org/officeDocument/2006/relationships/image" Target="../media/image41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3" Type="http://schemas.openxmlformats.org/officeDocument/2006/relationships/image" Target="../media/image111.png"/><Relationship Id="rId7" Type="http://schemas.openxmlformats.org/officeDocument/2006/relationships/image" Target="../media/image49.png"/><Relationship Id="rId12" Type="http://schemas.openxmlformats.org/officeDocument/2006/relationships/image" Target="../media/image190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0.png"/><Relationship Id="rId11" Type="http://schemas.openxmlformats.org/officeDocument/2006/relationships/image" Target="../media/image180.png"/><Relationship Id="rId5" Type="http://schemas.openxmlformats.org/officeDocument/2006/relationships/image" Target="../media/image120.png"/><Relationship Id="rId10" Type="http://schemas.openxmlformats.org/officeDocument/2006/relationships/image" Target="../media/image170.png"/><Relationship Id="rId4" Type="http://schemas.openxmlformats.org/officeDocument/2006/relationships/image" Target="../media/image112.png"/><Relationship Id="rId9" Type="http://schemas.openxmlformats.org/officeDocument/2006/relationships/image" Target="../media/image51.png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13" Type="http://schemas.openxmlformats.org/officeDocument/2006/relationships/hyperlink" Target="https://www.desmos.com/3d/mzk4lecki8" TargetMode="External"/><Relationship Id="rId3" Type="http://schemas.openxmlformats.org/officeDocument/2006/relationships/image" Target="../media/image42.png"/><Relationship Id="rId7" Type="http://schemas.openxmlformats.org/officeDocument/2006/relationships/image" Target="../media/image49.png"/><Relationship Id="rId12" Type="http://schemas.openxmlformats.org/officeDocument/2006/relationships/image" Target="../media/image58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4.png"/><Relationship Id="rId11" Type="http://schemas.openxmlformats.org/officeDocument/2006/relationships/image" Target="../media/image57.png"/><Relationship Id="rId5" Type="http://schemas.openxmlformats.org/officeDocument/2006/relationships/image" Target="../media/image53.png"/><Relationship Id="rId10" Type="http://schemas.openxmlformats.org/officeDocument/2006/relationships/image" Target="../media/image56.png"/><Relationship Id="rId4" Type="http://schemas.openxmlformats.org/officeDocument/2006/relationships/image" Target="../media/image52.png"/><Relationship Id="rId9" Type="http://schemas.openxmlformats.org/officeDocument/2006/relationships/image" Target="../media/image51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0.png"/><Relationship Id="rId7" Type="http://schemas.openxmlformats.org/officeDocument/2006/relationships/image" Target="../media/image63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2.png"/><Relationship Id="rId5" Type="http://schemas.openxmlformats.org/officeDocument/2006/relationships/image" Target="../media/image34.png"/><Relationship Id="rId4" Type="http://schemas.openxmlformats.org/officeDocument/2006/relationships/image" Target="../media/image36.png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8.png"/><Relationship Id="rId13" Type="http://schemas.openxmlformats.org/officeDocument/2006/relationships/image" Target="../media/image73.png"/><Relationship Id="rId18" Type="http://schemas.openxmlformats.org/officeDocument/2006/relationships/image" Target="../media/image78.png"/><Relationship Id="rId3" Type="http://schemas.openxmlformats.org/officeDocument/2006/relationships/image" Target="../media/image42.png"/><Relationship Id="rId7" Type="http://schemas.openxmlformats.org/officeDocument/2006/relationships/image" Target="../media/image67.png"/><Relationship Id="rId12" Type="http://schemas.openxmlformats.org/officeDocument/2006/relationships/image" Target="../media/image72.png"/><Relationship Id="rId17" Type="http://schemas.openxmlformats.org/officeDocument/2006/relationships/image" Target="../media/image77.png"/><Relationship Id="rId2" Type="http://schemas.openxmlformats.org/officeDocument/2006/relationships/notesSlide" Target="../notesSlides/notesSlide38.xml"/><Relationship Id="rId16" Type="http://schemas.openxmlformats.org/officeDocument/2006/relationships/image" Target="../media/image7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6.png"/><Relationship Id="rId11" Type="http://schemas.openxmlformats.org/officeDocument/2006/relationships/image" Target="../media/image71.png"/><Relationship Id="rId5" Type="http://schemas.openxmlformats.org/officeDocument/2006/relationships/image" Target="../media/image65.png"/><Relationship Id="rId15" Type="http://schemas.openxmlformats.org/officeDocument/2006/relationships/image" Target="../media/image75.png"/><Relationship Id="rId10" Type="http://schemas.openxmlformats.org/officeDocument/2006/relationships/image" Target="../media/image70.png"/><Relationship Id="rId19" Type="http://schemas.openxmlformats.org/officeDocument/2006/relationships/image" Target="../media/image79.png"/><Relationship Id="rId4" Type="http://schemas.openxmlformats.org/officeDocument/2006/relationships/image" Target="../media/image64.png"/><Relationship Id="rId9" Type="http://schemas.openxmlformats.org/officeDocument/2006/relationships/image" Target="../media/image69.png"/><Relationship Id="rId14" Type="http://schemas.openxmlformats.org/officeDocument/2006/relationships/image" Target="../media/image74.png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8.png"/><Relationship Id="rId13" Type="http://schemas.openxmlformats.org/officeDocument/2006/relationships/image" Target="../media/image73.png"/><Relationship Id="rId18" Type="http://schemas.openxmlformats.org/officeDocument/2006/relationships/image" Target="../media/image78.png"/><Relationship Id="rId3" Type="http://schemas.openxmlformats.org/officeDocument/2006/relationships/image" Target="../media/image42.png"/><Relationship Id="rId7" Type="http://schemas.openxmlformats.org/officeDocument/2006/relationships/image" Target="../media/image67.png"/><Relationship Id="rId12" Type="http://schemas.openxmlformats.org/officeDocument/2006/relationships/image" Target="../media/image72.png"/><Relationship Id="rId17" Type="http://schemas.openxmlformats.org/officeDocument/2006/relationships/image" Target="../media/image77.png"/><Relationship Id="rId2" Type="http://schemas.openxmlformats.org/officeDocument/2006/relationships/notesSlide" Target="../notesSlides/notesSlide39.xml"/><Relationship Id="rId16" Type="http://schemas.openxmlformats.org/officeDocument/2006/relationships/image" Target="../media/image7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6.png"/><Relationship Id="rId11" Type="http://schemas.openxmlformats.org/officeDocument/2006/relationships/image" Target="../media/image71.png"/><Relationship Id="rId5" Type="http://schemas.openxmlformats.org/officeDocument/2006/relationships/image" Target="../media/image65.png"/><Relationship Id="rId15" Type="http://schemas.openxmlformats.org/officeDocument/2006/relationships/image" Target="../media/image75.png"/><Relationship Id="rId10" Type="http://schemas.openxmlformats.org/officeDocument/2006/relationships/image" Target="../media/image70.png"/><Relationship Id="rId19" Type="http://schemas.openxmlformats.org/officeDocument/2006/relationships/image" Target="../media/image79.png"/><Relationship Id="rId4" Type="http://schemas.openxmlformats.org/officeDocument/2006/relationships/image" Target="../media/image64.png"/><Relationship Id="rId9" Type="http://schemas.openxmlformats.org/officeDocument/2006/relationships/image" Target="../media/image69.png"/><Relationship Id="rId14" Type="http://schemas.openxmlformats.org/officeDocument/2006/relationships/image" Target="../media/image74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7" Type="http://schemas.openxmlformats.org/officeDocument/2006/relationships/hyperlink" Target="https://www.desmos.com/3d/4xztwjqibe" TargetMode="Externa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8.png"/><Relationship Id="rId5" Type="http://schemas.openxmlformats.org/officeDocument/2006/relationships/hyperlink" Target="https://www.desmos.com/3d/zvl57upxpp" TargetMode="External"/><Relationship Id="rId4" Type="http://schemas.openxmlformats.org/officeDocument/2006/relationships/image" Target="../media/image3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E8EFE3-AECE-0A3E-F708-3B138EC37A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C72625B0-9C50-5F21-824B-42EEFCC925B0}"/>
              </a:ext>
            </a:extLst>
          </p:cNvPr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7517C76-1160-6A2D-B8A6-15DDA1E83A22}"/>
              </a:ext>
            </a:extLst>
          </p:cNvPr>
          <p:cNvSpPr/>
          <p:nvPr/>
        </p:nvSpPr>
        <p:spPr>
          <a:xfrm>
            <a:off x="6095999" y="0"/>
            <a:ext cx="383459" cy="6858000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6DFEDC-5C40-1E05-3C8E-45F902F03177}"/>
              </a:ext>
            </a:extLst>
          </p:cNvPr>
          <p:cNvSpPr txBox="1"/>
          <p:nvPr/>
        </p:nvSpPr>
        <p:spPr>
          <a:xfrm>
            <a:off x="206478" y="2305615"/>
            <a:ext cx="5506063" cy="24314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b="1" dirty="0">
                <a:solidFill>
                  <a:schemeClr val="bg1"/>
                </a:solidFill>
              </a:rPr>
              <a:t>Game Theory Seven</a:t>
            </a:r>
          </a:p>
          <a:p>
            <a:pPr algn="ctr"/>
            <a:r>
              <a:rPr lang="en-US" sz="3600" b="1" dirty="0">
                <a:solidFill>
                  <a:schemeClr val="bg1"/>
                </a:solidFill>
              </a:rPr>
              <a:t>BNN Dynamical Systems</a:t>
            </a:r>
          </a:p>
          <a:p>
            <a:pPr algn="ctr"/>
            <a:r>
              <a:rPr lang="en-US" sz="3600" b="1" dirty="0">
                <a:solidFill>
                  <a:schemeClr val="bg1"/>
                </a:solidFill>
              </a:rPr>
              <a:t>and</a:t>
            </a:r>
          </a:p>
          <a:p>
            <a:pPr algn="ctr"/>
            <a:r>
              <a:rPr lang="en-US" sz="3600" b="1" dirty="0">
                <a:solidFill>
                  <a:schemeClr val="bg1"/>
                </a:solidFill>
              </a:rPr>
              <a:t>Fictitious Play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411B8F-F3DD-7217-C318-4E4BB0649028}"/>
              </a:ext>
            </a:extLst>
          </p:cNvPr>
          <p:cNvSpPr txBox="1"/>
          <p:nvPr/>
        </p:nvSpPr>
        <p:spPr>
          <a:xfrm>
            <a:off x="294968" y="5998682"/>
            <a:ext cx="550606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Jacob Wyngaard</a:t>
            </a:r>
            <a:endParaRPr lang="en-US" sz="2000" b="1" dirty="0">
              <a:solidFill>
                <a:schemeClr val="bg1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EDE578C-3179-2F49-CC34-4D1F7690E3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90968" y="475083"/>
            <a:ext cx="5907833" cy="59078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66099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92EC67-3043-CEBE-6C9D-2FE747529E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EEA5D004-0BE5-125E-746F-2DF3CA876D54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AD00D46-E02B-5823-FB43-B4F3C0F9C15A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CEE90CB-B8D4-83F7-5A3B-C4F6A7097EA6}"/>
              </a:ext>
            </a:extLst>
          </p:cNvPr>
          <p:cNvSpPr txBox="1"/>
          <p:nvPr/>
        </p:nvSpPr>
        <p:spPr>
          <a:xfrm>
            <a:off x="1543812" y="136652"/>
            <a:ext cx="933027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Brown – von Neumann – Nash (BNN)</a:t>
            </a:r>
          </a:p>
          <a:p>
            <a:pPr algn="ctr"/>
            <a:r>
              <a:rPr lang="en-US" sz="4000" b="1" dirty="0">
                <a:solidFill>
                  <a:schemeClr val="bg1"/>
                </a:solidFill>
              </a:rPr>
              <a:t>Dynamical Systems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A95E037-EF33-8C2A-A581-D755862434E1}"/>
                  </a:ext>
                </a:extLst>
              </p:cNvPr>
              <p:cNvSpPr txBox="1"/>
              <p:nvPr/>
            </p:nvSpPr>
            <p:spPr>
              <a:xfrm>
                <a:off x="1125083" y="1710813"/>
                <a:ext cx="10167731" cy="9885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𝜑</m:t>
                      </m:r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400" dirty="0">
                                  <a:latin typeface="Cambria Math" panose="02040503050406030204" pitchFamily="18" charset="0"/>
                                </a:rPr>
                                <m:t>Payoff</m:t>
                              </m:r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b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400" dirty="0">
                                  <a:latin typeface="Cambria Math" panose="02040503050406030204" pitchFamily="18" charset="0"/>
                                </a:rPr>
                                <m:t>Payoff</m:t>
                              </m:r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d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nary>
                        <m:naryPr>
                          <m:chr m:val="∑"/>
                          <m:supHide m:val="on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/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400" dirty="0">
                                      <a:latin typeface="Cambria Math" panose="02040503050406030204" pitchFamily="18" charset="0"/>
                                    </a:rPr>
                                    <m:t>Payoff</m:t>
                                  </m:r>
                                </m:e>
                                <m:sub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4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 dirty="0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e>
                                    <m:sub>
                                      <m:r>
                                        <a:rPr lang="en-US" sz="2400" b="0" i="1" dirty="0" smtClean="0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2400" dirty="0">
                                      <a:latin typeface="Cambria Math" panose="02040503050406030204" pitchFamily="18" charset="0"/>
                                    </a:rPr>
                                    <m:t>Payoff</m:t>
                                  </m:r>
                                </m:e>
                                <m:sub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</m:d>
                            </m:e>
                          </m:d>
                        </m:e>
                      </m:nary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A95E037-EF33-8C2A-A581-D755862434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5083" y="1710813"/>
                <a:ext cx="10167731" cy="98854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ight Brace 9">
            <a:extLst>
              <a:ext uri="{FF2B5EF4-FFF2-40B4-BE49-F238E27FC236}">
                <a16:creationId xmlns:a16="http://schemas.microsoft.com/office/drawing/2014/main" id="{CE99C828-DEB1-426C-EA4F-F923A4D92B2E}"/>
              </a:ext>
            </a:extLst>
          </p:cNvPr>
          <p:cNvSpPr/>
          <p:nvPr/>
        </p:nvSpPr>
        <p:spPr>
          <a:xfrm rot="5400000">
            <a:off x="4032852" y="1173559"/>
            <a:ext cx="454149" cy="3089051"/>
          </a:xfrm>
          <a:prstGeom prst="rightBrace">
            <a:avLst>
              <a:gd name="adj1" fmla="val 8333"/>
              <a:gd name="adj2" fmla="val 48353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AE57E51-2BBC-9129-6439-11441C3B1E61}"/>
                  </a:ext>
                </a:extLst>
              </p:cNvPr>
              <p:cNvSpPr txBox="1"/>
              <p:nvPr/>
            </p:nvSpPr>
            <p:spPr>
              <a:xfrm>
                <a:off x="1543812" y="2974976"/>
                <a:ext cx="576267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Value of Pure Strategy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dirty="0"/>
                  <a:t> minus Value of Current Strategy 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AE57E51-2BBC-9129-6439-11441C3B1E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812" y="2974976"/>
                <a:ext cx="5762677" cy="369332"/>
              </a:xfrm>
              <a:prstGeom prst="rect">
                <a:avLst/>
              </a:prstGeom>
              <a:blipFill>
                <a:blip r:embed="rId4"/>
                <a:stretch>
                  <a:fillRect l="-846" t="-6557" b="-262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7340F29-C032-B06B-A3A3-97A60F8E31A7}"/>
                  </a:ext>
                </a:extLst>
              </p:cNvPr>
              <p:cNvSpPr txBox="1"/>
              <p:nvPr/>
            </p:nvSpPr>
            <p:spPr>
              <a:xfrm>
                <a:off x="300658" y="4076025"/>
                <a:ext cx="762082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4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𝜑</m:t>
                    </m:r>
                  </m:oMath>
                </a14:m>
                <a:r>
                  <a:rPr lang="en-US" sz="2400" dirty="0"/>
                  <a:t> – an increasing function, Nash used </a:t>
                </a:r>
                <a:r>
                  <a:rPr lang="en-US" sz="2400" dirty="0" err="1"/>
                  <a:t>ReLu</a:t>
                </a:r>
                <a:r>
                  <a:rPr lang="en-US" sz="2400" dirty="0"/>
                  <a:t> function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7340F29-C032-B06B-A3A3-97A60F8E31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658" y="4076025"/>
                <a:ext cx="7620829" cy="461665"/>
              </a:xfrm>
              <a:prstGeom prst="rect">
                <a:avLst/>
              </a:prstGeom>
              <a:blipFill>
                <a:blip r:embed="rId5"/>
                <a:stretch>
                  <a:fillRect l="-240" t="-10667" b="-30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3BD1974-1A1E-2295-F69E-1DCE8779F304}"/>
                  </a:ext>
                </a:extLst>
              </p:cNvPr>
              <p:cNvSpPr txBox="1"/>
              <p:nvPr/>
            </p:nvSpPr>
            <p:spPr>
              <a:xfrm>
                <a:off x="300658" y="3549150"/>
                <a:ext cx="9101759" cy="4914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24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 sz="2400" dirty="0"/>
                  <a:t> – the probability that the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400" dirty="0"/>
                  <a:t>th player chooses their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2400" dirty="0"/>
                  <a:t>th strategy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3BD1974-1A1E-2295-F69E-1DCE8779F3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0658" y="3549150"/>
                <a:ext cx="9101759" cy="491417"/>
              </a:xfrm>
              <a:prstGeom prst="rect">
                <a:avLst/>
              </a:prstGeom>
              <a:blipFill>
                <a:blip r:embed="rId6"/>
                <a:stretch>
                  <a:fillRect l="-201" t="-7407" b="-234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3C97C3DF-AF59-B582-122A-6929ADD567CF}"/>
              </a:ext>
            </a:extLst>
          </p:cNvPr>
          <p:cNvSpPr txBox="1"/>
          <p:nvPr/>
        </p:nvSpPr>
        <p:spPr>
          <a:xfrm>
            <a:off x="300658" y="6259683"/>
            <a:ext cx="762082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This is a set of time-homogeneous differential equations</a:t>
            </a:r>
          </a:p>
        </p:txBody>
      </p:sp>
    </p:spTree>
    <p:extLst>
      <p:ext uri="{BB962C8B-B14F-4D97-AF65-F5344CB8AC3E}">
        <p14:creationId xmlns:p14="http://schemas.microsoft.com/office/powerpoint/2010/main" val="3378955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515CC4-4059-7EA6-5AE4-E178D436F9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D4657D7-B083-AC81-6F8B-EEF73474A246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9933D8F-D1F7-3F09-EF6F-D1210AF954FD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BA8145A-B2D6-3563-CF86-1DF1F4B38826}"/>
              </a:ext>
            </a:extLst>
          </p:cNvPr>
          <p:cNvSpPr txBox="1"/>
          <p:nvPr/>
        </p:nvSpPr>
        <p:spPr>
          <a:xfrm>
            <a:off x="170519" y="1807313"/>
            <a:ext cx="109515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Recall the two-player game:</a:t>
            </a:r>
          </a:p>
        </p:txBody>
      </p:sp>
      <p:graphicFrame>
        <p:nvGraphicFramePr>
          <p:cNvPr id="35" name="Table 34">
            <a:extLst>
              <a:ext uri="{FF2B5EF4-FFF2-40B4-BE49-F238E27FC236}">
                <a16:creationId xmlns:a16="http://schemas.microsoft.com/office/drawing/2014/main" id="{F894B87C-DBDC-CB37-4415-4D62BDDCEF0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0772216"/>
              </p:ext>
            </p:extLst>
          </p:nvPr>
        </p:nvGraphicFramePr>
        <p:xfrm>
          <a:off x="1411651" y="4120783"/>
          <a:ext cx="4064810" cy="1998138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2032405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2032405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</a:tblGrid>
              <a:tr h="999069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999069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</a:tbl>
          </a:graphicData>
        </a:graphic>
      </p:graphicFrame>
      <p:graphicFrame>
        <p:nvGraphicFramePr>
          <p:cNvPr id="42" name="Table 41">
            <a:extLst>
              <a:ext uri="{FF2B5EF4-FFF2-40B4-BE49-F238E27FC236}">
                <a16:creationId xmlns:a16="http://schemas.microsoft.com/office/drawing/2014/main" id="{4FDD15EE-BB6A-ADE0-FF04-BB9A36352A9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2639365"/>
              </p:ext>
            </p:extLst>
          </p:nvPr>
        </p:nvGraphicFramePr>
        <p:xfrm>
          <a:off x="7415353" y="4120783"/>
          <a:ext cx="4064810" cy="2005122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2032405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2032405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</a:tblGrid>
              <a:tr h="1002561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1002561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</a:tbl>
          </a:graphicData>
        </a:graphic>
      </p:graphicFrame>
      <p:sp>
        <p:nvSpPr>
          <p:cNvPr id="43" name="TextBox 42">
            <a:extLst>
              <a:ext uri="{FF2B5EF4-FFF2-40B4-BE49-F238E27FC236}">
                <a16:creationId xmlns:a16="http://schemas.microsoft.com/office/drawing/2014/main" id="{F1CD27BF-A908-E420-9AC0-3C2B13D82C60}"/>
              </a:ext>
            </a:extLst>
          </p:cNvPr>
          <p:cNvSpPr txBox="1"/>
          <p:nvPr/>
        </p:nvSpPr>
        <p:spPr>
          <a:xfrm rot="16200000">
            <a:off x="5545983" y="4686118"/>
            <a:ext cx="216702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14CBDFF-7DBB-9C6B-7790-0146152F3074}"/>
              </a:ext>
            </a:extLst>
          </p:cNvPr>
          <p:cNvSpPr txBox="1"/>
          <p:nvPr/>
        </p:nvSpPr>
        <p:spPr>
          <a:xfrm>
            <a:off x="6950901" y="4252778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EDAC34A-E63F-6FD4-4A4B-C6D5C0E38F00}"/>
              </a:ext>
            </a:extLst>
          </p:cNvPr>
          <p:cNvSpPr txBox="1"/>
          <p:nvPr/>
        </p:nvSpPr>
        <p:spPr>
          <a:xfrm>
            <a:off x="6950901" y="5247397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60476E4-5275-707D-ACB3-08B3EFADB927}"/>
              </a:ext>
            </a:extLst>
          </p:cNvPr>
          <p:cNvSpPr txBox="1"/>
          <p:nvPr/>
        </p:nvSpPr>
        <p:spPr>
          <a:xfrm>
            <a:off x="8190498" y="3468729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0C62C75-85A6-0C6B-3BB7-296FDD3107C7}"/>
              </a:ext>
            </a:extLst>
          </p:cNvPr>
          <p:cNvSpPr txBox="1"/>
          <p:nvPr/>
        </p:nvSpPr>
        <p:spPr>
          <a:xfrm>
            <a:off x="10207614" y="3468729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3EAD4F8-0702-FFC2-171D-878152523821}"/>
              </a:ext>
            </a:extLst>
          </p:cNvPr>
          <p:cNvSpPr txBox="1"/>
          <p:nvPr/>
        </p:nvSpPr>
        <p:spPr>
          <a:xfrm>
            <a:off x="8422724" y="2992936"/>
            <a:ext cx="218897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FE998CF-7460-FB13-A003-73842413F1A2}"/>
              </a:ext>
            </a:extLst>
          </p:cNvPr>
          <p:cNvSpPr txBox="1"/>
          <p:nvPr/>
        </p:nvSpPr>
        <p:spPr>
          <a:xfrm>
            <a:off x="712562" y="2322759"/>
            <a:ext cx="538343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Player 1 Payoff Matrix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BF83587-629D-346A-83C4-015CB67FBE2D}"/>
              </a:ext>
            </a:extLst>
          </p:cNvPr>
          <p:cNvSpPr txBox="1"/>
          <p:nvPr/>
        </p:nvSpPr>
        <p:spPr>
          <a:xfrm>
            <a:off x="6644898" y="2322758"/>
            <a:ext cx="522880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Player 2 Payoff Matrix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508590B0-1E32-02C9-1CCB-02D68B05D270}"/>
                  </a:ext>
                </a:extLst>
              </p:cNvPr>
              <p:cNvSpPr txBox="1"/>
              <p:nvPr/>
            </p:nvSpPr>
            <p:spPr>
              <a:xfrm>
                <a:off x="1411651" y="6242016"/>
                <a:ext cx="1095157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Player 1 Strategy: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=(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                                 Player 2 Strategy: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=(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</a:t>
                </a:r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508590B0-1E32-02C9-1CCB-02D68B05D2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1651" y="6242016"/>
                <a:ext cx="10951571" cy="461665"/>
              </a:xfrm>
              <a:prstGeom prst="rect">
                <a:avLst/>
              </a:prstGeom>
              <a:blipFill>
                <a:blip r:embed="rId3"/>
                <a:stretch>
                  <a:fillRect l="-891" t="-9211" b="-30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3163CDB2-9AC9-4C9D-A195-E3BB7F632492}"/>
              </a:ext>
            </a:extLst>
          </p:cNvPr>
          <p:cNvSpPr txBox="1"/>
          <p:nvPr/>
        </p:nvSpPr>
        <p:spPr>
          <a:xfrm>
            <a:off x="1551450" y="117398"/>
            <a:ext cx="933027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Brown - von Neumann- Nash </a:t>
            </a:r>
          </a:p>
          <a:p>
            <a:pPr algn="ctr"/>
            <a:r>
              <a:rPr lang="en-US" sz="4000" b="1" dirty="0">
                <a:solidFill>
                  <a:schemeClr val="bg1"/>
                </a:solidFill>
              </a:rPr>
              <a:t>Example Dynamical System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9E0102E-A4BE-31DF-2990-F707D28E5406}"/>
              </a:ext>
            </a:extLst>
          </p:cNvPr>
          <p:cNvSpPr txBox="1"/>
          <p:nvPr/>
        </p:nvSpPr>
        <p:spPr>
          <a:xfrm rot="16200000">
            <a:off x="-452147" y="4686118"/>
            <a:ext cx="216702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F659F99-26C3-03EF-7F10-C770B3ADEC27}"/>
              </a:ext>
            </a:extLst>
          </p:cNvPr>
          <p:cNvSpPr txBox="1"/>
          <p:nvPr/>
        </p:nvSpPr>
        <p:spPr>
          <a:xfrm>
            <a:off x="952771" y="4252778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034130F-3E29-2559-0C2F-11A43CD2E328}"/>
              </a:ext>
            </a:extLst>
          </p:cNvPr>
          <p:cNvSpPr txBox="1"/>
          <p:nvPr/>
        </p:nvSpPr>
        <p:spPr>
          <a:xfrm>
            <a:off x="952771" y="5247397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B232064-1BA7-4BD9-D963-4BDA27C64612}"/>
              </a:ext>
            </a:extLst>
          </p:cNvPr>
          <p:cNvSpPr txBox="1"/>
          <p:nvPr/>
        </p:nvSpPr>
        <p:spPr>
          <a:xfrm>
            <a:off x="2192368" y="3468729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0E2AD81-C102-A799-6366-72636FE7440F}"/>
              </a:ext>
            </a:extLst>
          </p:cNvPr>
          <p:cNvSpPr txBox="1"/>
          <p:nvPr/>
        </p:nvSpPr>
        <p:spPr>
          <a:xfrm>
            <a:off x="4209484" y="3468729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DD18273-DDC1-11F1-DB5F-AD80B0C57ED2}"/>
              </a:ext>
            </a:extLst>
          </p:cNvPr>
          <p:cNvSpPr txBox="1"/>
          <p:nvPr/>
        </p:nvSpPr>
        <p:spPr>
          <a:xfrm>
            <a:off x="2424594" y="2992936"/>
            <a:ext cx="218897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Player 2</a:t>
            </a:r>
          </a:p>
        </p:txBody>
      </p:sp>
    </p:spTree>
    <p:extLst>
      <p:ext uri="{BB962C8B-B14F-4D97-AF65-F5344CB8AC3E}">
        <p14:creationId xmlns:p14="http://schemas.microsoft.com/office/powerpoint/2010/main" val="14613719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A9C099-5D9E-10F8-701D-1DA3894AB1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52D6B67-19D7-498D-DC81-34FCCD967423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C601027-C255-89EB-B427-EC85156DCF42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EB031D3-47F6-B075-017F-D61AE688BEAF}"/>
              </a:ext>
            </a:extLst>
          </p:cNvPr>
          <p:cNvSpPr txBox="1"/>
          <p:nvPr/>
        </p:nvSpPr>
        <p:spPr>
          <a:xfrm>
            <a:off x="1551450" y="117398"/>
            <a:ext cx="933027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Brown - von Neumann- Nash </a:t>
            </a:r>
          </a:p>
          <a:p>
            <a:pPr algn="ctr"/>
            <a:r>
              <a:rPr lang="en-US" sz="4000" b="1" dirty="0">
                <a:solidFill>
                  <a:schemeClr val="bg1"/>
                </a:solidFill>
              </a:rPr>
              <a:t>Example Dynamical System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AE801BC-439E-0D07-FAC7-7E1105AC743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6463" y="1716816"/>
            <a:ext cx="7779162" cy="501778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4DDBFAA-A1FB-65CF-1CDB-7E9E4221D55F}"/>
                  </a:ext>
                </a:extLst>
              </p:cNvPr>
              <p:cNvSpPr txBox="1"/>
              <p:nvPr/>
            </p:nvSpPr>
            <p:spPr>
              <a:xfrm>
                <a:off x="8406882" y="2052735"/>
                <a:ext cx="3318588" cy="39959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dirty="0"/>
                  <a:t>ODE simulation results from RK45 method</a:t>
                </a:r>
              </a:p>
              <a:p>
                <a:endParaRPr lang="en-US" sz="2000" dirty="0"/>
              </a:p>
              <a:p>
                <a:r>
                  <a:rPr lang="en-US" sz="2000" dirty="0"/>
                  <a:t>Initial Conditions:</a:t>
                </a:r>
              </a:p>
              <a:p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sz="2000" dirty="0"/>
              </a:p>
              <a:p>
                <a:endParaRPr lang="en-US" sz="2000" dirty="0"/>
              </a:p>
              <a:p>
                <a:pPr>
                  <a:spcAft>
                    <a:spcPts val="1200"/>
                  </a:spcAft>
                </a:pPr>
                <a:r>
                  <a:rPr lang="en-US" sz="2000" dirty="0"/>
                  <a:t>Actual Nash Equilibrium:</a:t>
                </a:r>
              </a:p>
              <a:p>
                <a:pPr>
                  <a:spcAft>
                    <a:spcPts val="12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</a:rPr>
                        <m:t>=(</m:t>
                      </m:r>
                      <m:f>
                        <m:f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num>
                        <m:den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den>
                      </m:f>
                      <m:r>
                        <a:rPr lang="en-US" sz="2000" i="1">
                          <a:latin typeface="Cambria Math" panose="02040503050406030204" pitchFamily="18" charset="0"/>
                        </a:rPr>
                        <m:t>,</m:t>
                      </m:r>
                      <m:f>
                        <m:f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den>
                      </m:f>
                      <m:r>
                        <a:rPr lang="en-US" sz="20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000" b="0" i="1" dirty="0">
                  <a:latin typeface="Cambria Math" panose="02040503050406030204" pitchFamily="18" charset="0"/>
                </a:endParaRPr>
              </a:p>
              <a:p>
                <a:pPr>
                  <a:spcAft>
                    <a:spcPts val="12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=(</m:t>
                      </m:r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,</m:t>
                      </m:r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4DDBFAA-A1FB-65CF-1CDB-7E9E4221D5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06882" y="2052735"/>
                <a:ext cx="3318588" cy="3995966"/>
              </a:xfrm>
              <a:prstGeom prst="rect">
                <a:avLst/>
              </a:prstGeom>
              <a:blipFill>
                <a:blip r:embed="rId4"/>
                <a:stretch>
                  <a:fillRect l="-1838" t="-916" r="-7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413606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A34546-0123-B676-D36C-596667A003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E0C133DD-A38F-391C-E2CD-9F709EE64B90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9BCE69A-F6E8-84F4-3B02-630CB6E7DD4E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EE5591D-14CA-C27A-2ED4-3FD35EEC56ED}"/>
              </a:ext>
            </a:extLst>
          </p:cNvPr>
          <p:cNvSpPr txBox="1"/>
          <p:nvPr/>
        </p:nvSpPr>
        <p:spPr>
          <a:xfrm>
            <a:off x="2138873" y="70783"/>
            <a:ext cx="814014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Step Size in Time</a:t>
            </a:r>
          </a:p>
          <a:p>
            <a:pPr algn="ctr"/>
            <a:r>
              <a:rPr lang="en-US" sz="4000" b="1" dirty="0">
                <a:solidFill>
                  <a:schemeClr val="bg1"/>
                </a:solidFill>
              </a:rPr>
              <a:t>Considerations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4981B80-B601-FC4D-8F85-0441B4FD2E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210" y="1802211"/>
            <a:ext cx="7810901" cy="498500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B635901-2C9B-2DD5-B6BE-EDB33D01FE6B}"/>
                  </a:ext>
                </a:extLst>
              </p:cNvPr>
              <p:cNvSpPr txBox="1"/>
              <p:nvPr/>
            </p:nvSpPr>
            <p:spPr>
              <a:xfrm>
                <a:off x="8013625" y="2042796"/>
                <a:ext cx="4055165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000" dirty="0"/>
                  <a:t>Time Step </a:t>
                </a:r>
                <a14:m>
                  <m:oMath xmlns:m="http://schemas.openxmlformats.org/officeDocument/2006/math">
                    <m:r>
                      <a:rPr lang="en-US" sz="2000" b="0" i="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5</m:t>
                    </m:r>
                  </m:oMath>
                </a14:m>
                <a:endParaRPr lang="en-US" sz="20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B635901-2C9B-2DD5-B6BE-EDB33D01FE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13625" y="2042796"/>
                <a:ext cx="4055165" cy="400110"/>
              </a:xfrm>
              <a:prstGeom prst="rect">
                <a:avLst/>
              </a:prstGeom>
              <a:blipFill>
                <a:blip r:embed="rId4"/>
                <a:stretch>
                  <a:fillRect t="-6061" b="-272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8117728-39C0-CA4F-415C-85EDEF14FECD}"/>
                  </a:ext>
                </a:extLst>
              </p:cNvPr>
              <p:cNvSpPr txBox="1"/>
              <p:nvPr/>
            </p:nvSpPr>
            <p:spPr>
              <a:xfrm>
                <a:off x="8313040" y="4769533"/>
                <a:ext cx="3456333" cy="17580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2000" dirty="0"/>
                  <a:t>ODE simulation results from RK45 method</a:t>
                </a:r>
              </a:p>
              <a:p>
                <a:pPr algn="ctr"/>
                <a:endParaRPr lang="en-US" sz="2000" dirty="0"/>
              </a:p>
              <a:p>
                <a:pPr algn="ctr"/>
                <a:r>
                  <a:rPr lang="en-US" sz="2000" dirty="0"/>
                  <a:t>Initial Conditions:</a:t>
                </a:r>
              </a:p>
              <a:p>
                <a:pPr algn="ctr"/>
                <a:r>
                  <a:rPr lang="en-US" sz="20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000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sz="2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8117728-39C0-CA4F-415C-85EDEF14FE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13040" y="4769533"/>
                <a:ext cx="3456333" cy="1758045"/>
              </a:xfrm>
              <a:prstGeom prst="rect">
                <a:avLst/>
              </a:prstGeom>
              <a:blipFill>
                <a:blip r:embed="rId5"/>
                <a:stretch>
                  <a:fillRect t="-1730" r="-5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559114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BA093F-0FBF-F98C-798D-3023AC0C7A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C3C13D1F-8AC3-BC3F-BFC6-4FDF84C01FCB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6344AF1-0906-3BF9-080A-BABD05EBF934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09302E1-4F11-5AA8-E4C2-B477F6EED43E}"/>
              </a:ext>
            </a:extLst>
          </p:cNvPr>
          <p:cNvSpPr txBox="1"/>
          <p:nvPr/>
        </p:nvSpPr>
        <p:spPr>
          <a:xfrm>
            <a:off x="2160576" y="369894"/>
            <a:ext cx="814014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Convergence to Nash Equilibrium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D2AF9D-523C-F65F-F687-FDBFC209F077}"/>
              </a:ext>
            </a:extLst>
          </p:cNvPr>
          <p:cNvSpPr txBox="1"/>
          <p:nvPr/>
        </p:nvSpPr>
        <p:spPr>
          <a:xfrm>
            <a:off x="-194857" y="1777381"/>
            <a:ext cx="1020356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What time step size do we actually want for the quickest convergence?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C53EEBA-CCFA-A78E-4E41-F2DAB1BCABB7}"/>
              </a:ext>
            </a:extLst>
          </p:cNvPr>
          <p:cNvSpPr txBox="1"/>
          <p:nvPr/>
        </p:nvSpPr>
        <p:spPr>
          <a:xfrm>
            <a:off x="-343944" y="2305614"/>
            <a:ext cx="1180376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To determine the optimal step size, we need to switch to a non-adaptive ordinary differential equation solver: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CCBFE96-B492-2B27-4202-20EEBBB283AE}"/>
              </a:ext>
            </a:extLst>
          </p:cNvPr>
          <p:cNvSpPr txBox="1"/>
          <p:nvPr/>
        </p:nvSpPr>
        <p:spPr>
          <a:xfrm>
            <a:off x="-85525" y="3250855"/>
            <a:ext cx="644657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/>
              <a:t>Runge – Kutta Fourth Order (RK4) Method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C0924FA-88BF-9391-0DC3-0BDE541B87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592" y="4579886"/>
            <a:ext cx="3226613" cy="81310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88EE755-AFD8-3669-D4C0-F38A36CCB6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4808" y="3703255"/>
            <a:ext cx="3141949" cy="202426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23C2137A-DFA3-C0B1-6C81-A1A448BCC1E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4808" y="5752668"/>
            <a:ext cx="4265916" cy="1034549"/>
          </a:xfrm>
          <a:prstGeom prst="rect">
            <a:avLst/>
          </a:prstGeom>
        </p:spPr>
      </p:pic>
      <p:sp>
        <p:nvSpPr>
          <p:cNvPr id="16" name="Right Brace 15">
            <a:extLst>
              <a:ext uri="{FF2B5EF4-FFF2-40B4-BE49-F238E27FC236}">
                <a16:creationId xmlns:a16="http://schemas.microsoft.com/office/drawing/2014/main" id="{2B122B98-41B6-3BA0-6563-EA9B883CADBE}"/>
              </a:ext>
            </a:extLst>
          </p:cNvPr>
          <p:cNvSpPr/>
          <p:nvPr/>
        </p:nvSpPr>
        <p:spPr>
          <a:xfrm rot="10800000">
            <a:off x="5557936" y="3731411"/>
            <a:ext cx="627608" cy="1996103"/>
          </a:xfrm>
          <a:prstGeom prst="rightBrace">
            <a:avLst>
              <a:gd name="adj1" fmla="val 8333"/>
              <a:gd name="adj2" fmla="val 48353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330388B-FD92-187C-3EE1-1E363DB762BB}"/>
              </a:ext>
            </a:extLst>
          </p:cNvPr>
          <p:cNvSpPr txBox="1"/>
          <p:nvPr/>
        </p:nvSpPr>
        <p:spPr>
          <a:xfrm>
            <a:off x="3996142" y="4393364"/>
            <a:ext cx="182156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Four Increments</a:t>
            </a:r>
          </a:p>
        </p:txBody>
      </p:sp>
      <p:sp>
        <p:nvSpPr>
          <p:cNvPr id="18" name="Right Brace 17">
            <a:extLst>
              <a:ext uri="{FF2B5EF4-FFF2-40B4-BE49-F238E27FC236}">
                <a16:creationId xmlns:a16="http://schemas.microsoft.com/office/drawing/2014/main" id="{21418172-A42F-A62F-A95B-62D8817D3186}"/>
              </a:ext>
            </a:extLst>
          </p:cNvPr>
          <p:cNvSpPr/>
          <p:nvPr/>
        </p:nvSpPr>
        <p:spPr>
          <a:xfrm rot="10800000">
            <a:off x="5557935" y="5973442"/>
            <a:ext cx="627608" cy="710269"/>
          </a:xfrm>
          <a:prstGeom prst="rightBrace">
            <a:avLst>
              <a:gd name="adj1" fmla="val 8333"/>
              <a:gd name="adj2" fmla="val 48353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1C920BD-1D4A-2FB5-6939-22E7EF4B1052}"/>
              </a:ext>
            </a:extLst>
          </p:cNvPr>
          <p:cNvSpPr txBox="1"/>
          <p:nvPr/>
        </p:nvSpPr>
        <p:spPr>
          <a:xfrm>
            <a:off x="980495" y="5866912"/>
            <a:ext cx="182156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ODE</a:t>
            </a:r>
          </a:p>
        </p:txBody>
      </p:sp>
      <p:sp>
        <p:nvSpPr>
          <p:cNvPr id="20" name="Right Brace 19">
            <a:extLst>
              <a:ext uri="{FF2B5EF4-FFF2-40B4-BE49-F238E27FC236}">
                <a16:creationId xmlns:a16="http://schemas.microsoft.com/office/drawing/2014/main" id="{23D5A06E-1D96-E47D-8D7A-EF17CF6938D4}"/>
              </a:ext>
            </a:extLst>
          </p:cNvPr>
          <p:cNvSpPr/>
          <p:nvPr/>
        </p:nvSpPr>
        <p:spPr>
          <a:xfrm rot="5400000">
            <a:off x="1562689" y="4075857"/>
            <a:ext cx="627608" cy="2926109"/>
          </a:xfrm>
          <a:prstGeom prst="rightBrace">
            <a:avLst>
              <a:gd name="adj1" fmla="val 8333"/>
              <a:gd name="adj2" fmla="val 48353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F6D10EB-7AB1-B42B-D894-25F851B8520A}"/>
              </a:ext>
            </a:extLst>
          </p:cNvPr>
          <p:cNvSpPr txBox="1"/>
          <p:nvPr/>
        </p:nvSpPr>
        <p:spPr>
          <a:xfrm>
            <a:off x="4217173" y="6005115"/>
            <a:ext cx="182156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Update Values</a:t>
            </a:r>
          </a:p>
        </p:txBody>
      </p:sp>
    </p:spTree>
    <p:extLst>
      <p:ext uri="{BB962C8B-B14F-4D97-AF65-F5344CB8AC3E}">
        <p14:creationId xmlns:p14="http://schemas.microsoft.com/office/powerpoint/2010/main" val="35751573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694E96-2B2A-DE75-F11C-AAD9404138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067EC90C-7AD8-534D-E568-8D1A97769828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9B88D35-FFD6-3715-C057-F62940B2A6BC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77460BD-52C0-BA7D-D233-80F6BBD717ED}"/>
                  </a:ext>
                </a:extLst>
              </p:cNvPr>
              <p:cNvSpPr txBox="1"/>
              <p:nvPr/>
            </p:nvSpPr>
            <p:spPr>
              <a:xfrm>
                <a:off x="222586" y="1834900"/>
                <a:ext cx="10203561" cy="198163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Next, we need a metric to determine convergence</a:t>
                </a:r>
              </a:p>
              <a:p>
                <a:endParaRPr lang="en-US" sz="2400" dirty="0"/>
              </a:p>
              <a:p>
                <a:r>
                  <a:rPr lang="en-US" sz="2400" dirty="0"/>
                  <a:t>I used the Root Mean Square (RMS) error: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en-US" sz="240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nary>
                              <m:naryPr>
                                <m:chr m:val="∑"/>
                                <m:subHide m:val="on"/>
                                <m:supHide m:val="on"/>
                                <m:ctrlPr>
                                  <a:rPr lang="en-US" sz="2400" i="1" smtClean="0">
                                    <a:latin typeface="Cambria Math" panose="02040503050406030204" pitchFamily="18" charset="0"/>
                                  </a:rPr>
                                </m:ctrlPr>
                              </m:naryPr>
                              <m:sub/>
                              <m:sup/>
                              <m:e>
                                <m:sSup>
                                  <m:sSup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𝑝</m:t>
                                        </m:r>
                                      </m:e>
                                      <m:sub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𝑖𝑗</m:t>
                                        </m:r>
                                      </m:sub>
                                    </m:sSub>
                                    <m:r>
                                      <a:rPr lang="en-US" sz="2400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𝑞</m:t>
                                        </m:r>
                                      </m:e>
                                      <m:sub>
                                        <m:r>
                                          <a:rPr lang="en-US" sz="2400" i="1">
                                            <a:latin typeface="Cambria Math" panose="02040503050406030204" pitchFamily="18" charset="0"/>
                                          </a:rPr>
                                          <m:t>𝑖𝑗</m:t>
                                        </m:r>
                                      </m:sub>
                                    </m:sSub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e>
                            </m:nary>
                          </m:num>
                          <m:den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den>
                        </m:f>
                      </m:e>
                    </m:rad>
                  </m:oMath>
                </a14:m>
                <a:r>
                  <a:rPr lang="en-US" sz="2400" dirty="0"/>
                  <a:t> </a:t>
                </a:r>
              </a:p>
              <a:p>
                <a:r>
                  <a:rPr lang="en-US" sz="2400" dirty="0"/>
                  <a:t>	where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 sz="2400" dirty="0"/>
                  <a:t> value represent the Nash Equilibrium probabilities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77460BD-52C0-BA7D-D233-80F6BBD717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2586" y="1834900"/>
                <a:ext cx="10203561" cy="1981633"/>
              </a:xfrm>
              <a:prstGeom prst="rect">
                <a:avLst/>
              </a:prstGeom>
              <a:blipFill>
                <a:blip r:embed="rId3"/>
                <a:stretch>
                  <a:fillRect l="-956" t="-2462" b="-52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9227B5B4-84E2-CF03-B1EF-65B1BF6B4EA0}"/>
              </a:ext>
            </a:extLst>
          </p:cNvPr>
          <p:cNvSpPr txBox="1"/>
          <p:nvPr/>
        </p:nvSpPr>
        <p:spPr>
          <a:xfrm>
            <a:off x="2160576" y="369894"/>
            <a:ext cx="814014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Convergence to Nash Equilibrium</a:t>
            </a:r>
          </a:p>
        </p:txBody>
      </p:sp>
    </p:spTree>
    <p:extLst>
      <p:ext uri="{BB962C8B-B14F-4D97-AF65-F5344CB8AC3E}">
        <p14:creationId xmlns:p14="http://schemas.microsoft.com/office/powerpoint/2010/main" val="10900568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A7D060-9D8D-7D0F-367D-8B5AE186CB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C453EB1-55A2-81B3-6B46-5C7A71E211B1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C586C66-3A2C-0F34-C0C6-46EF20D963E2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0D3685A-2833-E57C-42F7-DC94A5524BA4}"/>
              </a:ext>
            </a:extLst>
          </p:cNvPr>
          <p:cNvSpPr txBox="1"/>
          <p:nvPr/>
        </p:nvSpPr>
        <p:spPr>
          <a:xfrm>
            <a:off x="2160576" y="369894"/>
            <a:ext cx="814014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Convergence to Nash Equilibrium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28C54981-191D-9AAB-80BB-D0B61714FE7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941863948"/>
                  </p:ext>
                </p:extLst>
              </p:nvPr>
            </p:nvGraphicFramePr>
            <p:xfrm>
              <a:off x="221860" y="1940767"/>
              <a:ext cx="8128000" cy="4730433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4064000">
                      <a:extLst>
                        <a:ext uri="{9D8B030D-6E8A-4147-A177-3AD203B41FA5}">
                          <a16:colId xmlns:a16="http://schemas.microsoft.com/office/drawing/2014/main" val="1118515414"/>
                        </a:ext>
                      </a:extLst>
                    </a:gridCol>
                    <a:gridCol w="4064000">
                      <a:extLst>
                        <a:ext uri="{9D8B030D-6E8A-4147-A177-3AD203B41FA5}">
                          <a16:colId xmlns:a16="http://schemas.microsoft.com/office/drawing/2014/main" val="1108421254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b="1" dirty="0"/>
                            <a:t>Stopping Time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b="1" dirty="0"/>
                            <a:t>RMS Equilibrium Error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0380043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𝟎𝟖𝟓𝟑𝟖𝟎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64117839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𝟓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𝟎𝟑𝟖𝟏𝟐𝟔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84369291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𝟓𝟎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𝟎𝟎𝟓𝟎𝟏𝟑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3453252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𝟐𝟎𝟎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𝟎𝟎𝟏𝟏𝟔𝟎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7286303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𝟓𝟎𝟎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𝟑</m:t>
                                </m:r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𝟏𝟐𝟑</m:t>
                                </m:r>
                                <m:sSup>
                                  <m:sSupPr>
                                    <m:ctrlPr>
                                      <a:rPr lang="en-US" sz="22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200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×</m:t>
                                    </m:r>
                                    <m:r>
                                      <a:rPr lang="en-US" sz="2200" b="1" i="1" smtClean="0">
                                        <a:latin typeface="Cambria Math" panose="02040503050406030204" pitchFamily="18" charset="0"/>
                                      </a:rPr>
                                      <m:t>𝟏𝟎</m:t>
                                    </m:r>
                                  </m:e>
                                  <m:sup>
                                    <m:r>
                                      <a:rPr lang="en-US" sz="2200" b="1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2200" b="1" i="1" smtClean="0">
                                        <a:latin typeface="Cambria Math" panose="02040503050406030204" pitchFamily="18" charset="0"/>
                                      </a:rPr>
                                      <m:t>𝟕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28849690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𝟏𝟎𝟎𝟎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200" b="1" dirty="0"/>
                            <a:t>5</a:t>
                          </a:r>
                          <a14:m>
                            <m:oMath xmlns:m="http://schemas.openxmlformats.org/officeDocument/2006/math">
                              <m:r>
                                <a:rPr lang="en-US" sz="2200" b="1" i="1" dirty="0" smtClean="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lang="en-US" sz="2200" b="1" i="1" dirty="0" smtClean="0">
                                  <a:latin typeface="Cambria Math" panose="02040503050406030204" pitchFamily="18" charset="0"/>
                                </a:rPr>
                                <m:t>𝟑𝟑𝟐</m:t>
                              </m:r>
                              <m:sSup>
                                <m:sSupPr>
                                  <m:ctrlPr>
                                    <a:rPr lang="en-US" sz="2200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200" b="1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×</m:t>
                                  </m:r>
                                  <m:r>
                                    <a:rPr lang="en-US" sz="2200" b="1" i="1" smtClean="0">
                                      <a:latin typeface="Cambria Math" panose="02040503050406030204" pitchFamily="18" charset="0"/>
                                    </a:rPr>
                                    <m:t>𝟏𝟎</m:t>
                                  </m:r>
                                </m:e>
                                <m:sup>
                                  <m:r>
                                    <a:rPr lang="en-US" sz="2200" b="1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200" b="1" i="1" smtClean="0">
                                      <a:latin typeface="Cambria Math" panose="02040503050406030204" pitchFamily="18" charset="0"/>
                                    </a:rPr>
                                    <m:t>𝟏𝟔</m:t>
                                  </m:r>
                                </m:sup>
                              </m:sSup>
                            </m:oMath>
                          </a14:m>
                          <a:endParaRPr lang="en-US" sz="2200" b="1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18941164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𝟏𝟏𝟎𝟎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0" dirty="0" smtClean="0"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n-US" sz="2200" b="1" i="0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200" b="1" i="0" dirty="0" smtClean="0">
                                    <a:latin typeface="Cambria Math" panose="02040503050406030204" pitchFamily="18" charset="0"/>
                                  </a:rPr>
                                  <m:t>𝟕𝟗𝟒</m:t>
                                </m:r>
                                <m:sSup>
                                  <m:sSupPr>
                                    <m:ctrlPr>
                                      <a:rPr lang="en-US" sz="22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200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×</m:t>
                                    </m:r>
                                    <m:r>
                                      <a:rPr lang="en-US" sz="2200" b="1" i="1" smtClean="0">
                                        <a:latin typeface="Cambria Math" panose="02040503050406030204" pitchFamily="18" charset="0"/>
                                      </a:rPr>
                                      <m:t>𝟏𝟎</m:t>
                                    </m:r>
                                  </m:e>
                                  <m:sup>
                                    <m:r>
                                      <a:rPr lang="en-US" sz="2200" b="1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2200" b="1" i="1" smtClean="0">
                                        <a:latin typeface="Cambria Math" panose="02040503050406030204" pitchFamily="18" charset="0"/>
                                      </a:rPr>
                                      <m:t>𝟏𝟒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45621301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𝟏𝟑𝟎𝟎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𝟕</m:t>
                                </m:r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𝟑𝟕𝟎</m:t>
                                </m:r>
                                <m:sSup>
                                  <m:sSupPr>
                                    <m:ctrlPr>
                                      <a:rPr lang="en-US" sz="22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200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×</m:t>
                                    </m:r>
                                    <m:r>
                                      <a:rPr lang="en-US" sz="2200" b="1" i="1" smtClean="0">
                                        <a:latin typeface="Cambria Math" panose="02040503050406030204" pitchFamily="18" charset="0"/>
                                      </a:rPr>
                                      <m:t>𝟏𝟎</m:t>
                                    </m:r>
                                  </m:e>
                                  <m:sup>
                                    <m:r>
                                      <a:rPr lang="en-US" sz="2200" b="1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2200" b="1" i="1" smtClean="0">
                                        <a:latin typeface="Cambria Math" panose="02040503050406030204" pitchFamily="18" charset="0"/>
                                      </a:rPr>
                                      <m:t>𝟏𝟔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2200" b="1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57749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𝟏𝟓𝟎𝟎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𝟖𝟒𝟒</m:t>
                                </m:r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𝟑𝟔𝟔</m:t>
                                </m:r>
                              </m:oMath>
                            </m:oMathPara>
                          </a14:m>
                          <a:endParaRPr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494480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𝟐𝟎𝟎𝟎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𝟗</m:t>
                                </m:r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𝟐𝟕𝟗</m:t>
                                </m:r>
                                <m:sSup>
                                  <m:sSupPr>
                                    <m:ctrlPr>
                                      <a:rPr lang="en-US" sz="22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200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×</m:t>
                                    </m:r>
                                    <m:r>
                                      <a:rPr lang="en-US" sz="2200" b="1" i="1" smtClean="0">
                                        <a:latin typeface="Cambria Math" panose="02040503050406030204" pitchFamily="18" charset="0"/>
                                      </a:rPr>
                                      <m:t>𝟏𝟎</m:t>
                                    </m:r>
                                  </m:e>
                                  <m:sup>
                                    <m:r>
                                      <a:rPr lang="en-US" sz="2200" b="1" i="1" smtClean="0">
                                        <a:latin typeface="Cambria Math" panose="02040503050406030204" pitchFamily="18" charset="0"/>
                                      </a:rPr>
                                      <m:t>𝟐𝟑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2200" b="1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3152391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28C54981-191D-9AAB-80BB-D0B61714FE7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941863948"/>
                  </p:ext>
                </p:extLst>
              </p:nvPr>
            </p:nvGraphicFramePr>
            <p:xfrm>
              <a:off x="221860" y="1940767"/>
              <a:ext cx="8128000" cy="4730433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4064000">
                      <a:extLst>
                        <a:ext uri="{9D8B030D-6E8A-4147-A177-3AD203B41FA5}">
                          <a16:colId xmlns:a16="http://schemas.microsoft.com/office/drawing/2014/main" val="1118515414"/>
                        </a:ext>
                      </a:extLst>
                    </a:gridCol>
                    <a:gridCol w="4064000">
                      <a:extLst>
                        <a:ext uri="{9D8B030D-6E8A-4147-A177-3AD203B41FA5}">
                          <a16:colId xmlns:a16="http://schemas.microsoft.com/office/drawing/2014/main" val="1108421254"/>
                        </a:ext>
                      </a:extLst>
                    </a:gridCol>
                  </a:tblGrid>
                  <a:tr h="42672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b="1" dirty="0"/>
                            <a:t>Stopping Time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b="1" dirty="0"/>
                            <a:t>RMS Equilibrium Error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03800437"/>
                      </a:ext>
                    </a:extLst>
                  </a:tr>
                  <a:tr h="42672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50" t="-108571" r="-100600" b="-93714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150" t="-108571" r="-600" b="-93714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41178396"/>
                      </a:ext>
                    </a:extLst>
                  </a:tr>
                  <a:tr h="42672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50" t="-208571" r="-100600" b="-83714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150" t="-208571" r="-600" b="-83714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43692911"/>
                      </a:ext>
                    </a:extLst>
                  </a:tr>
                  <a:tr h="42672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50" t="-308571" r="-100600" b="-73714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150" t="-308571" r="-600" b="-73714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34532526"/>
                      </a:ext>
                    </a:extLst>
                  </a:tr>
                  <a:tr h="42672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50" t="-408571" r="-100600" b="-63714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150" t="-408571" r="-600" b="-63714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728630392"/>
                      </a:ext>
                    </a:extLst>
                  </a:tr>
                  <a:tr h="43275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50" t="-494444" r="-100600" b="-51944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150" t="-494444" r="-600" b="-51944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88496904"/>
                      </a:ext>
                    </a:extLst>
                  </a:tr>
                  <a:tr h="4343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50" t="-602817" r="-100600" b="-4267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150" t="-602817" r="-600" b="-42676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89411641"/>
                      </a:ext>
                    </a:extLst>
                  </a:tr>
                  <a:tr h="4343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50" t="-702817" r="-100600" b="-3267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150" t="-702817" r="-600" b="-32676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56213010"/>
                      </a:ext>
                    </a:extLst>
                  </a:tr>
                  <a:tr h="4343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50" t="-791667" r="-100600" b="-2222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150" t="-791667" r="-600" b="-2222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77496"/>
                      </a:ext>
                    </a:extLst>
                  </a:tr>
                  <a:tr h="42672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50" t="-917143" r="-100600" b="-12857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150" t="-917143" r="-600" b="-12857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49448070"/>
                      </a:ext>
                    </a:extLst>
                  </a:tr>
                  <a:tr h="4343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50" t="-1002817" r="-100600" b="-2676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150" t="-1002817" r="-600" b="-2676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31523912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E0BB014D-99F1-422D-3F81-13189B1535AD}"/>
              </a:ext>
            </a:extLst>
          </p:cNvPr>
          <p:cNvSpPr txBox="1"/>
          <p:nvPr/>
        </p:nvSpPr>
        <p:spPr>
          <a:xfrm>
            <a:off x="8760260" y="1940767"/>
            <a:ext cx="3080928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RK4 ODE Solver with 1000 Time Steps</a:t>
            </a:r>
          </a:p>
          <a:p>
            <a:pPr algn="ctr"/>
            <a:endParaRPr lang="en-US" sz="2400" dirty="0"/>
          </a:p>
          <a:p>
            <a:pPr algn="ctr"/>
            <a:r>
              <a:rPr lang="en-US" sz="2400" dirty="0"/>
              <a:t>Original Payoff Matrices</a:t>
            </a:r>
          </a:p>
        </p:txBody>
      </p:sp>
    </p:spTree>
    <p:extLst>
      <p:ext uri="{BB962C8B-B14F-4D97-AF65-F5344CB8AC3E}">
        <p14:creationId xmlns:p14="http://schemas.microsoft.com/office/powerpoint/2010/main" val="10742581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50C9BC-AC55-E0C5-23A5-FF2ADA1CCB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E213703F-5E4A-9768-7A70-F89051AB45B9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CC92A75-53CF-5F24-1240-B0989663F07A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67A06B4-96EB-0E7C-CA18-2225302FF237}"/>
              </a:ext>
            </a:extLst>
          </p:cNvPr>
          <p:cNvSpPr txBox="1"/>
          <p:nvPr/>
        </p:nvSpPr>
        <p:spPr>
          <a:xfrm>
            <a:off x="2160576" y="369894"/>
            <a:ext cx="814014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Convergence to Nash Equilibrium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D55CAA51-F052-BB30-6DF0-B47D8E77BC9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42998671"/>
                  </p:ext>
                </p:extLst>
              </p:nvPr>
            </p:nvGraphicFramePr>
            <p:xfrm>
              <a:off x="221860" y="1940767"/>
              <a:ext cx="8128000" cy="4740339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4064000">
                      <a:extLst>
                        <a:ext uri="{9D8B030D-6E8A-4147-A177-3AD203B41FA5}">
                          <a16:colId xmlns:a16="http://schemas.microsoft.com/office/drawing/2014/main" val="1118515414"/>
                        </a:ext>
                      </a:extLst>
                    </a:gridCol>
                    <a:gridCol w="4064000">
                      <a:extLst>
                        <a:ext uri="{9D8B030D-6E8A-4147-A177-3AD203B41FA5}">
                          <a16:colId xmlns:a16="http://schemas.microsoft.com/office/drawing/2014/main" val="1108421254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b="1" dirty="0"/>
                            <a:t>Stopping Time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b="1" dirty="0"/>
                            <a:t>RMS Equilibrium Error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0380043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𝟏𝟏𝟓𝟎𝟒𝟓</m:t>
                                </m:r>
                              </m:oMath>
                            </m:oMathPara>
                          </a14:m>
                          <a:endParaRPr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64117839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𝟓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𝟎𝟒𝟗𝟐𝟖𝟑</m:t>
                                </m:r>
                              </m:oMath>
                            </m:oMathPara>
                          </a14:m>
                          <a:endParaRPr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84369291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𝟓𝟎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𝟎𝟎𝟗𝟕𝟎𝟏</m:t>
                                </m:r>
                              </m:oMath>
                            </m:oMathPara>
                          </a14:m>
                          <a:endParaRPr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3453252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𝟐𝟎𝟎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𝟎𝟎𝟐𝟒𝟔𝟎</m:t>
                                </m:r>
                              </m:oMath>
                            </m:oMathPara>
                          </a14:m>
                          <a:endParaRPr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7286303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𝟓𝟎𝟎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𝟎𝟎𝟎𝟖𝟗𝟕</m:t>
                                </m:r>
                              </m:oMath>
                            </m:oMathPara>
                          </a14:m>
                          <a:endParaRPr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28849690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𝟏𝟎𝟎𝟎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0" smtClean="0">
                                    <a:latin typeface="Cambria Math" panose="02040503050406030204" pitchFamily="18" charset="0"/>
                                  </a:rPr>
                                  <m:t>𝟑</m:t>
                                </m:r>
                                <m:r>
                                  <a:rPr lang="en-US" sz="2200" b="1" i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200" b="1" i="0" smtClean="0">
                                    <a:latin typeface="Cambria Math" panose="02040503050406030204" pitchFamily="18" charset="0"/>
                                  </a:rPr>
                                  <m:t>𝟏𝟐</m:t>
                                </m:r>
                                <m:r>
                                  <a:rPr lang="en-US" sz="2200" b="1" i="1" smtClean="0">
                                    <a:latin typeface="Cambria Math" panose="02040503050406030204" pitchFamily="18" charset="0"/>
                                  </a:rPr>
                                  <m:t>𝟑</m:t>
                                </m:r>
                                <m:sSup>
                                  <m:sSupPr>
                                    <m:ctrlPr>
                                      <a:rPr lang="en-US" sz="22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200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×</m:t>
                                    </m:r>
                                    <m:r>
                                      <a:rPr lang="en-US" sz="2200" b="1" i="1" smtClean="0">
                                        <a:latin typeface="Cambria Math" panose="02040503050406030204" pitchFamily="18" charset="0"/>
                                      </a:rPr>
                                      <m:t>𝟏𝟎</m:t>
                                    </m:r>
                                  </m:e>
                                  <m:sup>
                                    <m:r>
                                      <a:rPr lang="en-US" sz="2200" b="1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2200" b="1" i="1" smtClean="0">
                                        <a:latin typeface="Cambria Math" panose="02040503050406030204" pitchFamily="18" charset="0"/>
                                      </a:rPr>
                                      <m:t>𝟕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2200" b="1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18941164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𝟏𝟏𝟎𝟎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0" dirty="0" smtClean="0"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  <m:r>
                                  <a:rPr lang="en-US" sz="2200" b="1" i="0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200" b="1" i="0" dirty="0" smtClean="0">
                                    <a:latin typeface="Cambria Math" panose="02040503050406030204" pitchFamily="18" charset="0"/>
                                  </a:rPr>
                                  <m:t>𝟒𝟐𝟒</m:t>
                                </m:r>
                                <m:sSup>
                                  <m:sSupPr>
                                    <m:ctrlPr>
                                      <a:rPr lang="en-US" sz="22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200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×</m:t>
                                    </m:r>
                                    <m:r>
                                      <a:rPr lang="en-US" sz="2200" b="1" i="1" smtClean="0">
                                        <a:latin typeface="Cambria Math" panose="02040503050406030204" pitchFamily="18" charset="0"/>
                                      </a:rPr>
                                      <m:t>𝟏𝟎</m:t>
                                    </m:r>
                                  </m:e>
                                  <m:sup>
                                    <m:r>
                                      <a:rPr lang="en-US" sz="2200" b="1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2200" b="1" i="1" smtClean="0">
                                        <a:latin typeface="Cambria Math" panose="02040503050406030204" pitchFamily="18" charset="0"/>
                                      </a:rPr>
                                      <m:t>𝟗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45621301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𝟏𝟑𝟎𝟎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𝟗</m:t>
                                </m:r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𝟐𝟖𝟒</m:t>
                                </m:r>
                                <m:sSup>
                                  <m:sSupPr>
                                    <m:ctrlPr>
                                      <a:rPr lang="en-US" sz="22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200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×</m:t>
                                    </m:r>
                                    <m:r>
                                      <a:rPr lang="en-US" sz="2200" b="1" i="1" smtClean="0">
                                        <a:latin typeface="Cambria Math" panose="02040503050406030204" pitchFamily="18" charset="0"/>
                                      </a:rPr>
                                      <m:t>𝟏𝟎</m:t>
                                    </m:r>
                                  </m:e>
                                  <m:sup>
                                    <m:r>
                                      <a:rPr lang="en-US" sz="2200" b="1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2200" b="1" i="1" smtClean="0">
                                        <a:latin typeface="Cambria Math" panose="02040503050406030204" pitchFamily="18" charset="0"/>
                                      </a:rPr>
                                      <m:t>𝟏𝟓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2200" b="1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57749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𝟏𝟓𝟎𝟎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smtClean="0"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n-US" sz="2200" b="1" i="1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200" b="1" i="1" smtClean="0">
                                    <a:latin typeface="Cambria Math" panose="02040503050406030204" pitchFamily="18" charset="0"/>
                                  </a:rPr>
                                  <m:t>𝟓𝟐𝟕</m:t>
                                </m:r>
                                <m:sSup>
                                  <m:sSupPr>
                                    <m:ctrlPr>
                                      <a:rPr lang="en-US" sz="22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200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×</m:t>
                                    </m:r>
                                    <m:r>
                                      <a:rPr lang="en-US" sz="2200" b="1" i="1" smtClean="0">
                                        <a:latin typeface="Cambria Math" panose="02040503050406030204" pitchFamily="18" charset="0"/>
                                      </a:rPr>
                                      <m:t>𝟏𝟎</m:t>
                                    </m:r>
                                  </m:e>
                                  <m:sup>
                                    <m:r>
                                      <a:rPr lang="en-US" sz="2200" b="1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2200" b="1" i="1" smtClean="0">
                                        <a:latin typeface="Cambria Math" panose="02040503050406030204" pitchFamily="18" charset="0"/>
                                      </a:rPr>
                                      <m:t>𝟏𝟓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2200" b="1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494480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𝟐𝟎𝟎𝟎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𝟓</m:t>
                                </m:r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𝟑𝟑𝟐</m:t>
                                </m:r>
                                <m:sSup>
                                  <m:sSupPr>
                                    <m:ctrlPr>
                                      <a:rPr lang="en-US" sz="22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200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×</m:t>
                                    </m:r>
                                    <m:r>
                                      <a:rPr lang="en-US" sz="2200" b="1" i="1" smtClean="0">
                                        <a:latin typeface="Cambria Math" panose="02040503050406030204" pitchFamily="18" charset="0"/>
                                      </a:rPr>
                                      <m:t>𝟏𝟎</m:t>
                                    </m:r>
                                  </m:e>
                                  <m:sup>
                                    <m:r>
                                      <a:rPr lang="en-US" sz="2200" b="1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2200" b="1" i="1" smtClean="0">
                                        <a:latin typeface="Cambria Math" panose="02040503050406030204" pitchFamily="18" charset="0"/>
                                      </a:rPr>
                                      <m:t>𝟏𝟔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2200" b="1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3152391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D55CAA51-F052-BB30-6DF0-B47D8E77BC9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242998671"/>
                  </p:ext>
                </p:extLst>
              </p:nvPr>
            </p:nvGraphicFramePr>
            <p:xfrm>
              <a:off x="221860" y="1940767"/>
              <a:ext cx="8128000" cy="4740339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4064000">
                      <a:extLst>
                        <a:ext uri="{9D8B030D-6E8A-4147-A177-3AD203B41FA5}">
                          <a16:colId xmlns:a16="http://schemas.microsoft.com/office/drawing/2014/main" val="1118515414"/>
                        </a:ext>
                      </a:extLst>
                    </a:gridCol>
                    <a:gridCol w="4064000">
                      <a:extLst>
                        <a:ext uri="{9D8B030D-6E8A-4147-A177-3AD203B41FA5}">
                          <a16:colId xmlns:a16="http://schemas.microsoft.com/office/drawing/2014/main" val="1108421254"/>
                        </a:ext>
                      </a:extLst>
                    </a:gridCol>
                  </a:tblGrid>
                  <a:tr h="42672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b="1" dirty="0"/>
                            <a:t>Stopping Time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b="1" dirty="0"/>
                            <a:t>RMS Equilibrium Error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03800437"/>
                      </a:ext>
                    </a:extLst>
                  </a:tr>
                  <a:tr h="42672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50" t="-108571" r="-100600" b="-91571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150" t="-108571" r="-600" b="-91571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41178396"/>
                      </a:ext>
                    </a:extLst>
                  </a:tr>
                  <a:tr h="42672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50" t="-208571" r="-100600" b="-81571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150" t="-208571" r="-600" b="-81571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43692911"/>
                      </a:ext>
                    </a:extLst>
                  </a:tr>
                  <a:tr h="42672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50" t="-308571" r="-100600" b="-71571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150" t="-308571" r="-600" b="-71571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34532526"/>
                      </a:ext>
                    </a:extLst>
                  </a:tr>
                  <a:tr h="42672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50" t="-408571" r="-100600" b="-61571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150" t="-408571" r="-600" b="-61571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728630392"/>
                      </a:ext>
                    </a:extLst>
                  </a:tr>
                  <a:tr h="42672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50" t="-508571" r="-100600" b="-51571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150" t="-508571" r="-600" b="-51571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88496904"/>
                      </a:ext>
                    </a:extLst>
                  </a:tr>
                  <a:tr h="43275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50" t="-600000" r="-100600" b="-4084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150" t="-600000" r="-600" b="-4084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89411641"/>
                      </a:ext>
                    </a:extLst>
                  </a:tr>
                  <a:tr h="4343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50" t="-690278" r="-100600" b="-30277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150" t="-690278" r="-600" b="-30277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56213010"/>
                      </a:ext>
                    </a:extLst>
                  </a:tr>
                  <a:tr h="43929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50" t="-790278" r="-100600" b="-20277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150" t="-790278" r="-600" b="-20277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77496"/>
                      </a:ext>
                    </a:extLst>
                  </a:tr>
                  <a:tr h="43929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50" t="-890278" r="-100600" b="-10277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150" t="-890278" r="-600" b="-10277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49448070"/>
                      </a:ext>
                    </a:extLst>
                  </a:tr>
                  <a:tr h="4343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50" t="-1004225" r="-100600" b="-422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150" t="-1004225" r="-600" b="-422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31523912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C067665-E80D-9E7A-8CFD-A7B846563211}"/>
                  </a:ext>
                </a:extLst>
              </p:cNvPr>
              <p:cNvSpPr txBox="1"/>
              <p:nvPr/>
            </p:nvSpPr>
            <p:spPr>
              <a:xfrm>
                <a:off x="8760260" y="1940767"/>
                <a:ext cx="3080928" cy="212468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2400" dirty="0"/>
                  <a:t>RK4 ODE Solver with 1000 Time Steps</a:t>
                </a:r>
              </a:p>
              <a:p>
                <a:pPr algn="ctr"/>
                <a:endParaRPr lang="en-US" sz="2400" dirty="0"/>
              </a:p>
              <a:p>
                <a:pPr algn="ctr"/>
                <a:r>
                  <a:rPr lang="en-US" sz="2400" dirty="0"/>
                  <a:t>Payoff Matrices Scaled by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sz="2400" dirty="0"/>
                  <a:t> 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C067665-E80D-9E7A-8CFD-A7B8465632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60260" y="1940767"/>
                <a:ext cx="3080928" cy="2124684"/>
              </a:xfrm>
              <a:prstGeom prst="rect">
                <a:avLst/>
              </a:prstGeom>
              <a:blipFill>
                <a:blip r:embed="rId4"/>
                <a:stretch>
                  <a:fillRect t="-2292" r="-1782" b="-8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705543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36EC0-1571-F208-7FC9-FCD469BEF1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C8F99A76-4BC7-0A72-F615-356D06B6F383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0B8DD7D-DDC9-FDAB-E5E3-4101F08808D7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35C3C89-57AE-34E4-0016-BB67081A37BE}"/>
              </a:ext>
            </a:extLst>
          </p:cNvPr>
          <p:cNvSpPr txBox="1"/>
          <p:nvPr/>
        </p:nvSpPr>
        <p:spPr>
          <a:xfrm>
            <a:off x="2160576" y="369894"/>
            <a:ext cx="814014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Convergence to Nash Equilibrium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3780BE86-EDE6-E90D-4D4E-C5D7B5C080B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05271260"/>
                  </p:ext>
                </p:extLst>
              </p:nvPr>
            </p:nvGraphicFramePr>
            <p:xfrm>
              <a:off x="6372808" y="2164936"/>
              <a:ext cx="5635692" cy="4585029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2817846">
                      <a:extLst>
                        <a:ext uri="{9D8B030D-6E8A-4147-A177-3AD203B41FA5}">
                          <a16:colId xmlns:a16="http://schemas.microsoft.com/office/drawing/2014/main" val="1118515414"/>
                        </a:ext>
                      </a:extLst>
                    </a:gridCol>
                    <a:gridCol w="2817846">
                      <a:extLst>
                        <a:ext uri="{9D8B030D-6E8A-4147-A177-3AD203B41FA5}">
                          <a16:colId xmlns:a16="http://schemas.microsoft.com/office/drawing/2014/main" val="1108421254"/>
                        </a:ext>
                      </a:extLst>
                    </a:gridCol>
                  </a:tblGrid>
                  <a:tr h="41273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Stopping Time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RMS Equilibrium Error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03800437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𝟏𝟏𝟓𝟎𝟒𝟓</m:t>
                                </m:r>
                              </m:oMath>
                            </m:oMathPara>
                          </a14:m>
                          <a:endParaRPr sz="16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641178396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𝟓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𝟎𝟒𝟗𝟐𝟖𝟑</m:t>
                                </m:r>
                              </m:oMath>
                            </m:oMathPara>
                          </a14:m>
                          <a:endParaRPr sz="16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843692911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𝟓𝟎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𝟎𝟎𝟗𝟕𝟎𝟏</m:t>
                                </m:r>
                              </m:oMath>
                            </m:oMathPara>
                          </a14:m>
                          <a:endParaRPr sz="16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34532526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𝟐𝟎𝟎</m:t>
                                </m:r>
                              </m:oMath>
                            </m:oMathPara>
                          </a14:m>
                          <a:endParaRPr sz="16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𝟎𝟎𝟐𝟒𝟔𝟎</m:t>
                                </m:r>
                              </m:oMath>
                            </m:oMathPara>
                          </a14:m>
                          <a:endParaRPr sz="16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728630392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𝟓𝟎𝟎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𝟎𝟎𝟎𝟖𝟗𝟕</m:t>
                                </m:r>
                              </m:oMath>
                            </m:oMathPara>
                          </a14:m>
                          <a:endParaRPr sz="16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288496904"/>
                      </a:ext>
                    </a:extLst>
                  </a:tr>
                  <a:tr h="418575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𝟏𝟎𝟎𝟎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0" smtClean="0">
                                    <a:latin typeface="Cambria Math" panose="02040503050406030204" pitchFamily="18" charset="0"/>
                                  </a:rPr>
                                  <m:t>𝟑</m:t>
                                </m:r>
                                <m:r>
                                  <a:rPr lang="en-US" sz="2000" b="1" i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000" b="1" i="0" smtClean="0">
                                    <a:latin typeface="Cambria Math" panose="02040503050406030204" pitchFamily="18" charset="0"/>
                                  </a:rPr>
                                  <m:t>𝟏𝟐</m:t>
                                </m:r>
                                <m:r>
                                  <a:rPr lang="en-US" sz="2000" b="1" i="1" smtClean="0">
                                    <a:latin typeface="Cambria Math" panose="02040503050406030204" pitchFamily="18" charset="0"/>
                                  </a:rPr>
                                  <m:t>𝟑</m:t>
                                </m:r>
                                <m:sSup>
                                  <m:sSupPr>
                                    <m:ctrlP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×</m:t>
                                    </m:r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𝟏𝟎</m:t>
                                    </m:r>
                                  </m:e>
                                  <m:sup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𝟕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2000" b="1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189411641"/>
                      </a:ext>
                    </a:extLst>
                  </a:tr>
                  <a:tr h="42011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𝟏𝟏𝟎𝟎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0" dirty="0" smtClean="0"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  <m:r>
                                  <a:rPr lang="en-US" sz="2000" b="1" i="0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000" b="1" i="0" dirty="0" smtClean="0">
                                    <a:latin typeface="Cambria Math" panose="02040503050406030204" pitchFamily="18" charset="0"/>
                                  </a:rPr>
                                  <m:t>𝟒𝟐𝟒</m:t>
                                </m:r>
                                <m:sSup>
                                  <m:sSupPr>
                                    <m:ctrlP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×</m:t>
                                    </m:r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𝟏𝟎</m:t>
                                    </m:r>
                                  </m:e>
                                  <m:sup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𝟗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sz="16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456213010"/>
                      </a:ext>
                    </a:extLst>
                  </a:tr>
                  <a:tr h="42490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𝟏𝟑𝟎𝟎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𝟗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𝟐𝟖𝟒</m:t>
                                </m:r>
                                <m:sSup>
                                  <m:sSupPr>
                                    <m:ctrlP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×</m:t>
                                    </m:r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𝟏𝟎</m:t>
                                    </m:r>
                                  </m:e>
                                  <m:sup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𝟏𝟓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2000" b="1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577496"/>
                      </a:ext>
                    </a:extLst>
                  </a:tr>
                  <a:tr h="42490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𝟏𝟓𝟎𝟎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smtClean="0"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n-US" sz="2000" b="1" i="1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000" b="1" i="1" smtClean="0">
                                    <a:latin typeface="Cambria Math" panose="02040503050406030204" pitchFamily="18" charset="0"/>
                                  </a:rPr>
                                  <m:t>𝟓𝟐𝟕</m:t>
                                </m:r>
                                <m:sSup>
                                  <m:sSupPr>
                                    <m:ctrlP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×</m:t>
                                    </m:r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𝟏𝟎</m:t>
                                    </m:r>
                                  </m:e>
                                  <m:sup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𝟏𝟓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2000" b="1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49448070"/>
                      </a:ext>
                    </a:extLst>
                  </a:tr>
                  <a:tr h="42011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𝟐𝟎𝟎𝟎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𝟓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𝟑𝟑𝟐</m:t>
                                </m:r>
                                <m:sSup>
                                  <m:sSupPr>
                                    <m:ctrlP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×</m:t>
                                    </m:r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𝟏𝟎</m:t>
                                    </m:r>
                                  </m:e>
                                  <m:sup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𝟏𝟔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2000" b="1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3152391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3780BE86-EDE6-E90D-4D4E-C5D7B5C080B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305271260"/>
                  </p:ext>
                </p:extLst>
              </p:nvPr>
            </p:nvGraphicFramePr>
            <p:xfrm>
              <a:off x="6372808" y="2164936"/>
              <a:ext cx="5635692" cy="4585029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2817846">
                      <a:extLst>
                        <a:ext uri="{9D8B030D-6E8A-4147-A177-3AD203B41FA5}">
                          <a16:colId xmlns:a16="http://schemas.microsoft.com/office/drawing/2014/main" val="1118515414"/>
                        </a:ext>
                      </a:extLst>
                    </a:gridCol>
                    <a:gridCol w="2817846">
                      <a:extLst>
                        <a:ext uri="{9D8B030D-6E8A-4147-A177-3AD203B41FA5}">
                          <a16:colId xmlns:a16="http://schemas.microsoft.com/office/drawing/2014/main" val="1108421254"/>
                        </a:ext>
                      </a:extLst>
                    </a:gridCol>
                  </a:tblGrid>
                  <a:tr h="41273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Stopping Time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RMS Equilibrium Error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03800437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16" t="-105882" r="-100864" b="-91029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433" t="-105882" r="-1082" b="-91029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41178396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16" t="-208955" r="-100864" b="-82388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433" t="-208955" r="-1082" b="-82388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43692911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16" t="-304412" r="-100864" b="-7117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433" t="-304412" r="-1082" b="-71176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34532526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16" t="-404412" r="-100864" b="-6117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433" t="-404412" r="-1082" b="-61176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728630392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16" t="-504412" r="-100864" b="-5117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433" t="-504412" r="-1082" b="-51176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88496904"/>
                      </a:ext>
                    </a:extLst>
                  </a:tr>
                  <a:tr h="418575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16" t="-604412" r="-100864" b="-4117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433" t="-604412" r="-1082" b="-41176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89411641"/>
                      </a:ext>
                    </a:extLst>
                  </a:tr>
                  <a:tr h="42011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16" t="-694203" r="-100864" b="-3057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433" t="-694203" r="-1082" b="-30579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56213010"/>
                      </a:ext>
                    </a:extLst>
                  </a:tr>
                  <a:tr h="4249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16" t="-782857" r="-100864" b="-2014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433" t="-782857" r="-1082" b="-20142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77496"/>
                      </a:ext>
                    </a:extLst>
                  </a:tr>
                  <a:tr h="4249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16" t="-882857" r="-100864" b="-1014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433" t="-882857" r="-1082" b="-10142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49448070"/>
                      </a:ext>
                    </a:extLst>
                  </a:tr>
                  <a:tr h="42011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16" t="-997101" r="-100864" b="-28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433" t="-997101" r="-1082" b="-289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31523912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Table 6">
                <a:extLst>
                  <a:ext uri="{FF2B5EF4-FFF2-40B4-BE49-F238E27FC236}">
                    <a16:creationId xmlns:a16="http://schemas.microsoft.com/office/drawing/2014/main" id="{8373BDFF-AE0D-7A65-C843-3DAB4522550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04390115"/>
                  </p:ext>
                </p:extLst>
              </p:nvPr>
            </p:nvGraphicFramePr>
            <p:xfrm>
              <a:off x="183501" y="2164935"/>
              <a:ext cx="5635692" cy="4585029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2817846">
                      <a:extLst>
                        <a:ext uri="{9D8B030D-6E8A-4147-A177-3AD203B41FA5}">
                          <a16:colId xmlns:a16="http://schemas.microsoft.com/office/drawing/2014/main" val="1118515414"/>
                        </a:ext>
                      </a:extLst>
                    </a:gridCol>
                    <a:gridCol w="2817846">
                      <a:extLst>
                        <a:ext uri="{9D8B030D-6E8A-4147-A177-3AD203B41FA5}">
                          <a16:colId xmlns:a16="http://schemas.microsoft.com/office/drawing/2014/main" val="1108421254"/>
                        </a:ext>
                      </a:extLst>
                    </a:gridCol>
                  </a:tblGrid>
                  <a:tr h="41273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Stopping Time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RMS Equilibrium Error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03800437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𝟎𝟖𝟓𝟑𝟖𝟎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641178396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𝟓</m:t>
                                </m:r>
                              </m:oMath>
                            </m:oMathPara>
                          </a14:m>
                          <a:endParaRPr sz="16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𝟎𝟑𝟖𝟏𝟐𝟔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843692911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𝟓𝟎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𝟎𝟎𝟓𝟎𝟏𝟑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34532526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𝟐𝟎𝟎</m:t>
                                </m:r>
                              </m:oMath>
                            </m:oMathPara>
                          </a14:m>
                          <a:endParaRPr sz="16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𝟎𝟎𝟏𝟏𝟔𝟎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728630392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𝟓𝟎𝟎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𝟑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𝟏𝟐𝟑</m:t>
                                </m:r>
                                <m:sSup>
                                  <m:sSupPr>
                                    <m:ctrlP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×</m:t>
                                    </m:r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𝟏𝟎</m:t>
                                    </m:r>
                                  </m:e>
                                  <m:sup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𝟕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288496904"/>
                      </a:ext>
                    </a:extLst>
                  </a:tr>
                  <a:tr h="418575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𝟏𝟎𝟎𝟎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000" b="1" dirty="0"/>
                            <a:t>5</a:t>
                          </a:r>
                          <a14:m>
                            <m:oMath xmlns:m="http://schemas.openxmlformats.org/officeDocument/2006/math">
                              <m:r>
                                <a:rPr lang="en-US" sz="2000" b="1" i="1" dirty="0" smtClean="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lang="en-US" sz="2000" b="1" i="1" dirty="0" smtClean="0">
                                  <a:latin typeface="Cambria Math" panose="02040503050406030204" pitchFamily="18" charset="0"/>
                                </a:rPr>
                                <m:t>𝟑𝟑𝟐</m:t>
                              </m:r>
                              <m:sSup>
                                <m:sSupPr>
                                  <m:ctrlPr>
                                    <a:rPr lang="en-US" sz="2000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b="1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×</m:t>
                                  </m:r>
                                  <m:r>
                                    <a:rPr lang="en-US" sz="2000" b="1" i="1" smtClean="0">
                                      <a:latin typeface="Cambria Math" panose="02040503050406030204" pitchFamily="18" charset="0"/>
                                    </a:rPr>
                                    <m:t>𝟏𝟎</m:t>
                                  </m:r>
                                </m:e>
                                <m:sup>
                                  <m:r>
                                    <a:rPr lang="en-US" sz="2000" b="1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000" b="1" i="1" smtClean="0">
                                      <a:latin typeface="Cambria Math" panose="02040503050406030204" pitchFamily="18" charset="0"/>
                                    </a:rPr>
                                    <m:t>𝟏𝟔</m:t>
                                  </m:r>
                                </m:sup>
                              </m:sSup>
                            </m:oMath>
                          </a14:m>
                          <a:endParaRPr lang="en-US" sz="2000" b="1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189411641"/>
                      </a:ext>
                    </a:extLst>
                  </a:tr>
                  <a:tr h="42011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𝟏𝟏𝟎𝟎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0" dirty="0" smtClean="0"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n-US" sz="2000" b="1" i="0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000" b="1" i="0" dirty="0" smtClean="0">
                                    <a:latin typeface="Cambria Math" panose="02040503050406030204" pitchFamily="18" charset="0"/>
                                  </a:rPr>
                                  <m:t>𝟕𝟗𝟒</m:t>
                                </m:r>
                                <m:sSup>
                                  <m:sSupPr>
                                    <m:ctrlP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×</m:t>
                                    </m:r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𝟏𝟎</m:t>
                                    </m:r>
                                  </m:e>
                                  <m:sup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𝟏𝟒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sz="16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456213010"/>
                      </a:ext>
                    </a:extLst>
                  </a:tr>
                  <a:tr h="42490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𝟏𝟑𝟎𝟎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𝟕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𝟑𝟕𝟎</m:t>
                                </m:r>
                                <m:sSup>
                                  <m:sSupPr>
                                    <m:ctrlP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×</m:t>
                                    </m:r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𝟏𝟎</m:t>
                                    </m:r>
                                  </m:e>
                                  <m:sup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𝟏𝟔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2000" b="1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577496"/>
                      </a:ext>
                    </a:extLst>
                  </a:tr>
                  <a:tr h="42490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𝟏𝟓𝟎𝟎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𝟖𝟒𝟒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𝟑𝟔𝟔</m:t>
                                </m:r>
                              </m:oMath>
                            </m:oMathPara>
                          </a14:m>
                          <a:endParaRPr sz="16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49448070"/>
                      </a:ext>
                    </a:extLst>
                  </a:tr>
                  <a:tr h="42011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𝟐𝟎𝟎𝟎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𝟗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𝟐𝟕𝟗</m:t>
                                </m:r>
                                <m:sSup>
                                  <m:sSupPr>
                                    <m:ctrlP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×</m:t>
                                    </m:r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𝟏𝟎</m:t>
                                    </m:r>
                                  </m:e>
                                  <m:sup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𝟐𝟑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2000" b="1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3152391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Table 6">
                <a:extLst>
                  <a:ext uri="{FF2B5EF4-FFF2-40B4-BE49-F238E27FC236}">
                    <a16:creationId xmlns:a16="http://schemas.microsoft.com/office/drawing/2014/main" id="{8373BDFF-AE0D-7A65-C843-3DAB4522550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04390115"/>
                  </p:ext>
                </p:extLst>
              </p:nvPr>
            </p:nvGraphicFramePr>
            <p:xfrm>
              <a:off x="183501" y="2164935"/>
              <a:ext cx="5635692" cy="4585029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2817846">
                      <a:extLst>
                        <a:ext uri="{9D8B030D-6E8A-4147-A177-3AD203B41FA5}">
                          <a16:colId xmlns:a16="http://schemas.microsoft.com/office/drawing/2014/main" val="1118515414"/>
                        </a:ext>
                      </a:extLst>
                    </a:gridCol>
                    <a:gridCol w="2817846">
                      <a:extLst>
                        <a:ext uri="{9D8B030D-6E8A-4147-A177-3AD203B41FA5}">
                          <a16:colId xmlns:a16="http://schemas.microsoft.com/office/drawing/2014/main" val="1108421254"/>
                        </a:ext>
                      </a:extLst>
                    </a:gridCol>
                  </a:tblGrid>
                  <a:tr h="41273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Stopping Time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RMS Equilibrium Error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03800437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216" t="-105882" r="-100648" b="-91029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100433" t="-105882" r="-866" b="-91029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41178396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216" t="-208955" r="-100648" b="-82388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100433" t="-208955" r="-866" b="-82388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43692911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216" t="-304412" r="-100648" b="-7117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100433" t="-304412" r="-866" b="-71176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34532526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216" t="-404412" r="-100648" b="-6117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100433" t="-404412" r="-866" b="-61176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728630392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216" t="-504412" r="-100648" b="-5117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100433" t="-504412" r="-866" b="-51176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88496904"/>
                      </a:ext>
                    </a:extLst>
                  </a:tr>
                  <a:tr h="418575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216" t="-604412" r="-100648" b="-4117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100433" t="-604412" r="-866" b="-41176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89411641"/>
                      </a:ext>
                    </a:extLst>
                  </a:tr>
                  <a:tr h="42011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216" t="-694203" r="-100648" b="-3057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100433" t="-694203" r="-866" b="-30579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56213010"/>
                      </a:ext>
                    </a:extLst>
                  </a:tr>
                  <a:tr h="4249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216" t="-782857" r="-100648" b="-2014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100433" t="-782857" r="-866" b="-20142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77496"/>
                      </a:ext>
                    </a:extLst>
                  </a:tr>
                  <a:tr h="4249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216" t="-882857" r="-100648" b="-1014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100433" t="-882857" r="-866" b="-10142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49448070"/>
                      </a:ext>
                    </a:extLst>
                  </a:tr>
                  <a:tr h="42011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216" t="-997101" r="-100648" b="-28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100433" t="-997101" r="-866" b="-289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31523912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72A935A-0E3F-40BA-6352-E67E59486091}"/>
                  </a:ext>
                </a:extLst>
              </p:cNvPr>
              <p:cNvSpPr txBox="1"/>
              <p:nvPr/>
            </p:nvSpPr>
            <p:spPr>
              <a:xfrm>
                <a:off x="6085114" y="1677396"/>
                <a:ext cx="6106886" cy="48346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800" dirty="0"/>
                  <a:t>Payoff Matrices Scaled by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8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sz="1800" dirty="0"/>
                  <a:t> 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72A935A-0E3F-40BA-6352-E67E594860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85114" y="1677396"/>
                <a:ext cx="6106886" cy="483466"/>
              </a:xfrm>
              <a:prstGeom prst="rect">
                <a:avLst/>
              </a:prstGeom>
              <a:blipFill>
                <a:blip r:embed="rId5"/>
                <a:stretch>
                  <a:fillRect b="-101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C2B849A8-9FF5-136C-5F89-E74917C29ED7}"/>
              </a:ext>
            </a:extLst>
          </p:cNvPr>
          <p:cNvSpPr txBox="1"/>
          <p:nvPr/>
        </p:nvSpPr>
        <p:spPr>
          <a:xfrm>
            <a:off x="0" y="1751171"/>
            <a:ext cx="61068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dirty="0"/>
              <a:t>Original Payoff Matrices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0B719A3-9020-756C-AD24-B296FE03DC33}"/>
              </a:ext>
            </a:extLst>
          </p:cNvPr>
          <p:cNvSpPr/>
          <p:nvPr/>
        </p:nvSpPr>
        <p:spPr>
          <a:xfrm>
            <a:off x="2997095" y="4649722"/>
            <a:ext cx="2822097" cy="419978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D07CCD9-7217-AB3A-7C7F-0FDCBA8C449F}"/>
              </a:ext>
            </a:extLst>
          </p:cNvPr>
          <p:cNvSpPr/>
          <p:nvPr/>
        </p:nvSpPr>
        <p:spPr>
          <a:xfrm>
            <a:off x="2997096" y="4229744"/>
            <a:ext cx="2822097" cy="419978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2DB9B0B-B1A2-0D5D-D946-7F38728038AE}"/>
              </a:ext>
            </a:extLst>
          </p:cNvPr>
          <p:cNvSpPr/>
          <p:nvPr/>
        </p:nvSpPr>
        <p:spPr>
          <a:xfrm>
            <a:off x="9186402" y="6329986"/>
            <a:ext cx="2822097" cy="419978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B8FC53A-1286-7F9B-2116-D75B6A063A4F}"/>
              </a:ext>
            </a:extLst>
          </p:cNvPr>
          <p:cNvSpPr/>
          <p:nvPr/>
        </p:nvSpPr>
        <p:spPr>
          <a:xfrm>
            <a:off x="9194904" y="4638572"/>
            <a:ext cx="2822097" cy="419978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FDD6F898-C5C8-3588-319E-776404FF38D1}"/>
              </a:ext>
            </a:extLst>
          </p:cNvPr>
          <p:cNvCxnSpPr>
            <a:stCxn id="13" idx="3"/>
            <a:endCxn id="15" idx="1"/>
          </p:cNvCxnSpPr>
          <p:nvPr/>
        </p:nvCxnSpPr>
        <p:spPr>
          <a:xfrm>
            <a:off x="5819193" y="4439733"/>
            <a:ext cx="3375711" cy="408828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A9758EA8-FC47-EEDB-958A-BE3DE2E8C353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>
            <a:off x="5819192" y="4859711"/>
            <a:ext cx="3367210" cy="1680264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64686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2A0C21-6117-F0EC-1FAB-C247951A99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022BF0F9-FC49-120A-3F84-1654FF1A101E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F4CA9CC-DFFC-85C2-DA78-501D55CF484A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1334884-20F2-3A59-1D70-B35982A77115}"/>
              </a:ext>
            </a:extLst>
          </p:cNvPr>
          <p:cNvSpPr txBox="1"/>
          <p:nvPr/>
        </p:nvSpPr>
        <p:spPr>
          <a:xfrm>
            <a:off x="2160576" y="369894"/>
            <a:ext cx="814014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Convergence to Nash Equilibrium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5BB757E6-A83C-FA22-AC64-170BC02D9E9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82111245"/>
                  </p:ext>
                </p:extLst>
              </p:nvPr>
            </p:nvGraphicFramePr>
            <p:xfrm>
              <a:off x="6372808" y="2164936"/>
              <a:ext cx="5635692" cy="4585029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2817846">
                      <a:extLst>
                        <a:ext uri="{9D8B030D-6E8A-4147-A177-3AD203B41FA5}">
                          <a16:colId xmlns:a16="http://schemas.microsoft.com/office/drawing/2014/main" val="1118515414"/>
                        </a:ext>
                      </a:extLst>
                    </a:gridCol>
                    <a:gridCol w="2817846">
                      <a:extLst>
                        <a:ext uri="{9D8B030D-6E8A-4147-A177-3AD203B41FA5}">
                          <a16:colId xmlns:a16="http://schemas.microsoft.com/office/drawing/2014/main" val="1108421254"/>
                        </a:ext>
                      </a:extLst>
                    </a:gridCol>
                  </a:tblGrid>
                  <a:tr h="41273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Stopping Time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RMS Equilibrium Error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03800437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𝟎𝟔𝟎𝟖𝟗𝟓</m:t>
                                </m:r>
                              </m:oMath>
                            </m:oMathPara>
                          </a14:m>
                          <a:endParaRPr sz="16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641178396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𝟓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𝟎𝟏𝟏𝟎𝟎𝟑</m:t>
                                </m:r>
                              </m:oMath>
                            </m:oMathPara>
                          </a14:m>
                          <a:endParaRPr sz="16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843692911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𝟓𝟎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𝟎𝟎𝟐𝟒𝟔𝟎</m:t>
                                </m:r>
                              </m:oMath>
                            </m:oMathPara>
                          </a14:m>
                          <a:endParaRPr sz="16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34532526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𝟐𝟎𝟎</m:t>
                                </m:r>
                              </m:oMath>
                            </m:oMathPara>
                          </a14:m>
                          <a:endParaRPr sz="16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smtClean="0">
                                    <a:latin typeface="Cambria Math" panose="02040503050406030204" pitchFamily="18" charset="0"/>
                                  </a:rPr>
                                  <m:t>𝟖</m:t>
                                </m:r>
                                <m:r>
                                  <a:rPr lang="en-US" sz="2000" b="1" i="1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000" b="1" i="1" smtClean="0">
                                    <a:latin typeface="Cambria Math" panose="02040503050406030204" pitchFamily="18" charset="0"/>
                                  </a:rPr>
                                  <m:t>𝟏𝟕𝟕</m:t>
                                </m:r>
                                <m:sSup>
                                  <m:sSupPr>
                                    <m:ctrlPr>
                                      <a:rPr lang="ar-AE" sz="20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ar-AE" sz="2000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×</m:t>
                                    </m:r>
                                    <m:r>
                                      <a:rPr lang="ar-AE" sz="2000" b="1" i="1" smtClean="0">
                                        <a:latin typeface="Cambria Math" panose="02040503050406030204" pitchFamily="18" charset="0"/>
                                      </a:rPr>
                                      <m:t>𝟏𝟎</m:t>
                                    </m:r>
                                  </m:e>
                                  <m:sup>
                                    <m:r>
                                      <a:rPr lang="ar-AE" sz="2000" b="1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𝟓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ar-AE" sz="16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728630392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𝟓𝟎𝟎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𝟓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𝟑𝟑𝟐</m:t>
                                </m:r>
                                <m:sSup>
                                  <m:sSupPr>
                                    <m:ctrlP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×</m:t>
                                    </m:r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𝟏𝟎</m:t>
                                    </m:r>
                                  </m:e>
                                  <m:sup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𝟏𝟔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2000" b="1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288496904"/>
                      </a:ext>
                    </a:extLst>
                  </a:tr>
                  <a:tr h="418575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𝟏𝟎𝟎𝟎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𝟗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𝟐𝟕𝟗</m:t>
                                </m:r>
                                <m:sSup>
                                  <m:sSupPr>
                                    <m:ctrlP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×</m:t>
                                    </m:r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𝟏𝟎</m:t>
                                    </m:r>
                                  </m:e>
                                  <m:sup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𝟐𝟑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2000" b="1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189411641"/>
                      </a:ext>
                    </a:extLst>
                  </a:tr>
                  <a:tr h="42011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𝟏𝟏𝟎𝟎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smtClean="0">
                                    <a:latin typeface="Cambria Math" panose="02040503050406030204" pitchFamily="18" charset="0"/>
                                  </a:rPr>
                                  <m:t>𝟐</m:t>
                                </m:r>
                                <m:r>
                                  <a:rPr lang="en-US" sz="2000" b="1" i="1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000" b="1" i="1" smtClean="0">
                                    <a:latin typeface="Cambria Math" panose="02040503050406030204" pitchFamily="18" charset="0"/>
                                  </a:rPr>
                                  <m:t>𝟖𝟕𝟗</m:t>
                                </m:r>
                                <m:sSup>
                                  <m:sSupPr>
                                    <m:ctrlP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×</m:t>
                                    </m:r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𝟏𝟎</m:t>
                                    </m:r>
                                  </m:e>
                                  <m:sup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𝟐𝟖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2000" b="1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456213010"/>
                      </a:ext>
                    </a:extLst>
                  </a:tr>
                  <a:tr h="42490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𝟏𝟑𝟎𝟎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𝟐𝟗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𝟏𝟔𝟖</m:t>
                                </m:r>
                              </m:oMath>
                            </m:oMathPara>
                          </a14:m>
                          <a:endParaRPr lang="en-US" sz="2000" b="1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577496"/>
                      </a:ext>
                    </a:extLst>
                  </a:tr>
                  <a:tr h="42490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𝟏𝟓𝟎𝟎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smtClean="0">
                                    <a:latin typeface="Cambria Math" panose="02040503050406030204" pitchFamily="18" charset="0"/>
                                  </a:rPr>
                                  <m:t>𝟖𝟒</m:t>
                                </m:r>
                                <m:r>
                                  <a:rPr lang="en-US" sz="2000" b="1" i="1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000" b="1" i="1" smtClean="0">
                                    <a:latin typeface="Cambria Math" panose="02040503050406030204" pitchFamily="18" charset="0"/>
                                  </a:rPr>
                                  <m:t>𝟓𝟐𝟒</m:t>
                                </m:r>
                              </m:oMath>
                            </m:oMathPara>
                          </a14:m>
                          <a:endParaRPr lang="en-US" sz="2000" b="1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49448070"/>
                      </a:ext>
                    </a:extLst>
                  </a:tr>
                  <a:tr h="42011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𝟐𝟎𝟎𝟎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𝟓𝟓𝟓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𝟔𝟓𝟎𝟐</m:t>
                                </m:r>
                              </m:oMath>
                            </m:oMathPara>
                          </a14:m>
                          <a:endParaRPr lang="en-US" sz="2000" b="1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3152391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5BB757E6-A83C-FA22-AC64-170BC02D9E9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82111245"/>
                  </p:ext>
                </p:extLst>
              </p:nvPr>
            </p:nvGraphicFramePr>
            <p:xfrm>
              <a:off x="6372808" y="2164936"/>
              <a:ext cx="5635692" cy="4585029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2817846">
                      <a:extLst>
                        <a:ext uri="{9D8B030D-6E8A-4147-A177-3AD203B41FA5}">
                          <a16:colId xmlns:a16="http://schemas.microsoft.com/office/drawing/2014/main" val="1118515414"/>
                        </a:ext>
                      </a:extLst>
                    </a:gridCol>
                    <a:gridCol w="2817846">
                      <a:extLst>
                        <a:ext uri="{9D8B030D-6E8A-4147-A177-3AD203B41FA5}">
                          <a16:colId xmlns:a16="http://schemas.microsoft.com/office/drawing/2014/main" val="1108421254"/>
                        </a:ext>
                      </a:extLst>
                    </a:gridCol>
                  </a:tblGrid>
                  <a:tr h="41273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Stopping Time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RMS Equilibrium Error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03800437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16" t="-105882" r="-100864" b="-91029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433" t="-105882" r="-1082" b="-91029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41178396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16" t="-208955" r="-100864" b="-82388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433" t="-208955" r="-1082" b="-82388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43692911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16" t="-304412" r="-100864" b="-7117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433" t="-304412" r="-1082" b="-71176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34532526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16" t="-404412" r="-100864" b="-6117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433" t="-404412" r="-1082" b="-61176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728630392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16" t="-504412" r="-100864" b="-5117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433" t="-504412" r="-1082" b="-51176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88496904"/>
                      </a:ext>
                    </a:extLst>
                  </a:tr>
                  <a:tr h="418575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16" t="-604412" r="-100864" b="-4117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433" t="-604412" r="-1082" b="-41176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89411641"/>
                      </a:ext>
                    </a:extLst>
                  </a:tr>
                  <a:tr h="42011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16" t="-694203" r="-100864" b="-3057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433" t="-694203" r="-1082" b="-30579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56213010"/>
                      </a:ext>
                    </a:extLst>
                  </a:tr>
                  <a:tr h="4249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16" t="-782857" r="-100864" b="-2014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433" t="-782857" r="-1082" b="-20142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77496"/>
                      </a:ext>
                    </a:extLst>
                  </a:tr>
                  <a:tr h="4249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16" t="-882857" r="-100864" b="-1014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433" t="-882857" r="-1082" b="-10142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49448070"/>
                      </a:ext>
                    </a:extLst>
                  </a:tr>
                  <a:tr h="42011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216" t="-997101" r="-100864" b="-28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433" t="-997101" r="-1082" b="-289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31523912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Table 6">
                <a:extLst>
                  <a:ext uri="{FF2B5EF4-FFF2-40B4-BE49-F238E27FC236}">
                    <a16:creationId xmlns:a16="http://schemas.microsoft.com/office/drawing/2014/main" id="{CD04E514-47AC-6ED1-24E0-86EBFCFE2BEB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83501" y="2164935"/>
              <a:ext cx="5635692" cy="4585029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2817846">
                      <a:extLst>
                        <a:ext uri="{9D8B030D-6E8A-4147-A177-3AD203B41FA5}">
                          <a16:colId xmlns:a16="http://schemas.microsoft.com/office/drawing/2014/main" val="1118515414"/>
                        </a:ext>
                      </a:extLst>
                    </a:gridCol>
                    <a:gridCol w="2817846">
                      <a:extLst>
                        <a:ext uri="{9D8B030D-6E8A-4147-A177-3AD203B41FA5}">
                          <a16:colId xmlns:a16="http://schemas.microsoft.com/office/drawing/2014/main" val="1108421254"/>
                        </a:ext>
                      </a:extLst>
                    </a:gridCol>
                  </a:tblGrid>
                  <a:tr h="41273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Stopping Time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RMS Equilibrium Error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03800437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𝟎𝟖𝟓𝟑𝟖𝟎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641178396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𝟓</m:t>
                                </m:r>
                              </m:oMath>
                            </m:oMathPara>
                          </a14:m>
                          <a:endParaRPr sz="16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𝟎𝟑𝟖𝟏𝟐𝟔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843692911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𝟓𝟎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𝟎𝟎𝟓𝟎𝟏𝟑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34532526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𝟐𝟎𝟎</m:t>
                                </m:r>
                              </m:oMath>
                            </m:oMathPara>
                          </a14:m>
                          <a:endParaRPr sz="16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𝟎𝟎𝟏𝟏𝟔𝟎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728630392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𝟓𝟎𝟎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𝟑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𝟏𝟐𝟑</m:t>
                                </m:r>
                                <m:sSup>
                                  <m:sSupPr>
                                    <m:ctrlP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×</m:t>
                                    </m:r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𝟏𝟎</m:t>
                                    </m:r>
                                  </m:e>
                                  <m:sup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𝟕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sz="16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288496904"/>
                      </a:ext>
                    </a:extLst>
                  </a:tr>
                  <a:tr h="418575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𝟏𝟎𝟎𝟎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000" b="1" dirty="0"/>
                            <a:t>5</a:t>
                          </a:r>
                          <a14:m>
                            <m:oMath xmlns:m="http://schemas.openxmlformats.org/officeDocument/2006/math">
                              <m:r>
                                <a:rPr lang="en-US" sz="2000" b="1" i="1" dirty="0" smtClean="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  <m:r>
                                <a:rPr lang="en-US" sz="2000" b="1" i="1" dirty="0" smtClean="0">
                                  <a:latin typeface="Cambria Math" panose="02040503050406030204" pitchFamily="18" charset="0"/>
                                </a:rPr>
                                <m:t>𝟑𝟑𝟐</m:t>
                              </m:r>
                              <m:sSup>
                                <m:sSupPr>
                                  <m:ctrlPr>
                                    <a:rPr lang="en-US" sz="2000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b="1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×</m:t>
                                  </m:r>
                                  <m:r>
                                    <a:rPr lang="en-US" sz="2000" b="1" i="1" smtClean="0">
                                      <a:latin typeface="Cambria Math" panose="02040503050406030204" pitchFamily="18" charset="0"/>
                                    </a:rPr>
                                    <m:t>𝟏𝟎</m:t>
                                  </m:r>
                                </m:e>
                                <m:sup>
                                  <m:r>
                                    <a:rPr lang="en-US" sz="2000" b="1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000" b="1" i="1" smtClean="0">
                                      <a:latin typeface="Cambria Math" panose="02040503050406030204" pitchFamily="18" charset="0"/>
                                    </a:rPr>
                                    <m:t>𝟏𝟔</m:t>
                                  </m:r>
                                </m:sup>
                              </m:sSup>
                            </m:oMath>
                          </a14:m>
                          <a:endParaRPr lang="en-US" sz="2000" b="1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189411641"/>
                      </a:ext>
                    </a:extLst>
                  </a:tr>
                  <a:tr h="42011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𝟏𝟏𝟎𝟎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0" dirty="0" smtClean="0"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n-US" sz="2000" b="1" i="0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000" b="1" i="0" dirty="0" smtClean="0">
                                    <a:latin typeface="Cambria Math" panose="02040503050406030204" pitchFamily="18" charset="0"/>
                                  </a:rPr>
                                  <m:t>𝟕𝟗𝟒</m:t>
                                </m:r>
                                <m:sSup>
                                  <m:sSupPr>
                                    <m:ctrlP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×</m:t>
                                    </m:r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𝟏𝟎</m:t>
                                    </m:r>
                                  </m:e>
                                  <m:sup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𝟏𝟒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sz="16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456213010"/>
                      </a:ext>
                    </a:extLst>
                  </a:tr>
                  <a:tr h="42490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𝟏𝟑𝟎𝟎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𝟕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𝟑𝟕𝟎</m:t>
                                </m:r>
                                <m:sSup>
                                  <m:sSupPr>
                                    <m:ctrlP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×</m:t>
                                    </m:r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𝟏𝟎</m:t>
                                    </m:r>
                                  </m:e>
                                  <m:sup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𝟏𝟔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2000" b="1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577496"/>
                      </a:ext>
                    </a:extLst>
                  </a:tr>
                  <a:tr h="42490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𝟏𝟓𝟎𝟎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𝟖𝟒𝟒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𝟑𝟔𝟔</m:t>
                                </m:r>
                              </m:oMath>
                            </m:oMathPara>
                          </a14:m>
                          <a:endParaRPr sz="16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49448070"/>
                      </a:ext>
                    </a:extLst>
                  </a:tr>
                  <a:tr h="42011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𝟐𝟎𝟎𝟎</m:t>
                                </m:r>
                              </m:oMath>
                            </m:oMathPara>
                          </a14:m>
                          <a:endParaRPr sz="160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𝟗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000" b="1" i="1" dirty="0" smtClean="0">
                                    <a:latin typeface="Cambria Math" panose="02040503050406030204" pitchFamily="18" charset="0"/>
                                  </a:rPr>
                                  <m:t>𝟐𝟕𝟗</m:t>
                                </m:r>
                                <m:sSup>
                                  <m:sSupPr>
                                    <m:ctrlP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×</m:t>
                                    </m:r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𝟏𝟎</m:t>
                                    </m:r>
                                  </m:e>
                                  <m:sup>
                                    <m:r>
                                      <a:rPr lang="en-US" sz="2000" b="1" i="1" smtClean="0">
                                        <a:latin typeface="Cambria Math" panose="02040503050406030204" pitchFamily="18" charset="0"/>
                                      </a:rPr>
                                      <m:t>𝟐𝟑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2000" b="1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3152391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Table 6">
                <a:extLst>
                  <a:ext uri="{FF2B5EF4-FFF2-40B4-BE49-F238E27FC236}">
                    <a16:creationId xmlns:a16="http://schemas.microsoft.com/office/drawing/2014/main" id="{CD04E514-47AC-6ED1-24E0-86EBFCFE2BEB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183501" y="2164935"/>
              <a:ext cx="5635692" cy="4585029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2817846">
                      <a:extLst>
                        <a:ext uri="{9D8B030D-6E8A-4147-A177-3AD203B41FA5}">
                          <a16:colId xmlns:a16="http://schemas.microsoft.com/office/drawing/2014/main" val="1118515414"/>
                        </a:ext>
                      </a:extLst>
                    </a:gridCol>
                    <a:gridCol w="2817846">
                      <a:extLst>
                        <a:ext uri="{9D8B030D-6E8A-4147-A177-3AD203B41FA5}">
                          <a16:colId xmlns:a16="http://schemas.microsoft.com/office/drawing/2014/main" val="1108421254"/>
                        </a:ext>
                      </a:extLst>
                    </a:gridCol>
                  </a:tblGrid>
                  <a:tr h="41273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Stopping Time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b="1" dirty="0"/>
                            <a:t>RMS Equilibrium Error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03800437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216" t="-105882" r="-100648" b="-91029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100433" t="-105882" r="-866" b="-91029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41178396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216" t="-208955" r="-100648" b="-82388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100433" t="-208955" r="-866" b="-82388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43692911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216" t="-304412" r="-100648" b="-7117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100433" t="-304412" r="-866" b="-71176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34532526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216" t="-404412" r="-100648" b="-6117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100433" t="-404412" r="-866" b="-61176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728630392"/>
                      </a:ext>
                    </a:extLst>
                  </a:tr>
                  <a:tr h="412739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216" t="-504412" r="-100648" b="-5117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100433" t="-504412" r="-866" b="-51176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88496904"/>
                      </a:ext>
                    </a:extLst>
                  </a:tr>
                  <a:tr h="418575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216" t="-604412" r="-100648" b="-4117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100433" t="-604412" r="-866" b="-41176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89411641"/>
                      </a:ext>
                    </a:extLst>
                  </a:tr>
                  <a:tr h="42011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216" t="-694203" r="-100648" b="-3057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100433" t="-694203" r="-866" b="-30579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56213010"/>
                      </a:ext>
                    </a:extLst>
                  </a:tr>
                  <a:tr h="4249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216" t="-782857" r="-100648" b="-2014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100433" t="-782857" r="-866" b="-20142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77496"/>
                      </a:ext>
                    </a:extLst>
                  </a:tr>
                  <a:tr h="4249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216" t="-882857" r="-100648" b="-10142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100433" t="-882857" r="-866" b="-10142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49448070"/>
                      </a:ext>
                    </a:extLst>
                  </a:tr>
                  <a:tr h="42011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216" t="-997101" r="-100648" b="-28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4"/>
                          <a:stretch>
                            <a:fillRect l="-100433" t="-997101" r="-866" b="-289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31523912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E99573B-4EA7-075D-7A4A-293E56F35D85}"/>
                  </a:ext>
                </a:extLst>
              </p:cNvPr>
              <p:cNvSpPr txBox="1"/>
              <p:nvPr/>
            </p:nvSpPr>
            <p:spPr>
              <a:xfrm>
                <a:off x="6096000" y="1738821"/>
                <a:ext cx="610688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800" dirty="0"/>
                  <a:t>Payoff Matrices Scaled by </a:t>
                </a:r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endParaRPr lang="en-US" sz="18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E99573B-4EA7-075D-7A4A-293E56F35D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1738821"/>
                <a:ext cx="6106886" cy="369332"/>
              </a:xfrm>
              <a:prstGeom prst="rect">
                <a:avLst/>
              </a:prstGeom>
              <a:blipFill>
                <a:blip r:embed="rId5"/>
                <a:stretch>
                  <a:fillRect t="-6557" b="-262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9459AB7D-4D4A-A6B7-F8A4-83EA1F760E0D}"/>
              </a:ext>
            </a:extLst>
          </p:cNvPr>
          <p:cNvSpPr txBox="1"/>
          <p:nvPr/>
        </p:nvSpPr>
        <p:spPr>
          <a:xfrm>
            <a:off x="0" y="1751171"/>
            <a:ext cx="61068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dirty="0"/>
              <a:t>Original Payoff Matrices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358B54E-4867-3750-2763-0DA8EBAE703A}"/>
              </a:ext>
            </a:extLst>
          </p:cNvPr>
          <p:cNvSpPr/>
          <p:nvPr/>
        </p:nvSpPr>
        <p:spPr>
          <a:xfrm>
            <a:off x="2997095" y="4649722"/>
            <a:ext cx="2822097" cy="419978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244E8F0-3C5B-98AE-23E3-FB5F0AFBB25A}"/>
              </a:ext>
            </a:extLst>
          </p:cNvPr>
          <p:cNvSpPr/>
          <p:nvPr/>
        </p:nvSpPr>
        <p:spPr>
          <a:xfrm>
            <a:off x="2997094" y="6339796"/>
            <a:ext cx="2822097" cy="419978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23AFCEF-D6F3-CFA8-8BA6-B98B59F66C03}"/>
              </a:ext>
            </a:extLst>
          </p:cNvPr>
          <p:cNvSpPr/>
          <p:nvPr/>
        </p:nvSpPr>
        <p:spPr>
          <a:xfrm>
            <a:off x="9190654" y="4239553"/>
            <a:ext cx="2822097" cy="419978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CCB32AC-C6D3-2C47-4F4D-C9A6DEACF38B}"/>
              </a:ext>
            </a:extLst>
          </p:cNvPr>
          <p:cNvSpPr/>
          <p:nvPr/>
        </p:nvSpPr>
        <p:spPr>
          <a:xfrm>
            <a:off x="9190654" y="4649722"/>
            <a:ext cx="2822097" cy="419978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9FC3EB4-E105-BB55-9237-EE75E2828846}"/>
              </a:ext>
            </a:extLst>
          </p:cNvPr>
          <p:cNvCxnSpPr>
            <a:stCxn id="13" idx="3"/>
            <a:endCxn id="15" idx="1"/>
          </p:cNvCxnSpPr>
          <p:nvPr/>
        </p:nvCxnSpPr>
        <p:spPr>
          <a:xfrm flipV="1">
            <a:off x="5819191" y="4859711"/>
            <a:ext cx="3371463" cy="1690074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8E56529-8D50-2952-CC54-EB15219A91A2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 flipV="1">
            <a:off x="5819192" y="4449542"/>
            <a:ext cx="3371462" cy="410169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270935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C668A5-1420-E30E-FC99-2F973C236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71BD588-4F07-8F18-DD43-87C7F3C401F3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AFE7292-EE26-734A-70BF-A0FA8447EC02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402A7F5-A2A6-81B8-7AF7-1E49A1D2DBCB}"/>
              </a:ext>
            </a:extLst>
          </p:cNvPr>
          <p:cNvSpPr txBox="1"/>
          <p:nvPr/>
        </p:nvSpPr>
        <p:spPr>
          <a:xfrm>
            <a:off x="2160576" y="369894"/>
            <a:ext cx="814014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Convergence to Nash Equilibrium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1078E86-99FC-0FA9-C64A-3D1130A08E7E}"/>
              </a:ext>
            </a:extLst>
          </p:cNvPr>
          <p:cNvSpPr txBox="1"/>
          <p:nvPr/>
        </p:nvSpPr>
        <p:spPr>
          <a:xfrm>
            <a:off x="222586" y="1834900"/>
            <a:ext cx="10203561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Since the system is time-homogeneous and depends linearly on the payoff matrices, scaling payoff matrices is equivalent to scaling time under the </a:t>
            </a:r>
            <a:r>
              <a:rPr lang="en-US" sz="2400" dirty="0" err="1"/>
              <a:t>ReLU</a:t>
            </a:r>
            <a:r>
              <a:rPr lang="en-US" sz="2400" dirty="0"/>
              <a:t> activation function</a:t>
            </a:r>
          </a:p>
          <a:p>
            <a:endParaRPr lang="en-US" sz="2400" dirty="0"/>
          </a:p>
          <a:p>
            <a:r>
              <a:rPr lang="en-US" sz="2400" dirty="0"/>
              <a:t>For the original set of payoff matrices, the ideal time step is approximately 1</a:t>
            </a:r>
          </a:p>
          <a:p>
            <a:endParaRPr lang="en-US" sz="2400" dirty="0"/>
          </a:p>
          <a:p>
            <a:r>
              <a:rPr lang="en-US" sz="2400" dirty="0"/>
              <a:t>Since the accuracy is heavily dependent on the time step, adaptive step size approaches like Runge – Kutta 45 (RK45) are preferred</a:t>
            </a:r>
          </a:p>
        </p:txBody>
      </p:sp>
    </p:spTree>
    <p:extLst>
      <p:ext uri="{BB962C8B-B14F-4D97-AF65-F5344CB8AC3E}">
        <p14:creationId xmlns:p14="http://schemas.microsoft.com/office/powerpoint/2010/main" val="29271764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24E147-B9D1-4CC8-57CF-B08F9BB92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EF197E1-E514-56DC-0829-7B33671AFECD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C626F4A-4560-E841-33B1-45B7FD208D79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AA412A1-E6B9-A9B6-E91C-9269B83CBDB8}"/>
              </a:ext>
            </a:extLst>
          </p:cNvPr>
          <p:cNvSpPr txBox="1"/>
          <p:nvPr/>
        </p:nvSpPr>
        <p:spPr>
          <a:xfrm>
            <a:off x="2160576" y="369894"/>
            <a:ext cx="814014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An Experiment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CE32A044-754B-9EB2-00DE-BF7BB2906BD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71298781"/>
                  </p:ext>
                </p:extLst>
              </p:nvPr>
            </p:nvGraphicFramePr>
            <p:xfrm>
              <a:off x="221860" y="1940767"/>
              <a:ext cx="8128000" cy="4701540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4064000">
                      <a:extLst>
                        <a:ext uri="{9D8B030D-6E8A-4147-A177-3AD203B41FA5}">
                          <a16:colId xmlns:a16="http://schemas.microsoft.com/office/drawing/2014/main" val="1118515414"/>
                        </a:ext>
                      </a:extLst>
                    </a:gridCol>
                    <a:gridCol w="4064000">
                      <a:extLst>
                        <a:ext uri="{9D8B030D-6E8A-4147-A177-3AD203B41FA5}">
                          <a16:colId xmlns:a16="http://schemas.microsoft.com/office/drawing/2014/main" val="1108421254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b="1" dirty="0"/>
                            <a:t>Stopping Time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b="1" dirty="0"/>
                            <a:t>RMS Equilibrium Error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0380043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𝟏𝟑𝟐𝟓𝟒𝟓</m:t>
                                </m:r>
                              </m:oMath>
                            </m:oMathPara>
                          </a14:m>
                          <a:endParaRPr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64117839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𝟓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𝟏𝟐𝟓𝟗𝟓𝟏</m:t>
                                </m:r>
                              </m:oMath>
                            </m:oMathPara>
                          </a14:m>
                          <a:endParaRPr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84369291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𝟓𝟎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𝟏𝟎𝟓𝟐𝟐𝟏</m:t>
                                </m:r>
                              </m:oMath>
                            </m:oMathPara>
                          </a14:m>
                          <a:endParaRPr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63453252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𝟐𝟎𝟎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𝟎𝟏𝟒𝟐𝟔𝟗</m:t>
                                </m:r>
                              </m:oMath>
                            </m:oMathPara>
                          </a14:m>
                          <a:endParaRPr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7286303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𝟓𝟎𝟎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𝟑𝟖𝟖</m:t>
                                </m:r>
                                <m:sSup>
                                  <m:sSupPr>
                                    <m:ctrlPr>
                                      <a:rPr lang="en-US" sz="2200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200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×</m:t>
                                    </m:r>
                                    <m:r>
                                      <a:rPr lang="en-US" sz="2200" b="1" i="1" smtClean="0">
                                        <a:latin typeface="Cambria Math" panose="02040503050406030204" pitchFamily="18" charset="0"/>
                                      </a:rPr>
                                      <m:t>𝟏𝟎</m:t>
                                    </m:r>
                                  </m:e>
                                  <m:sup>
                                    <m:r>
                                      <a:rPr lang="en-US" sz="2200" b="1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2200" b="1" i="1" smtClean="0">
                                        <a:latin typeface="Cambria Math" panose="02040503050406030204" pitchFamily="18" charset="0"/>
                                      </a:rPr>
                                      <m:t>𝟏𝟔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28849690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𝟏𝟎𝟎𝟎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𝟑𝟓𝟔𝟏𝟕𝟖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18941164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𝟏𝟏𝟎𝟎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𝟑𝟔𝟔𝟗𝟐𝟕</m:t>
                                </m:r>
                              </m:oMath>
                            </m:oMathPara>
                          </a14:m>
                          <a:endParaRPr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45621301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𝟏𝟑𝟎𝟎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𝟒𝟒𝟎𝟏𝟒𝟕</m:t>
                                </m:r>
                              </m:oMath>
                            </m:oMathPara>
                          </a14:m>
                          <a:endParaRPr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57749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𝟏𝟓𝟎𝟎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.</m:t>
                                </m:r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𝟓𝟔𝟔𝟏𝟓𝟖</m:t>
                                </m:r>
                              </m:oMath>
                            </m:oMathPara>
                          </a14:m>
                          <a:endParaRPr lang="en-US" sz="2200" b="1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494480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1" dirty="0" smtClean="0">
                                    <a:latin typeface="Cambria Math" panose="02040503050406030204" pitchFamily="18" charset="0"/>
                                  </a:rPr>
                                  <m:t>𝟐𝟎𝟎𝟎</m:t>
                                </m:r>
                              </m:oMath>
                            </m:oMathPara>
                          </a14:m>
                          <a:endParaRPr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200" b="1" i="0" dirty="0" smtClean="0">
                                    <a:latin typeface="Cambria Math" panose="02040503050406030204" pitchFamily="18" charset="0"/>
                                  </a:rPr>
                                  <m:t>𝐍𝐚𝐍</m:t>
                                </m:r>
                              </m:oMath>
                            </m:oMathPara>
                          </a14:m>
                          <a:endParaRPr lang="en-US" sz="2200" b="1" i="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3152391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CE32A044-754B-9EB2-00DE-BF7BB2906BD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71298781"/>
                  </p:ext>
                </p:extLst>
              </p:nvPr>
            </p:nvGraphicFramePr>
            <p:xfrm>
              <a:off x="221860" y="1940767"/>
              <a:ext cx="8128000" cy="4701540"/>
            </p:xfrm>
            <a:graphic>
              <a:graphicData uri="http://schemas.openxmlformats.org/drawingml/2006/table">
                <a:tbl>
                  <a:tblPr firstRow="1" bandRow="1">
                    <a:tableStyleId>{073A0DAA-6AF3-43AB-8588-CEC1D06C72B9}</a:tableStyleId>
                  </a:tblPr>
                  <a:tblGrid>
                    <a:gridCol w="4064000">
                      <a:extLst>
                        <a:ext uri="{9D8B030D-6E8A-4147-A177-3AD203B41FA5}">
                          <a16:colId xmlns:a16="http://schemas.microsoft.com/office/drawing/2014/main" val="1118515414"/>
                        </a:ext>
                      </a:extLst>
                    </a:gridCol>
                    <a:gridCol w="4064000">
                      <a:extLst>
                        <a:ext uri="{9D8B030D-6E8A-4147-A177-3AD203B41FA5}">
                          <a16:colId xmlns:a16="http://schemas.microsoft.com/office/drawing/2014/main" val="1108421254"/>
                        </a:ext>
                      </a:extLst>
                    </a:gridCol>
                  </a:tblGrid>
                  <a:tr h="42672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b="1" dirty="0"/>
                            <a:t>Stopping Time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200" b="1" dirty="0"/>
                            <a:t>RMS Equilibrium Error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03800437"/>
                      </a:ext>
                    </a:extLst>
                  </a:tr>
                  <a:tr h="42672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50" t="-108571" r="-100600" b="-90571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150" t="-108571" r="-600" b="-90571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641178396"/>
                      </a:ext>
                    </a:extLst>
                  </a:tr>
                  <a:tr h="42672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50" t="-208571" r="-100600" b="-80571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150" t="-208571" r="-600" b="-80571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43692911"/>
                      </a:ext>
                    </a:extLst>
                  </a:tr>
                  <a:tr h="42672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50" t="-308571" r="-100600" b="-70571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150" t="-308571" r="-600" b="-70571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634532526"/>
                      </a:ext>
                    </a:extLst>
                  </a:tr>
                  <a:tr h="42672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50" t="-408571" r="-100600" b="-60571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150" t="-408571" r="-600" b="-60571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728630392"/>
                      </a:ext>
                    </a:extLst>
                  </a:tr>
                  <a:tr h="4343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50" t="-494444" r="-100600" b="-48888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150" t="-494444" r="-600" b="-48888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88496904"/>
                      </a:ext>
                    </a:extLst>
                  </a:tr>
                  <a:tr h="42672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50" t="-611429" r="-100600" b="-40285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150" t="-611429" r="-600" b="-40285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89411641"/>
                      </a:ext>
                    </a:extLst>
                  </a:tr>
                  <a:tr h="42672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50" t="-711429" r="-100600" b="-30285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150" t="-711429" r="-600" b="-30285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56213010"/>
                      </a:ext>
                    </a:extLst>
                  </a:tr>
                  <a:tr h="42672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50" t="-811429" r="-100600" b="-20285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150" t="-811429" r="-600" b="-20285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77496"/>
                      </a:ext>
                    </a:extLst>
                  </a:tr>
                  <a:tr h="42672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50" t="-911429" r="-100600" b="-10285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150" t="-911429" r="-600" b="-10285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49448070"/>
                      </a:ext>
                    </a:extLst>
                  </a:tr>
                  <a:tr h="42672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50" t="-1011429" r="-100600" b="-285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blipFill>
                          <a:blip r:embed="rId3"/>
                          <a:stretch>
                            <a:fillRect l="-100150" t="-1011429" r="-600" b="-285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31523912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34BD61F7-465A-9322-53A1-BB811E094BB8}"/>
              </a:ext>
            </a:extLst>
          </p:cNvPr>
          <p:cNvSpPr txBox="1"/>
          <p:nvPr/>
        </p:nvSpPr>
        <p:spPr>
          <a:xfrm>
            <a:off x="8760260" y="1940767"/>
            <a:ext cx="3080928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RK4 ODE Solver with 1000 Time Steps</a:t>
            </a:r>
          </a:p>
          <a:p>
            <a:pPr algn="ctr"/>
            <a:endParaRPr lang="en-US" sz="2400" dirty="0"/>
          </a:p>
          <a:p>
            <a:pPr algn="ctr"/>
            <a:r>
              <a:rPr lang="en-US" sz="2400" dirty="0"/>
              <a:t>Original Payoff Matrices</a:t>
            </a:r>
          </a:p>
          <a:p>
            <a:pPr algn="ctr"/>
            <a:endParaRPr lang="en-US" sz="2400" dirty="0"/>
          </a:p>
          <a:p>
            <a:pPr algn="ctr"/>
            <a:r>
              <a:rPr lang="en-US" sz="2400" dirty="0"/>
              <a:t>tanh Activation Function</a:t>
            </a:r>
          </a:p>
        </p:txBody>
      </p:sp>
    </p:spTree>
    <p:extLst>
      <p:ext uri="{BB962C8B-B14F-4D97-AF65-F5344CB8AC3E}">
        <p14:creationId xmlns:p14="http://schemas.microsoft.com/office/powerpoint/2010/main" val="26611588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C82648-DC28-B3B6-1912-FD4C128C37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866D7266-5D3C-745F-C1EA-DA2D3EB7932A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B53834E-5F95-6306-C247-D9F12B396FC8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3EEB532-FDBF-2751-D05C-3B475958063A}"/>
              </a:ext>
            </a:extLst>
          </p:cNvPr>
          <p:cNvSpPr txBox="1"/>
          <p:nvPr/>
        </p:nvSpPr>
        <p:spPr>
          <a:xfrm>
            <a:off x="2160576" y="369894"/>
            <a:ext cx="814014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More Experiments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607D245-CC2D-872E-1087-ECD6BA534F9E}"/>
              </a:ext>
            </a:extLst>
          </p:cNvPr>
          <p:cNvSpPr txBox="1"/>
          <p:nvPr/>
        </p:nvSpPr>
        <p:spPr>
          <a:xfrm>
            <a:off x="7393327" y="1992890"/>
            <a:ext cx="4559188" cy="156966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All Experiments Done with: </a:t>
            </a:r>
          </a:p>
          <a:p>
            <a:pPr marL="342900" indent="-342900" algn="ctr">
              <a:buFont typeface="Arial" panose="020B0604020202020204" pitchFamily="34" charset="0"/>
              <a:buChar char="•"/>
            </a:pPr>
            <a:r>
              <a:rPr lang="en-US" sz="2400" dirty="0"/>
              <a:t>RK4 ODE Solver with 1000 Time Steps</a:t>
            </a:r>
          </a:p>
          <a:p>
            <a:pPr marL="342900" indent="-342900" algn="ctr">
              <a:buFont typeface="Arial" panose="020B0604020202020204" pitchFamily="34" charset="0"/>
              <a:buChar char="•"/>
            </a:pPr>
            <a:r>
              <a:rPr lang="en-US" sz="2400" dirty="0"/>
              <a:t>Original Payoff Matrices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98A5CDB-34EC-EC09-9F59-D9CB86567771}"/>
                  </a:ext>
                </a:extLst>
              </p:cNvPr>
              <p:cNvSpPr txBox="1"/>
              <p:nvPr/>
            </p:nvSpPr>
            <p:spPr>
              <a:xfrm>
                <a:off x="239485" y="1881953"/>
                <a:ext cx="6106886" cy="830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2400" u="sng" dirty="0"/>
                  <a:t>Sigmoid Activation Function</a:t>
                </a:r>
              </a:p>
              <a:p>
                <a:pPr algn="ctr"/>
                <a:r>
                  <a:rPr lang="en-US" sz="2400" dirty="0"/>
                  <a:t>Lowest Error was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.083134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98A5CDB-34EC-EC09-9F59-D9CB865677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485" y="1881953"/>
                <a:ext cx="6106886" cy="830997"/>
              </a:xfrm>
              <a:prstGeom prst="rect">
                <a:avLst/>
              </a:prstGeom>
              <a:blipFill>
                <a:blip r:embed="rId3"/>
                <a:stretch>
                  <a:fillRect t="-5882" b="-161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AF31683-262F-5192-34FC-D7BFC7EB67E4}"/>
                  </a:ext>
                </a:extLst>
              </p:cNvPr>
              <p:cNvSpPr txBox="1"/>
              <p:nvPr/>
            </p:nvSpPr>
            <p:spPr>
              <a:xfrm>
                <a:off x="0" y="2853989"/>
                <a:ext cx="6784911" cy="12003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2400" u="sng" dirty="0"/>
                  <a:t>Leaky </a:t>
                </a:r>
                <a:r>
                  <a:rPr lang="en-US" sz="2400" u="sng" dirty="0" err="1"/>
                  <a:t>ReLU</a:t>
                </a:r>
                <a:r>
                  <a:rPr lang="en-US" sz="2400" u="sng" dirty="0"/>
                  <a:t> Activation Function</a:t>
                </a:r>
              </a:p>
              <a:p>
                <a:pPr algn="ctr"/>
                <a:r>
                  <a:rPr lang="en-US" sz="2400" dirty="0"/>
                  <a:t>Reached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4</m:t>
                    </m:r>
                    <m:sSup>
                      <m:sSupPr>
                        <m:ctrlPr>
                          <a:rPr lang="ar-AE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sz="24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ar-AE" sz="2400" b="0" i="1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ar-AE" sz="2400" b="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ar-AE" sz="2400" b="0" i="1">
                            <a:latin typeface="Cambria Math" panose="02040503050406030204" pitchFamily="18" charset="0"/>
                          </a:rPr>
                          <m:t>16</m:t>
                        </m:r>
                      </m:sup>
                    </m:sSup>
                  </m:oMath>
                </a14:m>
                <a:r>
                  <a:rPr lang="en-US" sz="2400" dirty="0"/>
                  <a:t> at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1100</m:t>
                    </m:r>
                  </m:oMath>
                </a14:m>
                <a:r>
                  <a:rPr lang="en-US" sz="2400" dirty="0"/>
                  <a:t> and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1300</m:t>
                    </m:r>
                  </m:oMath>
                </a14:m>
                <a:r>
                  <a:rPr lang="en-US" sz="2400" dirty="0"/>
                  <a:t> </a:t>
                </a:r>
                <a:endParaRPr lang="ar-AE" sz="2400" dirty="0"/>
              </a:p>
              <a:p>
                <a:pPr algn="ctr"/>
                <a:endParaRPr lang="en-US" sz="24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DAF31683-262F-5192-34FC-D7BFC7EB67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2853989"/>
                <a:ext cx="6784911" cy="1200329"/>
              </a:xfrm>
              <a:prstGeom prst="rect">
                <a:avLst/>
              </a:prstGeom>
              <a:blipFill>
                <a:blip r:embed="rId4"/>
                <a:stretch>
                  <a:fillRect t="-40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48627D8-9A5C-A923-E207-B46232FA826D}"/>
                  </a:ext>
                </a:extLst>
              </p:cNvPr>
              <p:cNvSpPr txBox="1"/>
              <p:nvPr/>
            </p:nvSpPr>
            <p:spPr>
              <a:xfrm>
                <a:off x="239485" y="3747217"/>
                <a:ext cx="6106886" cy="830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2400" u="sng" dirty="0"/>
                  <a:t>SoftMax Activation Function</a:t>
                </a:r>
              </a:p>
              <a:p>
                <a:pPr algn="ctr"/>
                <a:r>
                  <a:rPr lang="en-US" sz="2400" dirty="0"/>
                  <a:t>Lowest Error was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021497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48627D8-9A5C-A923-E207-B46232FA82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485" y="3747217"/>
                <a:ext cx="6106886" cy="830997"/>
              </a:xfrm>
              <a:prstGeom prst="rect">
                <a:avLst/>
              </a:prstGeom>
              <a:blipFill>
                <a:blip r:embed="rId5"/>
                <a:stretch>
                  <a:fillRect t="-5882" b="-161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FEE0482-7F4A-A357-8533-CF005AA484B6}"/>
                  </a:ext>
                </a:extLst>
              </p:cNvPr>
              <p:cNvSpPr txBox="1"/>
              <p:nvPr/>
            </p:nvSpPr>
            <p:spPr>
              <a:xfrm>
                <a:off x="-99528" y="4663708"/>
                <a:ext cx="6784911" cy="830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2400" u="sng" dirty="0" err="1"/>
                  <a:t>GeLU</a:t>
                </a:r>
                <a:r>
                  <a:rPr lang="en-US" sz="2400" u="sng" dirty="0"/>
                  <a:t> Activation Function</a:t>
                </a:r>
              </a:p>
              <a:p>
                <a:pPr algn="ctr"/>
                <a:r>
                  <a:rPr lang="en-US" sz="2400" dirty="0"/>
                  <a:t>Reached </a:t>
                </a:r>
                <a14:m>
                  <m:oMath xmlns:m="http://schemas.openxmlformats.org/officeDocument/2006/math">
                    <m:r>
                      <a:rPr lang="en-US" sz="2400" dirty="0">
                        <a:latin typeface="Cambria Math" panose="02040503050406030204" pitchFamily="18" charset="0"/>
                      </a:rPr>
                      <m:t>6</m:t>
                    </m:r>
                    <m:r>
                      <a:rPr lang="en-US" sz="2400" b="0" i="0" dirty="0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400" b="0" i="0" dirty="0" smtClean="0">
                        <a:latin typeface="Cambria Math" panose="02040503050406030204" pitchFamily="18" charset="0"/>
                      </a:rPr>
                      <m:t>206</m:t>
                    </m:r>
                    <m:sSup>
                      <m:sSupPr>
                        <m:ctrlPr>
                          <a:rPr lang="ar-AE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sz="24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ar-AE" sz="2400" b="0" i="1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ar-AE" sz="2400" b="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ar-AE" sz="2400" b="0" i="1">
                            <a:latin typeface="Cambria Math" panose="02040503050406030204" pitchFamily="18" charset="0"/>
                          </a:rPr>
                          <m:t>17</m:t>
                        </m:r>
                      </m:sup>
                    </m:sSup>
                  </m:oMath>
                </a14:m>
                <a:r>
                  <a:rPr lang="en-US" sz="2400" dirty="0"/>
                  <a:t> at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1000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FEE0482-7F4A-A357-8533-CF005AA484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99528" y="4663708"/>
                <a:ext cx="6784911" cy="830997"/>
              </a:xfrm>
              <a:prstGeom prst="rect">
                <a:avLst/>
              </a:prstGeom>
              <a:blipFill>
                <a:blip r:embed="rId6"/>
                <a:stretch>
                  <a:fillRect t="-5882" b="-169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9BBAE5D-3C27-16A1-B442-97037B373717}"/>
                  </a:ext>
                </a:extLst>
              </p:cNvPr>
              <p:cNvSpPr txBox="1"/>
              <p:nvPr/>
            </p:nvSpPr>
            <p:spPr>
              <a:xfrm>
                <a:off x="-1" y="5580199"/>
                <a:ext cx="6784911" cy="12003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2400" u="sng" dirty="0"/>
                  <a:t>ELU Activation Function</a:t>
                </a:r>
              </a:p>
              <a:p>
                <a:pPr algn="ctr"/>
                <a:r>
                  <a:rPr lang="en-US" sz="2400" dirty="0"/>
                  <a:t>Reached </a:t>
                </a:r>
                <a14:m>
                  <m:oMath xmlns:m="http://schemas.openxmlformats.org/officeDocument/2006/math">
                    <m:r>
                      <a:rPr lang="en-US" sz="2400" dirty="0" smtClean="0">
                        <a:latin typeface="Cambria Math" panose="02040503050406030204" pitchFamily="18" charset="0"/>
                      </a:rPr>
                      <m:t>8</m:t>
                    </m:r>
                    <m:r>
                      <a:rPr lang="en-US" sz="2400" b="0" i="0" dirty="0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327</m:t>
                    </m:r>
                    <m:sSup>
                      <m:sSupPr>
                        <m:ctrlPr>
                          <a:rPr lang="ar-AE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sz="24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ar-AE" sz="2400" b="0" i="1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ar-AE" sz="2400" b="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ar-AE" sz="2400" b="0" i="1">
                            <a:latin typeface="Cambria Math" panose="02040503050406030204" pitchFamily="18" charset="0"/>
                          </a:rPr>
                          <m:t>17</m:t>
                        </m:r>
                      </m:sup>
                    </m:sSup>
                  </m:oMath>
                </a14:m>
                <a:r>
                  <a:rPr lang="en-US" sz="2400" dirty="0"/>
                  <a:t> at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500</m:t>
                    </m:r>
                  </m:oMath>
                </a14:m>
                <a:r>
                  <a:rPr lang="en-US" sz="2400" dirty="0"/>
                  <a:t>.</a:t>
                </a:r>
              </a:p>
              <a:p>
                <a:pPr algn="ctr"/>
                <a:r>
                  <a:rPr lang="en-US" sz="2400" dirty="0" err="1"/>
                  <a:t>NaN</a:t>
                </a:r>
                <a:r>
                  <a:rPr lang="en-US" sz="2400" dirty="0"/>
                  <a:t> Errors for higher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2400" dirty="0"/>
                  <a:t> values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9BBAE5D-3C27-16A1-B442-97037B3737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" y="5580199"/>
                <a:ext cx="6784911" cy="1200329"/>
              </a:xfrm>
              <a:prstGeom prst="rect">
                <a:avLst/>
              </a:prstGeom>
              <a:blipFill>
                <a:blip r:embed="rId7"/>
                <a:stretch>
                  <a:fillRect t="-4061" b="-1066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ight Brace 12">
            <a:extLst>
              <a:ext uri="{FF2B5EF4-FFF2-40B4-BE49-F238E27FC236}">
                <a16:creationId xmlns:a16="http://schemas.microsoft.com/office/drawing/2014/main" id="{58954B48-1727-017E-15C0-64F62FB0AB74}"/>
              </a:ext>
            </a:extLst>
          </p:cNvPr>
          <p:cNvSpPr/>
          <p:nvPr/>
        </p:nvSpPr>
        <p:spPr>
          <a:xfrm>
            <a:off x="5842424" y="4802012"/>
            <a:ext cx="507151" cy="1978516"/>
          </a:xfrm>
          <a:prstGeom prst="rightBrace">
            <a:avLst>
              <a:gd name="adj1" fmla="val 8333"/>
              <a:gd name="adj2" fmla="val 48353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7D000AE-FA58-CDF3-2745-DAB87ECF09BE}"/>
              </a:ext>
            </a:extLst>
          </p:cNvPr>
          <p:cNvSpPr txBox="1"/>
          <p:nvPr/>
        </p:nvSpPr>
        <p:spPr>
          <a:xfrm>
            <a:off x="6137397" y="5121225"/>
            <a:ext cx="3515713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ctr">
              <a:buFont typeface="Arial" panose="020B0604020202020204" pitchFamily="34" charset="0"/>
              <a:buChar char="•"/>
            </a:pPr>
            <a:r>
              <a:rPr lang="en-US" sz="2400" dirty="0"/>
              <a:t>Smooth </a:t>
            </a:r>
          </a:p>
          <a:p>
            <a:pPr marL="342900" indent="-342900" algn="ctr">
              <a:buFont typeface="Arial" panose="020B0604020202020204" pitchFamily="34" charset="0"/>
              <a:buChar char="•"/>
            </a:pPr>
            <a:r>
              <a:rPr lang="en-US" sz="2400" dirty="0"/>
              <a:t>More sensitive to choosing correct step size</a:t>
            </a:r>
          </a:p>
        </p:txBody>
      </p:sp>
    </p:spTree>
    <p:extLst>
      <p:ext uri="{BB962C8B-B14F-4D97-AF65-F5344CB8AC3E}">
        <p14:creationId xmlns:p14="http://schemas.microsoft.com/office/powerpoint/2010/main" val="31162483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4F107D-0AC3-CAD1-E160-A85A28E58E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47A051C-6050-4111-09E5-21A88A9B68AF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AD9C9B8-03A7-CFC2-7665-042446070C1C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0B2E0CF-5B13-8ACA-8AFE-42A998B7583F}"/>
              </a:ext>
            </a:extLst>
          </p:cNvPr>
          <p:cNvSpPr txBox="1"/>
          <p:nvPr/>
        </p:nvSpPr>
        <p:spPr>
          <a:xfrm>
            <a:off x="1356217" y="145915"/>
            <a:ext cx="93302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Fictitious Play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EA1CCAF-D750-F677-3C7B-5A38486EC1EA}"/>
                  </a:ext>
                </a:extLst>
              </p:cNvPr>
              <p:cNvSpPr txBox="1"/>
              <p:nvPr/>
            </p:nvSpPr>
            <p:spPr>
              <a:xfrm>
                <a:off x="170519" y="1807313"/>
                <a:ext cx="10951571" cy="53047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Fictitious play is a discrete variant of BNN dynamics introduced by Brown in 1951 and studied by Robinson in the same year. It’s also call Brown-Robinson learning</a:t>
                </a:r>
              </a:p>
              <a:p>
                <a:pPr>
                  <a:spcAft>
                    <a:spcPts val="600"/>
                  </a:spcAft>
                </a:pPr>
                <a:endParaRPr lang="en-US" sz="2400" dirty="0"/>
              </a:p>
              <a:p>
                <a:pPr>
                  <a:spcAft>
                    <a:spcPts val="600"/>
                  </a:spcAf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𝜑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d>
                      <m:d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d>
                  </m:oMath>
                </a14:m>
                <a:r>
                  <a:rPr lang="en-US" sz="2400" dirty="0"/>
                  <a:t> is replaced by the ordinal potential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, which satisfies the conditions:</a:t>
                </a:r>
              </a:p>
              <a:p>
                <a:pPr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&gt;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⇔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l-GR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Π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&gt;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l-GR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Π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𝑘𝑗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  <a:p>
                <a:pPr>
                  <a:spcAft>
                    <a:spcPts val="6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&gt;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⇔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l-GR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Π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&gt;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l-GR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Π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  <a:p>
                <a:endParaRPr lang="en-US" sz="2400" dirty="0"/>
              </a:p>
              <a:p>
                <a:r>
                  <a:rPr lang="en-US" sz="2400" dirty="0"/>
                  <a:t>Higher potentials indicate higher payoffs</a:t>
                </a:r>
              </a:p>
              <a:p>
                <a:endParaRPr lang="en-US" sz="2400" dirty="0"/>
              </a:p>
              <a:p>
                <a:r>
                  <a:rPr lang="en-US" sz="2400" dirty="0"/>
                  <a:t>The ordinal potential essentially just stores the order of preferred strategies given the other player’s pure strategy</a:t>
                </a:r>
              </a:p>
              <a:p>
                <a:endParaRPr lang="en-US" sz="2400" dirty="0"/>
              </a:p>
              <a:p>
                <a:endParaRPr lang="en-US" sz="24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EA1CCAF-D750-F677-3C7B-5A38486EC1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519" y="1807313"/>
                <a:ext cx="10951571" cy="5304786"/>
              </a:xfrm>
              <a:prstGeom prst="rect">
                <a:avLst/>
              </a:prstGeom>
              <a:blipFill>
                <a:blip r:embed="rId3"/>
                <a:stretch>
                  <a:fillRect l="-891" t="-9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8E4EAC8F-6000-10A4-B4B3-E83DA63C32BE}"/>
              </a:ext>
            </a:extLst>
          </p:cNvPr>
          <p:cNvSpPr txBox="1"/>
          <p:nvPr/>
        </p:nvSpPr>
        <p:spPr>
          <a:xfrm>
            <a:off x="1430862" y="732503"/>
            <a:ext cx="933027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1319345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53A223-FA57-A05B-E283-8A76988FB5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767B8386-E121-14E4-E970-07FAFF87A659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A30CA49-6AD3-B901-4611-8474A786ECBC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FB4B3FC-B344-507F-6C60-18549F763171}"/>
              </a:ext>
            </a:extLst>
          </p:cNvPr>
          <p:cNvSpPr txBox="1"/>
          <p:nvPr/>
        </p:nvSpPr>
        <p:spPr>
          <a:xfrm>
            <a:off x="1356217" y="145915"/>
            <a:ext cx="93302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Fictitious Play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53F1D4C-9BEA-AE59-35CA-555407795EF9}"/>
              </a:ext>
            </a:extLst>
          </p:cNvPr>
          <p:cNvSpPr txBox="1"/>
          <p:nvPr/>
        </p:nvSpPr>
        <p:spPr>
          <a:xfrm>
            <a:off x="170519" y="1807313"/>
            <a:ext cx="1095157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Some games may not have ordinal potentials. Matching pennies example: </a:t>
            </a:r>
          </a:p>
          <a:p>
            <a:r>
              <a:rPr lang="en-US" sz="2400" dirty="0"/>
              <a:t>Many non-degenerate zero sum games do not have an ordinal potential</a:t>
            </a:r>
          </a:p>
          <a:p>
            <a:endParaRPr lang="en-US" sz="2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A83924A-10C2-753A-2104-1786A5B6D082}"/>
              </a:ext>
            </a:extLst>
          </p:cNvPr>
          <p:cNvSpPr txBox="1"/>
          <p:nvPr/>
        </p:nvSpPr>
        <p:spPr>
          <a:xfrm>
            <a:off x="1430862" y="732503"/>
            <a:ext cx="933027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Games without Ordinal Potentials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2438701E-42D7-6564-396E-13EB21357D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22051178"/>
              </p:ext>
            </p:extLst>
          </p:nvPr>
        </p:nvGraphicFramePr>
        <p:xfrm>
          <a:off x="1304746" y="4617739"/>
          <a:ext cx="4064810" cy="1998138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2032405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2032405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</a:tblGrid>
              <a:tr h="999069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-1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999069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-1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B4CECA3-0BCF-23BB-A5A5-641885E5DC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5595221"/>
              </p:ext>
            </p:extLst>
          </p:nvPr>
        </p:nvGraphicFramePr>
        <p:xfrm>
          <a:off x="7308448" y="4617739"/>
          <a:ext cx="4064810" cy="2005122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2032405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2032405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</a:tblGrid>
              <a:tr h="1002561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-1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1002561"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4000" b="1" dirty="0"/>
                        <a:t>-1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660CE6EB-AC10-438E-66B9-70ECFCCB1F39}"/>
              </a:ext>
            </a:extLst>
          </p:cNvPr>
          <p:cNvSpPr txBox="1"/>
          <p:nvPr/>
        </p:nvSpPr>
        <p:spPr>
          <a:xfrm rot="16200000">
            <a:off x="5439078" y="5183074"/>
            <a:ext cx="216702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1F9DB18-464C-24F4-B296-A62E214D0608}"/>
              </a:ext>
            </a:extLst>
          </p:cNvPr>
          <p:cNvSpPr txBox="1"/>
          <p:nvPr/>
        </p:nvSpPr>
        <p:spPr>
          <a:xfrm>
            <a:off x="6794301" y="4749734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H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44A25EF-7365-E63B-AB0F-4C7AA07A51B8}"/>
              </a:ext>
            </a:extLst>
          </p:cNvPr>
          <p:cNvSpPr txBox="1"/>
          <p:nvPr/>
        </p:nvSpPr>
        <p:spPr>
          <a:xfrm>
            <a:off x="6843996" y="5744353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3405614-59D3-A855-6A66-2AA6994D0548}"/>
              </a:ext>
            </a:extLst>
          </p:cNvPr>
          <p:cNvSpPr txBox="1"/>
          <p:nvPr/>
        </p:nvSpPr>
        <p:spPr>
          <a:xfrm>
            <a:off x="8083593" y="3965685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H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0C4AD53-F618-6259-A2C4-5AF95E943959}"/>
              </a:ext>
            </a:extLst>
          </p:cNvPr>
          <p:cNvSpPr txBox="1"/>
          <p:nvPr/>
        </p:nvSpPr>
        <p:spPr>
          <a:xfrm>
            <a:off x="10100709" y="3965685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DACA2F1-0E59-0CC7-99F0-BC31864100A0}"/>
              </a:ext>
            </a:extLst>
          </p:cNvPr>
          <p:cNvSpPr txBox="1"/>
          <p:nvPr/>
        </p:nvSpPr>
        <p:spPr>
          <a:xfrm>
            <a:off x="8315819" y="3489892"/>
            <a:ext cx="218897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4B7F153-82A6-2D0D-3439-DB266430C5B8}"/>
              </a:ext>
            </a:extLst>
          </p:cNvPr>
          <p:cNvSpPr txBox="1"/>
          <p:nvPr/>
        </p:nvSpPr>
        <p:spPr>
          <a:xfrm>
            <a:off x="605657" y="2819715"/>
            <a:ext cx="538343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Player 1 Payoff Matrix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9C49C94-572A-B71C-F8F3-EDBE863E782B}"/>
              </a:ext>
            </a:extLst>
          </p:cNvPr>
          <p:cNvSpPr txBox="1"/>
          <p:nvPr/>
        </p:nvSpPr>
        <p:spPr>
          <a:xfrm>
            <a:off x="6537993" y="2819714"/>
            <a:ext cx="522880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Player 2 Payoff Matrix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2D73BCB-40EF-DB57-6C6E-0134467FF453}"/>
              </a:ext>
            </a:extLst>
          </p:cNvPr>
          <p:cNvSpPr txBox="1"/>
          <p:nvPr/>
        </p:nvSpPr>
        <p:spPr>
          <a:xfrm rot="16200000">
            <a:off x="-559052" y="5183074"/>
            <a:ext cx="216702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5AD080E-D1BE-28CF-0B4E-DF844C1DD079}"/>
              </a:ext>
            </a:extLst>
          </p:cNvPr>
          <p:cNvSpPr txBox="1"/>
          <p:nvPr/>
        </p:nvSpPr>
        <p:spPr>
          <a:xfrm>
            <a:off x="796171" y="4749734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H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A893CD0-D27C-1C71-020A-93875B7D5932}"/>
              </a:ext>
            </a:extLst>
          </p:cNvPr>
          <p:cNvSpPr txBox="1"/>
          <p:nvPr/>
        </p:nvSpPr>
        <p:spPr>
          <a:xfrm>
            <a:off x="845866" y="5744353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F21C0B"/>
                </a:solidFill>
              </a:rPr>
              <a:t>T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9798E47-2766-21C1-6D2A-209A1366B0B4}"/>
              </a:ext>
            </a:extLst>
          </p:cNvPr>
          <p:cNvSpPr txBox="1"/>
          <p:nvPr/>
        </p:nvSpPr>
        <p:spPr>
          <a:xfrm>
            <a:off x="2085463" y="3965685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H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3F99AC9-F423-5A47-772D-5F8E7C9D89B2}"/>
              </a:ext>
            </a:extLst>
          </p:cNvPr>
          <p:cNvSpPr txBox="1"/>
          <p:nvPr/>
        </p:nvSpPr>
        <p:spPr>
          <a:xfrm>
            <a:off x="4102579" y="3965685"/>
            <a:ext cx="46445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T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0F63289-1405-8425-9921-B23C51BEBC4C}"/>
              </a:ext>
            </a:extLst>
          </p:cNvPr>
          <p:cNvSpPr txBox="1"/>
          <p:nvPr/>
        </p:nvSpPr>
        <p:spPr>
          <a:xfrm>
            <a:off x="2317689" y="3489892"/>
            <a:ext cx="218897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0070C0"/>
                </a:solidFill>
              </a:rPr>
              <a:t>Player 2</a:t>
            </a:r>
          </a:p>
        </p:txBody>
      </p:sp>
    </p:spTree>
    <p:extLst>
      <p:ext uri="{BB962C8B-B14F-4D97-AF65-F5344CB8AC3E}">
        <p14:creationId xmlns:p14="http://schemas.microsoft.com/office/powerpoint/2010/main" val="38432507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0D9D28-A627-4EE0-C261-9AA770A153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CD6FB80D-92F9-D633-0AF5-B8C65EA2DB86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F8EEC7C-3D90-3C4C-7644-702F9737BB46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55ED08B-3AD0-23F7-5C37-02088E071757}"/>
              </a:ext>
            </a:extLst>
          </p:cNvPr>
          <p:cNvSpPr txBox="1"/>
          <p:nvPr/>
        </p:nvSpPr>
        <p:spPr>
          <a:xfrm>
            <a:off x="1356217" y="145915"/>
            <a:ext cx="93302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Fictitious Play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F2358DF-3C50-EF31-8C86-2529B9C00244}"/>
              </a:ext>
            </a:extLst>
          </p:cNvPr>
          <p:cNvSpPr txBox="1"/>
          <p:nvPr/>
        </p:nvSpPr>
        <p:spPr>
          <a:xfrm>
            <a:off x="1430862" y="732503"/>
            <a:ext cx="933027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Ordinal Potentials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FB307D2-5901-5B9E-A552-59AFF8CDE3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1365366"/>
              </p:ext>
            </p:extLst>
          </p:nvPr>
        </p:nvGraphicFramePr>
        <p:xfrm>
          <a:off x="1027124" y="2562473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A7516732-AB60-925A-E474-19623CE84944}"/>
              </a:ext>
            </a:extLst>
          </p:cNvPr>
          <p:cNvSpPr txBox="1"/>
          <p:nvPr/>
        </p:nvSpPr>
        <p:spPr>
          <a:xfrm>
            <a:off x="8377670" y="1617713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9CDC322-C3E1-1C24-1C06-F032EA3A5BC6}"/>
              </a:ext>
            </a:extLst>
          </p:cNvPr>
          <p:cNvSpPr txBox="1"/>
          <p:nvPr/>
        </p:nvSpPr>
        <p:spPr>
          <a:xfrm rot="16200000">
            <a:off x="-631845" y="3083109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5E78E98-3023-46B9-FB5F-FE7D5AA85DFF}"/>
              </a:ext>
            </a:extLst>
          </p:cNvPr>
          <p:cNvSpPr txBox="1"/>
          <p:nvPr/>
        </p:nvSpPr>
        <p:spPr>
          <a:xfrm>
            <a:off x="562672" y="2590405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D527A57-A1F1-9C14-D48C-103DF6D08058}"/>
              </a:ext>
            </a:extLst>
          </p:cNvPr>
          <p:cNvSpPr txBox="1"/>
          <p:nvPr/>
        </p:nvSpPr>
        <p:spPr>
          <a:xfrm>
            <a:off x="562672" y="3185119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49D5C40-FFD7-BACE-C46A-8A62DBFF012A}"/>
              </a:ext>
            </a:extLst>
          </p:cNvPr>
          <p:cNvSpPr txBox="1"/>
          <p:nvPr/>
        </p:nvSpPr>
        <p:spPr>
          <a:xfrm>
            <a:off x="562672" y="3847103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38D3ED7-0FFC-F5E3-A15C-DA898C2D320A}"/>
              </a:ext>
            </a:extLst>
          </p:cNvPr>
          <p:cNvSpPr txBox="1"/>
          <p:nvPr/>
        </p:nvSpPr>
        <p:spPr>
          <a:xfrm>
            <a:off x="1567694" y="2011323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9AF4B66-2137-F35D-8A6D-2E689F50AD96}"/>
              </a:ext>
            </a:extLst>
          </p:cNvPr>
          <p:cNvSpPr txBox="1"/>
          <p:nvPr/>
        </p:nvSpPr>
        <p:spPr>
          <a:xfrm>
            <a:off x="3176255" y="2005630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5FD1BA9-8D44-12B2-3465-DC744E72ABF9}"/>
              </a:ext>
            </a:extLst>
          </p:cNvPr>
          <p:cNvSpPr txBox="1"/>
          <p:nvPr/>
        </p:nvSpPr>
        <p:spPr>
          <a:xfrm>
            <a:off x="4572895" y="2005630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p:graphicFrame>
        <p:nvGraphicFramePr>
          <p:cNvPr id="32" name="Table 31">
            <a:extLst>
              <a:ext uri="{FF2B5EF4-FFF2-40B4-BE49-F238E27FC236}">
                <a16:creationId xmlns:a16="http://schemas.microsoft.com/office/drawing/2014/main" id="{3AB533E4-8D47-8C53-B134-1795593B27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9684631"/>
              </p:ext>
            </p:extLst>
          </p:nvPr>
        </p:nvGraphicFramePr>
        <p:xfrm>
          <a:off x="6898440" y="2562473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33" name="TextBox 32">
            <a:extLst>
              <a:ext uri="{FF2B5EF4-FFF2-40B4-BE49-F238E27FC236}">
                <a16:creationId xmlns:a16="http://schemas.microsoft.com/office/drawing/2014/main" id="{B2FA74DE-9DA0-33F4-C5C8-814F0F5D185B}"/>
              </a:ext>
            </a:extLst>
          </p:cNvPr>
          <p:cNvSpPr txBox="1"/>
          <p:nvPr/>
        </p:nvSpPr>
        <p:spPr>
          <a:xfrm>
            <a:off x="6403560" y="2590405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D922901-21FA-572E-5DF6-4D3A6F5DE763}"/>
              </a:ext>
            </a:extLst>
          </p:cNvPr>
          <p:cNvSpPr txBox="1"/>
          <p:nvPr/>
        </p:nvSpPr>
        <p:spPr>
          <a:xfrm>
            <a:off x="6403560" y="3185119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7822C28-1A8E-2B5F-A15A-3489CFF64A06}"/>
              </a:ext>
            </a:extLst>
          </p:cNvPr>
          <p:cNvSpPr txBox="1"/>
          <p:nvPr/>
        </p:nvSpPr>
        <p:spPr>
          <a:xfrm>
            <a:off x="6403560" y="3847103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AC01B34-FBFE-4489-8CE9-11BCCF88532D}"/>
              </a:ext>
            </a:extLst>
          </p:cNvPr>
          <p:cNvSpPr txBox="1"/>
          <p:nvPr/>
        </p:nvSpPr>
        <p:spPr>
          <a:xfrm>
            <a:off x="7461116" y="2022858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A1CE074-8A20-337C-AC97-7E0325E455D9}"/>
              </a:ext>
            </a:extLst>
          </p:cNvPr>
          <p:cNvSpPr txBox="1"/>
          <p:nvPr/>
        </p:nvSpPr>
        <p:spPr>
          <a:xfrm>
            <a:off x="9069677" y="2017165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3DE9D3A-4BC1-2075-FE74-F146C7978E78}"/>
              </a:ext>
            </a:extLst>
          </p:cNvPr>
          <p:cNvSpPr txBox="1"/>
          <p:nvPr/>
        </p:nvSpPr>
        <p:spPr>
          <a:xfrm>
            <a:off x="10466317" y="2017165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3DA6766-40C1-BF99-3989-343F2F3A794B}"/>
              </a:ext>
            </a:extLst>
          </p:cNvPr>
          <p:cNvSpPr txBox="1"/>
          <p:nvPr/>
        </p:nvSpPr>
        <p:spPr>
          <a:xfrm>
            <a:off x="2484248" y="1626941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76C06F6-2959-F38F-C8D1-8FA7823F169C}"/>
              </a:ext>
            </a:extLst>
          </p:cNvPr>
          <p:cNvSpPr txBox="1"/>
          <p:nvPr/>
        </p:nvSpPr>
        <p:spPr>
          <a:xfrm rot="16200000">
            <a:off x="5237345" y="3075347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02DA0C6-BBF0-C59D-8A96-ADB6ABF15E97}"/>
              </a:ext>
            </a:extLst>
          </p:cNvPr>
          <p:cNvSpPr txBox="1"/>
          <p:nvPr/>
        </p:nvSpPr>
        <p:spPr>
          <a:xfrm>
            <a:off x="374022" y="4443146"/>
            <a:ext cx="285179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rgbClr val="F21C0B"/>
                </a:solidFill>
              </a:rPr>
              <a:t>Player 1 Payoff Matrix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C462BA6-5987-A0AA-C233-F61C1694C5AC}"/>
              </a:ext>
            </a:extLst>
          </p:cNvPr>
          <p:cNvSpPr txBox="1"/>
          <p:nvPr/>
        </p:nvSpPr>
        <p:spPr>
          <a:xfrm>
            <a:off x="9345355" y="4443146"/>
            <a:ext cx="283156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</a:rPr>
              <a:t>Player 2 Payoff Matrix</a:t>
            </a:r>
          </a:p>
        </p:txBody>
      </p:sp>
      <p:graphicFrame>
        <p:nvGraphicFramePr>
          <p:cNvPr id="43" name="Table 42">
            <a:extLst>
              <a:ext uri="{FF2B5EF4-FFF2-40B4-BE49-F238E27FC236}">
                <a16:creationId xmlns:a16="http://schemas.microsoft.com/office/drawing/2014/main" id="{510946F1-F4F1-F1A1-B403-AB9203E623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8374108"/>
              </p:ext>
            </p:extLst>
          </p:nvPr>
        </p:nvGraphicFramePr>
        <p:xfrm>
          <a:off x="3921732" y="4706975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44" name="TextBox 43">
            <a:extLst>
              <a:ext uri="{FF2B5EF4-FFF2-40B4-BE49-F238E27FC236}">
                <a16:creationId xmlns:a16="http://schemas.microsoft.com/office/drawing/2014/main" id="{267C489E-708E-FA1C-21D3-0DB12ED85E57}"/>
              </a:ext>
            </a:extLst>
          </p:cNvPr>
          <p:cNvSpPr txBox="1"/>
          <p:nvPr/>
        </p:nvSpPr>
        <p:spPr>
          <a:xfrm>
            <a:off x="8416713" y="6125497"/>
            <a:ext cx="33882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/>
              <a:t>Ordinal Potential</a:t>
            </a:r>
          </a:p>
        </p:txBody>
      </p:sp>
    </p:spTree>
    <p:extLst>
      <p:ext uri="{BB962C8B-B14F-4D97-AF65-F5344CB8AC3E}">
        <p14:creationId xmlns:p14="http://schemas.microsoft.com/office/powerpoint/2010/main" val="70834943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50A996-BDEE-BA42-90AF-6F644C2D1C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8C6D6F0-18C3-F6E7-AA46-A79C6B3996E1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C14D3BA-A2C2-BBFF-7FCC-3925AA0CFCC3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C7742D6-15FE-C9A5-8ADF-FCF1209FC8AC}"/>
              </a:ext>
            </a:extLst>
          </p:cNvPr>
          <p:cNvSpPr txBox="1"/>
          <p:nvPr/>
        </p:nvSpPr>
        <p:spPr>
          <a:xfrm>
            <a:off x="1356217" y="145915"/>
            <a:ext cx="93302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Fictitious Play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0565577-6A68-8DB7-5A3E-14C47583E643}"/>
              </a:ext>
            </a:extLst>
          </p:cNvPr>
          <p:cNvSpPr txBox="1"/>
          <p:nvPr/>
        </p:nvSpPr>
        <p:spPr>
          <a:xfrm>
            <a:off x="1430862" y="732503"/>
            <a:ext cx="933027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Ordinal Potentials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9DDD41D-38C1-7926-B88C-80B1B5A599A2}"/>
              </a:ext>
            </a:extLst>
          </p:cNvPr>
          <p:cNvGraphicFramePr>
            <a:graphicFrameLocks noGrp="1"/>
          </p:cNvGraphicFramePr>
          <p:nvPr/>
        </p:nvGraphicFramePr>
        <p:xfrm>
          <a:off x="1027124" y="2562473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1F08D1A8-D31D-0531-88D7-B83053BB1A5F}"/>
              </a:ext>
            </a:extLst>
          </p:cNvPr>
          <p:cNvSpPr txBox="1"/>
          <p:nvPr/>
        </p:nvSpPr>
        <p:spPr>
          <a:xfrm>
            <a:off x="8377670" y="1617713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4B10272-DDE9-8ECD-526B-B377DF9B20DB}"/>
              </a:ext>
            </a:extLst>
          </p:cNvPr>
          <p:cNvSpPr txBox="1"/>
          <p:nvPr/>
        </p:nvSpPr>
        <p:spPr>
          <a:xfrm rot="16200000">
            <a:off x="-631845" y="3083109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D9C823B-9592-DB6E-7F5F-4DC624286C10}"/>
              </a:ext>
            </a:extLst>
          </p:cNvPr>
          <p:cNvSpPr txBox="1"/>
          <p:nvPr/>
        </p:nvSpPr>
        <p:spPr>
          <a:xfrm>
            <a:off x="562672" y="2590405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8523D1E-9BEC-30D8-2CFC-441A9112217A}"/>
              </a:ext>
            </a:extLst>
          </p:cNvPr>
          <p:cNvSpPr txBox="1"/>
          <p:nvPr/>
        </p:nvSpPr>
        <p:spPr>
          <a:xfrm>
            <a:off x="562672" y="3185119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EB9CA0D-A770-4F54-CFA8-413D00B732F9}"/>
              </a:ext>
            </a:extLst>
          </p:cNvPr>
          <p:cNvSpPr txBox="1"/>
          <p:nvPr/>
        </p:nvSpPr>
        <p:spPr>
          <a:xfrm>
            <a:off x="562672" y="3847103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D62E2CA-7186-8647-600D-0C53B77EAD7A}"/>
              </a:ext>
            </a:extLst>
          </p:cNvPr>
          <p:cNvSpPr txBox="1"/>
          <p:nvPr/>
        </p:nvSpPr>
        <p:spPr>
          <a:xfrm>
            <a:off x="1567694" y="2011323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379C5C6-EDB5-75FC-C930-B82E48670FB2}"/>
              </a:ext>
            </a:extLst>
          </p:cNvPr>
          <p:cNvSpPr txBox="1"/>
          <p:nvPr/>
        </p:nvSpPr>
        <p:spPr>
          <a:xfrm>
            <a:off x="3176255" y="2005630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7340AE7-56DE-CB95-5763-688F8B3A68C2}"/>
              </a:ext>
            </a:extLst>
          </p:cNvPr>
          <p:cNvSpPr txBox="1"/>
          <p:nvPr/>
        </p:nvSpPr>
        <p:spPr>
          <a:xfrm>
            <a:off x="4572895" y="2005630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p:graphicFrame>
        <p:nvGraphicFramePr>
          <p:cNvPr id="32" name="Table 31">
            <a:extLst>
              <a:ext uri="{FF2B5EF4-FFF2-40B4-BE49-F238E27FC236}">
                <a16:creationId xmlns:a16="http://schemas.microsoft.com/office/drawing/2014/main" id="{D5F28277-88A1-F1D1-5496-2E761E4FCA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9984747"/>
              </p:ext>
            </p:extLst>
          </p:nvPr>
        </p:nvGraphicFramePr>
        <p:xfrm>
          <a:off x="6898440" y="2562473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33" name="TextBox 32">
            <a:extLst>
              <a:ext uri="{FF2B5EF4-FFF2-40B4-BE49-F238E27FC236}">
                <a16:creationId xmlns:a16="http://schemas.microsoft.com/office/drawing/2014/main" id="{2BEA1597-C536-E699-59AD-E31421D5F88B}"/>
              </a:ext>
            </a:extLst>
          </p:cNvPr>
          <p:cNvSpPr txBox="1"/>
          <p:nvPr/>
        </p:nvSpPr>
        <p:spPr>
          <a:xfrm>
            <a:off x="6403560" y="2590405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9F1E64E-1E4E-24DE-8527-02B8003473E5}"/>
              </a:ext>
            </a:extLst>
          </p:cNvPr>
          <p:cNvSpPr txBox="1"/>
          <p:nvPr/>
        </p:nvSpPr>
        <p:spPr>
          <a:xfrm>
            <a:off x="6403560" y="3185119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DC8BED6-6F25-BD8F-6993-6309C2544F2C}"/>
              </a:ext>
            </a:extLst>
          </p:cNvPr>
          <p:cNvSpPr txBox="1"/>
          <p:nvPr/>
        </p:nvSpPr>
        <p:spPr>
          <a:xfrm>
            <a:off x="6403560" y="3847103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6A1C502-7869-7D51-A4D9-329F6D2F82F8}"/>
              </a:ext>
            </a:extLst>
          </p:cNvPr>
          <p:cNvSpPr txBox="1"/>
          <p:nvPr/>
        </p:nvSpPr>
        <p:spPr>
          <a:xfrm>
            <a:off x="7461116" y="2022858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3171477-1EA5-AE59-453B-C989A3FAAB5E}"/>
              </a:ext>
            </a:extLst>
          </p:cNvPr>
          <p:cNvSpPr txBox="1"/>
          <p:nvPr/>
        </p:nvSpPr>
        <p:spPr>
          <a:xfrm>
            <a:off x="9069677" y="2017165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71B3E31-E859-8036-6933-40B930D54DE5}"/>
              </a:ext>
            </a:extLst>
          </p:cNvPr>
          <p:cNvSpPr txBox="1"/>
          <p:nvPr/>
        </p:nvSpPr>
        <p:spPr>
          <a:xfrm>
            <a:off x="10466317" y="2017165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49C1F74-3F38-C101-9827-851C3908CE59}"/>
              </a:ext>
            </a:extLst>
          </p:cNvPr>
          <p:cNvSpPr txBox="1"/>
          <p:nvPr/>
        </p:nvSpPr>
        <p:spPr>
          <a:xfrm>
            <a:off x="2484248" y="1626941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41E2CCA-CE30-FB30-EFEB-7B300D611B3B}"/>
              </a:ext>
            </a:extLst>
          </p:cNvPr>
          <p:cNvSpPr txBox="1"/>
          <p:nvPr/>
        </p:nvSpPr>
        <p:spPr>
          <a:xfrm rot="16200000">
            <a:off x="5237345" y="3075347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CDC8D44-25DD-73F9-7B80-536EED023C0F}"/>
              </a:ext>
            </a:extLst>
          </p:cNvPr>
          <p:cNvSpPr txBox="1"/>
          <p:nvPr/>
        </p:nvSpPr>
        <p:spPr>
          <a:xfrm>
            <a:off x="842843" y="4453085"/>
            <a:ext cx="517851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rgbClr val="F21C0B"/>
                </a:solidFill>
              </a:rPr>
              <a:t>Player 1 Payoff Matrix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448FC04-3572-52D3-CAC8-F1A9117CE1A7}"/>
              </a:ext>
            </a:extLst>
          </p:cNvPr>
          <p:cNvSpPr txBox="1"/>
          <p:nvPr/>
        </p:nvSpPr>
        <p:spPr>
          <a:xfrm>
            <a:off x="6788028" y="4453085"/>
            <a:ext cx="471580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</a:rPr>
              <a:t>Player 2 Payoff Matrix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54504CC-297A-4742-7E3A-676A80A9FD87}"/>
              </a:ext>
            </a:extLst>
          </p:cNvPr>
          <p:cNvSpPr/>
          <p:nvPr/>
        </p:nvSpPr>
        <p:spPr>
          <a:xfrm>
            <a:off x="1414506" y="5198978"/>
            <a:ext cx="1057716" cy="419978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D76A6E8-BE9F-00F7-AA73-2E555DA57A31}"/>
              </a:ext>
            </a:extLst>
          </p:cNvPr>
          <p:cNvSpPr/>
          <p:nvPr/>
        </p:nvSpPr>
        <p:spPr>
          <a:xfrm>
            <a:off x="1426532" y="5705519"/>
            <a:ext cx="1057716" cy="419978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4F87AAF-351F-9003-BFB9-7FF45855C987}"/>
              </a:ext>
            </a:extLst>
          </p:cNvPr>
          <p:cNvSpPr/>
          <p:nvPr/>
        </p:nvSpPr>
        <p:spPr>
          <a:xfrm>
            <a:off x="1426532" y="6212060"/>
            <a:ext cx="1057716" cy="419978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325E34-60D8-96F7-5B0E-3C75CFEB767C}"/>
              </a:ext>
            </a:extLst>
          </p:cNvPr>
          <p:cNvSpPr txBox="1"/>
          <p:nvPr/>
        </p:nvSpPr>
        <p:spPr>
          <a:xfrm>
            <a:off x="2472222" y="5187023"/>
            <a:ext cx="45879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Best Response to Other Player’s Strategy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6AE1243-5CD9-BF68-7DEA-525ECD79120C}"/>
              </a:ext>
            </a:extLst>
          </p:cNvPr>
          <p:cNvSpPr txBox="1"/>
          <p:nvPr/>
        </p:nvSpPr>
        <p:spPr>
          <a:xfrm>
            <a:off x="2557782" y="6237383"/>
            <a:ext cx="45879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Worst Response to Other Player’s Strategy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6BE61AF-7683-939E-645D-E75A9CE2475B}"/>
              </a:ext>
            </a:extLst>
          </p:cNvPr>
          <p:cNvSpPr txBox="1"/>
          <p:nvPr/>
        </p:nvSpPr>
        <p:spPr>
          <a:xfrm>
            <a:off x="2472222" y="5709783"/>
            <a:ext cx="49771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Medium Response to Other Player’s Strategy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F8CA8C1-4628-E72F-93EA-DC3306A07424}"/>
              </a:ext>
            </a:extLst>
          </p:cNvPr>
          <p:cNvSpPr/>
          <p:nvPr/>
        </p:nvSpPr>
        <p:spPr>
          <a:xfrm>
            <a:off x="1049227" y="2562473"/>
            <a:ext cx="1532305" cy="634521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F18E36C-1F33-4219-0178-2A64C9CD2B85}"/>
              </a:ext>
            </a:extLst>
          </p:cNvPr>
          <p:cNvSpPr/>
          <p:nvPr/>
        </p:nvSpPr>
        <p:spPr>
          <a:xfrm>
            <a:off x="2588621" y="3181556"/>
            <a:ext cx="1601294" cy="628145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9535352-E9E0-340B-AD7D-652A4B54B48B}"/>
              </a:ext>
            </a:extLst>
          </p:cNvPr>
          <p:cNvSpPr/>
          <p:nvPr/>
        </p:nvSpPr>
        <p:spPr>
          <a:xfrm>
            <a:off x="4179249" y="2569008"/>
            <a:ext cx="1341351" cy="634521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C5EA35B-26BF-8C5A-9BC0-957713507E1E}"/>
              </a:ext>
            </a:extLst>
          </p:cNvPr>
          <p:cNvSpPr/>
          <p:nvPr/>
        </p:nvSpPr>
        <p:spPr>
          <a:xfrm>
            <a:off x="6918549" y="2562473"/>
            <a:ext cx="1532305" cy="634521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2467D6E-18A2-2773-751F-735980A440CB}"/>
              </a:ext>
            </a:extLst>
          </p:cNvPr>
          <p:cNvSpPr/>
          <p:nvPr/>
        </p:nvSpPr>
        <p:spPr>
          <a:xfrm>
            <a:off x="8458641" y="3189363"/>
            <a:ext cx="1593429" cy="634521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DD45CDC-183D-F24A-8A0C-62E69A817779}"/>
              </a:ext>
            </a:extLst>
          </p:cNvPr>
          <p:cNvSpPr/>
          <p:nvPr/>
        </p:nvSpPr>
        <p:spPr>
          <a:xfrm>
            <a:off x="10027867" y="3827326"/>
            <a:ext cx="1341351" cy="634521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1B332F7-575F-987F-6F52-059E5FB3AA34}"/>
              </a:ext>
            </a:extLst>
          </p:cNvPr>
          <p:cNvSpPr/>
          <p:nvPr/>
        </p:nvSpPr>
        <p:spPr>
          <a:xfrm>
            <a:off x="4195208" y="3189363"/>
            <a:ext cx="1341351" cy="634521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8C83BDA-AE0D-D02B-B261-7B58CF38A916}"/>
              </a:ext>
            </a:extLst>
          </p:cNvPr>
          <p:cNvSpPr/>
          <p:nvPr/>
        </p:nvSpPr>
        <p:spPr>
          <a:xfrm>
            <a:off x="10052070" y="3196994"/>
            <a:ext cx="1341351" cy="634521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980BB05-13B5-5A41-EAD8-347538AEE35D}"/>
              </a:ext>
            </a:extLst>
          </p:cNvPr>
          <p:cNvSpPr/>
          <p:nvPr/>
        </p:nvSpPr>
        <p:spPr>
          <a:xfrm>
            <a:off x="10041483" y="2562473"/>
            <a:ext cx="1341351" cy="634521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775FC359-7201-AC65-BCC8-CD2E33A66F42}"/>
              </a:ext>
            </a:extLst>
          </p:cNvPr>
          <p:cNvSpPr/>
          <p:nvPr/>
        </p:nvSpPr>
        <p:spPr>
          <a:xfrm>
            <a:off x="6912894" y="3199025"/>
            <a:ext cx="1545747" cy="634521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F516046-E450-C01B-4234-78E7F2F57960}"/>
              </a:ext>
            </a:extLst>
          </p:cNvPr>
          <p:cNvSpPr/>
          <p:nvPr/>
        </p:nvSpPr>
        <p:spPr>
          <a:xfrm>
            <a:off x="4182870" y="3816432"/>
            <a:ext cx="1341351" cy="634521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4EB78EF-C274-98F3-C8BA-1B4779C6EA04}"/>
              </a:ext>
            </a:extLst>
          </p:cNvPr>
          <p:cNvSpPr/>
          <p:nvPr/>
        </p:nvSpPr>
        <p:spPr>
          <a:xfrm>
            <a:off x="2588621" y="3809542"/>
            <a:ext cx="1601294" cy="628145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41E1AB18-80C0-8657-F676-0FD8C3E8C186}"/>
              </a:ext>
            </a:extLst>
          </p:cNvPr>
          <p:cNvSpPr/>
          <p:nvPr/>
        </p:nvSpPr>
        <p:spPr>
          <a:xfrm>
            <a:off x="2586505" y="2561051"/>
            <a:ext cx="1601294" cy="628145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41DC4120-4B1B-A019-1B3B-4ACCDC015BCC}"/>
              </a:ext>
            </a:extLst>
          </p:cNvPr>
          <p:cNvSpPr/>
          <p:nvPr/>
        </p:nvSpPr>
        <p:spPr>
          <a:xfrm>
            <a:off x="1033767" y="3189363"/>
            <a:ext cx="1532305" cy="634521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CCA439E7-D8F2-E7EA-630D-3D3203334195}"/>
              </a:ext>
            </a:extLst>
          </p:cNvPr>
          <p:cNvSpPr/>
          <p:nvPr/>
        </p:nvSpPr>
        <p:spPr>
          <a:xfrm>
            <a:off x="1042057" y="3816255"/>
            <a:ext cx="1532305" cy="634521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90F54D7A-A879-FFFF-65DC-E80FCA8755ED}"/>
              </a:ext>
            </a:extLst>
          </p:cNvPr>
          <p:cNvSpPr/>
          <p:nvPr/>
        </p:nvSpPr>
        <p:spPr>
          <a:xfrm>
            <a:off x="8428213" y="2560442"/>
            <a:ext cx="1601294" cy="628145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1C7DD6D4-DF10-9900-E187-D2F39A9B2604}"/>
              </a:ext>
            </a:extLst>
          </p:cNvPr>
          <p:cNvSpPr/>
          <p:nvPr/>
        </p:nvSpPr>
        <p:spPr>
          <a:xfrm>
            <a:off x="8458641" y="3816016"/>
            <a:ext cx="1555452" cy="628145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11DC0D8F-C21B-58FE-B416-0BB204EC2AE3}"/>
              </a:ext>
            </a:extLst>
          </p:cNvPr>
          <p:cNvSpPr/>
          <p:nvPr/>
        </p:nvSpPr>
        <p:spPr>
          <a:xfrm>
            <a:off x="6892695" y="3817032"/>
            <a:ext cx="1563830" cy="628145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6313139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4BD7B6-0B05-208A-9C7E-02A4422C4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B3CA4A6-F4E2-3D12-3437-281004147EF1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3FE3F1E-B7C3-7DB3-C150-C800620309AE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E0579F8-B535-1F1C-F541-1645A8605263}"/>
              </a:ext>
            </a:extLst>
          </p:cNvPr>
          <p:cNvSpPr txBox="1"/>
          <p:nvPr/>
        </p:nvSpPr>
        <p:spPr>
          <a:xfrm>
            <a:off x="1356217" y="145915"/>
            <a:ext cx="93302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Fictitious Play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99E5A75-5971-B84E-F4E2-C19E623F688B}"/>
              </a:ext>
            </a:extLst>
          </p:cNvPr>
          <p:cNvSpPr txBox="1"/>
          <p:nvPr/>
        </p:nvSpPr>
        <p:spPr>
          <a:xfrm>
            <a:off x="1430862" y="732503"/>
            <a:ext cx="933027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Ordinal Potentials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6C150D3-BC70-C872-BAA8-5775779159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9823537"/>
              </p:ext>
            </p:extLst>
          </p:nvPr>
        </p:nvGraphicFramePr>
        <p:xfrm>
          <a:off x="1193378" y="3142269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9D9DBA74-66DC-96A0-E6DA-E85EB01211B8}"/>
              </a:ext>
            </a:extLst>
          </p:cNvPr>
          <p:cNvSpPr txBox="1"/>
          <p:nvPr/>
        </p:nvSpPr>
        <p:spPr>
          <a:xfrm>
            <a:off x="8543924" y="2197509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87FD927-B662-3D20-6D7F-5B7C9EEE604A}"/>
              </a:ext>
            </a:extLst>
          </p:cNvPr>
          <p:cNvSpPr txBox="1"/>
          <p:nvPr/>
        </p:nvSpPr>
        <p:spPr>
          <a:xfrm rot="16200000">
            <a:off x="-465591" y="3662905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01A8CB2-976A-CD8E-7EDD-7550ACF05026}"/>
              </a:ext>
            </a:extLst>
          </p:cNvPr>
          <p:cNvSpPr txBox="1"/>
          <p:nvPr/>
        </p:nvSpPr>
        <p:spPr>
          <a:xfrm>
            <a:off x="728926" y="3170201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71283B0-0540-FC93-4DF4-1C6ECC0D4C06}"/>
              </a:ext>
            </a:extLst>
          </p:cNvPr>
          <p:cNvSpPr txBox="1"/>
          <p:nvPr/>
        </p:nvSpPr>
        <p:spPr>
          <a:xfrm>
            <a:off x="728926" y="3764915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FDE9D88-8C43-D424-F086-BD1F83E329A6}"/>
              </a:ext>
            </a:extLst>
          </p:cNvPr>
          <p:cNvSpPr txBox="1"/>
          <p:nvPr/>
        </p:nvSpPr>
        <p:spPr>
          <a:xfrm>
            <a:off x="728926" y="4426899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D3343D6-8F40-ACFC-7FD9-3E5EE1EEC32E}"/>
              </a:ext>
            </a:extLst>
          </p:cNvPr>
          <p:cNvSpPr txBox="1"/>
          <p:nvPr/>
        </p:nvSpPr>
        <p:spPr>
          <a:xfrm>
            <a:off x="1733948" y="2591119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E87CB96-FFDD-2D42-BF3C-70F9AB9D76C6}"/>
              </a:ext>
            </a:extLst>
          </p:cNvPr>
          <p:cNvSpPr txBox="1"/>
          <p:nvPr/>
        </p:nvSpPr>
        <p:spPr>
          <a:xfrm>
            <a:off x="3342509" y="2585426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B9EBE51-CDE5-CBC2-63E6-EE9650893E12}"/>
              </a:ext>
            </a:extLst>
          </p:cNvPr>
          <p:cNvSpPr txBox="1"/>
          <p:nvPr/>
        </p:nvSpPr>
        <p:spPr>
          <a:xfrm>
            <a:off x="4739149" y="2585426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p:graphicFrame>
        <p:nvGraphicFramePr>
          <p:cNvPr id="32" name="Table 31">
            <a:extLst>
              <a:ext uri="{FF2B5EF4-FFF2-40B4-BE49-F238E27FC236}">
                <a16:creationId xmlns:a16="http://schemas.microsoft.com/office/drawing/2014/main" id="{23274C3A-4211-3BAF-FBAF-89A8531DAD5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5995803"/>
              </p:ext>
            </p:extLst>
          </p:nvPr>
        </p:nvGraphicFramePr>
        <p:xfrm>
          <a:off x="7064694" y="3142269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33" name="TextBox 32">
            <a:extLst>
              <a:ext uri="{FF2B5EF4-FFF2-40B4-BE49-F238E27FC236}">
                <a16:creationId xmlns:a16="http://schemas.microsoft.com/office/drawing/2014/main" id="{4AAA2631-C6AA-FF27-8CE4-C63AC1685DBF}"/>
              </a:ext>
            </a:extLst>
          </p:cNvPr>
          <p:cNvSpPr txBox="1"/>
          <p:nvPr/>
        </p:nvSpPr>
        <p:spPr>
          <a:xfrm>
            <a:off x="6569814" y="3170201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8A44A0B-83E2-B8E9-539A-5DE2A6C0D20A}"/>
              </a:ext>
            </a:extLst>
          </p:cNvPr>
          <p:cNvSpPr txBox="1"/>
          <p:nvPr/>
        </p:nvSpPr>
        <p:spPr>
          <a:xfrm>
            <a:off x="6569814" y="3764915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7075117-662E-2358-3E15-640CA30C7238}"/>
              </a:ext>
            </a:extLst>
          </p:cNvPr>
          <p:cNvSpPr txBox="1"/>
          <p:nvPr/>
        </p:nvSpPr>
        <p:spPr>
          <a:xfrm>
            <a:off x="6569814" y="4426899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44E7C6B-C301-370D-EB7B-D1F32A23F470}"/>
              </a:ext>
            </a:extLst>
          </p:cNvPr>
          <p:cNvSpPr txBox="1"/>
          <p:nvPr/>
        </p:nvSpPr>
        <p:spPr>
          <a:xfrm>
            <a:off x="7627370" y="2602654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856E62F-AB5D-3CBB-D236-93377E5C00CE}"/>
              </a:ext>
            </a:extLst>
          </p:cNvPr>
          <p:cNvSpPr txBox="1"/>
          <p:nvPr/>
        </p:nvSpPr>
        <p:spPr>
          <a:xfrm>
            <a:off x="9235931" y="2596961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423EAE8-2167-469F-D8F1-364F18DBFD48}"/>
              </a:ext>
            </a:extLst>
          </p:cNvPr>
          <p:cNvSpPr txBox="1"/>
          <p:nvPr/>
        </p:nvSpPr>
        <p:spPr>
          <a:xfrm>
            <a:off x="10632571" y="2596961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F80A796-7ADE-1BFC-2A0C-D47DEE86DBC3}"/>
              </a:ext>
            </a:extLst>
          </p:cNvPr>
          <p:cNvSpPr txBox="1"/>
          <p:nvPr/>
        </p:nvSpPr>
        <p:spPr>
          <a:xfrm>
            <a:off x="2650502" y="2206737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0F99475-DAD7-AC92-8E07-0C0EB53634C0}"/>
              </a:ext>
            </a:extLst>
          </p:cNvPr>
          <p:cNvSpPr txBox="1"/>
          <p:nvPr/>
        </p:nvSpPr>
        <p:spPr>
          <a:xfrm rot="16200000">
            <a:off x="5403599" y="3655143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0E03311-FBED-F4AF-F15C-B337E9B59096}"/>
              </a:ext>
            </a:extLst>
          </p:cNvPr>
          <p:cNvSpPr txBox="1"/>
          <p:nvPr/>
        </p:nvSpPr>
        <p:spPr>
          <a:xfrm>
            <a:off x="4633715" y="1700482"/>
            <a:ext cx="338823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/>
              <a:t>Ordinal Potential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4175D41-E78A-1A11-64B6-B9760DBADAD6}"/>
              </a:ext>
            </a:extLst>
          </p:cNvPr>
          <p:cNvSpPr txBox="1"/>
          <p:nvPr/>
        </p:nvSpPr>
        <p:spPr>
          <a:xfrm>
            <a:off x="917489" y="5050874"/>
            <a:ext cx="517851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rgbClr val="F21C0B"/>
                </a:solidFill>
              </a:rPr>
              <a:t>Player 1 Perspective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31ACC73-7CB6-44B5-4D73-2B44B131A0C1}"/>
              </a:ext>
            </a:extLst>
          </p:cNvPr>
          <p:cNvSpPr txBox="1"/>
          <p:nvPr/>
        </p:nvSpPr>
        <p:spPr>
          <a:xfrm>
            <a:off x="6862674" y="5050874"/>
            <a:ext cx="471580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</a:rPr>
              <a:t>Player 2 Perspective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EFFB898-FE21-1F7A-2AF0-8A87615C4AB0}"/>
              </a:ext>
            </a:extLst>
          </p:cNvPr>
          <p:cNvSpPr/>
          <p:nvPr/>
        </p:nvSpPr>
        <p:spPr>
          <a:xfrm>
            <a:off x="1223974" y="3143740"/>
            <a:ext cx="1532305" cy="634521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F9760E1-C36D-B3AD-D66D-21523F8E5CEC}"/>
              </a:ext>
            </a:extLst>
          </p:cNvPr>
          <p:cNvSpPr/>
          <p:nvPr/>
        </p:nvSpPr>
        <p:spPr>
          <a:xfrm>
            <a:off x="2763368" y="3762823"/>
            <a:ext cx="1601294" cy="628145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BA9F9C5-C5FD-E13F-21AA-C6234B668DEE}"/>
              </a:ext>
            </a:extLst>
          </p:cNvPr>
          <p:cNvSpPr/>
          <p:nvPr/>
        </p:nvSpPr>
        <p:spPr>
          <a:xfrm>
            <a:off x="4353996" y="3150275"/>
            <a:ext cx="1341351" cy="634521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9576B09-188A-0649-47A5-299CE48A24AC}"/>
              </a:ext>
            </a:extLst>
          </p:cNvPr>
          <p:cNvSpPr/>
          <p:nvPr/>
        </p:nvSpPr>
        <p:spPr>
          <a:xfrm>
            <a:off x="4369955" y="3770630"/>
            <a:ext cx="1341351" cy="634521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132292B-8CDE-7899-4029-26DB1BB241C1}"/>
              </a:ext>
            </a:extLst>
          </p:cNvPr>
          <p:cNvSpPr/>
          <p:nvPr/>
        </p:nvSpPr>
        <p:spPr>
          <a:xfrm>
            <a:off x="4357617" y="4397699"/>
            <a:ext cx="1341351" cy="634521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DF9D408-7582-9588-6D08-CE64C64B6B50}"/>
              </a:ext>
            </a:extLst>
          </p:cNvPr>
          <p:cNvSpPr/>
          <p:nvPr/>
        </p:nvSpPr>
        <p:spPr>
          <a:xfrm>
            <a:off x="2763368" y="4390809"/>
            <a:ext cx="1601294" cy="628145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DFB12F3-E0BA-C2D8-77B1-4B348871E8B2}"/>
              </a:ext>
            </a:extLst>
          </p:cNvPr>
          <p:cNvSpPr/>
          <p:nvPr/>
        </p:nvSpPr>
        <p:spPr>
          <a:xfrm>
            <a:off x="2761252" y="3142318"/>
            <a:ext cx="1601294" cy="628145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FF109FD-A497-D013-66D0-9BC4F361E1FF}"/>
              </a:ext>
            </a:extLst>
          </p:cNvPr>
          <p:cNvSpPr/>
          <p:nvPr/>
        </p:nvSpPr>
        <p:spPr>
          <a:xfrm>
            <a:off x="1208514" y="3770630"/>
            <a:ext cx="1532305" cy="634521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8649CFE-2A08-80D2-6069-83727FC40F84}"/>
              </a:ext>
            </a:extLst>
          </p:cNvPr>
          <p:cNvSpPr/>
          <p:nvPr/>
        </p:nvSpPr>
        <p:spPr>
          <a:xfrm>
            <a:off x="1216804" y="4397522"/>
            <a:ext cx="1532305" cy="634521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870A18C-9CEA-6389-9C1D-E0B52AA7D46F}"/>
              </a:ext>
            </a:extLst>
          </p:cNvPr>
          <p:cNvSpPr/>
          <p:nvPr/>
        </p:nvSpPr>
        <p:spPr>
          <a:xfrm>
            <a:off x="7085170" y="3153114"/>
            <a:ext cx="1532305" cy="634521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B4AEBE4-F641-CBA0-A7F2-810CCD149E06}"/>
              </a:ext>
            </a:extLst>
          </p:cNvPr>
          <p:cNvSpPr/>
          <p:nvPr/>
        </p:nvSpPr>
        <p:spPr>
          <a:xfrm>
            <a:off x="8625262" y="3780004"/>
            <a:ext cx="1593429" cy="634521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E7ED3D1-3F56-A581-DC8B-26D02869BB77}"/>
              </a:ext>
            </a:extLst>
          </p:cNvPr>
          <p:cNvSpPr/>
          <p:nvPr/>
        </p:nvSpPr>
        <p:spPr>
          <a:xfrm>
            <a:off x="10194488" y="4417967"/>
            <a:ext cx="1341351" cy="634521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476A6E1-8FB5-0361-A8E5-5020C7002C0B}"/>
              </a:ext>
            </a:extLst>
          </p:cNvPr>
          <p:cNvSpPr/>
          <p:nvPr/>
        </p:nvSpPr>
        <p:spPr>
          <a:xfrm>
            <a:off x="10218691" y="3787635"/>
            <a:ext cx="1341351" cy="634521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6848FD76-7368-060B-76A0-5BA5616EF9CF}"/>
              </a:ext>
            </a:extLst>
          </p:cNvPr>
          <p:cNvSpPr/>
          <p:nvPr/>
        </p:nvSpPr>
        <p:spPr>
          <a:xfrm>
            <a:off x="10208104" y="3153114"/>
            <a:ext cx="1341351" cy="634521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60F92EBB-EA26-9047-C7CD-64B07E65951E}"/>
              </a:ext>
            </a:extLst>
          </p:cNvPr>
          <p:cNvSpPr/>
          <p:nvPr/>
        </p:nvSpPr>
        <p:spPr>
          <a:xfrm>
            <a:off x="7079515" y="3789666"/>
            <a:ext cx="1545747" cy="634521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C53F5E39-5293-611B-96A2-C8D5EAE834F4}"/>
              </a:ext>
            </a:extLst>
          </p:cNvPr>
          <p:cNvSpPr/>
          <p:nvPr/>
        </p:nvSpPr>
        <p:spPr>
          <a:xfrm>
            <a:off x="8594834" y="3151083"/>
            <a:ext cx="1601294" cy="628145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D6018E4F-9D01-6B94-A8B2-7421505E3749}"/>
              </a:ext>
            </a:extLst>
          </p:cNvPr>
          <p:cNvSpPr/>
          <p:nvPr/>
        </p:nvSpPr>
        <p:spPr>
          <a:xfrm>
            <a:off x="8625262" y="4406657"/>
            <a:ext cx="1555452" cy="628145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ECB6E839-BC58-6183-EAF4-2402C5A2F422}"/>
              </a:ext>
            </a:extLst>
          </p:cNvPr>
          <p:cNvSpPr/>
          <p:nvPr/>
        </p:nvSpPr>
        <p:spPr>
          <a:xfrm>
            <a:off x="7059316" y="4377856"/>
            <a:ext cx="1563830" cy="628145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F3E72E1-8448-390D-E33C-3241B8B9652F}"/>
              </a:ext>
            </a:extLst>
          </p:cNvPr>
          <p:cNvSpPr txBox="1"/>
          <p:nvPr/>
        </p:nvSpPr>
        <p:spPr>
          <a:xfrm>
            <a:off x="1747088" y="6004270"/>
            <a:ext cx="916148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Ordinal Potential preserves preferences of both players</a:t>
            </a:r>
          </a:p>
        </p:txBody>
      </p:sp>
    </p:spTree>
    <p:extLst>
      <p:ext uri="{BB962C8B-B14F-4D97-AF65-F5344CB8AC3E}">
        <p14:creationId xmlns:p14="http://schemas.microsoft.com/office/powerpoint/2010/main" val="78570345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035D7D-56BB-8530-4921-2E4BE0DF3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A7502523-8660-A4A9-E5A3-D186067F60B4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0E7BD85-0074-F4D0-0E3F-3A4583F656AE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8BA56C9-E596-0099-A223-9C7247504B41}"/>
              </a:ext>
            </a:extLst>
          </p:cNvPr>
          <p:cNvSpPr txBox="1"/>
          <p:nvPr/>
        </p:nvSpPr>
        <p:spPr>
          <a:xfrm>
            <a:off x="1356217" y="145915"/>
            <a:ext cx="93302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Fictitious Play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A1BD70C-15F1-8C5E-D37E-6CCF5B3C1AB3}"/>
              </a:ext>
            </a:extLst>
          </p:cNvPr>
          <p:cNvSpPr txBox="1"/>
          <p:nvPr/>
        </p:nvSpPr>
        <p:spPr>
          <a:xfrm>
            <a:off x="1430862" y="732503"/>
            <a:ext cx="933027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Construction of Ordinal Potentials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59AF37B-55C8-CFEE-C419-96BA929052E8}"/>
              </a:ext>
            </a:extLst>
          </p:cNvPr>
          <p:cNvGraphicFramePr>
            <a:graphicFrameLocks noGrp="1"/>
          </p:cNvGraphicFramePr>
          <p:nvPr/>
        </p:nvGraphicFramePr>
        <p:xfrm>
          <a:off x="1027124" y="2562473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5C3BDC9D-417B-3693-2534-B281BC2B156F}"/>
              </a:ext>
            </a:extLst>
          </p:cNvPr>
          <p:cNvSpPr txBox="1"/>
          <p:nvPr/>
        </p:nvSpPr>
        <p:spPr>
          <a:xfrm>
            <a:off x="8377670" y="1617713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3528F44-A6F8-FB2D-7D50-CE96CB20588A}"/>
              </a:ext>
            </a:extLst>
          </p:cNvPr>
          <p:cNvSpPr txBox="1"/>
          <p:nvPr/>
        </p:nvSpPr>
        <p:spPr>
          <a:xfrm rot="16200000">
            <a:off x="-631845" y="3083109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6F4902-53FB-FF24-AFB6-5D3EF19B3EEC}"/>
              </a:ext>
            </a:extLst>
          </p:cNvPr>
          <p:cNvSpPr txBox="1"/>
          <p:nvPr/>
        </p:nvSpPr>
        <p:spPr>
          <a:xfrm>
            <a:off x="562672" y="2590405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19473E7-7A9B-0FC7-D8A6-37FC63940138}"/>
              </a:ext>
            </a:extLst>
          </p:cNvPr>
          <p:cNvSpPr txBox="1"/>
          <p:nvPr/>
        </p:nvSpPr>
        <p:spPr>
          <a:xfrm>
            <a:off x="562672" y="3185119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C466E96-08BC-23DA-FB97-7391FEF75788}"/>
              </a:ext>
            </a:extLst>
          </p:cNvPr>
          <p:cNvSpPr txBox="1"/>
          <p:nvPr/>
        </p:nvSpPr>
        <p:spPr>
          <a:xfrm>
            <a:off x="562672" y="3847103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5046738-D2B1-66D3-EB5C-CFDD5D2C92A7}"/>
              </a:ext>
            </a:extLst>
          </p:cNvPr>
          <p:cNvSpPr txBox="1"/>
          <p:nvPr/>
        </p:nvSpPr>
        <p:spPr>
          <a:xfrm>
            <a:off x="1567694" y="2011323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F1976B3-DF17-D7AF-22B6-E5E0D2B86DE6}"/>
              </a:ext>
            </a:extLst>
          </p:cNvPr>
          <p:cNvSpPr txBox="1"/>
          <p:nvPr/>
        </p:nvSpPr>
        <p:spPr>
          <a:xfrm>
            <a:off x="3176255" y="2005630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9DDF14A-0469-12B9-C409-477338CACDB8}"/>
              </a:ext>
            </a:extLst>
          </p:cNvPr>
          <p:cNvSpPr txBox="1"/>
          <p:nvPr/>
        </p:nvSpPr>
        <p:spPr>
          <a:xfrm>
            <a:off x="4572895" y="2005630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p:graphicFrame>
        <p:nvGraphicFramePr>
          <p:cNvPr id="32" name="Table 31">
            <a:extLst>
              <a:ext uri="{FF2B5EF4-FFF2-40B4-BE49-F238E27FC236}">
                <a16:creationId xmlns:a16="http://schemas.microsoft.com/office/drawing/2014/main" id="{6A6BE65E-F7BB-7F70-EB03-4B7733573B46}"/>
              </a:ext>
            </a:extLst>
          </p:cNvPr>
          <p:cNvGraphicFramePr>
            <a:graphicFrameLocks noGrp="1"/>
          </p:cNvGraphicFramePr>
          <p:nvPr/>
        </p:nvGraphicFramePr>
        <p:xfrm>
          <a:off x="6898440" y="2562473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33" name="TextBox 32">
            <a:extLst>
              <a:ext uri="{FF2B5EF4-FFF2-40B4-BE49-F238E27FC236}">
                <a16:creationId xmlns:a16="http://schemas.microsoft.com/office/drawing/2014/main" id="{FCE05F09-6240-9C24-581E-95527CD7E63D}"/>
              </a:ext>
            </a:extLst>
          </p:cNvPr>
          <p:cNvSpPr txBox="1"/>
          <p:nvPr/>
        </p:nvSpPr>
        <p:spPr>
          <a:xfrm>
            <a:off x="6403560" y="2590405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EADE8A5-BAE7-3C54-B5FB-C80FD767223E}"/>
              </a:ext>
            </a:extLst>
          </p:cNvPr>
          <p:cNvSpPr txBox="1"/>
          <p:nvPr/>
        </p:nvSpPr>
        <p:spPr>
          <a:xfrm>
            <a:off x="6403560" y="3185119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826CC2A-47ED-6647-5146-80DF94FE53FA}"/>
              </a:ext>
            </a:extLst>
          </p:cNvPr>
          <p:cNvSpPr txBox="1"/>
          <p:nvPr/>
        </p:nvSpPr>
        <p:spPr>
          <a:xfrm>
            <a:off x="6403560" y="3847103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D8C4A3F-5539-A69F-E1D2-B5F04403BA51}"/>
              </a:ext>
            </a:extLst>
          </p:cNvPr>
          <p:cNvSpPr txBox="1"/>
          <p:nvPr/>
        </p:nvSpPr>
        <p:spPr>
          <a:xfrm>
            <a:off x="7461116" y="2022858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7BD9F78-9806-EAB2-FDB5-C28C5E6D2012}"/>
              </a:ext>
            </a:extLst>
          </p:cNvPr>
          <p:cNvSpPr txBox="1"/>
          <p:nvPr/>
        </p:nvSpPr>
        <p:spPr>
          <a:xfrm>
            <a:off x="9069677" y="2017165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8EBC20F-1FD6-7AB4-F8C1-54772EE9F013}"/>
              </a:ext>
            </a:extLst>
          </p:cNvPr>
          <p:cNvSpPr txBox="1"/>
          <p:nvPr/>
        </p:nvSpPr>
        <p:spPr>
          <a:xfrm>
            <a:off x="10466317" y="2017165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7A2DC1F-16A7-B4A5-C9E9-45E75ACCE07D}"/>
              </a:ext>
            </a:extLst>
          </p:cNvPr>
          <p:cNvSpPr txBox="1"/>
          <p:nvPr/>
        </p:nvSpPr>
        <p:spPr>
          <a:xfrm>
            <a:off x="2484248" y="1626941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3F36DB7-27CE-19E8-DEFC-DA9A11C925F4}"/>
              </a:ext>
            </a:extLst>
          </p:cNvPr>
          <p:cNvSpPr txBox="1"/>
          <p:nvPr/>
        </p:nvSpPr>
        <p:spPr>
          <a:xfrm rot="16200000">
            <a:off x="5237345" y="3075347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52D472B-F259-F304-8F42-41A0B402975D}"/>
              </a:ext>
            </a:extLst>
          </p:cNvPr>
          <p:cNvSpPr/>
          <p:nvPr/>
        </p:nvSpPr>
        <p:spPr>
          <a:xfrm>
            <a:off x="1049227" y="2562473"/>
            <a:ext cx="1532305" cy="634521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8313AF9-04A2-A7F3-3154-F170A0DD6B23}"/>
              </a:ext>
            </a:extLst>
          </p:cNvPr>
          <p:cNvSpPr/>
          <p:nvPr/>
        </p:nvSpPr>
        <p:spPr>
          <a:xfrm>
            <a:off x="2588621" y="3181556"/>
            <a:ext cx="1601294" cy="628145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73D4AD6-A33A-E504-DEA0-43B7459DF90A}"/>
              </a:ext>
            </a:extLst>
          </p:cNvPr>
          <p:cNvSpPr/>
          <p:nvPr/>
        </p:nvSpPr>
        <p:spPr>
          <a:xfrm>
            <a:off x="4179249" y="2569008"/>
            <a:ext cx="1341351" cy="634521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5E0CEDD-A922-EBBF-9D9C-E79A02FA1A35}"/>
              </a:ext>
            </a:extLst>
          </p:cNvPr>
          <p:cNvSpPr/>
          <p:nvPr/>
        </p:nvSpPr>
        <p:spPr>
          <a:xfrm>
            <a:off x="6918549" y="2562473"/>
            <a:ext cx="1532305" cy="634521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835DBCF-A36D-31AB-C601-D46AB181B863}"/>
              </a:ext>
            </a:extLst>
          </p:cNvPr>
          <p:cNvSpPr/>
          <p:nvPr/>
        </p:nvSpPr>
        <p:spPr>
          <a:xfrm>
            <a:off x="8458641" y="3189363"/>
            <a:ext cx="1593429" cy="634521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9CC4185-EBC0-96A4-B6C6-D60F38585736}"/>
              </a:ext>
            </a:extLst>
          </p:cNvPr>
          <p:cNvSpPr/>
          <p:nvPr/>
        </p:nvSpPr>
        <p:spPr>
          <a:xfrm>
            <a:off x="10027867" y="3827326"/>
            <a:ext cx="1341351" cy="634521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B23C366-5DE9-D4C9-5529-513E232DC3C5}"/>
              </a:ext>
            </a:extLst>
          </p:cNvPr>
          <p:cNvSpPr/>
          <p:nvPr/>
        </p:nvSpPr>
        <p:spPr>
          <a:xfrm>
            <a:off x="4195208" y="3189363"/>
            <a:ext cx="1341351" cy="634521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9CB9723-7AC4-80BB-97AD-7317A8AE92D2}"/>
              </a:ext>
            </a:extLst>
          </p:cNvPr>
          <p:cNvSpPr/>
          <p:nvPr/>
        </p:nvSpPr>
        <p:spPr>
          <a:xfrm>
            <a:off x="10052070" y="3196994"/>
            <a:ext cx="1341351" cy="634521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AAD703B-1580-3522-40F1-A81CA616F153}"/>
              </a:ext>
            </a:extLst>
          </p:cNvPr>
          <p:cNvSpPr/>
          <p:nvPr/>
        </p:nvSpPr>
        <p:spPr>
          <a:xfrm>
            <a:off x="10041483" y="2562473"/>
            <a:ext cx="1341351" cy="634521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21AC76F8-D26D-F514-372C-1FD568E3172B}"/>
              </a:ext>
            </a:extLst>
          </p:cNvPr>
          <p:cNvSpPr/>
          <p:nvPr/>
        </p:nvSpPr>
        <p:spPr>
          <a:xfrm>
            <a:off x="6912894" y="3199025"/>
            <a:ext cx="1545747" cy="634521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1DACA56-6EE2-868E-F281-CECF2EA5117E}"/>
              </a:ext>
            </a:extLst>
          </p:cNvPr>
          <p:cNvSpPr/>
          <p:nvPr/>
        </p:nvSpPr>
        <p:spPr>
          <a:xfrm>
            <a:off x="4182870" y="3816432"/>
            <a:ext cx="1341351" cy="634521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E38D1D9-F9BA-90E6-9B3E-7B1BBD0C51CB}"/>
              </a:ext>
            </a:extLst>
          </p:cNvPr>
          <p:cNvSpPr/>
          <p:nvPr/>
        </p:nvSpPr>
        <p:spPr>
          <a:xfrm>
            <a:off x="2588621" y="3809542"/>
            <a:ext cx="1601294" cy="628145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958CC9E4-9410-F5B9-014F-0AAF02AA0C63}"/>
              </a:ext>
            </a:extLst>
          </p:cNvPr>
          <p:cNvSpPr/>
          <p:nvPr/>
        </p:nvSpPr>
        <p:spPr>
          <a:xfrm>
            <a:off x="2586505" y="2561051"/>
            <a:ext cx="1601294" cy="628145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8D685B44-094F-A06E-A610-683E0827D44D}"/>
              </a:ext>
            </a:extLst>
          </p:cNvPr>
          <p:cNvSpPr/>
          <p:nvPr/>
        </p:nvSpPr>
        <p:spPr>
          <a:xfrm>
            <a:off x="1033767" y="3189363"/>
            <a:ext cx="1532305" cy="634521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A25F01A4-E74C-F89D-A97B-9384C061E244}"/>
              </a:ext>
            </a:extLst>
          </p:cNvPr>
          <p:cNvSpPr/>
          <p:nvPr/>
        </p:nvSpPr>
        <p:spPr>
          <a:xfrm>
            <a:off x="1042057" y="3816255"/>
            <a:ext cx="1532305" cy="634521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92A586B0-FAEF-5E5B-35D4-DF88131C3923}"/>
              </a:ext>
            </a:extLst>
          </p:cNvPr>
          <p:cNvSpPr/>
          <p:nvPr/>
        </p:nvSpPr>
        <p:spPr>
          <a:xfrm>
            <a:off x="8428213" y="2560442"/>
            <a:ext cx="1601294" cy="628145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7B60FEFE-0467-1AFF-6B0D-0A7FF8F2453A}"/>
              </a:ext>
            </a:extLst>
          </p:cNvPr>
          <p:cNvSpPr/>
          <p:nvPr/>
        </p:nvSpPr>
        <p:spPr>
          <a:xfrm>
            <a:off x="8458641" y="3816016"/>
            <a:ext cx="1555452" cy="628145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03FDDAC6-6BBE-C2BB-85D6-4B256196AC0E}"/>
              </a:ext>
            </a:extLst>
          </p:cNvPr>
          <p:cNvSpPr/>
          <p:nvPr/>
        </p:nvSpPr>
        <p:spPr>
          <a:xfrm>
            <a:off x="6892695" y="3817032"/>
            <a:ext cx="1563830" cy="628145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F0F20D1-9468-E65D-40AC-3EED1AB77517}"/>
              </a:ext>
            </a:extLst>
          </p:cNvPr>
          <p:cNvSpPr txBox="1"/>
          <p:nvPr/>
        </p:nvSpPr>
        <p:spPr>
          <a:xfrm>
            <a:off x="374022" y="4443146"/>
            <a:ext cx="285179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rgbClr val="F21C0B"/>
                </a:solidFill>
              </a:rPr>
              <a:t>Player 1 Payoff Matrix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73F8730-02BA-C921-2633-523B220310AD}"/>
              </a:ext>
            </a:extLst>
          </p:cNvPr>
          <p:cNvSpPr txBox="1"/>
          <p:nvPr/>
        </p:nvSpPr>
        <p:spPr>
          <a:xfrm>
            <a:off x="9345355" y="4443146"/>
            <a:ext cx="283156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</a:rPr>
              <a:t>Player 2 Payoff Matrix</a:t>
            </a:r>
          </a:p>
        </p:txBody>
      </p:sp>
      <p:graphicFrame>
        <p:nvGraphicFramePr>
          <p:cNvPr id="52" name="Table 51">
            <a:extLst>
              <a:ext uri="{FF2B5EF4-FFF2-40B4-BE49-F238E27FC236}">
                <a16:creationId xmlns:a16="http://schemas.microsoft.com/office/drawing/2014/main" id="{A37D95E0-B41F-551D-DE81-20DB5A85046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7277573"/>
              </p:ext>
            </p:extLst>
          </p:nvPr>
        </p:nvGraphicFramePr>
        <p:xfrm>
          <a:off x="3921732" y="4706975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53" name="TextBox 52">
            <a:extLst>
              <a:ext uri="{FF2B5EF4-FFF2-40B4-BE49-F238E27FC236}">
                <a16:creationId xmlns:a16="http://schemas.microsoft.com/office/drawing/2014/main" id="{534DCA06-88BF-4AB2-7FEB-EBA2F17F3F59}"/>
              </a:ext>
            </a:extLst>
          </p:cNvPr>
          <p:cNvSpPr txBox="1"/>
          <p:nvPr/>
        </p:nvSpPr>
        <p:spPr>
          <a:xfrm>
            <a:off x="8511713" y="5503073"/>
            <a:ext cx="39102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/>
              <a:t>Preference Arrows</a:t>
            </a:r>
          </a:p>
        </p:txBody>
      </p:sp>
      <p:sp>
        <p:nvSpPr>
          <p:cNvPr id="54" name="Arrow: Right 53">
            <a:extLst>
              <a:ext uri="{FF2B5EF4-FFF2-40B4-BE49-F238E27FC236}">
                <a16:creationId xmlns:a16="http://schemas.microsoft.com/office/drawing/2014/main" id="{12458BE8-8E4A-FF2F-CE54-68B36A684BBC}"/>
              </a:ext>
            </a:extLst>
          </p:cNvPr>
          <p:cNvSpPr/>
          <p:nvPr/>
        </p:nvSpPr>
        <p:spPr>
          <a:xfrm rot="16200000">
            <a:off x="4505319" y="5231027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Arrow: Right 54">
            <a:extLst>
              <a:ext uri="{FF2B5EF4-FFF2-40B4-BE49-F238E27FC236}">
                <a16:creationId xmlns:a16="http://schemas.microsoft.com/office/drawing/2014/main" id="{11C329BA-2958-DCCD-60B7-5CB23BB1B679}"/>
              </a:ext>
            </a:extLst>
          </p:cNvPr>
          <p:cNvSpPr/>
          <p:nvPr/>
        </p:nvSpPr>
        <p:spPr>
          <a:xfrm>
            <a:off x="9354097" y="6087848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Arrow: Right 55">
            <a:extLst>
              <a:ext uri="{FF2B5EF4-FFF2-40B4-BE49-F238E27FC236}">
                <a16:creationId xmlns:a16="http://schemas.microsoft.com/office/drawing/2014/main" id="{38626677-374C-D435-5BE5-0C88CCDCAB19}"/>
              </a:ext>
            </a:extLst>
          </p:cNvPr>
          <p:cNvSpPr/>
          <p:nvPr/>
        </p:nvSpPr>
        <p:spPr>
          <a:xfrm>
            <a:off x="9354096" y="6515355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9DC9C95-E1E8-3974-2C62-49F32FA8D506}"/>
              </a:ext>
            </a:extLst>
          </p:cNvPr>
          <p:cNvSpPr txBox="1"/>
          <p:nvPr/>
        </p:nvSpPr>
        <p:spPr>
          <a:xfrm>
            <a:off x="9687897" y="6012445"/>
            <a:ext cx="26000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Player 1 Preference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1138476-1764-DC4B-A2BA-F0978BE1537A}"/>
              </a:ext>
            </a:extLst>
          </p:cNvPr>
          <p:cNvSpPr txBox="1"/>
          <p:nvPr/>
        </p:nvSpPr>
        <p:spPr>
          <a:xfrm>
            <a:off x="9645620" y="6445024"/>
            <a:ext cx="269282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Player 2 Preference</a:t>
            </a:r>
          </a:p>
        </p:txBody>
      </p:sp>
      <p:sp>
        <p:nvSpPr>
          <p:cNvPr id="59" name="Arrow: Right 58">
            <a:extLst>
              <a:ext uri="{FF2B5EF4-FFF2-40B4-BE49-F238E27FC236}">
                <a16:creationId xmlns:a16="http://schemas.microsoft.com/office/drawing/2014/main" id="{C14E8137-2F53-25FA-D09C-987161834DA5}"/>
              </a:ext>
            </a:extLst>
          </p:cNvPr>
          <p:cNvSpPr/>
          <p:nvPr/>
        </p:nvSpPr>
        <p:spPr>
          <a:xfrm rot="5400000">
            <a:off x="4489359" y="4656103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Arrow: Right 59">
            <a:extLst>
              <a:ext uri="{FF2B5EF4-FFF2-40B4-BE49-F238E27FC236}">
                <a16:creationId xmlns:a16="http://schemas.microsoft.com/office/drawing/2014/main" id="{D39FB1AF-B6DF-40B6-A5E8-6EB402B75721}"/>
              </a:ext>
            </a:extLst>
          </p:cNvPr>
          <p:cNvSpPr/>
          <p:nvPr/>
        </p:nvSpPr>
        <p:spPr>
          <a:xfrm rot="5400000">
            <a:off x="4505318" y="6483106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Arrow: Right 60">
            <a:extLst>
              <a:ext uri="{FF2B5EF4-FFF2-40B4-BE49-F238E27FC236}">
                <a16:creationId xmlns:a16="http://schemas.microsoft.com/office/drawing/2014/main" id="{D20FB242-20BA-826A-EB9B-2E9344B2545C}"/>
              </a:ext>
            </a:extLst>
          </p:cNvPr>
          <p:cNvSpPr/>
          <p:nvPr/>
        </p:nvSpPr>
        <p:spPr>
          <a:xfrm rot="5400000">
            <a:off x="4505318" y="5864986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Arrow: Right 61">
            <a:extLst>
              <a:ext uri="{FF2B5EF4-FFF2-40B4-BE49-F238E27FC236}">
                <a16:creationId xmlns:a16="http://schemas.microsoft.com/office/drawing/2014/main" id="{4EC375A5-2975-6611-EC97-D274C3D09184}"/>
              </a:ext>
            </a:extLst>
          </p:cNvPr>
          <p:cNvSpPr/>
          <p:nvPr/>
        </p:nvSpPr>
        <p:spPr>
          <a:xfrm rot="5400000">
            <a:off x="6001405" y="4656103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Arrow: Right 62">
            <a:extLst>
              <a:ext uri="{FF2B5EF4-FFF2-40B4-BE49-F238E27FC236}">
                <a16:creationId xmlns:a16="http://schemas.microsoft.com/office/drawing/2014/main" id="{4D7F793C-FCBD-7091-FD32-87CF3442E36A}"/>
              </a:ext>
            </a:extLst>
          </p:cNvPr>
          <p:cNvSpPr/>
          <p:nvPr/>
        </p:nvSpPr>
        <p:spPr>
          <a:xfrm rot="5400000">
            <a:off x="5998405" y="6490913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Arrow: Right 63">
            <a:extLst>
              <a:ext uri="{FF2B5EF4-FFF2-40B4-BE49-F238E27FC236}">
                <a16:creationId xmlns:a16="http://schemas.microsoft.com/office/drawing/2014/main" id="{1F9B03D2-F449-C626-2738-FFD8249FA0E1}"/>
              </a:ext>
            </a:extLst>
          </p:cNvPr>
          <p:cNvSpPr/>
          <p:nvPr/>
        </p:nvSpPr>
        <p:spPr>
          <a:xfrm rot="16200000">
            <a:off x="5998406" y="5864986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Arrow: Right 64">
            <a:extLst>
              <a:ext uri="{FF2B5EF4-FFF2-40B4-BE49-F238E27FC236}">
                <a16:creationId xmlns:a16="http://schemas.microsoft.com/office/drawing/2014/main" id="{C0191767-DC09-73F3-A98C-9F4C521112AD}"/>
              </a:ext>
            </a:extLst>
          </p:cNvPr>
          <p:cNvSpPr/>
          <p:nvPr/>
        </p:nvSpPr>
        <p:spPr>
          <a:xfrm rot="5400000">
            <a:off x="7476618" y="5871096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Arrow: Right 65">
            <a:extLst>
              <a:ext uri="{FF2B5EF4-FFF2-40B4-BE49-F238E27FC236}">
                <a16:creationId xmlns:a16="http://schemas.microsoft.com/office/drawing/2014/main" id="{40D1FE4D-46BA-F380-626C-D05D92791694}"/>
              </a:ext>
            </a:extLst>
          </p:cNvPr>
          <p:cNvSpPr/>
          <p:nvPr/>
        </p:nvSpPr>
        <p:spPr>
          <a:xfrm rot="5400000">
            <a:off x="7476617" y="6472121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Arrow: Right 66">
            <a:extLst>
              <a:ext uri="{FF2B5EF4-FFF2-40B4-BE49-F238E27FC236}">
                <a16:creationId xmlns:a16="http://schemas.microsoft.com/office/drawing/2014/main" id="{30FB9921-6B0E-1EE8-1C58-93B34B907BCB}"/>
              </a:ext>
            </a:extLst>
          </p:cNvPr>
          <p:cNvSpPr/>
          <p:nvPr/>
        </p:nvSpPr>
        <p:spPr>
          <a:xfrm rot="16200000">
            <a:off x="7480878" y="5231027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Arrow: Right 67">
            <a:extLst>
              <a:ext uri="{FF2B5EF4-FFF2-40B4-BE49-F238E27FC236}">
                <a16:creationId xmlns:a16="http://schemas.microsoft.com/office/drawing/2014/main" id="{C47B25DC-3946-7A8A-B979-BDC1B0EC34B6}"/>
              </a:ext>
            </a:extLst>
          </p:cNvPr>
          <p:cNvSpPr/>
          <p:nvPr/>
        </p:nvSpPr>
        <p:spPr>
          <a:xfrm rot="5400000">
            <a:off x="5997040" y="5239060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Arrow: Right 68">
            <a:extLst>
              <a:ext uri="{FF2B5EF4-FFF2-40B4-BE49-F238E27FC236}">
                <a16:creationId xmlns:a16="http://schemas.microsoft.com/office/drawing/2014/main" id="{D7F97CAA-F8AA-C945-0B16-0FD49CCD2C9A}"/>
              </a:ext>
            </a:extLst>
          </p:cNvPr>
          <p:cNvSpPr/>
          <p:nvPr/>
        </p:nvSpPr>
        <p:spPr>
          <a:xfrm rot="5400000">
            <a:off x="7485336" y="4668279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Arrow: Right 69">
            <a:extLst>
              <a:ext uri="{FF2B5EF4-FFF2-40B4-BE49-F238E27FC236}">
                <a16:creationId xmlns:a16="http://schemas.microsoft.com/office/drawing/2014/main" id="{BC026F3F-86BE-02BF-3105-27CCF8F8E498}"/>
              </a:ext>
            </a:extLst>
          </p:cNvPr>
          <p:cNvSpPr/>
          <p:nvPr/>
        </p:nvSpPr>
        <p:spPr>
          <a:xfrm rot="10800000">
            <a:off x="5235381" y="4891443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Arrow: Right 70">
            <a:extLst>
              <a:ext uri="{FF2B5EF4-FFF2-40B4-BE49-F238E27FC236}">
                <a16:creationId xmlns:a16="http://schemas.microsoft.com/office/drawing/2014/main" id="{66FBD24E-90A7-7727-4F47-89A5390D76DE}"/>
              </a:ext>
            </a:extLst>
          </p:cNvPr>
          <p:cNvSpPr/>
          <p:nvPr/>
        </p:nvSpPr>
        <p:spPr>
          <a:xfrm>
            <a:off x="6860639" y="4891443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Arrow: Right 71">
            <a:extLst>
              <a:ext uri="{FF2B5EF4-FFF2-40B4-BE49-F238E27FC236}">
                <a16:creationId xmlns:a16="http://schemas.microsoft.com/office/drawing/2014/main" id="{FA915BFD-6996-B44D-4939-08357F578984}"/>
              </a:ext>
            </a:extLst>
          </p:cNvPr>
          <p:cNvSpPr/>
          <p:nvPr/>
        </p:nvSpPr>
        <p:spPr>
          <a:xfrm>
            <a:off x="8204562" y="4890370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Arrow: Right 72">
            <a:extLst>
              <a:ext uri="{FF2B5EF4-FFF2-40B4-BE49-F238E27FC236}">
                <a16:creationId xmlns:a16="http://schemas.microsoft.com/office/drawing/2014/main" id="{366FD105-B532-14E2-2AD1-C911B2A7990A}"/>
              </a:ext>
            </a:extLst>
          </p:cNvPr>
          <p:cNvSpPr/>
          <p:nvPr/>
        </p:nvSpPr>
        <p:spPr>
          <a:xfrm>
            <a:off x="3711539" y="4890370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Arrow: Right 73">
            <a:extLst>
              <a:ext uri="{FF2B5EF4-FFF2-40B4-BE49-F238E27FC236}">
                <a16:creationId xmlns:a16="http://schemas.microsoft.com/office/drawing/2014/main" id="{D9E130D5-7C7E-422F-1CBC-33390AD2A6BA}"/>
              </a:ext>
            </a:extLst>
          </p:cNvPr>
          <p:cNvSpPr/>
          <p:nvPr/>
        </p:nvSpPr>
        <p:spPr>
          <a:xfrm>
            <a:off x="5240770" y="5494038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Arrow: Right 74">
            <a:extLst>
              <a:ext uri="{FF2B5EF4-FFF2-40B4-BE49-F238E27FC236}">
                <a16:creationId xmlns:a16="http://schemas.microsoft.com/office/drawing/2014/main" id="{A0F77E84-D888-D5B2-F123-7DAF7E1AF57F}"/>
              </a:ext>
            </a:extLst>
          </p:cNvPr>
          <p:cNvSpPr/>
          <p:nvPr/>
        </p:nvSpPr>
        <p:spPr>
          <a:xfrm>
            <a:off x="3720950" y="5494038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Arrow: Right 75">
            <a:extLst>
              <a:ext uri="{FF2B5EF4-FFF2-40B4-BE49-F238E27FC236}">
                <a16:creationId xmlns:a16="http://schemas.microsoft.com/office/drawing/2014/main" id="{804A6EE0-D0D9-E5A6-AC58-2B87BD8F345D}"/>
              </a:ext>
            </a:extLst>
          </p:cNvPr>
          <p:cNvSpPr/>
          <p:nvPr/>
        </p:nvSpPr>
        <p:spPr>
          <a:xfrm rot="10800000">
            <a:off x="6812041" y="5508188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Arrow: Right 76">
            <a:extLst>
              <a:ext uri="{FF2B5EF4-FFF2-40B4-BE49-F238E27FC236}">
                <a16:creationId xmlns:a16="http://schemas.microsoft.com/office/drawing/2014/main" id="{E5118D69-16AA-8C9A-B491-E2F6E7AB15F2}"/>
              </a:ext>
            </a:extLst>
          </p:cNvPr>
          <p:cNvSpPr/>
          <p:nvPr/>
        </p:nvSpPr>
        <p:spPr>
          <a:xfrm>
            <a:off x="8214451" y="5506388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Arrow: Right 77">
            <a:extLst>
              <a:ext uri="{FF2B5EF4-FFF2-40B4-BE49-F238E27FC236}">
                <a16:creationId xmlns:a16="http://schemas.microsoft.com/office/drawing/2014/main" id="{8A8CA079-7697-7302-4711-5353008C08BF}"/>
              </a:ext>
            </a:extLst>
          </p:cNvPr>
          <p:cNvSpPr/>
          <p:nvPr/>
        </p:nvSpPr>
        <p:spPr>
          <a:xfrm>
            <a:off x="5240769" y="6158350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Arrow: Right 78">
            <a:extLst>
              <a:ext uri="{FF2B5EF4-FFF2-40B4-BE49-F238E27FC236}">
                <a16:creationId xmlns:a16="http://schemas.microsoft.com/office/drawing/2014/main" id="{2575744F-ACFB-1009-682F-1DDC907F45A2}"/>
              </a:ext>
            </a:extLst>
          </p:cNvPr>
          <p:cNvSpPr/>
          <p:nvPr/>
        </p:nvSpPr>
        <p:spPr>
          <a:xfrm rot="10800000">
            <a:off x="3711538" y="6170225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Arrow: Right 79">
            <a:extLst>
              <a:ext uri="{FF2B5EF4-FFF2-40B4-BE49-F238E27FC236}">
                <a16:creationId xmlns:a16="http://schemas.microsoft.com/office/drawing/2014/main" id="{8D28D3C4-9F32-FEE9-ACDC-1108FFBA215D}"/>
              </a:ext>
            </a:extLst>
          </p:cNvPr>
          <p:cNvSpPr/>
          <p:nvPr/>
        </p:nvSpPr>
        <p:spPr>
          <a:xfrm>
            <a:off x="6868012" y="6170225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Arrow: Right 80">
            <a:extLst>
              <a:ext uri="{FF2B5EF4-FFF2-40B4-BE49-F238E27FC236}">
                <a16:creationId xmlns:a16="http://schemas.microsoft.com/office/drawing/2014/main" id="{F1F09600-05E2-2638-7746-81652E5FAABE}"/>
              </a:ext>
            </a:extLst>
          </p:cNvPr>
          <p:cNvSpPr/>
          <p:nvPr/>
        </p:nvSpPr>
        <p:spPr>
          <a:xfrm rot="10800000">
            <a:off x="8141194" y="6158350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396185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8F7E8C-4D08-3862-6961-A8C30159D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F169426-4FBA-C821-E5A6-18818AB751A3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540F37D-F69B-2F08-E871-E113450CFC0A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8496A02-3F65-3DC1-557A-2DC558230A55}"/>
              </a:ext>
            </a:extLst>
          </p:cNvPr>
          <p:cNvSpPr txBox="1"/>
          <p:nvPr/>
        </p:nvSpPr>
        <p:spPr>
          <a:xfrm>
            <a:off x="1356217" y="145915"/>
            <a:ext cx="93302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Fictitious Play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51CC83E-66F7-FB0D-3918-D70379529642}"/>
              </a:ext>
            </a:extLst>
          </p:cNvPr>
          <p:cNvSpPr txBox="1"/>
          <p:nvPr/>
        </p:nvSpPr>
        <p:spPr>
          <a:xfrm>
            <a:off x="1430862" y="732503"/>
            <a:ext cx="933027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Construction of Ordinal Potentials</a:t>
            </a:r>
          </a:p>
        </p:txBody>
      </p:sp>
      <p:graphicFrame>
        <p:nvGraphicFramePr>
          <p:cNvPr id="52" name="Table 51">
            <a:extLst>
              <a:ext uri="{FF2B5EF4-FFF2-40B4-BE49-F238E27FC236}">
                <a16:creationId xmlns:a16="http://schemas.microsoft.com/office/drawing/2014/main" id="{418208CC-B283-3899-CB8B-CA21FBE0C1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5599939"/>
              </p:ext>
            </p:extLst>
          </p:nvPr>
        </p:nvGraphicFramePr>
        <p:xfrm>
          <a:off x="584766" y="2049781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53" name="TextBox 52">
            <a:extLst>
              <a:ext uri="{FF2B5EF4-FFF2-40B4-BE49-F238E27FC236}">
                <a16:creationId xmlns:a16="http://schemas.microsoft.com/office/drawing/2014/main" id="{E9E12D4D-C083-32B9-A78C-CFBFCCEB3BE1}"/>
              </a:ext>
            </a:extLst>
          </p:cNvPr>
          <p:cNvSpPr txBox="1"/>
          <p:nvPr/>
        </p:nvSpPr>
        <p:spPr>
          <a:xfrm>
            <a:off x="5951845" y="1836994"/>
            <a:ext cx="39102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/>
              <a:t>Preference Arrows</a:t>
            </a:r>
          </a:p>
        </p:txBody>
      </p:sp>
      <p:sp>
        <p:nvSpPr>
          <p:cNvPr id="54" name="Arrow: Right 53">
            <a:extLst>
              <a:ext uri="{FF2B5EF4-FFF2-40B4-BE49-F238E27FC236}">
                <a16:creationId xmlns:a16="http://schemas.microsoft.com/office/drawing/2014/main" id="{B59FAB27-2E31-CAFD-5295-AA857AC935A2}"/>
              </a:ext>
            </a:extLst>
          </p:cNvPr>
          <p:cNvSpPr/>
          <p:nvPr/>
        </p:nvSpPr>
        <p:spPr>
          <a:xfrm rot="16200000">
            <a:off x="1168353" y="2573833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Arrow: Right 54">
            <a:extLst>
              <a:ext uri="{FF2B5EF4-FFF2-40B4-BE49-F238E27FC236}">
                <a16:creationId xmlns:a16="http://schemas.microsoft.com/office/drawing/2014/main" id="{AA35F319-5646-78B4-E364-B94BB7BE46A8}"/>
              </a:ext>
            </a:extLst>
          </p:cNvPr>
          <p:cNvSpPr/>
          <p:nvPr/>
        </p:nvSpPr>
        <p:spPr>
          <a:xfrm>
            <a:off x="6500697" y="2479668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Arrow: Right 55">
            <a:extLst>
              <a:ext uri="{FF2B5EF4-FFF2-40B4-BE49-F238E27FC236}">
                <a16:creationId xmlns:a16="http://schemas.microsoft.com/office/drawing/2014/main" id="{ECB93EA5-D511-307E-7BA6-64F251851FCE}"/>
              </a:ext>
            </a:extLst>
          </p:cNvPr>
          <p:cNvSpPr/>
          <p:nvPr/>
        </p:nvSpPr>
        <p:spPr>
          <a:xfrm>
            <a:off x="6500696" y="2907175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31BFB25-F0CB-7E96-35F5-1AD95FCCF9AF}"/>
              </a:ext>
            </a:extLst>
          </p:cNvPr>
          <p:cNvSpPr txBox="1"/>
          <p:nvPr/>
        </p:nvSpPr>
        <p:spPr>
          <a:xfrm>
            <a:off x="6834497" y="2404265"/>
            <a:ext cx="26000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Player 1 Preference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16458B0-DF58-5E13-DD31-EE2A72EBA410}"/>
              </a:ext>
            </a:extLst>
          </p:cNvPr>
          <p:cNvSpPr txBox="1"/>
          <p:nvPr/>
        </p:nvSpPr>
        <p:spPr>
          <a:xfrm>
            <a:off x="6792220" y="2836844"/>
            <a:ext cx="269282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Player 2 Preference</a:t>
            </a:r>
          </a:p>
        </p:txBody>
      </p:sp>
      <p:sp>
        <p:nvSpPr>
          <p:cNvPr id="59" name="Arrow: Right 58">
            <a:extLst>
              <a:ext uri="{FF2B5EF4-FFF2-40B4-BE49-F238E27FC236}">
                <a16:creationId xmlns:a16="http://schemas.microsoft.com/office/drawing/2014/main" id="{ECF03A8E-E43B-DDCA-9846-097C4F6245A3}"/>
              </a:ext>
            </a:extLst>
          </p:cNvPr>
          <p:cNvSpPr/>
          <p:nvPr/>
        </p:nvSpPr>
        <p:spPr>
          <a:xfrm rot="5400000">
            <a:off x="1152393" y="1998909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Arrow: Right 59">
            <a:extLst>
              <a:ext uri="{FF2B5EF4-FFF2-40B4-BE49-F238E27FC236}">
                <a16:creationId xmlns:a16="http://schemas.microsoft.com/office/drawing/2014/main" id="{6E4F6607-D990-B81C-E294-0BB4F6A0847B}"/>
              </a:ext>
            </a:extLst>
          </p:cNvPr>
          <p:cNvSpPr/>
          <p:nvPr/>
        </p:nvSpPr>
        <p:spPr>
          <a:xfrm rot="5400000">
            <a:off x="1168352" y="3825912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Arrow: Right 60">
            <a:extLst>
              <a:ext uri="{FF2B5EF4-FFF2-40B4-BE49-F238E27FC236}">
                <a16:creationId xmlns:a16="http://schemas.microsoft.com/office/drawing/2014/main" id="{D2801E28-9937-602C-C193-1F918F9C8A35}"/>
              </a:ext>
            </a:extLst>
          </p:cNvPr>
          <p:cNvSpPr/>
          <p:nvPr/>
        </p:nvSpPr>
        <p:spPr>
          <a:xfrm rot="5400000">
            <a:off x="1168352" y="3207792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Arrow: Right 61">
            <a:extLst>
              <a:ext uri="{FF2B5EF4-FFF2-40B4-BE49-F238E27FC236}">
                <a16:creationId xmlns:a16="http://schemas.microsoft.com/office/drawing/2014/main" id="{F76F085F-4A00-9F1E-6231-EC9BDCCE6E3E}"/>
              </a:ext>
            </a:extLst>
          </p:cNvPr>
          <p:cNvSpPr/>
          <p:nvPr/>
        </p:nvSpPr>
        <p:spPr>
          <a:xfrm rot="5400000">
            <a:off x="2664439" y="1998909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Arrow: Right 62">
            <a:extLst>
              <a:ext uri="{FF2B5EF4-FFF2-40B4-BE49-F238E27FC236}">
                <a16:creationId xmlns:a16="http://schemas.microsoft.com/office/drawing/2014/main" id="{3ABD9C72-7FF2-C025-4473-58EEC0B79C36}"/>
              </a:ext>
            </a:extLst>
          </p:cNvPr>
          <p:cNvSpPr/>
          <p:nvPr/>
        </p:nvSpPr>
        <p:spPr>
          <a:xfrm rot="5400000">
            <a:off x="2661439" y="3833719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Arrow: Right 63">
            <a:extLst>
              <a:ext uri="{FF2B5EF4-FFF2-40B4-BE49-F238E27FC236}">
                <a16:creationId xmlns:a16="http://schemas.microsoft.com/office/drawing/2014/main" id="{EA1B6B74-5F69-C421-4E55-1E33087F08D8}"/>
              </a:ext>
            </a:extLst>
          </p:cNvPr>
          <p:cNvSpPr/>
          <p:nvPr/>
        </p:nvSpPr>
        <p:spPr>
          <a:xfrm rot="16200000">
            <a:off x="2661440" y="3207792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Arrow: Right 64">
            <a:extLst>
              <a:ext uri="{FF2B5EF4-FFF2-40B4-BE49-F238E27FC236}">
                <a16:creationId xmlns:a16="http://schemas.microsoft.com/office/drawing/2014/main" id="{37C60A5A-5F32-9505-A81F-37F8261F6D2B}"/>
              </a:ext>
            </a:extLst>
          </p:cNvPr>
          <p:cNvSpPr/>
          <p:nvPr/>
        </p:nvSpPr>
        <p:spPr>
          <a:xfrm rot="5400000">
            <a:off x="4139652" y="3213902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Arrow: Right 65">
            <a:extLst>
              <a:ext uri="{FF2B5EF4-FFF2-40B4-BE49-F238E27FC236}">
                <a16:creationId xmlns:a16="http://schemas.microsoft.com/office/drawing/2014/main" id="{E3C81118-3D38-13F0-6E48-B6751B4C7009}"/>
              </a:ext>
            </a:extLst>
          </p:cNvPr>
          <p:cNvSpPr/>
          <p:nvPr/>
        </p:nvSpPr>
        <p:spPr>
          <a:xfrm rot="5400000">
            <a:off x="4139651" y="3814927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Arrow: Right 66">
            <a:extLst>
              <a:ext uri="{FF2B5EF4-FFF2-40B4-BE49-F238E27FC236}">
                <a16:creationId xmlns:a16="http://schemas.microsoft.com/office/drawing/2014/main" id="{58F9DAC5-9D9B-EE52-2ED1-71D6F4B35908}"/>
              </a:ext>
            </a:extLst>
          </p:cNvPr>
          <p:cNvSpPr/>
          <p:nvPr/>
        </p:nvSpPr>
        <p:spPr>
          <a:xfrm rot="16200000">
            <a:off x="4143912" y="2573833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Arrow: Right 67">
            <a:extLst>
              <a:ext uri="{FF2B5EF4-FFF2-40B4-BE49-F238E27FC236}">
                <a16:creationId xmlns:a16="http://schemas.microsoft.com/office/drawing/2014/main" id="{7D917BDB-0D25-9A1B-C118-785F04E1B5C3}"/>
              </a:ext>
            </a:extLst>
          </p:cNvPr>
          <p:cNvSpPr/>
          <p:nvPr/>
        </p:nvSpPr>
        <p:spPr>
          <a:xfrm rot="5400000">
            <a:off x="2660074" y="2581866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Arrow: Right 68">
            <a:extLst>
              <a:ext uri="{FF2B5EF4-FFF2-40B4-BE49-F238E27FC236}">
                <a16:creationId xmlns:a16="http://schemas.microsoft.com/office/drawing/2014/main" id="{F094C46E-DB98-9831-3668-79EB52C1DBAC}"/>
              </a:ext>
            </a:extLst>
          </p:cNvPr>
          <p:cNvSpPr/>
          <p:nvPr/>
        </p:nvSpPr>
        <p:spPr>
          <a:xfrm rot="5400000">
            <a:off x="4148370" y="2011085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Arrow: Right 69">
            <a:extLst>
              <a:ext uri="{FF2B5EF4-FFF2-40B4-BE49-F238E27FC236}">
                <a16:creationId xmlns:a16="http://schemas.microsoft.com/office/drawing/2014/main" id="{12649134-2089-BBE4-F67E-66F931928D10}"/>
              </a:ext>
            </a:extLst>
          </p:cNvPr>
          <p:cNvSpPr/>
          <p:nvPr/>
        </p:nvSpPr>
        <p:spPr>
          <a:xfrm rot="10800000">
            <a:off x="1898415" y="2234249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Arrow: Right 70">
            <a:extLst>
              <a:ext uri="{FF2B5EF4-FFF2-40B4-BE49-F238E27FC236}">
                <a16:creationId xmlns:a16="http://schemas.microsoft.com/office/drawing/2014/main" id="{37E625B3-FE32-787F-43F6-2AE7CCC68E5B}"/>
              </a:ext>
            </a:extLst>
          </p:cNvPr>
          <p:cNvSpPr/>
          <p:nvPr/>
        </p:nvSpPr>
        <p:spPr>
          <a:xfrm>
            <a:off x="3523673" y="2234249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Arrow: Right 71">
            <a:extLst>
              <a:ext uri="{FF2B5EF4-FFF2-40B4-BE49-F238E27FC236}">
                <a16:creationId xmlns:a16="http://schemas.microsoft.com/office/drawing/2014/main" id="{50AD708E-7C57-3348-153F-D45817867B33}"/>
              </a:ext>
            </a:extLst>
          </p:cNvPr>
          <p:cNvSpPr/>
          <p:nvPr/>
        </p:nvSpPr>
        <p:spPr>
          <a:xfrm>
            <a:off x="4867596" y="2233176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Arrow: Right 72">
            <a:extLst>
              <a:ext uri="{FF2B5EF4-FFF2-40B4-BE49-F238E27FC236}">
                <a16:creationId xmlns:a16="http://schemas.microsoft.com/office/drawing/2014/main" id="{B104C1C7-09A0-6C10-9D9F-68A33DCD0A98}"/>
              </a:ext>
            </a:extLst>
          </p:cNvPr>
          <p:cNvSpPr/>
          <p:nvPr/>
        </p:nvSpPr>
        <p:spPr>
          <a:xfrm>
            <a:off x="374573" y="2233176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Arrow: Right 73">
            <a:extLst>
              <a:ext uri="{FF2B5EF4-FFF2-40B4-BE49-F238E27FC236}">
                <a16:creationId xmlns:a16="http://schemas.microsoft.com/office/drawing/2014/main" id="{5949F4B1-C6EA-7E83-306C-931B32D76212}"/>
              </a:ext>
            </a:extLst>
          </p:cNvPr>
          <p:cNvSpPr/>
          <p:nvPr/>
        </p:nvSpPr>
        <p:spPr>
          <a:xfrm>
            <a:off x="1903804" y="2836844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Arrow: Right 74">
            <a:extLst>
              <a:ext uri="{FF2B5EF4-FFF2-40B4-BE49-F238E27FC236}">
                <a16:creationId xmlns:a16="http://schemas.microsoft.com/office/drawing/2014/main" id="{A6E55871-DBE8-10AD-1960-8716EEE17BA7}"/>
              </a:ext>
            </a:extLst>
          </p:cNvPr>
          <p:cNvSpPr/>
          <p:nvPr/>
        </p:nvSpPr>
        <p:spPr>
          <a:xfrm>
            <a:off x="383984" y="2836844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Arrow: Right 75">
            <a:extLst>
              <a:ext uri="{FF2B5EF4-FFF2-40B4-BE49-F238E27FC236}">
                <a16:creationId xmlns:a16="http://schemas.microsoft.com/office/drawing/2014/main" id="{2780CAB3-E41B-5A2D-151A-FF9B9A95B4DD}"/>
              </a:ext>
            </a:extLst>
          </p:cNvPr>
          <p:cNvSpPr/>
          <p:nvPr/>
        </p:nvSpPr>
        <p:spPr>
          <a:xfrm rot="10800000">
            <a:off x="3475075" y="2850994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Arrow: Right 76">
            <a:extLst>
              <a:ext uri="{FF2B5EF4-FFF2-40B4-BE49-F238E27FC236}">
                <a16:creationId xmlns:a16="http://schemas.microsoft.com/office/drawing/2014/main" id="{422CE158-71C6-A086-D43E-2BA96907F79E}"/>
              </a:ext>
            </a:extLst>
          </p:cNvPr>
          <p:cNvSpPr/>
          <p:nvPr/>
        </p:nvSpPr>
        <p:spPr>
          <a:xfrm>
            <a:off x="4877485" y="2849194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Arrow: Right 77">
            <a:extLst>
              <a:ext uri="{FF2B5EF4-FFF2-40B4-BE49-F238E27FC236}">
                <a16:creationId xmlns:a16="http://schemas.microsoft.com/office/drawing/2014/main" id="{D146EF18-CB6C-03E4-BE39-93351343C400}"/>
              </a:ext>
            </a:extLst>
          </p:cNvPr>
          <p:cNvSpPr/>
          <p:nvPr/>
        </p:nvSpPr>
        <p:spPr>
          <a:xfrm>
            <a:off x="1903803" y="3501156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Arrow: Right 78">
            <a:extLst>
              <a:ext uri="{FF2B5EF4-FFF2-40B4-BE49-F238E27FC236}">
                <a16:creationId xmlns:a16="http://schemas.microsoft.com/office/drawing/2014/main" id="{F8660040-630D-F6C0-AED2-68B39B24231A}"/>
              </a:ext>
            </a:extLst>
          </p:cNvPr>
          <p:cNvSpPr/>
          <p:nvPr/>
        </p:nvSpPr>
        <p:spPr>
          <a:xfrm rot="10800000">
            <a:off x="374572" y="3513031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Arrow: Right 79">
            <a:extLst>
              <a:ext uri="{FF2B5EF4-FFF2-40B4-BE49-F238E27FC236}">
                <a16:creationId xmlns:a16="http://schemas.microsoft.com/office/drawing/2014/main" id="{594CF46D-3472-A7D3-E488-4DE9E2D0AB83}"/>
              </a:ext>
            </a:extLst>
          </p:cNvPr>
          <p:cNvSpPr/>
          <p:nvPr/>
        </p:nvSpPr>
        <p:spPr>
          <a:xfrm>
            <a:off x="3531046" y="3513031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Arrow: Right 80">
            <a:extLst>
              <a:ext uri="{FF2B5EF4-FFF2-40B4-BE49-F238E27FC236}">
                <a16:creationId xmlns:a16="http://schemas.microsoft.com/office/drawing/2014/main" id="{FAFB8A2D-A8F0-4316-8F1C-D8449AB64D0A}"/>
              </a:ext>
            </a:extLst>
          </p:cNvPr>
          <p:cNvSpPr/>
          <p:nvPr/>
        </p:nvSpPr>
        <p:spPr>
          <a:xfrm rot="10800000">
            <a:off x="4804228" y="3501156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9266354-BE78-6E76-A2BF-FCD56B2F40E0}"/>
              </a:ext>
            </a:extLst>
          </p:cNvPr>
          <p:cNvSpPr txBox="1"/>
          <p:nvPr/>
        </p:nvSpPr>
        <p:spPr>
          <a:xfrm>
            <a:off x="38220" y="4214897"/>
            <a:ext cx="248278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Iteratively: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FD0FAFC-4E2B-61A8-F4CC-D71D2A311820}"/>
              </a:ext>
            </a:extLst>
          </p:cNvPr>
          <p:cNvSpPr txBox="1"/>
          <p:nvPr/>
        </p:nvSpPr>
        <p:spPr>
          <a:xfrm>
            <a:off x="786382" y="5619449"/>
            <a:ext cx="71783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Remove all outgoing arrows associated with that box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016F52-1771-72A4-BCEB-15F18B821A28}"/>
              </a:ext>
            </a:extLst>
          </p:cNvPr>
          <p:cNvSpPr txBox="1"/>
          <p:nvPr/>
        </p:nvSpPr>
        <p:spPr>
          <a:xfrm>
            <a:off x="807498" y="4632686"/>
            <a:ext cx="61650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Select a box with all arrows pointing outward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F09D4FA-E61B-4152-D351-9A858922F937}"/>
              </a:ext>
            </a:extLst>
          </p:cNvPr>
          <p:cNvSpPr txBox="1"/>
          <p:nvPr/>
        </p:nvSpPr>
        <p:spPr>
          <a:xfrm>
            <a:off x="308601" y="5111467"/>
            <a:ext cx="727659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Label the box with the next number (start at 0)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7BCF3E2-F1F0-A6B0-B580-1DE570904279}"/>
              </a:ext>
            </a:extLst>
          </p:cNvPr>
          <p:cNvSpPr txBox="1"/>
          <p:nvPr/>
        </p:nvSpPr>
        <p:spPr>
          <a:xfrm>
            <a:off x="8398370" y="5511756"/>
            <a:ext cx="3643210" cy="1200329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Similar to physics, we use gradients to uncover the underlying potential</a:t>
            </a:r>
          </a:p>
        </p:txBody>
      </p:sp>
    </p:spTree>
    <p:extLst>
      <p:ext uri="{BB962C8B-B14F-4D97-AF65-F5344CB8AC3E}">
        <p14:creationId xmlns:p14="http://schemas.microsoft.com/office/powerpoint/2010/main" val="50192537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86E5E3-D9D7-C5AB-831B-0DCAD105D5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8CC68B9A-E2D5-8A4F-5B70-AC9A7F4A9DF0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2D12DE7-BEB7-0DB0-8F64-BA37A5C7E71C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85050F-84DF-C71A-A5F2-1B116624B0CC}"/>
              </a:ext>
            </a:extLst>
          </p:cNvPr>
          <p:cNvSpPr txBox="1"/>
          <p:nvPr/>
        </p:nvSpPr>
        <p:spPr>
          <a:xfrm>
            <a:off x="1356217" y="145915"/>
            <a:ext cx="93302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Fictitious Play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02E316E-A4C5-1C79-58A3-A3FACFCC4ADF}"/>
              </a:ext>
            </a:extLst>
          </p:cNvPr>
          <p:cNvSpPr txBox="1"/>
          <p:nvPr/>
        </p:nvSpPr>
        <p:spPr>
          <a:xfrm>
            <a:off x="1430862" y="732503"/>
            <a:ext cx="933027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Construction of Ordinal Potentials</a:t>
            </a:r>
          </a:p>
        </p:txBody>
      </p:sp>
      <p:graphicFrame>
        <p:nvGraphicFramePr>
          <p:cNvPr id="52" name="Table 51">
            <a:extLst>
              <a:ext uri="{FF2B5EF4-FFF2-40B4-BE49-F238E27FC236}">
                <a16:creationId xmlns:a16="http://schemas.microsoft.com/office/drawing/2014/main" id="{A7668149-CAC5-6049-B1D5-29C7B13551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1172291"/>
              </p:ext>
            </p:extLst>
          </p:nvPr>
        </p:nvGraphicFramePr>
        <p:xfrm>
          <a:off x="1068634" y="2109794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54" name="Arrow: Right 53">
            <a:extLst>
              <a:ext uri="{FF2B5EF4-FFF2-40B4-BE49-F238E27FC236}">
                <a16:creationId xmlns:a16="http://schemas.microsoft.com/office/drawing/2014/main" id="{A6BE2680-0ABF-91FA-D242-3348FFBA4969}"/>
              </a:ext>
            </a:extLst>
          </p:cNvPr>
          <p:cNvSpPr/>
          <p:nvPr/>
        </p:nvSpPr>
        <p:spPr>
          <a:xfrm rot="16200000">
            <a:off x="1652221" y="2633846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Arrow: Right 58">
            <a:extLst>
              <a:ext uri="{FF2B5EF4-FFF2-40B4-BE49-F238E27FC236}">
                <a16:creationId xmlns:a16="http://schemas.microsoft.com/office/drawing/2014/main" id="{3C6B861D-6F70-CCFC-2BC3-8AB85BAEB637}"/>
              </a:ext>
            </a:extLst>
          </p:cNvPr>
          <p:cNvSpPr/>
          <p:nvPr/>
        </p:nvSpPr>
        <p:spPr>
          <a:xfrm rot="5400000">
            <a:off x="1636261" y="2058922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Arrow: Right 59">
            <a:extLst>
              <a:ext uri="{FF2B5EF4-FFF2-40B4-BE49-F238E27FC236}">
                <a16:creationId xmlns:a16="http://schemas.microsoft.com/office/drawing/2014/main" id="{9B7751B4-671E-54EC-18BF-D7901C3BDFC5}"/>
              </a:ext>
            </a:extLst>
          </p:cNvPr>
          <p:cNvSpPr/>
          <p:nvPr/>
        </p:nvSpPr>
        <p:spPr>
          <a:xfrm rot="5400000">
            <a:off x="1652220" y="3885925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Arrow: Right 60">
            <a:extLst>
              <a:ext uri="{FF2B5EF4-FFF2-40B4-BE49-F238E27FC236}">
                <a16:creationId xmlns:a16="http://schemas.microsoft.com/office/drawing/2014/main" id="{81180642-4D3A-9634-C73A-B66F398755BE}"/>
              </a:ext>
            </a:extLst>
          </p:cNvPr>
          <p:cNvSpPr/>
          <p:nvPr/>
        </p:nvSpPr>
        <p:spPr>
          <a:xfrm rot="5400000">
            <a:off x="1652220" y="3267805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Arrow: Right 61">
            <a:extLst>
              <a:ext uri="{FF2B5EF4-FFF2-40B4-BE49-F238E27FC236}">
                <a16:creationId xmlns:a16="http://schemas.microsoft.com/office/drawing/2014/main" id="{61A293C6-527E-4461-C6FF-8F54616A3E2C}"/>
              </a:ext>
            </a:extLst>
          </p:cNvPr>
          <p:cNvSpPr/>
          <p:nvPr/>
        </p:nvSpPr>
        <p:spPr>
          <a:xfrm rot="5400000">
            <a:off x="3148307" y="2058922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Arrow: Right 62">
            <a:extLst>
              <a:ext uri="{FF2B5EF4-FFF2-40B4-BE49-F238E27FC236}">
                <a16:creationId xmlns:a16="http://schemas.microsoft.com/office/drawing/2014/main" id="{D902938C-613A-8C97-C6FF-EFA6FA69FE4C}"/>
              </a:ext>
            </a:extLst>
          </p:cNvPr>
          <p:cNvSpPr/>
          <p:nvPr/>
        </p:nvSpPr>
        <p:spPr>
          <a:xfrm rot="5400000">
            <a:off x="3145307" y="3893732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Arrow: Right 63">
            <a:extLst>
              <a:ext uri="{FF2B5EF4-FFF2-40B4-BE49-F238E27FC236}">
                <a16:creationId xmlns:a16="http://schemas.microsoft.com/office/drawing/2014/main" id="{9EFBC1FA-B2F3-2539-370D-994EE4D4F534}"/>
              </a:ext>
            </a:extLst>
          </p:cNvPr>
          <p:cNvSpPr/>
          <p:nvPr/>
        </p:nvSpPr>
        <p:spPr>
          <a:xfrm rot="16200000">
            <a:off x="3145308" y="3267805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Arrow: Right 65">
            <a:extLst>
              <a:ext uri="{FF2B5EF4-FFF2-40B4-BE49-F238E27FC236}">
                <a16:creationId xmlns:a16="http://schemas.microsoft.com/office/drawing/2014/main" id="{C1F9428C-51CF-A24E-C37A-7BDC461B7CCB}"/>
              </a:ext>
            </a:extLst>
          </p:cNvPr>
          <p:cNvSpPr/>
          <p:nvPr/>
        </p:nvSpPr>
        <p:spPr>
          <a:xfrm rot="5400000">
            <a:off x="4623519" y="3874940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Arrow: Right 67">
            <a:extLst>
              <a:ext uri="{FF2B5EF4-FFF2-40B4-BE49-F238E27FC236}">
                <a16:creationId xmlns:a16="http://schemas.microsoft.com/office/drawing/2014/main" id="{A5292BFB-1B21-42C0-724F-8AC26B2F49D4}"/>
              </a:ext>
            </a:extLst>
          </p:cNvPr>
          <p:cNvSpPr/>
          <p:nvPr/>
        </p:nvSpPr>
        <p:spPr>
          <a:xfrm rot="5400000">
            <a:off x="3143942" y="2641879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Arrow: Right 68">
            <a:extLst>
              <a:ext uri="{FF2B5EF4-FFF2-40B4-BE49-F238E27FC236}">
                <a16:creationId xmlns:a16="http://schemas.microsoft.com/office/drawing/2014/main" id="{2A4C4469-6208-78EB-DEE5-A9BF42AC2D48}"/>
              </a:ext>
            </a:extLst>
          </p:cNvPr>
          <p:cNvSpPr/>
          <p:nvPr/>
        </p:nvSpPr>
        <p:spPr>
          <a:xfrm rot="5400000">
            <a:off x="4632238" y="2071098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Arrow: Right 69">
            <a:extLst>
              <a:ext uri="{FF2B5EF4-FFF2-40B4-BE49-F238E27FC236}">
                <a16:creationId xmlns:a16="http://schemas.microsoft.com/office/drawing/2014/main" id="{A878BD21-6435-EC42-3F3F-4D7744271A12}"/>
              </a:ext>
            </a:extLst>
          </p:cNvPr>
          <p:cNvSpPr/>
          <p:nvPr/>
        </p:nvSpPr>
        <p:spPr>
          <a:xfrm rot="10800000">
            <a:off x="2382283" y="2294262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Arrow: Right 70">
            <a:extLst>
              <a:ext uri="{FF2B5EF4-FFF2-40B4-BE49-F238E27FC236}">
                <a16:creationId xmlns:a16="http://schemas.microsoft.com/office/drawing/2014/main" id="{613D89FC-6095-33A8-51C6-94CA07987723}"/>
              </a:ext>
            </a:extLst>
          </p:cNvPr>
          <p:cNvSpPr/>
          <p:nvPr/>
        </p:nvSpPr>
        <p:spPr>
          <a:xfrm>
            <a:off x="4007541" y="2294262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Arrow: Right 71">
            <a:extLst>
              <a:ext uri="{FF2B5EF4-FFF2-40B4-BE49-F238E27FC236}">
                <a16:creationId xmlns:a16="http://schemas.microsoft.com/office/drawing/2014/main" id="{57138985-9E40-6E07-AF2E-EB304452CCA0}"/>
              </a:ext>
            </a:extLst>
          </p:cNvPr>
          <p:cNvSpPr/>
          <p:nvPr/>
        </p:nvSpPr>
        <p:spPr>
          <a:xfrm>
            <a:off x="5351464" y="2293189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Arrow: Right 72">
            <a:extLst>
              <a:ext uri="{FF2B5EF4-FFF2-40B4-BE49-F238E27FC236}">
                <a16:creationId xmlns:a16="http://schemas.microsoft.com/office/drawing/2014/main" id="{54F275F2-8FA6-F836-80B9-A38EDA1DEB85}"/>
              </a:ext>
            </a:extLst>
          </p:cNvPr>
          <p:cNvSpPr/>
          <p:nvPr/>
        </p:nvSpPr>
        <p:spPr>
          <a:xfrm>
            <a:off x="858441" y="2293189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Arrow: Right 73">
            <a:extLst>
              <a:ext uri="{FF2B5EF4-FFF2-40B4-BE49-F238E27FC236}">
                <a16:creationId xmlns:a16="http://schemas.microsoft.com/office/drawing/2014/main" id="{2AC538B3-C85C-3022-C59D-452B5A607A48}"/>
              </a:ext>
            </a:extLst>
          </p:cNvPr>
          <p:cNvSpPr/>
          <p:nvPr/>
        </p:nvSpPr>
        <p:spPr>
          <a:xfrm>
            <a:off x="2387672" y="2896857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Arrow: Right 77">
            <a:extLst>
              <a:ext uri="{FF2B5EF4-FFF2-40B4-BE49-F238E27FC236}">
                <a16:creationId xmlns:a16="http://schemas.microsoft.com/office/drawing/2014/main" id="{9AB8F392-09BE-C4AA-70F4-1EB881675263}"/>
              </a:ext>
            </a:extLst>
          </p:cNvPr>
          <p:cNvSpPr/>
          <p:nvPr/>
        </p:nvSpPr>
        <p:spPr>
          <a:xfrm>
            <a:off x="2387671" y="3561169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Arrow: Right 78">
            <a:extLst>
              <a:ext uri="{FF2B5EF4-FFF2-40B4-BE49-F238E27FC236}">
                <a16:creationId xmlns:a16="http://schemas.microsoft.com/office/drawing/2014/main" id="{DB2FA56D-586A-BA4C-FE93-996C62BFFAC3}"/>
              </a:ext>
            </a:extLst>
          </p:cNvPr>
          <p:cNvSpPr/>
          <p:nvPr/>
        </p:nvSpPr>
        <p:spPr>
          <a:xfrm rot="10800000">
            <a:off x="858440" y="3573044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Arrow: Right 79">
            <a:extLst>
              <a:ext uri="{FF2B5EF4-FFF2-40B4-BE49-F238E27FC236}">
                <a16:creationId xmlns:a16="http://schemas.microsoft.com/office/drawing/2014/main" id="{B123B2F4-BE35-CE0C-DC2B-9D7FA87C1E82}"/>
              </a:ext>
            </a:extLst>
          </p:cNvPr>
          <p:cNvSpPr/>
          <p:nvPr/>
        </p:nvSpPr>
        <p:spPr>
          <a:xfrm>
            <a:off x="4014914" y="3573044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Arrow: Right 80">
            <a:extLst>
              <a:ext uri="{FF2B5EF4-FFF2-40B4-BE49-F238E27FC236}">
                <a16:creationId xmlns:a16="http://schemas.microsoft.com/office/drawing/2014/main" id="{248340AD-92B6-9FC2-469B-DBCBA4C5CA8D}"/>
              </a:ext>
            </a:extLst>
          </p:cNvPr>
          <p:cNvSpPr/>
          <p:nvPr/>
        </p:nvSpPr>
        <p:spPr>
          <a:xfrm rot="10800000">
            <a:off x="5288096" y="3561169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4A44C75-A73F-9301-CE4C-26D6CF3FFC5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4424375"/>
              </p:ext>
            </p:extLst>
          </p:nvPr>
        </p:nvGraphicFramePr>
        <p:xfrm>
          <a:off x="6597907" y="2097619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13" name="Arrow: Right 12">
            <a:extLst>
              <a:ext uri="{FF2B5EF4-FFF2-40B4-BE49-F238E27FC236}">
                <a16:creationId xmlns:a16="http://schemas.microsoft.com/office/drawing/2014/main" id="{E9A53E7D-DE9A-401F-3C3B-8B98332B3EAC}"/>
              </a:ext>
            </a:extLst>
          </p:cNvPr>
          <p:cNvSpPr/>
          <p:nvPr/>
        </p:nvSpPr>
        <p:spPr>
          <a:xfrm rot="5400000">
            <a:off x="7165534" y="2046747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Arrow: Right 13">
            <a:extLst>
              <a:ext uri="{FF2B5EF4-FFF2-40B4-BE49-F238E27FC236}">
                <a16:creationId xmlns:a16="http://schemas.microsoft.com/office/drawing/2014/main" id="{42EF4005-43D2-5B01-B692-FE33A3809EB2}"/>
              </a:ext>
            </a:extLst>
          </p:cNvPr>
          <p:cNvSpPr/>
          <p:nvPr/>
        </p:nvSpPr>
        <p:spPr>
          <a:xfrm rot="5400000">
            <a:off x="7181493" y="3873750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Arrow: Right 15">
            <a:extLst>
              <a:ext uri="{FF2B5EF4-FFF2-40B4-BE49-F238E27FC236}">
                <a16:creationId xmlns:a16="http://schemas.microsoft.com/office/drawing/2014/main" id="{A081B040-F27C-6E97-4488-B6B322EE9B98}"/>
              </a:ext>
            </a:extLst>
          </p:cNvPr>
          <p:cNvSpPr/>
          <p:nvPr/>
        </p:nvSpPr>
        <p:spPr>
          <a:xfrm rot="5400000">
            <a:off x="8677580" y="2046747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8BE99430-26A2-6B80-AEEA-7C0429B04B56}"/>
              </a:ext>
            </a:extLst>
          </p:cNvPr>
          <p:cNvSpPr/>
          <p:nvPr/>
        </p:nvSpPr>
        <p:spPr>
          <a:xfrm rot="5400000">
            <a:off x="8674580" y="3881557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Arrow: Right 17">
            <a:extLst>
              <a:ext uri="{FF2B5EF4-FFF2-40B4-BE49-F238E27FC236}">
                <a16:creationId xmlns:a16="http://schemas.microsoft.com/office/drawing/2014/main" id="{079884C4-CF78-A0B5-B08E-065DC2E437D5}"/>
              </a:ext>
            </a:extLst>
          </p:cNvPr>
          <p:cNvSpPr/>
          <p:nvPr/>
        </p:nvSpPr>
        <p:spPr>
          <a:xfrm rot="16200000">
            <a:off x="8674581" y="3255630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5DB73BA1-951A-26C0-717C-8D999E453391}"/>
              </a:ext>
            </a:extLst>
          </p:cNvPr>
          <p:cNvSpPr/>
          <p:nvPr/>
        </p:nvSpPr>
        <p:spPr>
          <a:xfrm rot="5400000">
            <a:off x="10152792" y="3862765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4F9610D2-406E-88D8-290F-E3914D2EF270}"/>
              </a:ext>
            </a:extLst>
          </p:cNvPr>
          <p:cNvSpPr/>
          <p:nvPr/>
        </p:nvSpPr>
        <p:spPr>
          <a:xfrm rot="5400000">
            <a:off x="8673215" y="2629704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FE93D665-60E8-D02D-0A9C-714B32D011A4}"/>
              </a:ext>
            </a:extLst>
          </p:cNvPr>
          <p:cNvSpPr/>
          <p:nvPr/>
        </p:nvSpPr>
        <p:spPr>
          <a:xfrm rot="5400000">
            <a:off x="10161511" y="2058923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Arrow: Right 23">
            <a:extLst>
              <a:ext uri="{FF2B5EF4-FFF2-40B4-BE49-F238E27FC236}">
                <a16:creationId xmlns:a16="http://schemas.microsoft.com/office/drawing/2014/main" id="{E7F43356-8F56-1B8F-0F86-51E7701B1C6D}"/>
              </a:ext>
            </a:extLst>
          </p:cNvPr>
          <p:cNvSpPr/>
          <p:nvPr/>
        </p:nvSpPr>
        <p:spPr>
          <a:xfrm rot="10800000">
            <a:off x="7911556" y="2282087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Arrow: Right 24">
            <a:extLst>
              <a:ext uri="{FF2B5EF4-FFF2-40B4-BE49-F238E27FC236}">
                <a16:creationId xmlns:a16="http://schemas.microsoft.com/office/drawing/2014/main" id="{618F5C5E-2C9D-86DC-BBAB-D7446DCEB355}"/>
              </a:ext>
            </a:extLst>
          </p:cNvPr>
          <p:cNvSpPr/>
          <p:nvPr/>
        </p:nvSpPr>
        <p:spPr>
          <a:xfrm>
            <a:off x="9536814" y="2282087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04574EE2-F318-B768-6855-EFD647A2E762}"/>
              </a:ext>
            </a:extLst>
          </p:cNvPr>
          <p:cNvSpPr/>
          <p:nvPr/>
        </p:nvSpPr>
        <p:spPr>
          <a:xfrm>
            <a:off x="10880737" y="2281014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79F1708C-1043-9C06-D015-1325E6DB74B8}"/>
              </a:ext>
            </a:extLst>
          </p:cNvPr>
          <p:cNvSpPr/>
          <p:nvPr/>
        </p:nvSpPr>
        <p:spPr>
          <a:xfrm>
            <a:off x="6387714" y="2281014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Arrow: Right 31">
            <a:extLst>
              <a:ext uri="{FF2B5EF4-FFF2-40B4-BE49-F238E27FC236}">
                <a16:creationId xmlns:a16="http://schemas.microsoft.com/office/drawing/2014/main" id="{99AAC266-85C0-5E7C-00C1-9EE3ED3E0B38}"/>
              </a:ext>
            </a:extLst>
          </p:cNvPr>
          <p:cNvSpPr/>
          <p:nvPr/>
        </p:nvSpPr>
        <p:spPr>
          <a:xfrm>
            <a:off x="7916944" y="3548994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Arrow: Right 32">
            <a:extLst>
              <a:ext uri="{FF2B5EF4-FFF2-40B4-BE49-F238E27FC236}">
                <a16:creationId xmlns:a16="http://schemas.microsoft.com/office/drawing/2014/main" id="{CFE94534-E634-D294-B96A-38ADD4908C19}"/>
              </a:ext>
            </a:extLst>
          </p:cNvPr>
          <p:cNvSpPr/>
          <p:nvPr/>
        </p:nvSpPr>
        <p:spPr>
          <a:xfrm rot="10800000">
            <a:off x="6387713" y="3560869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Arrow: Right 33">
            <a:extLst>
              <a:ext uri="{FF2B5EF4-FFF2-40B4-BE49-F238E27FC236}">
                <a16:creationId xmlns:a16="http://schemas.microsoft.com/office/drawing/2014/main" id="{9DEB23E5-81E5-0032-BF55-82A9C6AA018F}"/>
              </a:ext>
            </a:extLst>
          </p:cNvPr>
          <p:cNvSpPr/>
          <p:nvPr/>
        </p:nvSpPr>
        <p:spPr>
          <a:xfrm>
            <a:off x="9544187" y="3560869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Arrow: Right 34">
            <a:extLst>
              <a:ext uri="{FF2B5EF4-FFF2-40B4-BE49-F238E27FC236}">
                <a16:creationId xmlns:a16="http://schemas.microsoft.com/office/drawing/2014/main" id="{88675136-3BFB-0DD9-EBE4-641D8930AA7D}"/>
              </a:ext>
            </a:extLst>
          </p:cNvPr>
          <p:cNvSpPr/>
          <p:nvPr/>
        </p:nvSpPr>
        <p:spPr>
          <a:xfrm rot="10800000">
            <a:off x="10817369" y="3548994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36" name="Table 35">
            <a:extLst>
              <a:ext uri="{FF2B5EF4-FFF2-40B4-BE49-F238E27FC236}">
                <a16:creationId xmlns:a16="http://schemas.microsoft.com/office/drawing/2014/main" id="{2269C1F4-11FF-14FA-DD4B-D0A9D266A6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0160232"/>
              </p:ext>
            </p:extLst>
          </p:nvPr>
        </p:nvGraphicFramePr>
        <p:xfrm>
          <a:off x="1099114" y="4615950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41" name="Arrow: Right 40">
            <a:extLst>
              <a:ext uri="{FF2B5EF4-FFF2-40B4-BE49-F238E27FC236}">
                <a16:creationId xmlns:a16="http://schemas.microsoft.com/office/drawing/2014/main" id="{F855B4ED-1148-8776-ED3C-A03F96FF98A6}"/>
              </a:ext>
            </a:extLst>
          </p:cNvPr>
          <p:cNvSpPr/>
          <p:nvPr/>
        </p:nvSpPr>
        <p:spPr>
          <a:xfrm rot="5400000">
            <a:off x="3178787" y="4565078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Arrow: Right 41">
            <a:extLst>
              <a:ext uri="{FF2B5EF4-FFF2-40B4-BE49-F238E27FC236}">
                <a16:creationId xmlns:a16="http://schemas.microsoft.com/office/drawing/2014/main" id="{BB955AB0-C72B-B8DE-4FEC-5B27AE3293C0}"/>
              </a:ext>
            </a:extLst>
          </p:cNvPr>
          <p:cNvSpPr/>
          <p:nvPr/>
        </p:nvSpPr>
        <p:spPr>
          <a:xfrm rot="5400000">
            <a:off x="3175787" y="6399888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Arrow: Right 42">
            <a:extLst>
              <a:ext uri="{FF2B5EF4-FFF2-40B4-BE49-F238E27FC236}">
                <a16:creationId xmlns:a16="http://schemas.microsoft.com/office/drawing/2014/main" id="{0D8C2A6C-52EC-1E54-4634-03E186D9FEAD}"/>
              </a:ext>
            </a:extLst>
          </p:cNvPr>
          <p:cNvSpPr/>
          <p:nvPr/>
        </p:nvSpPr>
        <p:spPr>
          <a:xfrm rot="16200000">
            <a:off x="3175788" y="5773961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Arrow: Right 44">
            <a:extLst>
              <a:ext uri="{FF2B5EF4-FFF2-40B4-BE49-F238E27FC236}">
                <a16:creationId xmlns:a16="http://schemas.microsoft.com/office/drawing/2014/main" id="{C0E4F9F2-D33A-DC3A-63CD-B048D997473B}"/>
              </a:ext>
            </a:extLst>
          </p:cNvPr>
          <p:cNvSpPr/>
          <p:nvPr/>
        </p:nvSpPr>
        <p:spPr>
          <a:xfrm rot="5400000">
            <a:off x="4653999" y="6381096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Arrow: Right 46">
            <a:extLst>
              <a:ext uri="{FF2B5EF4-FFF2-40B4-BE49-F238E27FC236}">
                <a16:creationId xmlns:a16="http://schemas.microsoft.com/office/drawing/2014/main" id="{9490852F-70EA-C9B2-6BE7-F6B207BBA16D}"/>
              </a:ext>
            </a:extLst>
          </p:cNvPr>
          <p:cNvSpPr/>
          <p:nvPr/>
        </p:nvSpPr>
        <p:spPr>
          <a:xfrm rot="5400000">
            <a:off x="3174422" y="5148035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Arrow: Right 47">
            <a:extLst>
              <a:ext uri="{FF2B5EF4-FFF2-40B4-BE49-F238E27FC236}">
                <a16:creationId xmlns:a16="http://schemas.microsoft.com/office/drawing/2014/main" id="{86C206A3-FCC6-4802-0DB0-72CE54B17F2D}"/>
              </a:ext>
            </a:extLst>
          </p:cNvPr>
          <p:cNvSpPr/>
          <p:nvPr/>
        </p:nvSpPr>
        <p:spPr>
          <a:xfrm rot="5400000">
            <a:off x="4662718" y="4577254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Arrow: Right 48">
            <a:extLst>
              <a:ext uri="{FF2B5EF4-FFF2-40B4-BE49-F238E27FC236}">
                <a16:creationId xmlns:a16="http://schemas.microsoft.com/office/drawing/2014/main" id="{7291FC67-A613-0765-0D47-AC68D82C2BDE}"/>
              </a:ext>
            </a:extLst>
          </p:cNvPr>
          <p:cNvSpPr/>
          <p:nvPr/>
        </p:nvSpPr>
        <p:spPr>
          <a:xfrm rot="10800000">
            <a:off x="2412763" y="4800418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Arrow: Right 49">
            <a:extLst>
              <a:ext uri="{FF2B5EF4-FFF2-40B4-BE49-F238E27FC236}">
                <a16:creationId xmlns:a16="http://schemas.microsoft.com/office/drawing/2014/main" id="{0B7E0871-D762-80B1-A639-4FEF943E7D20}"/>
              </a:ext>
            </a:extLst>
          </p:cNvPr>
          <p:cNvSpPr/>
          <p:nvPr/>
        </p:nvSpPr>
        <p:spPr>
          <a:xfrm>
            <a:off x="4038021" y="4800418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Arrow: Right 50">
            <a:extLst>
              <a:ext uri="{FF2B5EF4-FFF2-40B4-BE49-F238E27FC236}">
                <a16:creationId xmlns:a16="http://schemas.microsoft.com/office/drawing/2014/main" id="{557A8A72-7C73-0B87-AEBE-7C1879360D72}"/>
              </a:ext>
            </a:extLst>
          </p:cNvPr>
          <p:cNvSpPr/>
          <p:nvPr/>
        </p:nvSpPr>
        <p:spPr>
          <a:xfrm>
            <a:off x="5381944" y="4799345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Arrow: Right 81">
            <a:extLst>
              <a:ext uri="{FF2B5EF4-FFF2-40B4-BE49-F238E27FC236}">
                <a16:creationId xmlns:a16="http://schemas.microsoft.com/office/drawing/2014/main" id="{CF99BB71-FC25-38C7-1868-37880C08554A}"/>
              </a:ext>
            </a:extLst>
          </p:cNvPr>
          <p:cNvSpPr/>
          <p:nvPr/>
        </p:nvSpPr>
        <p:spPr>
          <a:xfrm>
            <a:off x="888921" y="4799345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Arrow: Right 88">
            <a:extLst>
              <a:ext uri="{FF2B5EF4-FFF2-40B4-BE49-F238E27FC236}">
                <a16:creationId xmlns:a16="http://schemas.microsoft.com/office/drawing/2014/main" id="{37760C07-4CD9-BD3E-8BC9-F7B8BDBB894B}"/>
              </a:ext>
            </a:extLst>
          </p:cNvPr>
          <p:cNvSpPr/>
          <p:nvPr/>
        </p:nvSpPr>
        <p:spPr>
          <a:xfrm>
            <a:off x="4045394" y="6079200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91" name="Table 90">
            <a:extLst>
              <a:ext uri="{FF2B5EF4-FFF2-40B4-BE49-F238E27FC236}">
                <a16:creationId xmlns:a16="http://schemas.microsoft.com/office/drawing/2014/main" id="{C6A4BD45-D8A5-5DF3-846C-E266E2BEE3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7942372"/>
              </p:ext>
            </p:extLst>
          </p:nvPr>
        </p:nvGraphicFramePr>
        <p:xfrm>
          <a:off x="6628387" y="4603775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100" name="Arrow: Right 99">
            <a:extLst>
              <a:ext uri="{FF2B5EF4-FFF2-40B4-BE49-F238E27FC236}">
                <a16:creationId xmlns:a16="http://schemas.microsoft.com/office/drawing/2014/main" id="{A299FD85-ED1A-A58A-989C-5B45D88ED4D0}"/>
              </a:ext>
            </a:extLst>
          </p:cNvPr>
          <p:cNvSpPr/>
          <p:nvPr/>
        </p:nvSpPr>
        <p:spPr>
          <a:xfrm rot="5400000">
            <a:off x="10183272" y="6368921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Arrow: Right 101">
            <a:extLst>
              <a:ext uri="{FF2B5EF4-FFF2-40B4-BE49-F238E27FC236}">
                <a16:creationId xmlns:a16="http://schemas.microsoft.com/office/drawing/2014/main" id="{2942F646-C3A4-787A-22A8-C8C3C75D7E7B}"/>
              </a:ext>
            </a:extLst>
          </p:cNvPr>
          <p:cNvSpPr/>
          <p:nvPr/>
        </p:nvSpPr>
        <p:spPr>
          <a:xfrm rot="5400000">
            <a:off x="8703695" y="5135860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Arrow: Right 102">
            <a:extLst>
              <a:ext uri="{FF2B5EF4-FFF2-40B4-BE49-F238E27FC236}">
                <a16:creationId xmlns:a16="http://schemas.microsoft.com/office/drawing/2014/main" id="{CA95E7F8-A56E-44B2-39BF-8F302D8B6B5D}"/>
              </a:ext>
            </a:extLst>
          </p:cNvPr>
          <p:cNvSpPr/>
          <p:nvPr/>
        </p:nvSpPr>
        <p:spPr>
          <a:xfrm rot="5400000">
            <a:off x="10191991" y="4565079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Arrow: Right 103">
            <a:extLst>
              <a:ext uri="{FF2B5EF4-FFF2-40B4-BE49-F238E27FC236}">
                <a16:creationId xmlns:a16="http://schemas.microsoft.com/office/drawing/2014/main" id="{00CC5286-4EC4-EDFA-9544-921F4236C9E8}"/>
              </a:ext>
            </a:extLst>
          </p:cNvPr>
          <p:cNvSpPr/>
          <p:nvPr/>
        </p:nvSpPr>
        <p:spPr>
          <a:xfrm rot="10800000">
            <a:off x="7942036" y="4788243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Arrow: Right 104">
            <a:extLst>
              <a:ext uri="{FF2B5EF4-FFF2-40B4-BE49-F238E27FC236}">
                <a16:creationId xmlns:a16="http://schemas.microsoft.com/office/drawing/2014/main" id="{359D0351-3ACC-7193-F1F8-01C33A78FA5F}"/>
              </a:ext>
            </a:extLst>
          </p:cNvPr>
          <p:cNvSpPr/>
          <p:nvPr/>
        </p:nvSpPr>
        <p:spPr>
          <a:xfrm>
            <a:off x="9567294" y="4788243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Arrow: Right 105">
            <a:extLst>
              <a:ext uri="{FF2B5EF4-FFF2-40B4-BE49-F238E27FC236}">
                <a16:creationId xmlns:a16="http://schemas.microsoft.com/office/drawing/2014/main" id="{5A32565B-C8E9-75ED-764E-958CC6DC8D57}"/>
              </a:ext>
            </a:extLst>
          </p:cNvPr>
          <p:cNvSpPr/>
          <p:nvPr/>
        </p:nvSpPr>
        <p:spPr>
          <a:xfrm>
            <a:off x="10911217" y="4787170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Arrow: Right 106">
            <a:extLst>
              <a:ext uri="{FF2B5EF4-FFF2-40B4-BE49-F238E27FC236}">
                <a16:creationId xmlns:a16="http://schemas.microsoft.com/office/drawing/2014/main" id="{87E8268E-08D7-7B03-AE0B-26BAD7006CDD}"/>
              </a:ext>
            </a:extLst>
          </p:cNvPr>
          <p:cNvSpPr/>
          <p:nvPr/>
        </p:nvSpPr>
        <p:spPr>
          <a:xfrm>
            <a:off x="6418194" y="4787170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863296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D26DF3-DFCE-0A36-62CE-D831B66B5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2FB51D3D-8727-F8BE-35A9-F969558F14A1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F85EA13-0B9E-AE8C-B770-FDECA5089385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CF3F74C-9CC1-9132-B742-F10DEF235F2B}"/>
              </a:ext>
            </a:extLst>
          </p:cNvPr>
          <p:cNvSpPr txBox="1"/>
          <p:nvPr/>
        </p:nvSpPr>
        <p:spPr>
          <a:xfrm>
            <a:off x="1356217" y="145915"/>
            <a:ext cx="93302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Fictitious Play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02705D5-5E77-57FB-72A0-7AF8B98C4C95}"/>
              </a:ext>
            </a:extLst>
          </p:cNvPr>
          <p:cNvSpPr txBox="1"/>
          <p:nvPr/>
        </p:nvSpPr>
        <p:spPr>
          <a:xfrm>
            <a:off x="1430862" y="732503"/>
            <a:ext cx="933027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Construction of Ordinal Potentials</a:t>
            </a:r>
          </a:p>
        </p:txBody>
      </p:sp>
      <p:graphicFrame>
        <p:nvGraphicFramePr>
          <p:cNvPr id="52" name="Table 51">
            <a:extLst>
              <a:ext uri="{FF2B5EF4-FFF2-40B4-BE49-F238E27FC236}">
                <a16:creationId xmlns:a16="http://schemas.microsoft.com/office/drawing/2014/main" id="{7993DEBA-414F-A1F4-04AA-3E2BDC9847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9116833"/>
              </p:ext>
            </p:extLst>
          </p:nvPr>
        </p:nvGraphicFramePr>
        <p:xfrm>
          <a:off x="1068634" y="2109794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68" name="Arrow: Right 67">
            <a:extLst>
              <a:ext uri="{FF2B5EF4-FFF2-40B4-BE49-F238E27FC236}">
                <a16:creationId xmlns:a16="http://schemas.microsoft.com/office/drawing/2014/main" id="{4B49F8B6-3C93-8A03-646A-20A6923A1BD4}"/>
              </a:ext>
            </a:extLst>
          </p:cNvPr>
          <p:cNvSpPr/>
          <p:nvPr/>
        </p:nvSpPr>
        <p:spPr>
          <a:xfrm rot="5400000">
            <a:off x="3143942" y="2641879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Arrow: Right 69">
            <a:extLst>
              <a:ext uri="{FF2B5EF4-FFF2-40B4-BE49-F238E27FC236}">
                <a16:creationId xmlns:a16="http://schemas.microsoft.com/office/drawing/2014/main" id="{91E4408B-F8F2-5A9E-A804-4DC83F379D02}"/>
              </a:ext>
            </a:extLst>
          </p:cNvPr>
          <p:cNvSpPr/>
          <p:nvPr/>
        </p:nvSpPr>
        <p:spPr>
          <a:xfrm rot="10800000">
            <a:off x="2382283" y="2294262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Arrow: Right 70">
            <a:extLst>
              <a:ext uri="{FF2B5EF4-FFF2-40B4-BE49-F238E27FC236}">
                <a16:creationId xmlns:a16="http://schemas.microsoft.com/office/drawing/2014/main" id="{7DD7D9D1-7D7F-8616-1623-73DFB8EFC1A5}"/>
              </a:ext>
            </a:extLst>
          </p:cNvPr>
          <p:cNvSpPr/>
          <p:nvPr/>
        </p:nvSpPr>
        <p:spPr>
          <a:xfrm>
            <a:off x="4007541" y="2294262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Arrow: Right 71">
            <a:extLst>
              <a:ext uri="{FF2B5EF4-FFF2-40B4-BE49-F238E27FC236}">
                <a16:creationId xmlns:a16="http://schemas.microsoft.com/office/drawing/2014/main" id="{CCEE7BDB-4B21-A368-9B00-F06321614359}"/>
              </a:ext>
            </a:extLst>
          </p:cNvPr>
          <p:cNvSpPr/>
          <p:nvPr/>
        </p:nvSpPr>
        <p:spPr>
          <a:xfrm>
            <a:off x="5351464" y="2293189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Arrow: Right 72">
            <a:extLst>
              <a:ext uri="{FF2B5EF4-FFF2-40B4-BE49-F238E27FC236}">
                <a16:creationId xmlns:a16="http://schemas.microsoft.com/office/drawing/2014/main" id="{DEE5DC50-DB4C-253D-252F-B4ACFD05A580}"/>
              </a:ext>
            </a:extLst>
          </p:cNvPr>
          <p:cNvSpPr/>
          <p:nvPr/>
        </p:nvSpPr>
        <p:spPr>
          <a:xfrm>
            <a:off x="858441" y="2293189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B2DC2C7-723D-9E64-B817-6F14917ACC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4326759"/>
              </p:ext>
            </p:extLst>
          </p:nvPr>
        </p:nvGraphicFramePr>
        <p:xfrm>
          <a:off x="6597907" y="2097619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26" name="Arrow: Right 25">
            <a:extLst>
              <a:ext uri="{FF2B5EF4-FFF2-40B4-BE49-F238E27FC236}">
                <a16:creationId xmlns:a16="http://schemas.microsoft.com/office/drawing/2014/main" id="{83AF7841-9AEB-A456-DB1F-636B5510426A}"/>
              </a:ext>
            </a:extLst>
          </p:cNvPr>
          <p:cNvSpPr/>
          <p:nvPr/>
        </p:nvSpPr>
        <p:spPr>
          <a:xfrm>
            <a:off x="10880737" y="2281014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A6FFE8F7-CE0C-5187-7E1A-96AFB5379F59}"/>
              </a:ext>
            </a:extLst>
          </p:cNvPr>
          <p:cNvSpPr/>
          <p:nvPr/>
        </p:nvSpPr>
        <p:spPr>
          <a:xfrm>
            <a:off x="6387714" y="2281014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36" name="Table 35">
            <a:extLst>
              <a:ext uri="{FF2B5EF4-FFF2-40B4-BE49-F238E27FC236}">
                <a16:creationId xmlns:a16="http://schemas.microsoft.com/office/drawing/2014/main" id="{2DC282A5-5636-3CEC-8C7D-2C9F5F9F61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8101474"/>
              </p:ext>
            </p:extLst>
          </p:nvPr>
        </p:nvGraphicFramePr>
        <p:xfrm>
          <a:off x="1099114" y="4615950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graphicFrame>
        <p:nvGraphicFramePr>
          <p:cNvPr id="91" name="Table 90">
            <a:extLst>
              <a:ext uri="{FF2B5EF4-FFF2-40B4-BE49-F238E27FC236}">
                <a16:creationId xmlns:a16="http://schemas.microsoft.com/office/drawing/2014/main" id="{9B56DBB0-9250-3D22-CAB9-FFF60F889E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2191860"/>
              </p:ext>
            </p:extLst>
          </p:nvPr>
        </p:nvGraphicFramePr>
        <p:xfrm>
          <a:off x="6628387" y="4603775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7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3807890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74E6C3-B27D-4023-2E73-4F80C87A83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832CEA0B-ECBA-6E9B-A836-2021621857CF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9DAE611-6CDD-CBFE-3A0E-DB510316BEEE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07B14CF-627F-45A1-22DF-98F94C6D38F5}"/>
              </a:ext>
            </a:extLst>
          </p:cNvPr>
          <p:cNvSpPr txBox="1"/>
          <p:nvPr/>
        </p:nvSpPr>
        <p:spPr>
          <a:xfrm>
            <a:off x="1356217" y="145915"/>
            <a:ext cx="93302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Fictitious Play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FA54D0B-4487-92F6-0BEC-279C1F670005}"/>
              </a:ext>
            </a:extLst>
          </p:cNvPr>
          <p:cNvSpPr txBox="1"/>
          <p:nvPr/>
        </p:nvSpPr>
        <p:spPr>
          <a:xfrm>
            <a:off x="1430862" y="752861"/>
            <a:ext cx="933027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A Game without an Ordinal Potential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E50AB1F-0CE8-B0AB-2D54-C1527EEEA6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8874782"/>
              </p:ext>
            </p:extLst>
          </p:nvPr>
        </p:nvGraphicFramePr>
        <p:xfrm>
          <a:off x="1027124" y="2562473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BCD72B91-BAF1-0EFD-A5C3-6CC4B70773B6}"/>
              </a:ext>
            </a:extLst>
          </p:cNvPr>
          <p:cNvSpPr txBox="1"/>
          <p:nvPr/>
        </p:nvSpPr>
        <p:spPr>
          <a:xfrm>
            <a:off x="8377670" y="1617713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A60EE8D-4BEA-6A20-DF08-540F4D4CDB99}"/>
              </a:ext>
            </a:extLst>
          </p:cNvPr>
          <p:cNvSpPr txBox="1"/>
          <p:nvPr/>
        </p:nvSpPr>
        <p:spPr>
          <a:xfrm rot="16200000">
            <a:off x="-631845" y="3083109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F69A1E3-377F-1E5F-2654-24BC533776C3}"/>
              </a:ext>
            </a:extLst>
          </p:cNvPr>
          <p:cNvSpPr txBox="1"/>
          <p:nvPr/>
        </p:nvSpPr>
        <p:spPr>
          <a:xfrm>
            <a:off x="562672" y="2590405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5CB8D9C-E06D-7107-99F4-DE1A371E67A8}"/>
              </a:ext>
            </a:extLst>
          </p:cNvPr>
          <p:cNvSpPr txBox="1"/>
          <p:nvPr/>
        </p:nvSpPr>
        <p:spPr>
          <a:xfrm>
            <a:off x="562672" y="3185119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3C83B1D-ED46-90E0-4DED-5FB79C849A40}"/>
              </a:ext>
            </a:extLst>
          </p:cNvPr>
          <p:cNvSpPr txBox="1"/>
          <p:nvPr/>
        </p:nvSpPr>
        <p:spPr>
          <a:xfrm>
            <a:off x="562672" y="3847103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F9692EC-5174-0649-9AE0-DA6248E45BB6}"/>
              </a:ext>
            </a:extLst>
          </p:cNvPr>
          <p:cNvSpPr txBox="1"/>
          <p:nvPr/>
        </p:nvSpPr>
        <p:spPr>
          <a:xfrm>
            <a:off x="1567694" y="2011323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4747568-2902-6AFC-B043-B33000D0DC60}"/>
              </a:ext>
            </a:extLst>
          </p:cNvPr>
          <p:cNvSpPr txBox="1"/>
          <p:nvPr/>
        </p:nvSpPr>
        <p:spPr>
          <a:xfrm>
            <a:off x="3176255" y="2005630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9E66354-85E0-4AC8-9BB3-8320C31082BC}"/>
              </a:ext>
            </a:extLst>
          </p:cNvPr>
          <p:cNvSpPr txBox="1"/>
          <p:nvPr/>
        </p:nvSpPr>
        <p:spPr>
          <a:xfrm>
            <a:off x="4572895" y="2005630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p:graphicFrame>
        <p:nvGraphicFramePr>
          <p:cNvPr id="32" name="Table 31">
            <a:extLst>
              <a:ext uri="{FF2B5EF4-FFF2-40B4-BE49-F238E27FC236}">
                <a16:creationId xmlns:a16="http://schemas.microsoft.com/office/drawing/2014/main" id="{0089C003-390A-4BD0-1428-A11371A43F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8938024"/>
              </p:ext>
            </p:extLst>
          </p:nvPr>
        </p:nvGraphicFramePr>
        <p:xfrm>
          <a:off x="6898440" y="2562473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33" name="TextBox 32">
            <a:extLst>
              <a:ext uri="{FF2B5EF4-FFF2-40B4-BE49-F238E27FC236}">
                <a16:creationId xmlns:a16="http://schemas.microsoft.com/office/drawing/2014/main" id="{D658B477-2473-781C-8CCE-D94893FF0D99}"/>
              </a:ext>
            </a:extLst>
          </p:cNvPr>
          <p:cNvSpPr txBox="1"/>
          <p:nvPr/>
        </p:nvSpPr>
        <p:spPr>
          <a:xfrm>
            <a:off x="6403560" y="2590405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CDA2420-C972-2588-4C30-C6ABA66CEB26}"/>
              </a:ext>
            </a:extLst>
          </p:cNvPr>
          <p:cNvSpPr txBox="1"/>
          <p:nvPr/>
        </p:nvSpPr>
        <p:spPr>
          <a:xfrm>
            <a:off x="6403560" y="3185119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01C4B62-970F-C727-6A87-25B02FEEEE31}"/>
              </a:ext>
            </a:extLst>
          </p:cNvPr>
          <p:cNvSpPr txBox="1"/>
          <p:nvPr/>
        </p:nvSpPr>
        <p:spPr>
          <a:xfrm>
            <a:off x="6403560" y="3847103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3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28E5AB5-28D8-96ED-763C-F3D78449B437}"/>
              </a:ext>
            </a:extLst>
          </p:cNvPr>
          <p:cNvSpPr txBox="1"/>
          <p:nvPr/>
        </p:nvSpPr>
        <p:spPr>
          <a:xfrm>
            <a:off x="7461116" y="2022858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AE06103-6E37-1E13-7940-8011EED2C1E8}"/>
              </a:ext>
            </a:extLst>
          </p:cNvPr>
          <p:cNvSpPr txBox="1"/>
          <p:nvPr/>
        </p:nvSpPr>
        <p:spPr>
          <a:xfrm>
            <a:off x="9069677" y="2017165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0071E83-C812-6B73-18A2-49E92916ACE3}"/>
              </a:ext>
            </a:extLst>
          </p:cNvPr>
          <p:cNvSpPr txBox="1"/>
          <p:nvPr/>
        </p:nvSpPr>
        <p:spPr>
          <a:xfrm>
            <a:off x="10466317" y="2017165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D921FCB-4A64-8700-268E-3DC03CCEDF45}"/>
              </a:ext>
            </a:extLst>
          </p:cNvPr>
          <p:cNvSpPr txBox="1"/>
          <p:nvPr/>
        </p:nvSpPr>
        <p:spPr>
          <a:xfrm>
            <a:off x="2484248" y="1626941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8E209C8-2628-B812-F457-067E4EE7808A}"/>
              </a:ext>
            </a:extLst>
          </p:cNvPr>
          <p:cNvSpPr txBox="1"/>
          <p:nvPr/>
        </p:nvSpPr>
        <p:spPr>
          <a:xfrm rot="16200000">
            <a:off x="5237345" y="3075347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C4602D0-6FB5-B1FD-37FC-960FE386D18E}"/>
              </a:ext>
            </a:extLst>
          </p:cNvPr>
          <p:cNvSpPr txBox="1"/>
          <p:nvPr/>
        </p:nvSpPr>
        <p:spPr>
          <a:xfrm>
            <a:off x="551111" y="4388876"/>
            <a:ext cx="54951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21C0B"/>
                </a:solidFill>
              </a:rPr>
              <a:t>Player 1 Payoff Matrix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ABE026E-AA6F-0989-A361-82102AD5441D}"/>
              </a:ext>
            </a:extLst>
          </p:cNvPr>
          <p:cNvSpPr txBox="1"/>
          <p:nvPr/>
        </p:nvSpPr>
        <p:spPr>
          <a:xfrm>
            <a:off x="6696043" y="4388876"/>
            <a:ext cx="494484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070C0"/>
                </a:solidFill>
              </a:rPr>
              <a:t>Player 2 Payoff Matrix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80031AC-24D7-46C6-45FB-E6012F459C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8310311"/>
              </p:ext>
            </p:extLst>
          </p:nvPr>
        </p:nvGraphicFramePr>
        <p:xfrm>
          <a:off x="1027123" y="4883888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EE36B3C-83AE-6263-8350-8B62EBF28E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9131596"/>
              </p:ext>
            </p:extLst>
          </p:nvPr>
        </p:nvGraphicFramePr>
        <p:xfrm>
          <a:off x="6898440" y="4880551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B5F511F1-1D5F-9498-7C0A-C1890C4F0247}"/>
              </a:ext>
            </a:extLst>
          </p:cNvPr>
          <p:cNvSpPr/>
          <p:nvPr/>
        </p:nvSpPr>
        <p:spPr>
          <a:xfrm>
            <a:off x="2607833" y="5506814"/>
            <a:ext cx="1548531" cy="628145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394624E-2D15-1C6C-5637-3F1117CCEDD1}"/>
              </a:ext>
            </a:extLst>
          </p:cNvPr>
          <p:cNvSpPr/>
          <p:nvPr/>
        </p:nvSpPr>
        <p:spPr>
          <a:xfrm>
            <a:off x="1027123" y="4872620"/>
            <a:ext cx="1580710" cy="658458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D52D7CE-7828-8624-61CB-AFC45B11D926}"/>
              </a:ext>
            </a:extLst>
          </p:cNvPr>
          <p:cNvSpPr/>
          <p:nvPr/>
        </p:nvSpPr>
        <p:spPr>
          <a:xfrm>
            <a:off x="4149563" y="6134959"/>
            <a:ext cx="1383137" cy="628145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1CBAD8E-1274-45EB-D5CB-809D0DEDB620}"/>
              </a:ext>
            </a:extLst>
          </p:cNvPr>
          <p:cNvSpPr/>
          <p:nvPr/>
        </p:nvSpPr>
        <p:spPr>
          <a:xfrm>
            <a:off x="4164793" y="5512381"/>
            <a:ext cx="1367907" cy="628145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F597645-AD27-D0D5-1AF1-F40B48565A88}"/>
              </a:ext>
            </a:extLst>
          </p:cNvPr>
          <p:cNvSpPr/>
          <p:nvPr/>
        </p:nvSpPr>
        <p:spPr>
          <a:xfrm>
            <a:off x="4206529" y="4880551"/>
            <a:ext cx="1356183" cy="628145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FEC9126-0133-2545-49A9-154A966A7FCC}"/>
              </a:ext>
            </a:extLst>
          </p:cNvPr>
          <p:cNvSpPr/>
          <p:nvPr/>
        </p:nvSpPr>
        <p:spPr>
          <a:xfrm>
            <a:off x="2589847" y="6136555"/>
            <a:ext cx="1541730" cy="628145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33C16E3-58FB-B490-499B-9E348101E7EF}"/>
              </a:ext>
            </a:extLst>
          </p:cNvPr>
          <p:cNvSpPr/>
          <p:nvPr/>
        </p:nvSpPr>
        <p:spPr>
          <a:xfrm>
            <a:off x="10054088" y="5522587"/>
            <a:ext cx="1339333" cy="628145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C28D614-4736-4A0A-A14B-979503A81A43}"/>
              </a:ext>
            </a:extLst>
          </p:cNvPr>
          <p:cNvSpPr/>
          <p:nvPr/>
        </p:nvSpPr>
        <p:spPr>
          <a:xfrm>
            <a:off x="10014589" y="4903269"/>
            <a:ext cx="1367907" cy="628145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CEDE02C-8F1D-D056-CC04-CB510ACB8464}"/>
              </a:ext>
            </a:extLst>
          </p:cNvPr>
          <p:cNvSpPr/>
          <p:nvPr/>
        </p:nvSpPr>
        <p:spPr>
          <a:xfrm>
            <a:off x="2605666" y="4890801"/>
            <a:ext cx="1580710" cy="628145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CE75C9D-085E-1CD1-5A82-A61968F56EC9}"/>
              </a:ext>
            </a:extLst>
          </p:cNvPr>
          <p:cNvSpPr/>
          <p:nvPr/>
        </p:nvSpPr>
        <p:spPr>
          <a:xfrm>
            <a:off x="1024956" y="5532168"/>
            <a:ext cx="1580710" cy="592255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DEFE011-1EC4-F4D2-663F-4106698AF5C0}"/>
              </a:ext>
            </a:extLst>
          </p:cNvPr>
          <p:cNvSpPr/>
          <p:nvPr/>
        </p:nvSpPr>
        <p:spPr>
          <a:xfrm>
            <a:off x="1033949" y="6146228"/>
            <a:ext cx="1580710" cy="616612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C0185E5-5201-31BA-D6C4-23437F76C1A8}"/>
              </a:ext>
            </a:extLst>
          </p:cNvPr>
          <p:cNvSpPr/>
          <p:nvPr/>
        </p:nvSpPr>
        <p:spPr>
          <a:xfrm>
            <a:off x="8450437" y="4890801"/>
            <a:ext cx="1603651" cy="628145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696AFF5-DCCB-42EA-3A75-AFB734F3651F}"/>
              </a:ext>
            </a:extLst>
          </p:cNvPr>
          <p:cNvSpPr/>
          <p:nvPr/>
        </p:nvSpPr>
        <p:spPr>
          <a:xfrm>
            <a:off x="6909036" y="4880551"/>
            <a:ext cx="1580710" cy="658458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9E31779-681A-C0C9-7048-63B2FDA5A219}"/>
              </a:ext>
            </a:extLst>
          </p:cNvPr>
          <p:cNvSpPr/>
          <p:nvPr/>
        </p:nvSpPr>
        <p:spPr>
          <a:xfrm>
            <a:off x="6887844" y="5549259"/>
            <a:ext cx="1580710" cy="616612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4A6FE81-1091-5A0B-24C8-3A72A9265150}"/>
              </a:ext>
            </a:extLst>
          </p:cNvPr>
          <p:cNvSpPr/>
          <p:nvPr/>
        </p:nvSpPr>
        <p:spPr>
          <a:xfrm>
            <a:off x="6887844" y="6134959"/>
            <a:ext cx="1580710" cy="592255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BC9240B1-5A02-615B-BC2C-EDEFAB5F490E}"/>
              </a:ext>
            </a:extLst>
          </p:cNvPr>
          <p:cNvSpPr/>
          <p:nvPr/>
        </p:nvSpPr>
        <p:spPr>
          <a:xfrm>
            <a:off x="8496190" y="5517005"/>
            <a:ext cx="1548531" cy="628145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6C39C407-381F-3CF1-510F-180E249173F5}"/>
              </a:ext>
            </a:extLst>
          </p:cNvPr>
          <p:cNvSpPr/>
          <p:nvPr/>
        </p:nvSpPr>
        <p:spPr>
          <a:xfrm>
            <a:off x="8461907" y="6135948"/>
            <a:ext cx="1580710" cy="628145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66A9283D-DEAE-5969-C8C4-879623E635D1}"/>
              </a:ext>
            </a:extLst>
          </p:cNvPr>
          <p:cNvSpPr/>
          <p:nvPr/>
        </p:nvSpPr>
        <p:spPr>
          <a:xfrm>
            <a:off x="10037920" y="6143329"/>
            <a:ext cx="1383137" cy="628145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2538533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8B1E4C-71EA-71B0-FDDF-1195B6E7CC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35B1DD7-57B7-735C-0FE8-97C271D24026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8842D34-210C-E44C-14BA-48F3A16CFD62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ED6B0BF-CB78-79BD-BA75-6FBA16773097}"/>
              </a:ext>
            </a:extLst>
          </p:cNvPr>
          <p:cNvSpPr txBox="1"/>
          <p:nvPr/>
        </p:nvSpPr>
        <p:spPr>
          <a:xfrm>
            <a:off x="1356217" y="145915"/>
            <a:ext cx="93302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Fictitious Play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46CBE7-4C2A-5DD2-696D-4DD62501EEF5}"/>
              </a:ext>
            </a:extLst>
          </p:cNvPr>
          <p:cNvSpPr txBox="1"/>
          <p:nvPr/>
        </p:nvSpPr>
        <p:spPr>
          <a:xfrm>
            <a:off x="1430862" y="752861"/>
            <a:ext cx="933027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A Game without an Ordinal Potential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8919BE1-C6BA-B160-59C5-62B7FBB4FB80}"/>
              </a:ext>
            </a:extLst>
          </p:cNvPr>
          <p:cNvSpPr txBox="1"/>
          <p:nvPr/>
        </p:nvSpPr>
        <p:spPr>
          <a:xfrm>
            <a:off x="503609" y="1726192"/>
            <a:ext cx="54951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F21C0B"/>
                </a:solidFill>
              </a:rPr>
              <a:t>Player 1 Payoff Matrix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5565D27-7A49-7AA4-0BB4-C3D21451A2C2}"/>
              </a:ext>
            </a:extLst>
          </p:cNvPr>
          <p:cNvSpPr txBox="1"/>
          <p:nvPr/>
        </p:nvSpPr>
        <p:spPr>
          <a:xfrm>
            <a:off x="6648541" y="1726192"/>
            <a:ext cx="494484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solidFill>
                  <a:srgbClr val="0070C0"/>
                </a:solidFill>
              </a:rPr>
              <a:t>Player 2 Payoff Matrix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D344307-F2C0-3AB8-869B-53E194AF95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3428200"/>
              </p:ext>
            </p:extLst>
          </p:nvPr>
        </p:nvGraphicFramePr>
        <p:xfrm>
          <a:off x="979621" y="2221204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3ACAD4F-DDBB-4601-F3BF-2235D3E9F8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0905343"/>
              </p:ext>
            </p:extLst>
          </p:nvPr>
        </p:nvGraphicFramePr>
        <p:xfrm>
          <a:off x="6850938" y="2217867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F1F08347-8366-BB67-2631-52C496562A8F}"/>
              </a:ext>
            </a:extLst>
          </p:cNvPr>
          <p:cNvSpPr/>
          <p:nvPr/>
        </p:nvSpPr>
        <p:spPr>
          <a:xfrm>
            <a:off x="2560331" y="2844130"/>
            <a:ext cx="1548531" cy="628145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5EFA3A2-2194-C1B0-8A1E-D05CE5406012}"/>
              </a:ext>
            </a:extLst>
          </p:cNvPr>
          <p:cNvSpPr/>
          <p:nvPr/>
        </p:nvSpPr>
        <p:spPr>
          <a:xfrm>
            <a:off x="979621" y="2209936"/>
            <a:ext cx="1580710" cy="658458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2B4DAB0-545A-5335-821B-6B1D30A12CC8}"/>
              </a:ext>
            </a:extLst>
          </p:cNvPr>
          <p:cNvSpPr/>
          <p:nvPr/>
        </p:nvSpPr>
        <p:spPr>
          <a:xfrm>
            <a:off x="4102061" y="3472275"/>
            <a:ext cx="1383137" cy="628145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D90814F-CC5A-2EC7-D4C8-2A15B6E12469}"/>
              </a:ext>
            </a:extLst>
          </p:cNvPr>
          <p:cNvSpPr/>
          <p:nvPr/>
        </p:nvSpPr>
        <p:spPr>
          <a:xfrm>
            <a:off x="4117291" y="2849697"/>
            <a:ext cx="1367907" cy="628145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06757F-4B57-C31E-0164-B7C7021263E8}"/>
              </a:ext>
            </a:extLst>
          </p:cNvPr>
          <p:cNvSpPr/>
          <p:nvPr/>
        </p:nvSpPr>
        <p:spPr>
          <a:xfrm>
            <a:off x="4159027" y="2217867"/>
            <a:ext cx="1356183" cy="628145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2DAB28A-8B8E-9CF3-0F52-83AF4E306E1E}"/>
              </a:ext>
            </a:extLst>
          </p:cNvPr>
          <p:cNvSpPr/>
          <p:nvPr/>
        </p:nvSpPr>
        <p:spPr>
          <a:xfrm>
            <a:off x="2542345" y="3473871"/>
            <a:ext cx="1541730" cy="628145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6766831-624A-89F2-06B3-ADD3FBFD9ADE}"/>
              </a:ext>
            </a:extLst>
          </p:cNvPr>
          <p:cNvSpPr/>
          <p:nvPr/>
        </p:nvSpPr>
        <p:spPr>
          <a:xfrm>
            <a:off x="10006586" y="2859903"/>
            <a:ext cx="1339333" cy="628145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E0CA5CB-2129-FFCB-F289-25117C31AA68}"/>
              </a:ext>
            </a:extLst>
          </p:cNvPr>
          <p:cNvSpPr/>
          <p:nvPr/>
        </p:nvSpPr>
        <p:spPr>
          <a:xfrm>
            <a:off x="9967087" y="2240585"/>
            <a:ext cx="1367907" cy="628145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A5F9529-C79F-91C5-2185-4BE5EC61A2F3}"/>
              </a:ext>
            </a:extLst>
          </p:cNvPr>
          <p:cNvSpPr/>
          <p:nvPr/>
        </p:nvSpPr>
        <p:spPr>
          <a:xfrm>
            <a:off x="2558164" y="2228117"/>
            <a:ext cx="1580710" cy="628145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313D52B-27BB-D80A-5B3A-7AA3969BEC76}"/>
              </a:ext>
            </a:extLst>
          </p:cNvPr>
          <p:cNvSpPr/>
          <p:nvPr/>
        </p:nvSpPr>
        <p:spPr>
          <a:xfrm>
            <a:off x="977454" y="2869484"/>
            <a:ext cx="1580710" cy="592255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EB3F4F6-3A6A-48A6-2A07-60E5355607CB}"/>
              </a:ext>
            </a:extLst>
          </p:cNvPr>
          <p:cNvSpPr/>
          <p:nvPr/>
        </p:nvSpPr>
        <p:spPr>
          <a:xfrm>
            <a:off x="986447" y="3483544"/>
            <a:ext cx="1580710" cy="616612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29D153D-3396-8CE8-4B88-6217B2A03931}"/>
              </a:ext>
            </a:extLst>
          </p:cNvPr>
          <p:cNvSpPr/>
          <p:nvPr/>
        </p:nvSpPr>
        <p:spPr>
          <a:xfrm>
            <a:off x="8402935" y="2228117"/>
            <a:ext cx="1603651" cy="628145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1CDC6A8-6D6F-B3C0-CA86-5A86A04FAE59}"/>
              </a:ext>
            </a:extLst>
          </p:cNvPr>
          <p:cNvSpPr/>
          <p:nvPr/>
        </p:nvSpPr>
        <p:spPr>
          <a:xfrm>
            <a:off x="6861534" y="2217867"/>
            <a:ext cx="1580710" cy="658458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5175E45-880A-7772-6C86-F137FB72ECCF}"/>
              </a:ext>
            </a:extLst>
          </p:cNvPr>
          <p:cNvSpPr/>
          <p:nvPr/>
        </p:nvSpPr>
        <p:spPr>
          <a:xfrm>
            <a:off x="6840342" y="2886575"/>
            <a:ext cx="1580710" cy="616612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3C02227-489C-2DA0-864B-1D82948AA3AB}"/>
              </a:ext>
            </a:extLst>
          </p:cNvPr>
          <p:cNvSpPr/>
          <p:nvPr/>
        </p:nvSpPr>
        <p:spPr>
          <a:xfrm>
            <a:off x="6840342" y="3472275"/>
            <a:ext cx="1580710" cy="592255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0C0794BB-1401-3B20-C47E-9B2A6113D699}"/>
              </a:ext>
            </a:extLst>
          </p:cNvPr>
          <p:cNvSpPr/>
          <p:nvPr/>
        </p:nvSpPr>
        <p:spPr>
          <a:xfrm>
            <a:off x="8448688" y="2854321"/>
            <a:ext cx="1548531" cy="628145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8E996D0F-4A70-2332-9DD1-BDD6B4671A41}"/>
              </a:ext>
            </a:extLst>
          </p:cNvPr>
          <p:cNvSpPr/>
          <p:nvPr/>
        </p:nvSpPr>
        <p:spPr>
          <a:xfrm>
            <a:off x="8414405" y="3473264"/>
            <a:ext cx="1580710" cy="628145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21649A42-B550-CDFA-9171-36828E0182A2}"/>
              </a:ext>
            </a:extLst>
          </p:cNvPr>
          <p:cNvSpPr/>
          <p:nvPr/>
        </p:nvSpPr>
        <p:spPr>
          <a:xfrm>
            <a:off x="9990418" y="3480645"/>
            <a:ext cx="1383137" cy="628145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3661FB3-A2C4-52A1-B7D5-7F62FDFADE45}"/>
              </a:ext>
            </a:extLst>
          </p:cNvPr>
          <p:cNvSpPr txBox="1"/>
          <p:nvPr/>
        </p:nvSpPr>
        <p:spPr>
          <a:xfrm>
            <a:off x="374022" y="4443146"/>
            <a:ext cx="285179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rgbClr val="F21C0B"/>
                </a:solidFill>
              </a:rPr>
              <a:t>Player 1 Payoff Matrix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03D2FD8-6534-6C86-B092-545C407B28D9}"/>
              </a:ext>
            </a:extLst>
          </p:cNvPr>
          <p:cNvSpPr txBox="1"/>
          <p:nvPr/>
        </p:nvSpPr>
        <p:spPr>
          <a:xfrm>
            <a:off x="9345355" y="4443146"/>
            <a:ext cx="283156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</a:rPr>
              <a:t>Player 2 Payoff Matrix</a:t>
            </a:r>
          </a:p>
        </p:txBody>
      </p:sp>
      <p:graphicFrame>
        <p:nvGraphicFramePr>
          <p:cNvPr id="48" name="Table 47">
            <a:extLst>
              <a:ext uri="{FF2B5EF4-FFF2-40B4-BE49-F238E27FC236}">
                <a16:creationId xmlns:a16="http://schemas.microsoft.com/office/drawing/2014/main" id="{0B4CD8FD-D06A-D822-C264-0C82C24E717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7074207"/>
              </p:ext>
            </p:extLst>
          </p:nvPr>
        </p:nvGraphicFramePr>
        <p:xfrm>
          <a:off x="3921732" y="4706975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49" name="TextBox 48">
            <a:extLst>
              <a:ext uri="{FF2B5EF4-FFF2-40B4-BE49-F238E27FC236}">
                <a16:creationId xmlns:a16="http://schemas.microsoft.com/office/drawing/2014/main" id="{D8AC1854-14B7-BD27-36D1-A7F33AACDD38}"/>
              </a:ext>
            </a:extLst>
          </p:cNvPr>
          <p:cNvSpPr txBox="1"/>
          <p:nvPr/>
        </p:nvSpPr>
        <p:spPr>
          <a:xfrm>
            <a:off x="8511713" y="5503073"/>
            <a:ext cx="39102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/>
              <a:t>Preference Arrows</a:t>
            </a:r>
          </a:p>
        </p:txBody>
      </p:sp>
      <p:sp>
        <p:nvSpPr>
          <p:cNvPr id="50" name="Arrow: Right 49">
            <a:extLst>
              <a:ext uri="{FF2B5EF4-FFF2-40B4-BE49-F238E27FC236}">
                <a16:creationId xmlns:a16="http://schemas.microsoft.com/office/drawing/2014/main" id="{1E6851AC-A4CF-614C-72B5-108D72DD2D28}"/>
              </a:ext>
            </a:extLst>
          </p:cNvPr>
          <p:cNvSpPr/>
          <p:nvPr/>
        </p:nvSpPr>
        <p:spPr>
          <a:xfrm rot="5400000" flipV="1">
            <a:off x="4505319" y="5231027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Arrow: Right 50">
            <a:extLst>
              <a:ext uri="{FF2B5EF4-FFF2-40B4-BE49-F238E27FC236}">
                <a16:creationId xmlns:a16="http://schemas.microsoft.com/office/drawing/2014/main" id="{BFFF5FDE-F2E8-8B98-E9AE-F791F991BF84}"/>
              </a:ext>
            </a:extLst>
          </p:cNvPr>
          <p:cNvSpPr/>
          <p:nvPr/>
        </p:nvSpPr>
        <p:spPr>
          <a:xfrm>
            <a:off x="9354097" y="6087848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Arrow: Right 51">
            <a:extLst>
              <a:ext uri="{FF2B5EF4-FFF2-40B4-BE49-F238E27FC236}">
                <a16:creationId xmlns:a16="http://schemas.microsoft.com/office/drawing/2014/main" id="{656AA111-88FF-B140-5F31-DC90605CF192}"/>
              </a:ext>
            </a:extLst>
          </p:cNvPr>
          <p:cNvSpPr/>
          <p:nvPr/>
        </p:nvSpPr>
        <p:spPr>
          <a:xfrm>
            <a:off x="9354096" y="6515355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20E5D20-D859-1AC5-0F24-5332B3300761}"/>
              </a:ext>
            </a:extLst>
          </p:cNvPr>
          <p:cNvSpPr txBox="1"/>
          <p:nvPr/>
        </p:nvSpPr>
        <p:spPr>
          <a:xfrm>
            <a:off x="9687897" y="6012445"/>
            <a:ext cx="26000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Player 1 Preference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158D7A3-92C2-D384-B914-DE6B7F4FFD48}"/>
              </a:ext>
            </a:extLst>
          </p:cNvPr>
          <p:cNvSpPr txBox="1"/>
          <p:nvPr/>
        </p:nvSpPr>
        <p:spPr>
          <a:xfrm>
            <a:off x="9645620" y="6445024"/>
            <a:ext cx="269282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Player 2 Preference</a:t>
            </a:r>
          </a:p>
        </p:txBody>
      </p:sp>
      <p:sp>
        <p:nvSpPr>
          <p:cNvPr id="55" name="Arrow: Right 54">
            <a:extLst>
              <a:ext uri="{FF2B5EF4-FFF2-40B4-BE49-F238E27FC236}">
                <a16:creationId xmlns:a16="http://schemas.microsoft.com/office/drawing/2014/main" id="{F9924229-807A-1B62-A0BA-FA9CAB4DE9FF}"/>
              </a:ext>
            </a:extLst>
          </p:cNvPr>
          <p:cNvSpPr/>
          <p:nvPr/>
        </p:nvSpPr>
        <p:spPr>
          <a:xfrm rot="5400000">
            <a:off x="4489359" y="4656103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Arrow: Right 55">
            <a:extLst>
              <a:ext uri="{FF2B5EF4-FFF2-40B4-BE49-F238E27FC236}">
                <a16:creationId xmlns:a16="http://schemas.microsoft.com/office/drawing/2014/main" id="{A8B95779-ED46-8D95-1A85-38F36CF0C57F}"/>
              </a:ext>
            </a:extLst>
          </p:cNvPr>
          <p:cNvSpPr/>
          <p:nvPr/>
        </p:nvSpPr>
        <p:spPr>
          <a:xfrm rot="5400000">
            <a:off x="4505318" y="6483106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Arrow: Right 56">
            <a:extLst>
              <a:ext uri="{FF2B5EF4-FFF2-40B4-BE49-F238E27FC236}">
                <a16:creationId xmlns:a16="http://schemas.microsoft.com/office/drawing/2014/main" id="{18C51F1C-103E-DDD0-566C-608869553A52}"/>
              </a:ext>
            </a:extLst>
          </p:cNvPr>
          <p:cNvSpPr/>
          <p:nvPr/>
        </p:nvSpPr>
        <p:spPr>
          <a:xfrm rot="16200000" flipV="1">
            <a:off x="4505318" y="5864986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Arrow: Right 57">
            <a:extLst>
              <a:ext uri="{FF2B5EF4-FFF2-40B4-BE49-F238E27FC236}">
                <a16:creationId xmlns:a16="http://schemas.microsoft.com/office/drawing/2014/main" id="{B5216202-1121-E8B2-19BA-27B802867570}"/>
              </a:ext>
            </a:extLst>
          </p:cNvPr>
          <p:cNvSpPr/>
          <p:nvPr/>
        </p:nvSpPr>
        <p:spPr>
          <a:xfrm rot="16200000" flipV="1">
            <a:off x="6001405" y="4656103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Arrow: Right 58">
            <a:extLst>
              <a:ext uri="{FF2B5EF4-FFF2-40B4-BE49-F238E27FC236}">
                <a16:creationId xmlns:a16="http://schemas.microsoft.com/office/drawing/2014/main" id="{C5349FBA-BB99-7286-4952-1F232473A548}"/>
              </a:ext>
            </a:extLst>
          </p:cNvPr>
          <p:cNvSpPr/>
          <p:nvPr/>
        </p:nvSpPr>
        <p:spPr>
          <a:xfrm rot="16200000" flipV="1">
            <a:off x="5998405" y="6490913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Arrow: Right 59">
            <a:extLst>
              <a:ext uri="{FF2B5EF4-FFF2-40B4-BE49-F238E27FC236}">
                <a16:creationId xmlns:a16="http://schemas.microsoft.com/office/drawing/2014/main" id="{EF195092-6F28-7ABF-E3A8-5BDBC0A44443}"/>
              </a:ext>
            </a:extLst>
          </p:cNvPr>
          <p:cNvSpPr/>
          <p:nvPr/>
        </p:nvSpPr>
        <p:spPr>
          <a:xfrm rot="5400000" flipV="1">
            <a:off x="5998406" y="5864986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Arrow: Right 60">
            <a:extLst>
              <a:ext uri="{FF2B5EF4-FFF2-40B4-BE49-F238E27FC236}">
                <a16:creationId xmlns:a16="http://schemas.microsoft.com/office/drawing/2014/main" id="{D38AE314-6547-5D16-7097-88459D769229}"/>
              </a:ext>
            </a:extLst>
          </p:cNvPr>
          <p:cNvSpPr/>
          <p:nvPr/>
        </p:nvSpPr>
        <p:spPr>
          <a:xfrm rot="5400000">
            <a:off x="7476618" y="5871096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Arrow: Right 61">
            <a:extLst>
              <a:ext uri="{FF2B5EF4-FFF2-40B4-BE49-F238E27FC236}">
                <a16:creationId xmlns:a16="http://schemas.microsoft.com/office/drawing/2014/main" id="{1D48790F-2C69-1FC0-054B-15D24FBF99A8}"/>
              </a:ext>
            </a:extLst>
          </p:cNvPr>
          <p:cNvSpPr/>
          <p:nvPr/>
        </p:nvSpPr>
        <p:spPr>
          <a:xfrm rot="5400000">
            <a:off x="7476617" y="6472121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Arrow: Right 62">
            <a:extLst>
              <a:ext uri="{FF2B5EF4-FFF2-40B4-BE49-F238E27FC236}">
                <a16:creationId xmlns:a16="http://schemas.microsoft.com/office/drawing/2014/main" id="{DBFFBA92-B9FB-8362-5DB1-3EA7B03EB2FB}"/>
              </a:ext>
            </a:extLst>
          </p:cNvPr>
          <p:cNvSpPr/>
          <p:nvPr/>
        </p:nvSpPr>
        <p:spPr>
          <a:xfrm rot="16200000">
            <a:off x="7480878" y="5231027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Arrow: Right 63">
            <a:extLst>
              <a:ext uri="{FF2B5EF4-FFF2-40B4-BE49-F238E27FC236}">
                <a16:creationId xmlns:a16="http://schemas.microsoft.com/office/drawing/2014/main" id="{D1E5D2F8-77A1-8734-9892-283EFA05C68D}"/>
              </a:ext>
            </a:extLst>
          </p:cNvPr>
          <p:cNvSpPr/>
          <p:nvPr/>
        </p:nvSpPr>
        <p:spPr>
          <a:xfrm rot="5400000">
            <a:off x="5997040" y="5239060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Arrow: Right 64">
            <a:extLst>
              <a:ext uri="{FF2B5EF4-FFF2-40B4-BE49-F238E27FC236}">
                <a16:creationId xmlns:a16="http://schemas.microsoft.com/office/drawing/2014/main" id="{D550E68B-2461-F609-F170-9798F9B2775A}"/>
              </a:ext>
            </a:extLst>
          </p:cNvPr>
          <p:cNvSpPr/>
          <p:nvPr/>
        </p:nvSpPr>
        <p:spPr>
          <a:xfrm rot="5400000">
            <a:off x="7485336" y="4668279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Arrow: Right 65">
            <a:extLst>
              <a:ext uri="{FF2B5EF4-FFF2-40B4-BE49-F238E27FC236}">
                <a16:creationId xmlns:a16="http://schemas.microsoft.com/office/drawing/2014/main" id="{A69A64A3-2061-E19A-8939-6F9F830958FF}"/>
              </a:ext>
            </a:extLst>
          </p:cNvPr>
          <p:cNvSpPr/>
          <p:nvPr/>
        </p:nvSpPr>
        <p:spPr>
          <a:xfrm rot="10800000" flipH="1">
            <a:off x="5235381" y="4891443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Arrow: Right 66">
            <a:extLst>
              <a:ext uri="{FF2B5EF4-FFF2-40B4-BE49-F238E27FC236}">
                <a16:creationId xmlns:a16="http://schemas.microsoft.com/office/drawing/2014/main" id="{42444C62-04EE-5C07-5190-F6873FCD8A2A}"/>
              </a:ext>
            </a:extLst>
          </p:cNvPr>
          <p:cNvSpPr/>
          <p:nvPr/>
        </p:nvSpPr>
        <p:spPr>
          <a:xfrm flipH="1">
            <a:off x="6860639" y="4891443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Arrow: Right 67">
            <a:extLst>
              <a:ext uri="{FF2B5EF4-FFF2-40B4-BE49-F238E27FC236}">
                <a16:creationId xmlns:a16="http://schemas.microsoft.com/office/drawing/2014/main" id="{7219BEFA-1545-84DC-C6C4-26E0F332B8A3}"/>
              </a:ext>
            </a:extLst>
          </p:cNvPr>
          <p:cNvSpPr/>
          <p:nvPr/>
        </p:nvSpPr>
        <p:spPr>
          <a:xfrm>
            <a:off x="8204562" y="4890370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Arrow: Right 68">
            <a:extLst>
              <a:ext uri="{FF2B5EF4-FFF2-40B4-BE49-F238E27FC236}">
                <a16:creationId xmlns:a16="http://schemas.microsoft.com/office/drawing/2014/main" id="{6E1AD61F-8E8D-9F1E-7772-4F51B32052BB}"/>
              </a:ext>
            </a:extLst>
          </p:cNvPr>
          <p:cNvSpPr/>
          <p:nvPr/>
        </p:nvSpPr>
        <p:spPr>
          <a:xfrm>
            <a:off x="3711539" y="4890370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Arrow: Right 69">
            <a:extLst>
              <a:ext uri="{FF2B5EF4-FFF2-40B4-BE49-F238E27FC236}">
                <a16:creationId xmlns:a16="http://schemas.microsoft.com/office/drawing/2014/main" id="{E0CEBF1C-5321-958A-8D78-D146B4CF2453}"/>
              </a:ext>
            </a:extLst>
          </p:cNvPr>
          <p:cNvSpPr/>
          <p:nvPr/>
        </p:nvSpPr>
        <p:spPr>
          <a:xfrm>
            <a:off x="5240770" y="5494038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Arrow: Right 70">
            <a:extLst>
              <a:ext uri="{FF2B5EF4-FFF2-40B4-BE49-F238E27FC236}">
                <a16:creationId xmlns:a16="http://schemas.microsoft.com/office/drawing/2014/main" id="{C34B1C1C-2D7F-7C5C-535F-0A32C9E78093}"/>
              </a:ext>
            </a:extLst>
          </p:cNvPr>
          <p:cNvSpPr/>
          <p:nvPr/>
        </p:nvSpPr>
        <p:spPr>
          <a:xfrm flipH="1">
            <a:off x="3720950" y="5494038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Arrow: Right 71">
            <a:extLst>
              <a:ext uri="{FF2B5EF4-FFF2-40B4-BE49-F238E27FC236}">
                <a16:creationId xmlns:a16="http://schemas.microsoft.com/office/drawing/2014/main" id="{F520E65E-00F0-0A8C-7247-7456994418FB}"/>
              </a:ext>
            </a:extLst>
          </p:cNvPr>
          <p:cNvSpPr/>
          <p:nvPr/>
        </p:nvSpPr>
        <p:spPr>
          <a:xfrm rot="10800000" flipH="1">
            <a:off x="6812041" y="5508188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Arrow: Right 72">
            <a:extLst>
              <a:ext uri="{FF2B5EF4-FFF2-40B4-BE49-F238E27FC236}">
                <a16:creationId xmlns:a16="http://schemas.microsoft.com/office/drawing/2014/main" id="{EC318340-3566-DCA3-AE30-FA205BE0A48E}"/>
              </a:ext>
            </a:extLst>
          </p:cNvPr>
          <p:cNvSpPr/>
          <p:nvPr/>
        </p:nvSpPr>
        <p:spPr>
          <a:xfrm flipH="1">
            <a:off x="8214451" y="5506388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Arrow: Right 73">
            <a:extLst>
              <a:ext uri="{FF2B5EF4-FFF2-40B4-BE49-F238E27FC236}">
                <a16:creationId xmlns:a16="http://schemas.microsoft.com/office/drawing/2014/main" id="{E3BE55F8-0CFA-2010-3EB5-0BC2AC870B0F}"/>
              </a:ext>
            </a:extLst>
          </p:cNvPr>
          <p:cNvSpPr/>
          <p:nvPr/>
        </p:nvSpPr>
        <p:spPr>
          <a:xfrm flipH="1">
            <a:off x="5240769" y="6158350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Arrow: Right 74">
            <a:extLst>
              <a:ext uri="{FF2B5EF4-FFF2-40B4-BE49-F238E27FC236}">
                <a16:creationId xmlns:a16="http://schemas.microsoft.com/office/drawing/2014/main" id="{460B3C2C-3C65-12C7-8D35-3E9CB138FEE3}"/>
              </a:ext>
            </a:extLst>
          </p:cNvPr>
          <p:cNvSpPr/>
          <p:nvPr/>
        </p:nvSpPr>
        <p:spPr>
          <a:xfrm rot="10800000" flipH="1">
            <a:off x="3711538" y="6170225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Arrow: Right 75">
            <a:extLst>
              <a:ext uri="{FF2B5EF4-FFF2-40B4-BE49-F238E27FC236}">
                <a16:creationId xmlns:a16="http://schemas.microsoft.com/office/drawing/2014/main" id="{541B9046-0D09-877D-1202-79E636548D22}"/>
              </a:ext>
            </a:extLst>
          </p:cNvPr>
          <p:cNvSpPr/>
          <p:nvPr/>
        </p:nvSpPr>
        <p:spPr>
          <a:xfrm>
            <a:off x="6868012" y="6170225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Arrow: Right 76">
            <a:extLst>
              <a:ext uri="{FF2B5EF4-FFF2-40B4-BE49-F238E27FC236}">
                <a16:creationId xmlns:a16="http://schemas.microsoft.com/office/drawing/2014/main" id="{583292E3-BE91-D00E-78C0-ED9C2E156BE0}"/>
              </a:ext>
            </a:extLst>
          </p:cNvPr>
          <p:cNvSpPr/>
          <p:nvPr/>
        </p:nvSpPr>
        <p:spPr>
          <a:xfrm rot="10800000" flipH="1">
            <a:off x="8141194" y="6158350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317085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DE4153-018D-CC4B-BEF4-656DEDF529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4EF25563-3376-32CD-F805-C215FE417239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F9EB47A-3427-1A9B-7F34-D0A4D7C16759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9A62DE-DAF6-C66C-2601-2B9CCE1B8F3B}"/>
              </a:ext>
            </a:extLst>
          </p:cNvPr>
          <p:cNvSpPr txBox="1"/>
          <p:nvPr/>
        </p:nvSpPr>
        <p:spPr>
          <a:xfrm>
            <a:off x="1356217" y="145915"/>
            <a:ext cx="93302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Fictitious Play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885BA19-DA64-F0AC-3307-4B35EAD46FC0}"/>
              </a:ext>
            </a:extLst>
          </p:cNvPr>
          <p:cNvSpPr txBox="1"/>
          <p:nvPr/>
        </p:nvSpPr>
        <p:spPr>
          <a:xfrm>
            <a:off x="1430862" y="752861"/>
            <a:ext cx="933027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A Game without an Ordinal Potential</a:t>
            </a:r>
          </a:p>
        </p:txBody>
      </p:sp>
      <p:graphicFrame>
        <p:nvGraphicFramePr>
          <p:cNvPr id="48" name="Table 47">
            <a:extLst>
              <a:ext uri="{FF2B5EF4-FFF2-40B4-BE49-F238E27FC236}">
                <a16:creationId xmlns:a16="http://schemas.microsoft.com/office/drawing/2014/main" id="{C1817F8B-147A-6FA0-62D4-0C463CEEC7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6224550"/>
              </p:ext>
            </p:extLst>
          </p:nvPr>
        </p:nvGraphicFramePr>
        <p:xfrm>
          <a:off x="442262" y="2071952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800" b="1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49" name="TextBox 48">
            <a:extLst>
              <a:ext uri="{FF2B5EF4-FFF2-40B4-BE49-F238E27FC236}">
                <a16:creationId xmlns:a16="http://schemas.microsoft.com/office/drawing/2014/main" id="{483603C6-B33E-DE3A-A121-FBA783FCD203}"/>
              </a:ext>
            </a:extLst>
          </p:cNvPr>
          <p:cNvSpPr txBox="1"/>
          <p:nvPr/>
        </p:nvSpPr>
        <p:spPr>
          <a:xfrm>
            <a:off x="5809341" y="1917064"/>
            <a:ext cx="39102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/>
              <a:t>Preference Arrows</a:t>
            </a:r>
          </a:p>
        </p:txBody>
      </p:sp>
      <p:sp>
        <p:nvSpPr>
          <p:cNvPr id="50" name="Arrow: Right 49">
            <a:extLst>
              <a:ext uri="{FF2B5EF4-FFF2-40B4-BE49-F238E27FC236}">
                <a16:creationId xmlns:a16="http://schemas.microsoft.com/office/drawing/2014/main" id="{3FB891FD-D525-F144-F592-AFC911F5EEF1}"/>
              </a:ext>
            </a:extLst>
          </p:cNvPr>
          <p:cNvSpPr/>
          <p:nvPr/>
        </p:nvSpPr>
        <p:spPr>
          <a:xfrm rot="5400000" flipV="1">
            <a:off x="1025849" y="2596004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Arrow: Right 50">
            <a:extLst>
              <a:ext uri="{FF2B5EF4-FFF2-40B4-BE49-F238E27FC236}">
                <a16:creationId xmlns:a16="http://schemas.microsoft.com/office/drawing/2014/main" id="{E4A5EAA1-1C55-25D3-E846-BDC406609031}"/>
              </a:ext>
            </a:extLst>
          </p:cNvPr>
          <p:cNvSpPr/>
          <p:nvPr/>
        </p:nvSpPr>
        <p:spPr>
          <a:xfrm>
            <a:off x="6232696" y="2501839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Arrow: Right 51">
            <a:extLst>
              <a:ext uri="{FF2B5EF4-FFF2-40B4-BE49-F238E27FC236}">
                <a16:creationId xmlns:a16="http://schemas.microsoft.com/office/drawing/2014/main" id="{1B1CE061-5D0C-F17F-CA7F-90C4B381CA1A}"/>
              </a:ext>
            </a:extLst>
          </p:cNvPr>
          <p:cNvSpPr/>
          <p:nvPr/>
        </p:nvSpPr>
        <p:spPr>
          <a:xfrm>
            <a:off x="6232695" y="2929346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08456B1-8B60-84AB-A308-E373D85B0AA5}"/>
              </a:ext>
            </a:extLst>
          </p:cNvPr>
          <p:cNvSpPr txBox="1"/>
          <p:nvPr/>
        </p:nvSpPr>
        <p:spPr>
          <a:xfrm>
            <a:off x="6566496" y="2426436"/>
            <a:ext cx="26000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Player 1 Preference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EEBE772-20CB-C4DE-AE8F-80874836D067}"/>
              </a:ext>
            </a:extLst>
          </p:cNvPr>
          <p:cNvSpPr txBox="1"/>
          <p:nvPr/>
        </p:nvSpPr>
        <p:spPr>
          <a:xfrm>
            <a:off x="6524219" y="2859015"/>
            <a:ext cx="269282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Player 2 Preference</a:t>
            </a:r>
          </a:p>
        </p:txBody>
      </p:sp>
      <p:sp>
        <p:nvSpPr>
          <p:cNvPr id="55" name="Arrow: Right 54">
            <a:extLst>
              <a:ext uri="{FF2B5EF4-FFF2-40B4-BE49-F238E27FC236}">
                <a16:creationId xmlns:a16="http://schemas.microsoft.com/office/drawing/2014/main" id="{BA0A8457-A1CB-40A7-ED8A-3BAF31AA3C45}"/>
              </a:ext>
            </a:extLst>
          </p:cNvPr>
          <p:cNvSpPr/>
          <p:nvPr/>
        </p:nvSpPr>
        <p:spPr>
          <a:xfrm rot="5400000">
            <a:off x="1009889" y="2021080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Arrow: Right 55">
            <a:extLst>
              <a:ext uri="{FF2B5EF4-FFF2-40B4-BE49-F238E27FC236}">
                <a16:creationId xmlns:a16="http://schemas.microsoft.com/office/drawing/2014/main" id="{F153FF9C-D932-C714-D68D-967B15C85C89}"/>
              </a:ext>
            </a:extLst>
          </p:cNvPr>
          <p:cNvSpPr/>
          <p:nvPr/>
        </p:nvSpPr>
        <p:spPr>
          <a:xfrm rot="5400000">
            <a:off x="1025848" y="3848083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Arrow: Right 56">
            <a:extLst>
              <a:ext uri="{FF2B5EF4-FFF2-40B4-BE49-F238E27FC236}">
                <a16:creationId xmlns:a16="http://schemas.microsoft.com/office/drawing/2014/main" id="{8CCB4A7C-4697-F388-9884-1B6557027EFE}"/>
              </a:ext>
            </a:extLst>
          </p:cNvPr>
          <p:cNvSpPr/>
          <p:nvPr/>
        </p:nvSpPr>
        <p:spPr>
          <a:xfrm rot="16200000" flipV="1">
            <a:off x="1025848" y="3229963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Arrow: Right 57">
            <a:extLst>
              <a:ext uri="{FF2B5EF4-FFF2-40B4-BE49-F238E27FC236}">
                <a16:creationId xmlns:a16="http://schemas.microsoft.com/office/drawing/2014/main" id="{03483E7F-6750-5421-0BB3-8EA7C37A64C7}"/>
              </a:ext>
            </a:extLst>
          </p:cNvPr>
          <p:cNvSpPr/>
          <p:nvPr/>
        </p:nvSpPr>
        <p:spPr>
          <a:xfrm rot="16200000" flipV="1">
            <a:off x="2521935" y="2021080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Arrow: Right 58">
            <a:extLst>
              <a:ext uri="{FF2B5EF4-FFF2-40B4-BE49-F238E27FC236}">
                <a16:creationId xmlns:a16="http://schemas.microsoft.com/office/drawing/2014/main" id="{C80BE602-2392-FC87-E4D0-78BE6CF561CC}"/>
              </a:ext>
            </a:extLst>
          </p:cNvPr>
          <p:cNvSpPr/>
          <p:nvPr/>
        </p:nvSpPr>
        <p:spPr>
          <a:xfrm rot="16200000" flipV="1">
            <a:off x="2518935" y="3855890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Arrow: Right 59">
            <a:extLst>
              <a:ext uri="{FF2B5EF4-FFF2-40B4-BE49-F238E27FC236}">
                <a16:creationId xmlns:a16="http://schemas.microsoft.com/office/drawing/2014/main" id="{6C19A622-7C83-7234-7414-5221A7893EF4}"/>
              </a:ext>
            </a:extLst>
          </p:cNvPr>
          <p:cNvSpPr/>
          <p:nvPr/>
        </p:nvSpPr>
        <p:spPr>
          <a:xfrm rot="5400000" flipV="1">
            <a:off x="2518936" y="3229963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Arrow: Right 60">
            <a:extLst>
              <a:ext uri="{FF2B5EF4-FFF2-40B4-BE49-F238E27FC236}">
                <a16:creationId xmlns:a16="http://schemas.microsoft.com/office/drawing/2014/main" id="{A3D6664D-11AD-AB0D-E65A-74934D5B1003}"/>
              </a:ext>
            </a:extLst>
          </p:cNvPr>
          <p:cNvSpPr/>
          <p:nvPr/>
        </p:nvSpPr>
        <p:spPr>
          <a:xfrm rot="5400000">
            <a:off x="3997148" y="3236073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Arrow: Right 61">
            <a:extLst>
              <a:ext uri="{FF2B5EF4-FFF2-40B4-BE49-F238E27FC236}">
                <a16:creationId xmlns:a16="http://schemas.microsoft.com/office/drawing/2014/main" id="{E1FA8A99-A801-0F1D-B334-A95AF255F84D}"/>
              </a:ext>
            </a:extLst>
          </p:cNvPr>
          <p:cNvSpPr/>
          <p:nvPr/>
        </p:nvSpPr>
        <p:spPr>
          <a:xfrm rot="5400000">
            <a:off x="3997147" y="3837098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Arrow: Right 62">
            <a:extLst>
              <a:ext uri="{FF2B5EF4-FFF2-40B4-BE49-F238E27FC236}">
                <a16:creationId xmlns:a16="http://schemas.microsoft.com/office/drawing/2014/main" id="{F5BACD54-99ED-CD07-6841-747573ECF1C0}"/>
              </a:ext>
            </a:extLst>
          </p:cNvPr>
          <p:cNvSpPr/>
          <p:nvPr/>
        </p:nvSpPr>
        <p:spPr>
          <a:xfrm rot="16200000">
            <a:off x="4001408" y="2596004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Arrow: Right 63">
            <a:extLst>
              <a:ext uri="{FF2B5EF4-FFF2-40B4-BE49-F238E27FC236}">
                <a16:creationId xmlns:a16="http://schemas.microsoft.com/office/drawing/2014/main" id="{D63C012F-B27E-B482-02D0-7F55EA3745C5}"/>
              </a:ext>
            </a:extLst>
          </p:cNvPr>
          <p:cNvSpPr/>
          <p:nvPr/>
        </p:nvSpPr>
        <p:spPr>
          <a:xfrm rot="5400000">
            <a:off x="2517570" y="2604037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Arrow: Right 64">
            <a:extLst>
              <a:ext uri="{FF2B5EF4-FFF2-40B4-BE49-F238E27FC236}">
                <a16:creationId xmlns:a16="http://schemas.microsoft.com/office/drawing/2014/main" id="{51DB5C72-8BB0-511D-93F7-8F6E8C0DB677}"/>
              </a:ext>
            </a:extLst>
          </p:cNvPr>
          <p:cNvSpPr/>
          <p:nvPr/>
        </p:nvSpPr>
        <p:spPr>
          <a:xfrm rot="5400000">
            <a:off x="4005866" y="2033256"/>
            <a:ext cx="471825" cy="249304"/>
          </a:xfrm>
          <a:prstGeom prst="rightArrow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Arrow: Right 65">
            <a:extLst>
              <a:ext uri="{FF2B5EF4-FFF2-40B4-BE49-F238E27FC236}">
                <a16:creationId xmlns:a16="http://schemas.microsoft.com/office/drawing/2014/main" id="{CD7D09FD-ED5C-F16B-9478-BA00A1A3F188}"/>
              </a:ext>
            </a:extLst>
          </p:cNvPr>
          <p:cNvSpPr/>
          <p:nvPr/>
        </p:nvSpPr>
        <p:spPr>
          <a:xfrm rot="10800000" flipH="1">
            <a:off x="1755911" y="2256420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Arrow: Right 66">
            <a:extLst>
              <a:ext uri="{FF2B5EF4-FFF2-40B4-BE49-F238E27FC236}">
                <a16:creationId xmlns:a16="http://schemas.microsoft.com/office/drawing/2014/main" id="{1AC1BC22-E25D-E68F-7078-13B56F4B05A2}"/>
              </a:ext>
            </a:extLst>
          </p:cNvPr>
          <p:cNvSpPr/>
          <p:nvPr/>
        </p:nvSpPr>
        <p:spPr>
          <a:xfrm flipH="1">
            <a:off x="3381169" y="2256420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Arrow: Right 67">
            <a:extLst>
              <a:ext uri="{FF2B5EF4-FFF2-40B4-BE49-F238E27FC236}">
                <a16:creationId xmlns:a16="http://schemas.microsoft.com/office/drawing/2014/main" id="{AEE8ED11-FEC7-9C01-7021-291DB545A9D5}"/>
              </a:ext>
            </a:extLst>
          </p:cNvPr>
          <p:cNvSpPr/>
          <p:nvPr/>
        </p:nvSpPr>
        <p:spPr>
          <a:xfrm>
            <a:off x="4725092" y="2255347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Arrow: Right 68">
            <a:extLst>
              <a:ext uri="{FF2B5EF4-FFF2-40B4-BE49-F238E27FC236}">
                <a16:creationId xmlns:a16="http://schemas.microsoft.com/office/drawing/2014/main" id="{5571BE06-01FE-1C3D-BB08-204BEF794F75}"/>
              </a:ext>
            </a:extLst>
          </p:cNvPr>
          <p:cNvSpPr/>
          <p:nvPr/>
        </p:nvSpPr>
        <p:spPr>
          <a:xfrm>
            <a:off x="232069" y="2255347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Arrow: Right 69">
            <a:extLst>
              <a:ext uri="{FF2B5EF4-FFF2-40B4-BE49-F238E27FC236}">
                <a16:creationId xmlns:a16="http://schemas.microsoft.com/office/drawing/2014/main" id="{D23014C1-2898-CBB1-380C-27F876CE5478}"/>
              </a:ext>
            </a:extLst>
          </p:cNvPr>
          <p:cNvSpPr/>
          <p:nvPr/>
        </p:nvSpPr>
        <p:spPr>
          <a:xfrm>
            <a:off x="1761300" y="2859015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Arrow: Right 70">
            <a:extLst>
              <a:ext uri="{FF2B5EF4-FFF2-40B4-BE49-F238E27FC236}">
                <a16:creationId xmlns:a16="http://schemas.microsoft.com/office/drawing/2014/main" id="{BFE24F22-5CE4-6D44-4B1F-24787081A76E}"/>
              </a:ext>
            </a:extLst>
          </p:cNvPr>
          <p:cNvSpPr/>
          <p:nvPr/>
        </p:nvSpPr>
        <p:spPr>
          <a:xfrm flipH="1">
            <a:off x="241480" y="2859015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Arrow: Right 71">
            <a:extLst>
              <a:ext uri="{FF2B5EF4-FFF2-40B4-BE49-F238E27FC236}">
                <a16:creationId xmlns:a16="http://schemas.microsoft.com/office/drawing/2014/main" id="{70C12769-CC8E-FCE3-4F90-5EB5BB9EE414}"/>
              </a:ext>
            </a:extLst>
          </p:cNvPr>
          <p:cNvSpPr/>
          <p:nvPr/>
        </p:nvSpPr>
        <p:spPr>
          <a:xfrm rot="10800000" flipH="1">
            <a:off x="3332571" y="2873165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Arrow: Right 72">
            <a:extLst>
              <a:ext uri="{FF2B5EF4-FFF2-40B4-BE49-F238E27FC236}">
                <a16:creationId xmlns:a16="http://schemas.microsoft.com/office/drawing/2014/main" id="{0268BAF0-5C5D-C9B9-E3F1-4B24EA3776E6}"/>
              </a:ext>
            </a:extLst>
          </p:cNvPr>
          <p:cNvSpPr/>
          <p:nvPr/>
        </p:nvSpPr>
        <p:spPr>
          <a:xfrm flipH="1">
            <a:off x="4734981" y="2871365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Arrow: Right 73">
            <a:extLst>
              <a:ext uri="{FF2B5EF4-FFF2-40B4-BE49-F238E27FC236}">
                <a16:creationId xmlns:a16="http://schemas.microsoft.com/office/drawing/2014/main" id="{E9D8E990-826D-8A2A-4194-52B20256301C}"/>
              </a:ext>
            </a:extLst>
          </p:cNvPr>
          <p:cNvSpPr/>
          <p:nvPr/>
        </p:nvSpPr>
        <p:spPr>
          <a:xfrm flipH="1">
            <a:off x="1761299" y="3523327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Arrow: Right 74">
            <a:extLst>
              <a:ext uri="{FF2B5EF4-FFF2-40B4-BE49-F238E27FC236}">
                <a16:creationId xmlns:a16="http://schemas.microsoft.com/office/drawing/2014/main" id="{664C196B-1B24-4DBB-BCAB-293CAC7B1D83}"/>
              </a:ext>
            </a:extLst>
          </p:cNvPr>
          <p:cNvSpPr/>
          <p:nvPr/>
        </p:nvSpPr>
        <p:spPr>
          <a:xfrm rot="10800000" flipH="1">
            <a:off x="232068" y="3535202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Arrow: Right 75">
            <a:extLst>
              <a:ext uri="{FF2B5EF4-FFF2-40B4-BE49-F238E27FC236}">
                <a16:creationId xmlns:a16="http://schemas.microsoft.com/office/drawing/2014/main" id="{7AA87709-51F4-EA22-AAF7-2CCDCB5A94A5}"/>
              </a:ext>
            </a:extLst>
          </p:cNvPr>
          <p:cNvSpPr/>
          <p:nvPr/>
        </p:nvSpPr>
        <p:spPr>
          <a:xfrm>
            <a:off x="3388542" y="3535202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Arrow: Right 76">
            <a:extLst>
              <a:ext uri="{FF2B5EF4-FFF2-40B4-BE49-F238E27FC236}">
                <a16:creationId xmlns:a16="http://schemas.microsoft.com/office/drawing/2014/main" id="{B1D72873-40AF-C31B-6017-3EA92A173FFE}"/>
              </a:ext>
            </a:extLst>
          </p:cNvPr>
          <p:cNvSpPr/>
          <p:nvPr/>
        </p:nvSpPr>
        <p:spPr>
          <a:xfrm rot="10800000" flipH="1">
            <a:off x="4661724" y="3523327"/>
            <a:ext cx="471825" cy="249304"/>
          </a:xfrm>
          <a:prstGeom prst="rightArrow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FD17AAD-2C91-F90F-39CD-C7C2202EA7C5}"/>
              </a:ext>
            </a:extLst>
          </p:cNvPr>
          <p:cNvSpPr txBox="1"/>
          <p:nvPr/>
        </p:nvSpPr>
        <p:spPr>
          <a:xfrm>
            <a:off x="-144379" y="4415977"/>
            <a:ext cx="706584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There is no box with each arrow pointing outward</a:t>
            </a:r>
          </a:p>
          <a:p>
            <a:pPr algn="ctr"/>
            <a:endParaRPr lang="en-US" sz="2400" dirty="0"/>
          </a:p>
          <a:p>
            <a:pPr algn="ctr"/>
            <a:r>
              <a:rPr lang="en-US" sz="2400" dirty="0"/>
              <a:t>We have saddle points, not minimums</a:t>
            </a:r>
          </a:p>
        </p:txBody>
      </p:sp>
    </p:spTree>
    <p:extLst>
      <p:ext uri="{BB962C8B-B14F-4D97-AF65-F5344CB8AC3E}">
        <p14:creationId xmlns:p14="http://schemas.microsoft.com/office/powerpoint/2010/main" val="70477784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B09D47-3214-B33A-294E-58CF2D2D63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317C558-BAE7-C399-5CF9-21E27CF85597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F94D0AC-A0FB-3899-B41F-9100F8494A52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C231EC9-9889-3651-1904-D241A1A9FAE8}"/>
                  </a:ext>
                </a:extLst>
              </p:cNvPr>
              <p:cNvSpPr txBox="1"/>
              <p:nvPr/>
            </p:nvSpPr>
            <p:spPr>
              <a:xfrm>
                <a:off x="170519" y="1807313"/>
                <a:ext cx="10951571" cy="39515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Fictitious play can involve either alternating turns (AFP) or simultaneous turns (SFP). SFP has been more extensively studied, but global convergence in non-degenerate ordinal games has only been proven for AFP</a:t>
                </a:r>
              </a:p>
              <a:p>
                <a:endParaRPr lang="en-US" sz="2400" dirty="0"/>
              </a:p>
              <a:p>
                <a:pPr>
                  <a:spcAft>
                    <a:spcPts val="1200"/>
                  </a:spcAft>
                </a:pPr>
                <a:r>
                  <a:rPr lang="en-US" sz="2400" dirty="0"/>
                  <a:t>Global convergence of SFP has been proven for weighted potential games, where there exist constants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400" dirty="0"/>
                  <a:t> such that:</a:t>
                </a:r>
              </a:p>
              <a:p>
                <a:pPr>
                  <a:spcBef>
                    <a:spcPts val="600"/>
                  </a:spcBef>
                  <a:spcAft>
                    <a:spcPts val="12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l-GR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Π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l-GR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Π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𝑘𝑗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2400" dirty="0"/>
              </a:p>
              <a:p>
                <a:pPr>
                  <a:spcBef>
                    <a:spcPts val="600"/>
                  </a:spcBef>
                  <a:spcAft>
                    <a:spcPts val="12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l-GR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Π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l-GR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Π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𝑘𝑗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𝑗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2400" dirty="0"/>
              </a:p>
              <a:p>
                <a:endParaRPr lang="en-US" sz="24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C231EC9-9889-3651-1904-D241A1A9FA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519" y="1807313"/>
                <a:ext cx="10951571" cy="3951595"/>
              </a:xfrm>
              <a:prstGeom prst="rect">
                <a:avLst/>
              </a:prstGeom>
              <a:blipFill>
                <a:blip r:embed="rId3"/>
                <a:stretch>
                  <a:fillRect l="-891" t="-12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FD86CE88-29DD-7378-09E1-D30DB46F890C}"/>
              </a:ext>
            </a:extLst>
          </p:cNvPr>
          <p:cNvSpPr txBox="1"/>
          <p:nvPr/>
        </p:nvSpPr>
        <p:spPr>
          <a:xfrm>
            <a:off x="1356217" y="145915"/>
            <a:ext cx="93302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Fictitious Play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084D721-12F6-5915-2A56-3BBEF1EA4F89}"/>
              </a:ext>
            </a:extLst>
          </p:cNvPr>
          <p:cNvSpPr txBox="1"/>
          <p:nvPr/>
        </p:nvSpPr>
        <p:spPr>
          <a:xfrm>
            <a:off x="1430862" y="732503"/>
            <a:ext cx="933027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AFP vs SFP</a:t>
            </a:r>
          </a:p>
        </p:txBody>
      </p:sp>
    </p:spTree>
    <p:extLst>
      <p:ext uri="{BB962C8B-B14F-4D97-AF65-F5344CB8AC3E}">
        <p14:creationId xmlns:p14="http://schemas.microsoft.com/office/powerpoint/2010/main" val="404450270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37D916-266B-885B-A56A-3EB37224D5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7DACBB3-7960-B10C-585D-65D831A8BD9F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993DAB5-2A1D-18CB-162F-EF776A7D00BE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683289-F3DA-730F-BE93-6D1E94A2D0F3}"/>
              </a:ext>
            </a:extLst>
          </p:cNvPr>
          <p:cNvSpPr txBox="1"/>
          <p:nvPr/>
        </p:nvSpPr>
        <p:spPr>
          <a:xfrm>
            <a:off x="1532789" y="342307"/>
            <a:ext cx="93302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Degenerate Games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AF83DA6-A702-619F-2458-7EF5409F9D65}"/>
                  </a:ext>
                </a:extLst>
              </p:cNvPr>
              <p:cNvSpPr txBox="1"/>
              <p:nvPr/>
            </p:nvSpPr>
            <p:spPr>
              <a:xfrm>
                <a:off x="170519" y="1807313"/>
                <a:ext cx="10951571" cy="49664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A game will now called degenerate if at least one of the two properties hold:</a:t>
                </a:r>
              </a:p>
              <a:p>
                <a:endParaRPr lang="en-US" sz="24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Multiple Player 1 strategies provide the same payoff for a given Player 2 pure strategy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sz="24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Multiple Player 2 strategies provide the same payoff for a given Player 1 pure strategy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sz="2400" dirty="0"/>
              </a:p>
              <a:p>
                <a:r>
                  <a:rPr lang="en-US" sz="2400" dirty="0"/>
                  <a:t>Mathematically speaking, this is equivalent to:</a:t>
                </a:r>
              </a:p>
              <a:p>
                <a:endParaRPr lang="en-US" sz="24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There exist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400" dirty="0"/>
                  <a:t> such that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l-GR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Π</m:t>
                            </m:r>
                          </m:e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Π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endParaRPr lang="en-US" sz="24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sz="240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There exist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2400" dirty="0"/>
                  <a:t> such that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Π</m:t>
                            </m:r>
                          </m:e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Π</m:t>
                            </m:r>
                          </m:e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𝑖𝑘</m:t>
                        </m:r>
                      </m:sub>
                    </m:sSub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AF83DA6-A702-619F-2458-7EF5409F9D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519" y="1807313"/>
                <a:ext cx="10951571" cy="4966488"/>
              </a:xfrm>
              <a:prstGeom prst="rect">
                <a:avLst/>
              </a:prstGeom>
              <a:blipFill>
                <a:blip r:embed="rId3"/>
                <a:stretch>
                  <a:fillRect l="-891" t="-982" b="-14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A42C04C6-4436-DB06-7F5F-8E2BF915BD04}"/>
              </a:ext>
            </a:extLst>
          </p:cNvPr>
          <p:cNvSpPr txBox="1"/>
          <p:nvPr/>
        </p:nvSpPr>
        <p:spPr>
          <a:xfrm>
            <a:off x="8060636" y="5495629"/>
            <a:ext cx="3960846" cy="1200329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Non-degenerate games ensure the ordering stored in the ordinal potential is strict</a:t>
            </a:r>
          </a:p>
        </p:txBody>
      </p:sp>
    </p:spTree>
    <p:extLst>
      <p:ext uri="{BB962C8B-B14F-4D97-AF65-F5344CB8AC3E}">
        <p14:creationId xmlns:p14="http://schemas.microsoft.com/office/powerpoint/2010/main" val="363057502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3E0ED4-B274-8267-B121-80505C81A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2C8008E2-0869-095C-1F65-8385DE2503C6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FE0C42B-F89D-C44D-063E-971AC6C0AAC7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7A92537-389C-363C-390F-5289CDF08CF7}"/>
                  </a:ext>
                </a:extLst>
              </p:cNvPr>
              <p:cNvSpPr txBox="1"/>
              <p:nvPr/>
            </p:nvSpPr>
            <p:spPr>
              <a:xfrm>
                <a:off x="-196218" y="5354084"/>
                <a:ext cx="8236975" cy="11298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p>
                      </m:sSub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p>
                        <m:e>
                          <m:sSubSup>
                            <m:sSub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p>
                          </m:sSubSup>
                        </m:e>
                      </m:nary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+1</m:t>
                          </m:r>
                        </m:den>
                      </m:f>
                      <m:sSubSup>
                        <m:sSub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p>
                      </m:sSub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+1</m:t>
                          </m:r>
                        </m:den>
                      </m:f>
                      <m:sSubSup>
                        <m:sSub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p>
                      </m:sSubSup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      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=1,2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7A92537-389C-363C-390F-5289CDF08C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96218" y="5354084"/>
                <a:ext cx="8236975" cy="112986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A8BDF3AD-10E2-8B32-2991-E9F6DBEAE74F}"/>
              </a:ext>
            </a:extLst>
          </p:cNvPr>
          <p:cNvSpPr txBox="1"/>
          <p:nvPr/>
        </p:nvSpPr>
        <p:spPr>
          <a:xfrm>
            <a:off x="1356217" y="145915"/>
            <a:ext cx="93302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Fictitious Play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BFBF55-3309-9692-CE96-0A1330D87BBD}"/>
              </a:ext>
            </a:extLst>
          </p:cNvPr>
          <p:cNvSpPr txBox="1"/>
          <p:nvPr/>
        </p:nvSpPr>
        <p:spPr>
          <a:xfrm>
            <a:off x="1430862" y="732503"/>
            <a:ext cx="933027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AFP Iterations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C4B12BA-3568-7E5C-1B96-A63B4339C943}"/>
                  </a:ext>
                </a:extLst>
              </p:cNvPr>
              <p:cNvSpPr txBox="1"/>
              <p:nvPr/>
            </p:nvSpPr>
            <p:spPr>
              <a:xfrm>
                <a:off x="-2944" y="1677500"/>
                <a:ext cx="10764081" cy="36765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 We initialize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2400" dirty="0"/>
                  <a:t> and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2400" dirty="0"/>
                  <a:t> (could use pure strategies or uniform distribution)</a:t>
                </a:r>
              </a:p>
              <a:p>
                <a:endParaRPr lang="en-US" sz="2400" dirty="0"/>
              </a:p>
              <a:p>
                <a:r>
                  <a:rPr lang="en-US" sz="2400" dirty="0"/>
                  <a:t>At each iteration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400" dirty="0"/>
                  <a:t>, we determine:</a:t>
                </a:r>
              </a:p>
              <a:p>
                <a:pPr marL="342900" indent="-342900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</m:oMath>
                </a14:m>
                <a:r>
                  <a:rPr lang="en-US" sz="2400" dirty="0"/>
                  <a:t>, a pure strategy best response to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2400" dirty="0"/>
                  <a:t>    </a:t>
                </a:r>
              </a:p>
              <a:p>
                <a:pPr marL="800100" lvl="1" indent="-342900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  <m:r>
                      <a:rPr lang="en-US" sz="240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</a:rPr>
                          <m:t>arg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 </m:t>
                        </m:r>
                        <m:limLow>
                          <m:limLow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2400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en-US" sz="240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p>
                              <m:sSup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Π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sSubSup>
                          <m:sSub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func>
                  </m:oMath>
                </a14:m>
                <a:endParaRPr lang="en-US" sz="2400" dirty="0"/>
              </a:p>
              <a:p>
                <a:pPr marL="342900" indent="-342900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2400" dirty="0"/>
                  <a:t>, a pure strategy best response to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bSup>
                  </m:oMath>
                </a14:m>
                <a:endParaRPr lang="en-US" sz="2400" dirty="0"/>
              </a:p>
              <a:p>
                <a:pPr marL="800100" lvl="1" indent="-342900">
                  <a:spcAft>
                    <a:spcPts val="600"/>
                  </a:spcAft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US" sz="240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</a:rPr>
                          <m:t>arg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 </m:t>
                        </m:r>
                        <m:limLow>
                          <m:limLow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2400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bSup>
                              <m:sSubSup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b>
                              <m:sup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p>
                            </m:sSub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l-G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Π</m:t>
                            </m:r>
                          </m:e>
                          <m:sup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sSup>
                          <m:sSup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func>
                  </m:oMath>
                </a14:m>
                <a:endParaRPr lang="en-US" sz="2400" dirty="0"/>
              </a:p>
              <a:p>
                <a:r>
                  <a:rPr lang="en-US" sz="2400" dirty="0"/>
                  <a:t>We then update each probability vector using the new pure strategy: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C4B12BA-3568-7E5C-1B96-A63B4339C9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944" y="1677500"/>
                <a:ext cx="10764081" cy="3676584"/>
              </a:xfrm>
              <a:prstGeom prst="rect">
                <a:avLst/>
              </a:prstGeom>
              <a:blipFill>
                <a:blip r:embed="rId4"/>
                <a:stretch>
                  <a:fillRect l="-907" t="-1161" b="-21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3329284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E36FAC-3A51-1B82-28D7-637BC017D8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CA8F0B0-4837-1615-2E92-1B661B43C458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08B656F-A729-E42C-8193-0A7953992358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17D690B-F183-DDEB-F5EF-418CDEE466EE}"/>
              </a:ext>
            </a:extLst>
          </p:cNvPr>
          <p:cNvSpPr txBox="1"/>
          <p:nvPr/>
        </p:nvSpPr>
        <p:spPr>
          <a:xfrm>
            <a:off x="1430862" y="354928"/>
            <a:ext cx="93302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Convergence of Fictitious Play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ACA5464-875D-EB0B-E683-6A5C1F52DD22}"/>
                  </a:ext>
                </a:extLst>
              </p:cNvPr>
              <p:cNvSpPr txBox="1"/>
              <p:nvPr/>
            </p:nvSpPr>
            <p:spPr>
              <a:xfrm>
                <a:off x="369302" y="2688827"/>
                <a:ext cx="10951571" cy="1384995"/>
              </a:xfrm>
              <a:prstGeom prst="rect">
                <a:avLst/>
              </a:prstGeom>
              <a:noFill/>
              <a:ln w="28575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800" b="1" dirty="0"/>
                  <a:t>Theorem (Berger, 2005)</a:t>
                </a:r>
              </a:p>
              <a:p>
                <a:r>
                  <a:rPr lang="en-US" sz="2800" b="1" dirty="0"/>
                  <a:t> </a:t>
                </a:r>
                <a:r>
                  <a:rPr lang="en-US" sz="2800" dirty="0"/>
                  <a:t>Let</a:t>
                </a:r>
                <a14:m>
                  <m:oMath xmlns:m="http://schemas.openxmlformats.org/officeDocument/2006/math">
                    <m:r>
                      <a:rPr lang="en-US" sz="28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800" i="1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8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 dirty="0"/>
                  <a:t> correspond to a nondegenerate ordinal potential game. Then every AFP process converges to a pure Nash equilibrium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ACA5464-875D-EB0B-E683-6A5C1F52DD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302" y="2688827"/>
                <a:ext cx="10951571" cy="1384995"/>
              </a:xfrm>
              <a:prstGeom prst="rect">
                <a:avLst/>
              </a:prstGeom>
              <a:blipFill>
                <a:blip r:embed="rId3"/>
                <a:stretch>
                  <a:fillRect l="-1055" t="-3448" b="-9914"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2741BAA6-4A99-6CBC-B918-CA1F97C4DB4A}"/>
              </a:ext>
            </a:extLst>
          </p:cNvPr>
          <p:cNvSpPr txBox="1"/>
          <p:nvPr/>
        </p:nvSpPr>
        <p:spPr>
          <a:xfrm>
            <a:off x="488199" y="4191729"/>
            <a:ext cx="43853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Proof on Latex Notes</a:t>
            </a:r>
          </a:p>
        </p:txBody>
      </p:sp>
    </p:spTree>
    <p:extLst>
      <p:ext uri="{BB962C8B-B14F-4D97-AF65-F5344CB8AC3E}">
        <p14:creationId xmlns:p14="http://schemas.microsoft.com/office/powerpoint/2010/main" val="140607307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B9F092-C6F9-D881-6354-9BD6EF823F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E6F89225-CA9A-10E0-CBC5-7339A2E61478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3F4744A-E811-E3CE-4BAC-70326501239B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D0881B4-737A-CB88-6A8A-CF2967A43A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5942059"/>
              </p:ext>
            </p:extLst>
          </p:nvPr>
        </p:nvGraphicFramePr>
        <p:xfrm>
          <a:off x="1003242" y="3886200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411F5C11-4B19-39BA-1F09-616536D5D646}"/>
              </a:ext>
            </a:extLst>
          </p:cNvPr>
          <p:cNvSpPr txBox="1"/>
          <p:nvPr/>
        </p:nvSpPr>
        <p:spPr>
          <a:xfrm>
            <a:off x="8365516" y="2819927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53633A6-9293-ED7A-44DA-4A958C6F7249}"/>
              </a:ext>
            </a:extLst>
          </p:cNvPr>
          <p:cNvSpPr txBox="1"/>
          <p:nvPr/>
        </p:nvSpPr>
        <p:spPr>
          <a:xfrm rot="16200000">
            <a:off x="-655727" y="4406836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08514E3-C825-023B-C76A-CCDEC10D7338}"/>
              </a:ext>
            </a:extLst>
          </p:cNvPr>
          <p:cNvSpPr txBox="1"/>
          <p:nvPr/>
        </p:nvSpPr>
        <p:spPr>
          <a:xfrm>
            <a:off x="538790" y="391413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A6460DD-675E-0F6E-D4A5-7ECA621406F7}"/>
              </a:ext>
            </a:extLst>
          </p:cNvPr>
          <p:cNvSpPr txBox="1"/>
          <p:nvPr/>
        </p:nvSpPr>
        <p:spPr>
          <a:xfrm>
            <a:off x="538790" y="4508846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D6DD23A-297A-E7D4-6C7D-7785AC45E6CA}"/>
              </a:ext>
            </a:extLst>
          </p:cNvPr>
          <p:cNvSpPr txBox="1"/>
          <p:nvPr/>
        </p:nvSpPr>
        <p:spPr>
          <a:xfrm>
            <a:off x="538790" y="5142837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291807D-0D2C-301B-0568-DC2611B0D18D}"/>
              </a:ext>
            </a:extLst>
          </p:cNvPr>
          <p:cNvSpPr txBox="1"/>
          <p:nvPr/>
        </p:nvSpPr>
        <p:spPr>
          <a:xfrm>
            <a:off x="1543812" y="3335050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CB43E43-AAFF-BB80-8E37-0F24F19AFE10}"/>
              </a:ext>
            </a:extLst>
          </p:cNvPr>
          <p:cNvSpPr txBox="1"/>
          <p:nvPr/>
        </p:nvSpPr>
        <p:spPr>
          <a:xfrm>
            <a:off x="3152373" y="3329357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A67B0B4-27D8-600D-5B18-B3DB1E319A17}"/>
              </a:ext>
            </a:extLst>
          </p:cNvPr>
          <p:cNvSpPr txBox="1"/>
          <p:nvPr/>
        </p:nvSpPr>
        <p:spPr>
          <a:xfrm>
            <a:off x="4549013" y="3329357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F529BEE-85B7-9305-315D-517B236298F7}"/>
              </a:ext>
            </a:extLst>
          </p:cNvPr>
          <p:cNvSpPr txBox="1"/>
          <p:nvPr/>
        </p:nvSpPr>
        <p:spPr>
          <a:xfrm>
            <a:off x="942633" y="6166844"/>
            <a:ext cx="96760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*No strategies can be eliminated by strict dominance of pure strategies</a:t>
            </a:r>
          </a:p>
        </p:txBody>
      </p:sp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10296F28-D7C8-F039-9557-F9CE604155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6913042"/>
              </p:ext>
            </p:extLst>
          </p:nvPr>
        </p:nvGraphicFramePr>
        <p:xfrm>
          <a:off x="6874558" y="3886200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135FAE71-208B-47A0-9311-4EFF36C6B9D8}"/>
              </a:ext>
            </a:extLst>
          </p:cNvPr>
          <p:cNvSpPr txBox="1"/>
          <p:nvPr/>
        </p:nvSpPr>
        <p:spPr>
          <a:xfrm>
            <a:off x="6379678" y="391413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9F2A2A5-5E69-2F5B-AC90-7991C435723C}"/>
              </a:ext>
            </a:extLst>
          </p:cNvPr>
          <p:cNvSpPr txBox="1"/>
          <p:nvPr/>
        </p:nvSpPr>
        <p:spPr>
          <a:xfrm>
            <a:off x="6379678" y="4508846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FE4BE1D-2103-8448-1223-14E7EDBBAFA4}"/>
              </a:ext>
            </a:extLst>
          </p:cNvPr>
          <p:cNvSpPr txBox="1"/>
          <p:nvPr/>
        </p:nvSpPr>
        <p:spPr>
          <a:xfrm>
            <a:off x="6379678" y="5142837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F2AC2AB-D437-6424-A1FB-7B3F5D67B90B}"/>
              </a:ext>
            </a:extLst>
          </p:cNvPr>
          <p:cNvSpPr txBox="1"/>
          <p:nvPr/>
        </p:nvSpPr>
        <p:spPr>
          <a:xfrm>
            <a:off x="7437234" y="3346585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D71A7AF-5039-E6A3-4B62-A1D498C77EB2}"/>
              </a:ext>
            </a:extLst>
          </p:cNvPr>
          <p:cNvSpPr txBox="1"/>
          <p:nvPr/>
        </p:nvSpPr>
        <p:spPr>
          <a:xfrm>
            <a:off x="9045795" y="334089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44CEDD8-2994-D939-AAE7-AE64F7667565}"/>
              </a:ext>
            </a:extLst>
          </p:cNvPr>
          <p:cNvSpPr txBox="1"/>
          <p:nvPr/>
        </p:nvSpPr>
        <p:spPr>
          <a:xfrm>
            <a:off x="10442435" y="334089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0A2AF2C-0C47-DEC3-7179-0873769610C8}"/>
              </a:ext>
            </a:extLst>
          </p:cNvPr>
          <p:cNvSpPr txBox="1"/>
          <p:nvPr/>
        </p:nvSpPr>
        <p:spPr>
          <a:xfrm>
            <a:off x="2468633" y="2819927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4A6321A-1F2E-5AD2-68B7-4713EDDDBC39}"/>
              </a:ext>
            </a:extLst>
          </p:cNvPr>
          <p:cNvSpPr txBox="1"/>
          <p:nvPr/>
        </p:nvSpPr>
        <p:spPr>
          <a:xfrm rot="16200000">
            <a:off x="5213463" y="4399074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73F73A5-6D9F-F9A7-A2D7-2C9843590285}"/>
              </a:ext>
            </a:extLst>
          </p:cNvPr>
          <p:cNvSpPr txBox="1"/>
          <p:nvPr/>
        </p:nvSpPr>
        <p:spPr>
          <a:xfrm>
            <a:off x="1144413" y="1896805"/>
            <a:ext cx="421263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 Payoff Matrix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5A1FE12-DE48-30B4-A05F-451359B76A0A}"/>
              </a:ext>
            </a:extLst>
          </p:cNvPr>
          <p:cNvSpPr txBox="1"/>
          <p:nvPr/>
        </p:nvSpPr>
        <p:spPr>
          <a:xfrm>
            <a:off x="7082617" y="1896804"/>
            <a:ext cx="441426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 Payoff Matrix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21D0582-078B-AAC2-3041-B3B72C7F45D5}"/>
              </a:ext>
            </a:extLst>
          </p:cNvPr>
          <p:cNvSpPr txBox="1"/>
          <p:nvPr/>
        </p:nvSpPr>
        <p:spPr>
          <a:xfrm>
            <a:off x="2160576" y="141567"/>
            <a:ext cx="814014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Lemke Howson with Negative Expectation</a:t>
            </a:r>
          </a:p>
        </p:txBody>
      </p:sp>
    </p:spTree>
    <p:extLst>
      <p:ext uri="{BB962C8B-B14F-4D97-AF65-F5344CB8AC3E}">
        <p14:creationId xmlns:p14="http://schemas.microsoft.com/office/powerpoint/2010/main" val="42717548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6EC597-328F-1EB2-3ACE-882E936A8A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F9D5791-BAFF-5FEC-69FC-3591E36A598F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E59B908-7572-D9D0-A6A8-F3105E728596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E029904-A099-0C52-E9AD-588DA99B5355}"/>
                  </a:ext>
                </a:extLst>
              </p:cNvPr>
              <p:cNvSpPr txBox="1"/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bg1"/>
                    </a:solidFill>
                  </a:rPr>
                  <a:t>Lemke-Howson Algorithm with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payoff matrices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E029904-A099-0C52-E9AD-588DA99B53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blipFill>
                <a:blip r:embed="rId3"/>
                <a:stretch>
                  <a:fillRect t="-8257" b="-18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D66F4D8A-0643-2E7E-0533-B667808E1CB9}"/>
              </a:ext>
            </a:extLst>
          </p:cNvPr>
          <p:cNvSpPr txBox="1"/>
          <p:nvPr/>
        </p:nvSpPr>
        <p:spPr>
          <a:xfrm>
            <a:off x="8365516" y="2819927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</a:t>
            </a:r>
          </a:p>
        </p:txBody>
      </p:sp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07ACBB85-838A-561B-95F8-E24BDD4501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40408854"/>
              </p:ext>
            </p:extLst>
          </p:nvPr>
        </p:nvGraphicFramePr>
        <p:xfrm>
          <a:off x="6874558" y="3886200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76732884-BCAA-3D66-47B1-66323D22B7D4}"/>
              </a:ext>
            </a:extLst>
          </p:cNvPr>
          <p:cNvSpPr txBox="1"/>
          <p:nvPr/>
        </p:nvSpPr>
        <p:spPr>
          <a:xfrm>
            <a:off x="6379678" y="391413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7AD318D-0F5F-EF88-0305-488646CE21E8}"/>
              </a:ext>
            </a:extLst>
          </p:cNvPr>
          <p:cNvSpPr txBox="1"/>
          <p:nvPr/>
        </p:nvSpPr>
        <p:spPr>
          <a:xfrm>
            <a:off x="6379678" y="4508846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B2465BE-C438-B66D-18E7-AF6D606DCEFE}"/>
              </a:ext>
            </a:extLst>
          </p:cNvPr>
          <p:cNvSpPr txBox="1"/>
          <p:nvPr/>
        </p:nvSpPr>
        <p:spPr>
          <a:xfrm>
            <a:off x="6379678" y="5142837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2B3604D-2453-7FAA-78A0-3108B7F6368F}"/>
              </a:ext>
            </a:extLst>
          </p:cNvPr>
          <p:cNvSpPr txBox="1"/>
          <p:nvPr/>
        </p:nvSpPr>
        <p:spPr>
          <a:xfrm>
            <a:off x="7437234" y="3346585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B98C57D-0702-F5DC-79E6-C90AD7C587AE}"/>
              </a:ext>
            </a:extLst>
          </p:cNvPr>
          <p:cNvSpPr txBox="1"/>
          <p:nvPr/>
        </p:nvSpPr>
        <p:spPr>
          <a:xfrm>
            <a:off x="9045795" y="334089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A2CDE72-A4CD-7FC9-CCB7-AFBBB1D9B4E2}"/>
              </a:ext>
            </a:extLst>
          </p:cNvPr>
          <p:cNvSpPr txBox="1"/>
          <p:nvPr/>
        </p:nvSpPr>
        <p:spPr>
          <a:xfrm>
            <a:off x="10442435" y="334089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E536F72-B7DB-1C0E-D07F-C57031F65778}"/>
              </a:ext>
            </a:extLst>
          </p:cNvPr>
          <p:cNvSpPr txBox="1"/>
          <p:nvPr/>
        </p:nvSpPr>
        <p:spPr>
          <a:xfrm rot="16200000">
            <a:off x="5213463" y="4399074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7679DC2-C3F7-BE61-896D-3E49AC85D2CC}"/>
              </a:ext>
            </a:extLst>
          </p:cNvPr>
          <p:cNvSpPr txBox="1"/>
          <p:nvPr/>
        </p:nvSpPr>
        <p:spPr>
          <a:xfrm>
            <a:off x="7082617" y="1896804"/>
            <a:ext cx="441426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 Payoff Matrix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97A502B-F13C-AA5C-A85B-2CC1AE55037D}"/>
                  </a:ext>
                </a:extLst>
              </p:cNvPr>
              <p:cNvSpPr txBox="1"/>
              <p:nvPr/>
            </p:nvSpPr>
            <p:spPr>
              <a:xfrm>
                <a:off x="0" y="1896804"/>
                <a:ext cx="6609522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ℝ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l-GR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l-GR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Π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  <m:r>
                        <a:rPr lang="en-US" sz="28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97A502B-F13C-AA5C-A85B-2CC1AE5503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1896804"/>
                <a:ext cx="6609522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FF0EFE8-A0E7-3597-4A5D-5162A01EAD3B}"/>
                  </a:ext>
                </a:extLst>
              </p:cNvPr>
              <p:cNvSpPr txBox="1"/>
              <p:nvPr/>
            </p:nvSpPr>
            <p:spPr>
              <a:xfrm>
                <a:off x="-255793" y="2533161"/>
                <a:ext cx="3277289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800" dirty="0"/>
                  <a:t>Let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FF0EFE8-A0E7-3597-4A5D-5162A01EAD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55793" y="2533161"/>
                <a:ext cx="3277289" cy="523220"/>
              </a:xfrm>
              <a:prstGeom prst="rect">
                <a:avLst/>
              </a:prstGeom>
              <a:blipFill>
                <a:blip r:embed="rId5"/>
                <a:stretch>
                  <a:fillRect t="-12941" b="-329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AB99846-62E2-18EC-ACE4-D53093F0C677}"/>
                  </a:ext>
                </a:extLst>
              </p:cNvPr>
              <p:cNvSpPr txBox="1"/>
              <p:nvPr/>
            </p:nvSpPr>
            <p:spPr>
              <a:xfrm>
                <a:off x="-255794" y="3071355"/>
                <a:ext cx="5275008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sz="2400" dirty="0"/>
                  <a:t> is the polytope bounded by: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AB99846-62E2-18EC-ACE4-D53093F0C6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55794" y="3071355"/>
                <a:ext cx="5275008" cy="461665"/>
              </a:xfrm>
              <a:prstGeom prst="rect">
                <a:avLst/>
              </a:prstGeom>
              <a:blipFill>
                <a:blip r:embed="rId6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B076584-BCDA-F817-A927-3059B4781AEC}"/>
                  </a:ext>
                </a:extLst>
              </p:cNvPr>
              <p:cNvSpPr txBox="1"/>
              <p:nvPr/>
            </p:nvSpPr>
            <p:spPr>
              <a:xfrm>
                <a:off x="847942" y="3609549"/>
                <a:ext cx="2927083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B076584-BCDA-F817-A927-3059B4781A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7942" y="3609549"/>
                <a:ext cx="2927083" cy="43088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C7058D0-831B-F8DE-591C-006B6E0403BC}"/>
                  </a:ext>
                </a:extLst>
              </p:cNvPr>
              <p:cNvSpPr txBox="1"/>
              <p:nvPr/>
            </p:nvSpPr>
            <p:spPr>
              <a:xfrm>
                <a:off x="1105160" y="4116965"/>
                <a:ext cx="2848537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C7058D0-831B-F8DE-591C-006B6E0403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5160" y="4116965"/>
                <a:ext cx="2848537" cy="43088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E8822C5-84D4-394A-6A17-D8632F9C1FA3}"/>
                  </a:ext>
                </a:extLst>
              </p:cNvPr>
              <p:cNvSpPr txBox="1"/>
              <p:nvPr/>
            </p:nvSpPr>
            <p:spPr>
              <a:xfrm>
                <a:off x="1026613" y="4620480"/>
                <a:ext cx="265938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E8822C5-84D4-394A-6A17-D8632F9C1F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6613" y="4620480"/>
                <a:ext cx="2659382" cy="43088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2972B08-932F-7655-B075-49A80CE20F3D}"/>
                  </a:ext>
                </a:extLst>
              </p:cNvPr>
              <p:cNvSpPr txBox="1"/>
              <p:nvPr/>
            </p:nvSpPr>
            <p:spPr>
              <a:xfrm>
                <a:off x="2664433" y="5142837"/>
                <a:ext cx="102156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2972B08-932F-7655-B075-49A80CE20F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4433" y="5142837"/>
                <a:ext cx="1021562" cy="43088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A77AA291-BA54-B6A7-0687-6048A52E454F}"/>
                  </a:ext>
                </a:extLst>
              </p:cNvPr>
              <p:cNvSpPr txBox="1"/>
              <p:nvPr/>
            </p:nvSpPr>
            <p:spPr>
              <a:xfrm>
                <a:off x="2664433" y="5631411"/>
                <a:ext cx="102643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A77AA291-BA54-B6A7-0687-6048A52E45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4433" y="5631411"/>
                <a:ext cx="1026435" cy="43088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664122B-7F1B-EC4D-D1A1-932961EB7FFD}"/>
                  </a:ext>
                </a:extLst>
              </p:cNvPr>
              <p:cNvSpPr txBox="1"/>
              <p:nvPr/>
            </p:nvSpPr>
            <p:spPr>
              <a:xfrm>
                <a:off x="2706913" y="6119985"/>
                <a:ext cx="99918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664122B-7F1B-EC4D-D1A1-932961EB7F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06913" y="6119985"/>
                <a:ext cx="999184" cy="43088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1602828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783F04-66D6-5642-1F62-1C0248FE23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5C317D41-89A8-798E-81E8-ABF9779D44F2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05A10FB-A2CD-E03F-2A74-DDFEE49179F7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DEA7FA8-57E5-8E1C-5CFF-E155E4257410}"/>
                  </a:ext>
                </a:extLst>
              </p:cNvPr>
              <p:cNvSpPr txBox="1"/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bg1"/>
                    </a:solidFill>
                  </a:rPr>
                  <a:t>Lemke-Howson Algorithm with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payoff matrices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DEA7FA8-57E5-8E1C-5CFF-E155E42574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blipFill>
                <a:blip r:embed="rId3"/>
                <a:stretch>
                  <a:fillRect t="-8257" b="-18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7F491F1-66D3-7C73-E623-E4A0E9279E25}"/>
                  </a:ext>
                </a:extLst>
              </p:cNvPr>
              <p:cNvSpPr txBox="1"/>
              <p:nvPr/>
            </p:nvSpPr>
            <p:spPr>
              <a:xfrm>
                <a:off x="0" y="1896804"/>
                <a:ext cx="6609522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ℝ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l-GR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l-GR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Π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  <m:r>
                        <a:rPr lang="en-US" sz="28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7F491F1-66D3-7C73-E623-E4A0E9279E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1896804"/>
                <a:ext cx="6609522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5B0F618-1721-618A-D67D-E731218D826B}"/>
                  </a:ext>
                </a:extLst>
              </p:cNvPr>
              <p:cNvSpPr txBox="1"/>
              <p:nvPr/>
            </p:nvSpPr>
            <p:spPr>
              <a:xfrm>
                <a:off x="-255793" y="2533161"/>
                <a:ext cx="3277289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800" dirty="0"/>
                  <a:t>Let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5B0F618-1721-618A-D67D-E731218D82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55793" y="2533161"/>
                <a:ext cx="3277289" cy="523220"/>
              </a:xfrm>
              <a:prstGeom prst="rect">
                <a:avLst/>
              </a:prstGeom>
              <a:blipFill>
                <a:blip r:embed="rId5"/>
                <a:stretch>
                  <a:fillRect t="-12941" b="-329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EC05FD6-5FBB-46DD-F037-AE9F35E69D75}"/>
                  </a:ext>
                </a:extLst>
              </p:cNvPr>
              <p:cNvSpPr txBox="1"/>
              <p:nvPr/>
            </p:nvSpPr>
            <p:spPr>
              <a:xfrm>
                <a:off x="-255794" y="3071355"/>
                <a:ext cx="5275008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sz="2400" dirty="0"/>
                  <a:t> is the polytope bounded by: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EC05FD6-5FBB-46DD-F037-AE9F35E69D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55794" y="3071355"/>
                <a:ext cx="5275008" cy="461665"/>
              </a:xfrm>
              <a:prstGeom prst="rect">
                <a:avLst/>
              </a:prstGeom>
              <a:blipFill>
                <a:blip r:embed="rId6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AC0AF9E-E07B-6272-BC32-7F555E2ACC95}"/>
                  </a:ext>
                </a:extLst>
              </p:cNvPr>
              <p:cNvSpPr txBox="1"/>
              <p:nvPr/>
            </p:nvSpPr>
            <p:spPr>
              <a:xfrm>
                <a:off x="847942" y="3609549"/>
                <a:ext cx="2927083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AC0AF9E-E07B-6272-BC32-7F555E2ACC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7942" y="3609549"/>
                <a:ext cx="2927083" cy="43088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4AA6D20-2332-E4CF-6736-F52E6D044EA8}"/>
                  </a:ext>
                </a:extLst>
              </p:cNvPr>
              <p:cNvSpPr txBox="1"/>
              <p:nvPr/>
            </p:nvSpPr>
            <p:spPr>
              <a:xfrm>
                <a:off x="1105160" y="4116965"/>
                <a:ext cx="2848537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4AA6D20-2332-E4CF-6736-F52E6D044E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5160" y="4116965"/>
                <a:ext cx="2848537" cy="43088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3BF379A-43D9-97F7-C76C-9BE82FA80FD8}"/>
                  </a:ext>
                </a:extLst>
              </p:cNvPr>
              <p:cNvSpPr txBox="1"/>
              <p:nvPr/>
            </p:nvSpPr>
            <p:spPr>
              <a:xfrm>
                <a:off x="1026613" y="4620480"/>
                <a:ext cx="265938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3BF379A-43D9-97F7-C76C-9BE82FA80F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6613" y="4620480"/>
                <a:ext cx="2659382" cy="43088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9728FA3-2472-DBD5-0661-913234D18D93}"/>
                  </a:ext>
                </a:extLst>
              </p:cNvPr>
              <p:cNvSpPr txBox="1"/>
              <p:nvPr/>
            </p:nvSpPr>
            <p:spPr>
              <a:xfrm>
                <a:off x="2664433" y="5142837"/>
                <a:ext cx="102156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9728FA3-2472-DBD5-0661-913234D18D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4433" y="5142837"/>
                <a:ext cx="1021562" cy="43088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F425A1D-0C67-8DA1-FC88-1E58DE9A2D53}"/>
                  </a:ext>
                </a:extLst>
              </p:cNvPr>
              <p:cNvSpPr txBox="1"/>
              <p:nvPr/>
            </p:nvSpPr>
            <p:spPr>
              <a:xfrm>
                <a:off x="2664433" y="5631411"/>
                <a:ext cx="102643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F425A1D-0C67-8DA1-FC88-1E58DE9A2D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4433" y="5631411"/>
                <a:ext cx="1026435" cy="43088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FCD57F67-0B4D-B6CD-BBE8-4311D86BBCC0}"/>
                  </a:ext>
                </a:extLst>
              </p:cNvPr>
              <p:cNvSpPr txBox="1"/>
              <p:nvPr/>
            </p:nvSpPr>
            <p:spPr>
              <a:xfrm>
                <a:off x="2706913" y="6119985"/>
                <a:ext cx="99918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FCD57F67-0B4D-B6CD-BBE8-4311D86BBC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06913" y="6119985"/>
                <a:ext cx="999184" cy="43088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B8B1B70B-7B99-FBE7-FF78-888FE0EBE17D}"/>
              </a:ext>
            </a:extLst>
          </p:cNvPr>
          <p:cNvSpPr txBox="1"/>
          <p:nvPr/>
        </p:nvSpPr>
        <p:spPr>
          <a:xfrm>
            <a:off x="7901608" y="3086329"/>
            <a:ext cx="355820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hlinkClick r:id="rId13"/>
              </a:rPr>
              <a:t>Player 1 Polytope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5305730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DBF4E0-40A1-6046-B50B-C1A059C534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AB559CD-ACA1-9C45-DCB8-32F3665C2B6C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D7A108F-F968-7B29-658F-153EF503CB59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B03A547-89A8-519B-9EFF-8BCA440EA0E7}"/>
                  </a:ext>
                </a:extLst>
              </p:cNvPr>
              <p:cNvSpPr txBox="1"/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bg1"/>
                    </a:solidFill>
                  </a:rPr>
                  <a:t>Lemke-Howson Algorithm with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payoff matrices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B03A547-89A8-519B-9EFF-8BCA440EA0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blipFill>
                <a:blip r:embed="rId3"/>
                <a:stretch>
                  <a:fillRect t="-8257" b="-18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E3A9E26-EFF1-A421-979E-E55468B9E65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4175815"/>
              </p:ext>
            </p:extLst>
          </p:nvPr>
        </p:nvGraphicFramePr>
        <p:xfrm>
          <a:off x="1003242" y="3886200"/>
          <a:ext cx="4494981" cy="1880673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68809">
                  <a:extLst>
                    <a:ext uri="{9D8B030D-6E8A-4147-A177-3AD203B41FA5}">
                      <a16:colId xmlns:a16="http://schemas.microsoft.com/office/drawing/2014/main" val="2856491693"/>
                    </a:ext>
                  </a:extLst>
                </a:gridCol>
                <a:gridCol w="1568809">
                  <a:extLst>
                    <a:ext uri="{9D8B030D-6E8A-4147-A177-3AD203B41FA5}">
                      <a16:colId xmlns:a16="http://schemas.microsoft.com/office/drawing/2014/main" val="3227683620"/>
                    </a:ext>
                  </a:extLst>
                </a:gridCol>
                <a:gridCol w="1357363">
                  <a:extLst>
                    <a:ext uri="{9D8B030D-6E8A-4147-A177-3AD203B41FA5}">
                      <a16:colId xmlns:a16="http://schemas.microsoft.com/office/drawing/2014/main" val="679163889"/>
                    </a:ext>
                  </a:extLst>
                </a:gridCol>
              </a:tblGrid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908354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0083678"/>
                  </a:ext>
                </a:extLst>
              </a:tr>
              <a:tr h="626891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/>
                        <a:t>-2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46616844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27D46566-5464-E474-B4D2-32150BE28EBA}"/>
              </a:ext>
            </a:extLst>
          </p:cNvPr>
          <p:cNvSpPr txBox="1"/>
          <p:nvPr/>
        </p:nvSpPr>
        <p:spPr>
          <a:xfrm rot="16200000">
            <a:off x="-655727" y="4406836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DC1179B-C585-9B9B-F67A-A507A916DFDB}"/>
              </a:ext>
            </a:extLst>
          </p:cNvPr>
          <p:cNvSpPr txBox="1"/>
          <p:nvPr/>
        </p:nvSpPr>
        <p:spPr>
          <a:xfrm>
            <a:off x="538790" y="3914132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A757C9E-D6FC-C485-2B21-A077CE465DB5}"/>
              </a:ext>
            </a:extLst>
          </p:cNvPr>
          <p:cNvSpPr txBox="1"/>
          <p:nvPr/>
        </p:nvSpPr>
        <p:spPr>
          <a:xfrm>
            <a:off x="538790" y="4508846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AB27BC1-F914-EA1B-3663-EE55D75C1F39}"/>
              </a:ext>
            </a:extLst>
          </p:cNvPr>
          <p:cNvSpPr txBox="1"/>
          <p:nvPr/>
        </p:nvSpPr>
        <p:spPr>
          <a:xfrm>
            <a:off x="538790" y="5142837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E100A60-879D-7D4A-AB43-A40D28DA05F7}"/>
              </a:ext>
            </a:extLst>
          </p:cNvPr>
          <p:cNvSpPr txBox="1"/>
          <p:nvPr/>
        </p:nvSpPr>
        <p:spPr>
          <a:xfrm>
            <a:off x="1543812" y="3335050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A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8635768-BB1A-A09C-C899-FE4A9DA36DD7}"/>
              </a:ext>
            </a:extLst>
          </p:cNvPr>
          <p:cNvSpPr txBox="1"/>
          <p:nvPr/>
        </p:nvSpPr>
        <p:spPr>
          <a:xfrm>
            <a:off x="3152373" y="3329357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B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E209B33-1A3D-563B-0E96-1CE4A30D8564}"/>
              </a:ext>
            </a:extLst>
          </p:cNvPr>
          <p:cNvSpPr txBox="1"/>
          <p:nvPr/>
        </p:nvSpPr>
        <p:spPr>
          <a:xfrm>
            <a:off x="4549013" y="3329357"/>
            <a:ext cx="4644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C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1717646-3A2E-FB40-F163-8E379B466273}"/>
              </a:ext>
            </a:extLst>
          </p:cNvPr>
          <p:cNvSpPr txBox="1"/>
          <p:nvPr/>
        </p:nvSpPr>
        <p:spPr>
          <a:xfrm>
            <a:off x="2468633" y="2819927"/>
            <a:ext cx="18484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Player 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4A9D9F7-236B-1CB7-3443-AFE1288B03B8}"/>
              </a:ext>
            </a:extLst>
          </p:cNvPr>
          <p:cNvSpPr txBox="1"/>
          <p:nvPr/>
        </p:nvSpPr>
        <p:spPr>
          <a:xfrm>
            <a:off x="1144413" y="1896805"/>
            <a:ext cx="421263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21C0B"/>
                </a:solidFill>
              </a:rPr>
              <a:t>Player 1 Payoff Matrix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BCA368A-F1AD-E7EB-7D0F-BB43A0263C94}"/>
                  </a:ext>
                </a:extLst>
              </p:cNvPr>
              <p:cNvSpPr txBox="1"/>
              <p:nvPr/>
            </p:nvSpPr>
            <p:spPr>
              <a:xfrm>
                <a:off x="5599473" y="1923973"/>
                <a:ext cx="6609522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ℝ</m:t>
                              </m:r>
                            </m:e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p>
                          </m:s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sSup>
                        <m:sSupPr>
                          <m:ctrlPr>
                            <a:rPr lang="el-G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  <m:r>
                        <a:rPr lang="en-US" sz="28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BCA368A-F1AD-E7EB-7D0F-BB43A0263C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9473" y="1923973"/>
                <a:ext cx="6609522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9AC1850-189C-EEC2-CD02-A22CFA1F5C29}"/>
                  </a:ext>
                </a:extLst>
              </p:cNvPr>
              <p:cNvSpPr txBox="1"/>
              <p:nvPr/>
            </p:nvSpPr>
            <p:spPr>
              <a:xfrm>
                <a:off x="5343680" y="2560330"/>
                <a:ext cx="3277289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800" dirty="0"/>
                  <a:t>Let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9AC1850-189C-EEC2-CD02-A22CFA1F5C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43680" y="2560330"/>
                <a:ext cx="3277289" cy="523220"/>
              </a:xfrm>
              <a:prstGeom prst="rect">
                <a:avLst/>
              </a:prstGeom>
              <a:blipFill>
                <a:blip r:embed="rId5"/>
                <a:stretch>
                  <a:fillRect t="-10465" b="-325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50C9B26-6CC8-76C9-2B94-272E7533D958}"/>
                  </a:ext>
                </a:extLst>
              </p:cNvPr>
              <p:cNvSpPr txBox="1"/>
              <p:nvPr/>
            </p:nvSpPr>
            <p:spPr>
              <a:xfrm>
                <a:off x="5343679" y="3098524"/>
                <a:ext cx="5275008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sz="2400" dirty="0"/>
                  <a:t> is the polytope bounded by: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50C9B26-6CC8-76C9-2B94-272E7533D9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43679" y="3098524"/>
                <a:ext cx="5275008" cy="461665"/>
              </a:xfrm>
              <a:prstGeom prst="rect">
                <a:avLst/>
              </a:prstGeom>
              <a:blipFill>
                <a:blip r:embed="rId6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6CF4209-8CFA-AEFD-38B1-0767DE96077A}"/>
                  </a:ext>
                </a:extLst>
              </p:cNvPr>
              <p:cNvSpPr txBox="1"/>
              <p:nvPr/>
            </p:nvSpPr>
            <p:spPr>
              <a:xfrm>
                <a:off x="6824859" y="3627437"/>
                <a:ext cx="2927083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56CF4209-8CFA-AEFD-38B1-0767DE9607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24859" y="3627437"/>
                <a:ext cx="2927083" cy="43088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C1D21A7-8823-4B04-3C03-C1E594B8E6A1}"/>
                  </a:ext>
                </a:extLst>
              </p:cNvPr>
              <p:cNvSpPr txBox="1"/>
              <p:nvPr/>
            </p:nvSpPr>
            <p:spPr>
              <a:xfrm>
                <a:off x="6704633" y="4144134"/>
                <a:ext cx="2848537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C1D21A7-8823-4B04-3C03-C1E594B8E6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04633" y="4144134"/>
                <a:ext cx="2848537" cy="43088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00FE307-2735-516A-9CC2-D3FE750B354D}"/>
                  </a:ext>
                </a:extLst>
              </p:cNvPr>
              <p:cNvSpPr txBox="1"/>
              <p:nvPr/>
            </p:nvSpPr>
            <p:spPr>
              <a:xfrm>
                <a:off x="6626086" y="4647649"/>
                <a:ext cx="265938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00FE307-2735-516A-9CC2-D3FE750B35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26086" y="4647649"/>
                <a:ext cx="2659382" cy="43088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F26EEA8B-3227-D79A-8C65-3A3189780570}"/>
                  </a:ext>
                </a:extLst>
              </p:cNvPr>
              <p:cNvSpPr txBox="1"/>
              <p:nvPr/>
            </p:nvSpPr>
            <p:spPr>
              <a:xfrm>
                <a:off x="8263906" y="5170006"/>
                <a:ext cx="102156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F26EEA8B-3227-D79A-8C65-3A31897805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63906" y="5170006"/>
                <a:ext cx="1021562" cy="43088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D327B8D9-C6E9-6BA9-3EDD-E59C48459E95}"/>
                  </a:ext>
                </a:extLst>
              </p:cNvPr>
              <p:cNvSpPr txBox="1"/>
              <p:nvPr/>
            </p:nvSpPr>
            <p:spPr>
              <a:xfrm>
                <a:off x="8263906" y="5658580"/>
                <a:ext cx="102643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D327B8D9-C6E9-6BA9-3EDD-E59C48459E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63906" y="5658580"/>
                <a:ext cx="1026435" cy="43088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B9AB2AEF-B774-14FE-3217-243B02E11596}"/>
                  </a:ext>
                </a:extLst>
              </p:cNvPr>
              <p:cNvSpPr txBox="1"/>
              <p:nvPr/>
            </p:nvSpPr>
            <p:spPr>
              <a:xfrm>
                <a:off x="8306386" y="6147154"/>
                <a:ext cx="99918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B9AB2AEF-B774-14FE-3217-243B02E115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06386" y="6147154"/>
                <a:ext cx="999184" cy="43088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464001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7FCDC3-715A-2D78-78A9-79F6A7963F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F4238A5-AEE4-D1B6-96A0-0FBDB031CA76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8779155-0671-F077-622F-72C67A4F1329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5079319-1DA5-70E1-F91B-EFA4A2CBAEEB}"/>
                  </a:ext>
                </a:extLst>
              </p:cNvPr>
              <p:cNvSpPr txBox="1"/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bg1"/>
                    </a:solidFill>
                  </a:rPr>
                  <a:t>Lemke-Howson Algorithm with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payoff matrices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5079319-1DA5-70E1-F91B-EFA4A2CBAE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blipFill>
                <a:blip r:embed="rId3"/>
                <a:stretch>
                  <a:fillRect t="-8257" b="-18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0E43FAC-1BEC-9D4D-8424-C705B205D94A}"/>
                  </a:ext>
                </a:extLst>
              </p:cNvPr>
              <p:cNvSpPr txBox="1"/>
              <p:nvPr/>
            </p:nvSpPr>
            <p:spPr>
              <a:xfrm>
                <a:off x="5599473" y="1923973"/>
                <a:ext cx="6609522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ℝ</m:t>
                              </m:r>
                            </m:e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p>
                          </m:s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sSup>
                        <m:sSupPr>
                          <m:ctrlPr>
                            <a:rPr lang="el-G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  <m:r>
                        <a:rPr lang="en-US" sz="28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0E43FAC-1BEC-9D4D-8424-C705B205D9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9473" y="1923973"/>
                <a:ext cx="6609522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EF5C2BD-C07B-728C-BC9C-F0F0EFAC1105}"/>
                  </a:ext>
                </a:extLst>
              </p:cNvPr>
              <p:cNvSpPr txBox="1"/>
              <p:nvPr/>
            </p:nvSpPr>
            <p:spPr>
              <a:xfrm>
                <a:off x="5343680" y="2560330"/>
                <a:ext cx="3277289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800" dirty="0"/>
                  <a:t>Let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EF5C2BD-C07B-728C-BC9C-F0F0EFAC11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43680" y="2560330"/>
                <a:ext cx="3277289" cy="523220"/>
              </a:xfrm>
              <a:prstGeom prst="rect">
                <a:avLst/>
              </a:prstGeom>
              <a:blipFill>
                <a:blip r:embed="rId5"/>
                <a:stretch>
                  <a:fillRect t="-10465" b="-325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FE6F53E-3F52-0D11-F985-1BC5B87BBF44}"/>
                  </a:ext>
                </a:extLst>
              </p:cNvPr>
              <p:cNvSpPr txBox="1"/>
              <p:nvPr/>
            </p:nvSpPr>
            <p:spPr>
              <a:xfrm>
                <a:off x="5343679" y="3098524"/>
                <a:ext cx="5275008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sz="2400" dirty="0"/>
                  <a:t> is the polytope bounded by: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FE6F53E-3F52-0D11-F985-1BC5B87BBF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43679" y="3098524"/>
                <a:ext cx="5275008" cy="461665"/>
              </a:xfrm>
              <a:prstGeom prst="rect">
                <a:avLst/>
              </a:prstGeom>
              <a:blipFill>
                <a:blip r:embed="rId6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E53B75B-1FAA-3766-6BCF-2140C8E1CC14}"/>
                  </a:ext>
                </a:extLst>
              </p:cNvPr>
              <p:cNvSpPr txBox="1"/>
              <p:nvPr/>
            </p:nvSpPr>
            <p:spPr>
              <a:xfrm>
                <a:off x="6824859" y="3627437"/>
                <a:ext cx="2927083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E53B75B-1FAA-3766-6BCF-2140C8E1CC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24859" y="3627437"/>
                <a:ext cx="2927083" cy="43088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E321B816-F443-FEE0-1B2C-B93C56BE3204}"/>
                  </a:ext>
                </a:extLst>
              </p:cNvPr>
              <p:cNvSpPr txBox="1"/>
              <p:nvPr/>
            </p:nvSpPr>
            <p:spPr>
              <a:xfrm>
                <a:off x="6704633" y="4144134"/>
                <a:ext cx="2699457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E321B816-F443-FEE0-1B2C-B93C56BE32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04633" y="4144134"/>
                <a:ext cx="2699457" cy="430887"/>
              </a:xfrm>
              <a:prstGeom prst="rect">
                <a:avLst/>
              </a:prstGeom>
              <a:blipFill>
                <a:blip r:embed="rId8"/>
                <a:stretch>
                  <a:fillRect r="-6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BE47728-3F3D-FF44-7726-418124923DF9}"/>
                  </a:ext>
                </a:extLst>
              </p:cNvPr>
              <p:cNvSpPr txBox="1"/>
              <p:nvPr/>
            </p:nvSpPr>
            <p:spPr>
              <a:xfrm>
                <a:off x="6626086" y="4647649"/>
                <a:ext cx="265938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BE47728-3F3D-FF44-7726-418124923D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26086" y="4647649"/>
                <a:ext cx="2659382" cy="43088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23EE4D8D-C906-1ECF-335D-382D5A0C3831}"/>
                  </a:ext>
                </a:extLst>
              </p:cNvPr>
              <p:cNvSpPr txBox="1"/>
              <p:nvPr/>
            </p:nvSpPr>
            <p:spPr>
              <a:xfrm>
                <a:off x="8263906" y="5170006"/>
                <a:ext cx="102156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23EE4D8D-C906-1ECF-335D-382D5A0C38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63906" y="5170006"/>
                <a:ext cx="1021562" cy="43088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7E901642-D54B-6D3A-CD02-8839D52C317B}"/>
                  </a:ext>
                </a:extLst>
              </p:cNvPr>
              <p:cNvSpPr txBox="1"/>
              <p:nvPr/>
            </p:nvSpPr>
            <p:spPr>
              <a:xfrm>
                <a:off x="8263906" y="5658580"/>
                <a:ext cx="102643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7E901642-D54B-6D3A-CD02-8839D52C31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63906" y="5658580"/>
                <a:ext cx="1026435" cy="43088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6197585D-D46C-DB02-7638-2E607997F77E}"/>
                  </a:ext>
                </a:extLst>
              </p:cNvPr>
              <p:cNvSpPr txBox="1"/>
              <p:nvPr/>
            </p:nvSpPr>
            <p:spPr>
              <a:xfrm>
                <a:off x="8306386" y="6147154"/>
                <a:ext cx="99918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6197585D-D46C-DB02-7638-2E607997F7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06386" y="6147154"/>
                <a:ext cx="999184" cy="43088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E4191FBE-0C1A-6FAC-497C-C7DFE7648111}"/>
              </a:ext>
            </a:extLst>
          </p:cNvPr>
          <p:cNvSpPr txBox="1"/>
          <p:nvPr/>
        </p:nvSpPr>
        <p:spPr>
          <a:xfrm>
            <a:off x="914399" y="3298579"/>
            <a:ext cx="355820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hlinkClick r:id="rId13"/>
              </a:rPr>
              <a:t>Player 2 Polytope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94044923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9AE72C-B18E-BDBD-9F12-460A14E590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8480BBB-CF11-93AD-411C-0B74116DBED6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8E1AEC3-D342-AB19-74F3-D6E982FE1093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F18FCE9-F6BD-9193-15D1-B77B6763CEA5}"/>
                  </a:ext>
                </a:extLst>
              </p:cNvPr>
              <p:cNvSpPr txBox="1"/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bg1"/>
                    </a:solidFill>
                  </a:rPr>
                  <a:t>Lemke-Howson Algorithm with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payoff matrices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F18FCE9-F6BD-9193-15D1-B77B6763CE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blipFill>
                <a:blip r:embed="rId3"/>
                <a:stretch>
                  <a:fillRect t="-8257" b="-18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25CC9E58-638E-C1A4-32A5-24154A5933E2}"/>
              </a:ext>
            </a:extLst>
          </p:cNvPr>
          <p:cNvSpPr txBox="1"/>
          <p:nvPr/>
        </p:nvSpPr>
        <p:spPr>
          <a:xfrm>
            <a:off x="732334" y="1746282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1 Polytope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D174CA6-61BF-32F2-0C61-034C008AF497}"/>
              </a:ext>
            </a:extLst>
          </p:cNvPr>
          <p:cNvSpPr txBox="1"/>
          <p:nvPr/>
        </p:nvSpPr>
        <p:spPr>
          <a:xfrm>
            <a:off x="5519751" y="1746282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2 Polytope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A68F7E2-F41E-3150-6348-423A9A80E206}"/>
              </a:ext>
            </a:extLst>
          </p:cNvPr>
          <p:cNvSpPr txBox="1"/>
          <p:nvPr/>
        </p:nvSpPr>
        <p:spPr>
          <a:xfrm>
            <a:off x="9428504" y="2468445"/>
            <a:ext cx="2633564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Start with the pair of origin values</a:t>
            </a:r>
          </a:p>
          <a:p>
            <a:pPr algn="ctr"/>
            <a:endParaRPr lang="en-US" sz="2400" dirty="0"/>
          </a:p>
          <a:p>
            <a:pPr algn="ctr"/>
            <a:r>
              <a:rPr lang="en-US" sz="2400" dirty="0"/>
              <a:t>Note that this is not a vertex since we are not enforcing non-negativity constraints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4BFE242-83FD-4B2F-E403-617303EBD89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07613" y="2553417"/>
            <a:ext cx="3692757" cy="302134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A9342931-E168-2682-31BB-1C32C119DBD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519751" y="2400941"/>
            <a:ext cx="3908753" cy="3401830"/>
          </a:xfrm>
          <a:prstGeom prst="rect">
            <a:avLst/>
          </a:prstGeom>
        </p:spPr>
      </p:pic>
      <p:sp>
        <p:nvSpPr>
          <p:cNvPr id="21" name="Oval 20">
            <a:extLst>
              <a:ext uri="{FF2B5EF4-FFF2-40B4-BE49-F238E27FC236}">
                <a16:creationId xmlns:a16="http://schemas.microsoft.com/office/drawing/2014/main" id="{94E2651A-6C17-A558-6AF1-18B823EC7862}"/>
              </a:ext>
            </a:extLst>
          </p:cNvPr>
          <p:cNvSpPr/>
          <p:nvPr/>
        </p:nvSpPr>
        <p:spPr>
          <a:xfrm>
            <a:off x="7205870" y="4121939"/>
            <a:ext cx="109132" cy="109332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D044E562-D49F-BD8B-E46B-6DB4257CAADB}"/>
              </a:ext>
            </a:extLst>
          </p:cNvPr>
          <p:cNvSpPr/>
          <p:nvPr/>
        </p:nvSpPr>
        <p:spPr>
          <a:xfrm>
            <a:off x="2499425" y="4025348"/>
            <a:ext cx="109132" cy="109332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30B13CF-7B31-940B-BEE6-3196E191F5CE}"/>
              </a:ext>
            </a:extLst>
          </p:cNvPr>
          <p:cNvSpPr txBox="1"/>
          <p:nvPr/>
        </p:nvSpPr>
        <p:spPr>
          <a:xfrm>
            <a:off x="1159211" y="6027003"/>
            <a:ext cx="2633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Labels: </a:t>
            </a:r>
            <a:r>
              <a:rPr lang="en-US" sz="2400" b="1" dirty="0">
                <a:solidFill>
                  <a:srgbClr val="F21C0B"/>
                </a:solidFill>
              </a:rPr>
              <a:t>1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2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3</a:t>
            </a:r>
            <a:r>
              <a:rPr lang="en-US" sz="2400" dirty="0"/>
              <a:t> 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2805D29-6FA5-2C76-82E2-B023EBA22E49}"/>
              </a:ext>
            </a:extLst>
          </p:cNvPr>
          <p:cNvSpPr txBox="1"/>
          <p:nvPr/>
        </p:nvSpPr>
        <p:spPr>
          <a:xfrm>
            <a:off x="6157345" y="6027003"/>
            <a:ext cx="2633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Labels: </a:t>
            </a:r>
            <a:r>
              <a:rPr lang="en-US" sz="2400" b="1" dirty="0">
                <a:solidFill>
                  <a:srgbClr val="064EA1"/>
                </a:solidFill>
              </a:rPr>
              <a:t>A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</a:t>
            </a:r>
            <a:r>
              <a:rPr lang="en-US" sz="2400" b="1" dirty="0">
                <a:solidFill>
                  <a:srgbClr val="064EA1"/>
                </a:solidFill>
              </a:rPr>
              <a:t>B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</a:t>
            </a:r>
            <a:r>
              <a:rPr lang="en-US" sz="2400" b="1" dirty="0">
                <a:solidFill>
                  <a:srgbClr val="064EA1"/>
                </a:solidFill>
              </a:rPr>
              <a:t>C</a:t>
            </a:r>
            <a:r>
              <a:rPr lang="en-US" sz="2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0025167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793888-FA47-2239-E8BC-C3D0108258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4224CFD-C94E-28DE-273E-62A5E22FDD51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C91DF5B-26A3-D439-CF9C-F0CE4B55D134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9160319-8B00-5BD6-5DC9-E979812997E7}"/>
                  </a:ext>
                </a:extLst>
              </p:cNvPr>
              <p:cNvSpPr txBox="1"/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bg1"/>
                    </a:solidFill>
                  </a:rPr>
                  <a:t>Lemke-Howson Algorithm with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payoff matrices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9160319-8B00-5BD6-5DC9-E979812997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blipFill>
                <a:blip r:embed="rId3"/>
                <a:stretch>
                  <a:fillRect t="-8257" b="-18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2BF62A90-ABA8-9B08-B1EC-5BBB2E3DD7F2}"/>
              </a:ext>
            </a:extLst>
          </p:cNvPr>
          <p:cNvSpPr txBox="1"/>
          <p:nvPr/>
        </p:nvSpPr>
        <p:spPr>
          <a:xfrm>
            <a:off x="732334" y="1746282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1 Polytope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7B78810-184B-821F-455C-16F93749C335}"/>
              </a:ext>
            </a:extLst>
          </p:cNvPr>
          <p:cNvSpPr txBox="1"/>
          <p:nvPr/>
        </p:nvSpPr>
        <p:spPr>
          <a:xfrm>
            <a:off x="5519751" y="1746282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2 Polytope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91F58C0-6769-D323-807E-587FD9D4EF87}"/>
              </a:ext>
            </a:extLst>
          </p:cNvPr>
          <p:cNvSpPr txBox="1"/>
          <p:nvPr/>
        </p:nvSpPr>
        <p:spPr>
          <a:xfrm>
            <a:off x="9273209" y="3719181"/>
            <a:ext cx="291879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“Drop” Label </a:t>
            </a:r>
            <a:r>
              <a:rPr lang="en-US" sz="2400" b="1" dirty="0">
                <a:solidFill>
                  <a:srgbClr val="FF0000"/>
                </a:solidFill>
              </a:rPr>
              <a:t>1</a:t>
            </a:r>
            <a:r>
              <a:rPr lang="en-US" sz="2400" dirty="0"/>
              <a:t> from Player 1’s Polytope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E403972-716B-386B-E4EC-8D4C92C5FF77}"/>
              </a:ext>
            </a:extLst>
          </p:cNvPr>
          <p:cNvSpPr txBox="1"/>
          <p:nvPr/>
        </p:nvSpPr>
        <p:spPr>
          <a:xfrm>
            <a:off x="1159211" y="6027003"/>
            <a:ext cx="2633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Labels:</a:t>
            </a:r>
            <a:r>
              <a:rPr lang="en-US" sz="2400" b="1" dirty="0">
                <a:solidFill>
                  <a:srgbClr val="F21C0B"/>
                </a:solidFill>
              </a:rPr>
              <a:t> </a:t>
            </a:r>
            <a:r>
              <a:rPr lang="en-US" sz="2400" b="1" dirty="0">
                <a:solidFill>
                  <a:srgbClr val="FF0000"/>
                </a:solidFill>
              </a:rPr>
              <a:t>1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F0000"/>
                </a:solidFill>
              </a:rPr>
              <a:t> </a:t>
            </a:r>
            <a:r>
              <a:rPr lang="en-US" sz="2400" b="1" dirty="0">
                <a:solidFill>
                  <a:srgbClr val="F21C0B"/>
                </a:solidFill>
              </a:rPr>
              <a:t>2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3</a:t>
            </a:r>
            <a:r>
              <a:rPr lang="en-US" sz="2400" dirty="0"/>
              <a:t> 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990FA52-F93A-3E4D-F218-FABE7620046C}"/>
              </a:ext>
            </a:extLst>
          </p:cNvPr>
          <p:cNvSpPr txBox="1"/>
          <p:nvPr/>
        </p:nvSpPr>
        <p:spPr>
          <a:xfrm>
            <a:off x="6157345" y="6027003"/>
            <a:ext cx="2633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Labels: </a:t>
            </a:r>
            <a:r>
              <a:rPr lang="en-US" sz="2400" b="1" dirty="0">
                <a:solidFill>
                  <a:srgbClr val="064EA1"/>
                </a:solidFill>
              </a:rPr>
              <a:t>A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</a:t>
            </a:r>
            <a:r>
              <a:rPr lang="en-US" sz="2400" b="1" dirty="0">
                <a:solidFill>
                  <a:srgbClr val="064EA1"/>
                </a:solidFill>
              </a:rPr>
              <a:t>B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</a:t>
            </a:r>
            <a:r>
              <a:rPr lang="en-US" sz="2400" b="1" dirty="0">
                <a:solidFill>
                  <a:srgbClr val="064EA1"/>
                </a:solidFill>
              </a:rPr>
              <a:t>C</a:t>
            </a:r>
            <a:r>
              <a:rPr lang="en-US" sz="2400" dirty="0"/>
              <a:t>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379A238-ACB2-779A-E628-CDDC72DA8CA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07613" y="2553417"/>
            <a:ext cx="3692757" cy="302134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EA44D20-021D-5E98-22BC-1149FC2E3E4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519751" y="2400941"/>
            <a:ext cx="3908753" cy="3401830"/>
          </a:xfrm>
          <a:prstGeom prst="rect">
            <a:avLst/>
          </a:prstGeom>
        </p:spPr>
      </p:pic>
      <p:sp>
        <p:nvSpPr>
          <p:cNvPr id="5" name="Oval 4">
            <a:extLst>
              <a:ext uri="{FF2B5EF4-FFF2-40B4-BE49-F238E27FC236}">
                <a16:creationId xmlns:a16="http://schemas.microsoft.com/office/drawing/2014/main" id="{B8C56A21-666C-23F7-43DD-1BB74541B212}"/>
              </a:ext>
            </a:extLst>
          </p:cNvPr>
          <p:cNvSpPr/>
          <p:nvPr/>
        </p:nvSpPr>
        <p:spPr>
          <a:xfrm>
            <a:off x="7205870" y="4121939"/>
            <a:ext cx="109132" cy="109332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1EFBA6F7-D4F0-D45B-29C5-C2E488595403}"/>
              </a:ext>
            </a:extLst>
          </p:cNvPr>
          <p:cNvSpPr/>
          <p:nvPr/>
        </p:nvSpPr>
        <p:spPr>
          <a:xfrm>
            <a:off x="2499425" y="4025348"/>
            <a:ext cx="109132" cy="109332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401916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F4BF2C-2C87-DF4A-0150-CB1A7B90EF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028D3EBB-A16E-B2C4-9181-3DB14107C899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B080146-E6DA-317B-F8AD-B9B29B2E9883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C9EDA9C-333D-7669-7A07-B6DFDBAE69E5}"/>
                  </a:ext>
                </a:extLst>
              </p:cNvPr>
              <p:cNvSpPr txBox="1"/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bg1"/>
                    </a:solidFill>
                  </a:rPr>
                  <a:t>Lemke-Howson Algorithm with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payoff matrices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C9EDA9C-333D-7669-7A07-B6DFDBAE69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blipFill>
                <a:blip r:embed="rId3"/>
                <a:stretch>
                  <a:fillRect t="-8257" b="-18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A1958ECF-AEB6-24FF-FF04-6FDBBB019E99}"/>
              </a:ext>
            </a:extLst>
          </p:cNvPr>
          <p:cNvSpPr txBox="1"/>
          <p:nvPr/>
        </p:nvSpPr>
        <p:spPr>
          <a:xfrm>
            <a:off x="732334" y="1746282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1 Polytope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A9076C-425C-992E-7F93-4B8A6C609B18}"/>
              </a:ext>
            </a:extLst>
          </p:cNvPr>
          <p:cNvSpPr txBox="1"/>
          <p:nvPr/>
        </p:nvSpPr>
        <p:spPr>
          <a:xfrm>
            <a:off x="5519751" y="1746282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2 Polytope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65F6C42-5547-63A6-5189-0169E10D884E}"/>
              </a:ext>
            </a:extLst>
          </p:cNvPr>
          <p:cNvSpPr txBox="1"/>
          <p:nvPr/>
        </p:nvSpPr>
        <p:spPr>
          <a:xfrm>
            <a:off x="1159211" y="6027003"/>
            <a:ext cx="2633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Labels: </a:t>
            </a:r>
            <a:r>
              <a:rPr lang="en-US" sz="2400" b="1" dirty="0">
                <a:solidFill>
                  <a:srgbClr val="FF0000"/>
                </a:solidFill>
              </a:rPr>
              <a:t>1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F0000"/>
                </a:solidFill>
              </a:rPr>
              <a:t> </a:t>
            </a:r>
            <a:r>
              <a:rPr lang="en-US" sz="2400" b="1" dirty="0">
                <a:solidFill>
                  <a:srgbClr val="F21C0B"/>
                </a:solidFill>
              </a:rPr>
              <a:t>2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3</a:t>
            </a:r>
            <a:r>
              <a:rPr lang="en-US" sz="2400" dirty="0"/>
              <a:t> 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518684E-2AE4-DEA1-4836-F2B7A6133C3A}"/>
              </a:ext>
            </a:extLst>
          </p:cNvPr>
          <p:cNvSpPr txBox="1"/>
          <p:nvPr/>
        </p:nvSpPr>
        <p:spPr>
          <a:xfrm>
            <a:off x="6157345" y="6027003"/>
            <a:ext cx="2633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Labels: </a:t>
            </a:r>
            <a:r>
              <a:rPr lang="en-US" sz="2400" b="1" dirty="0">
                <a:solidFill>
                  <a:srgbClr val="FF0000"/>
                </a:solidFill>
              </a:rPr>
              <a:t>1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</a:t>
            </a:r>
            <a:r>
              <a:rPr lang="en-US" sz="2400" b="1" dirty="0">
                <a:solidFill>
                  <a:srgbClr val="064EA1"/>
                </a:solidFill>
              </a:rPr>
              <a:t>B</a:t>
            </a:r>
            <a:r>
              <a:rPr lang="en-US" sz="2400" b="1" dirty="0"/>
              <a:t>,</a:t>
            </a:r>
            <a:r>
              <a:rPr lang="en-US" sz="2400" b="1" dirty="0">
                <a:solidFill>
                  <a:srgbClr val="F21C0B"/>
                </a:solidFill>
              </a:rPr>
              <a:t> </a:t>
            </a:r>
            <a:r>
              <a:rPr lang="en-US" sz="2400" b="1" dirty="0">
                <a:solidFill>
                  <a:srgbClr val="064EA1"/>
                </a:solidFill>
              </a:rPr>
              <a:t>C</a:t>
            </a:r>
            <a:r>
              <a:rPr lang="en-US" sz="2400" dirty="0"/>
              <a:t> 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CDEADA4-CC06-7DD9-3641-DB01E43F3CF7}"/>
              </a:ext>
            </a:extLst>
          </p:cNvPr>
          <p:cNvSpPr txBox="1"/>
          <p:nvPr/>
        </p:nvSpPr>
        <p:spPr>
          <a:xfrm>
            <a:off x="9428504" y="1798957"/>
            <a:ext cx="276349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“Recover” Label </a:t>
            </a:r>
            <a:r>
              <a:rPr lang="en-US" sz="2400" b="1" dirty="0">
                <a:solidFill>
                  <a:srgbClr val="FF0000"/>
                </a:solidFill>
              </a:rPr>
              <a:t>1</a:t>
            </a:r>
            <a:r>
              <a:rPr lang="en-US" sz="2400" dirty="0"/>
              <a:t> using Player 2’s Polytope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E430CC2-5721-A9EB-9DD6-0853A92361AA}"/>
              </a:ext>
            </a:extLst>
          </p:cNvPr>
          <p:cNvSpPr txBox="1"/>
          <p:nvPr/>
        </p:nvSpPr>
        <p:spPr>
          <a:xfrm>
            <a:off x="9231556" y="3117273"/>
            <a:ext cx="315739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Find adjacent vertex with: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AD9A32C-5A13-8808-6877-50EA0ED7F982}"/>
              </a:ext>
            </a:extLst>
          </p:cNvPr>
          <p:cNvSpPr txBox="1"/>
          <p:nvPr/>
        </p:nvSpPr>
        <p:spPr>
          <a:xfrm>
            <a:off x="9334726" y="5354730"/>
            <a:ext cx="2763496" cy="830997"/>
          </a:xfrm>
          <a:prstGeom prst="rect">
            <a:avLst/>
          </a:prstGeom>
          <a:solidFill>
            <a:srgbClr val="FFFF00"/>
          </a:solidFill>
          <a:ln w="28575"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We have to make a decision</a:t>
            </a:r>
            <a:endParaRPr lang="en-US" sz="2400" dirty="0">
              <a:solidFill>
                <a:srgbClr val="064EA1"/>
              </a:solidFill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BD571BAE-2C94-C508-F9F4-289E780BDBE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317238" y="2339127"/>
            <a:ext cx="3907688" cy="3532620"/>
          </a:xfrm>
          <a:prstGeom prst="rect">
            <a:avLst/>
          </a:prstGeom>
        </p:spPr>
      </p:pic>
      <p:sp>
        <p:nvSpPr>
          <p:cNvPr id="21" name="Oval 20">
            <a:extLst>
              <a:ext uri="{FF2B5EF4-FFF2-40B4-BE49-F238E27FC236}">
                <a16:creationId xmlns:a16="http://schemas.microsoft.com/office/drawing/2014/main" id="{AB1327C7-818E-BAA0-5A9D-51449DC86C8F}"/>
              </a:ext>
            </a:extLst>
          </p:cNvPr>
          <p:cNvSpPr/>
          <p:nvPr/>
        </p:nvSpPr>
        <p:spPr>
          <a:xfrm>
            <a:off x="6950679" y="4064090"/>
            <a:ext cx="109132" cy="109332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7424322-1F85-C47D-C2B8-8D93B991A93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07613" y="2553417"/>
            <a:ext cx="3692757" cy="3021346"/>
          </a:xfrm>
          <a:prstGeom prst="rect">
            <a:avLst/>
          </a:prstGeom>
        </p:spPr>
      </p:pic>
      <p:sp>
        <p:nvSpPr>
          <p:cNvPr id="14" name="Oval 13">
            <a:extLst>
              <a:ext uri="{FF2B5EF4-FFF2-40B4-BE49-F238E27FC236}">
                <a16:creationId xmlns:a16="http://schemas.microsoft.com/office/drawing/2014/main" id="{869CF263-044B-E8B8-79A5-9AB5D8954DA9}"/>
              </a:ext>
            </a:extLst>
          </p:cNvPr>
          <p:cNvSpPr/>
          <p:nvPr/>
        </p:nvSpPr>
        <p:spPr>
          <a:xfrm>
            <a:off x="2499425" y="4025348"/>
            <a:ext cx="109132" cy="109332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F71F329-1459-E77B-0EB7-8148A9002B1C}"/>
                  </a:ext>
                </a:extLst>
              </p:cNvPr>
              <p:cNvSpPr txBox="1"/>
              <p:nvPr/>
            </p:nvSpPr>
            <p:spPr>
              <a:xfrm>
                <a:off x="9293008" y="3919236"/>
                <a:ext cx="2846933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F71F329-1459-E77B-0EB7-8148A9002B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93008" y="3919236"/>
                <a:ext cx="2846933" cy="43088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BD78017-E7D8-5902-58DC-8E530EEC11A1}"/>
                  </a:ext>
                </a:extLst>
              </p:cNvPr>
              <p:cNvSpPr txBox="1"/>
              <p:nvPr/>
            </p:nvSpPr>
            <p:spPr>
              <a:xfrm>
                <a:off x="9077365" y="4686429"/>
                <a:ext cx="311463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BD78017-E7D8-5902-58DC-8E530EEC11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77365" y="4686429"/>
                <a:ext cx="3114635" cy="43088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DFCA8044-8DB8-34C4-BCD5-E1056E64CAEF}"/>
              </a:ext>
            </a:extLst>
          </p:cNvPr>
          <p:cNvSpPr txBox="1"/>
          <p:nvPr/>
        </p:nvSpPr>
        <p:spPr>
          <a:xfrm>
            <a:off x="9293008" y="4284576"/>
            <a:ext cx="315739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or:</a:t>
            </a:r>
          </a:p>
        </p:txBody>
      </p:sp>
    </p:spTree>
    <p:extLst>
      <p:ext uri="{BB962C8B-B14F-4D97-AF65-F5344CB8AC3E}">
        <p14:creationId xmlns:p14="http://schemas.microsoft.com/office/powerpoint/2010/main" val="422283779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BDFD9A-940F-7333-E78A-108C4A3E99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2128205E-D303-75E4-DA65-ED142CD0380C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6B4E093-4BEF-4E3A-8D49-3643827C7102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ADBD8FD-CF9F-98BD-F390-7D6BDBF38918}"/>
                  </a:ext>
                </a:extLst>
              </p:cNvPr>
              <p:cNvSpPr txBox="1"/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bg1"/>
                    </a:solidFill>
                  </a:rPr>
                  <a:t>Lemke-Howson Algorithm with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payoff matrices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ADBD8FD-CF9F-98BD-F390-7D6BDBF389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blipFill>
                <a:blip r:embed="rId3"/>
                <a:stretch>
                  <a:fillRect t="-8257" b="-18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2DE5E675-7DF7-BE39-34A6-ACE5F2D19608}"/>
              </a:ext>
            </a:extLst>
          </p:cNvPr>
          <p:cNvSpPr txBox="1"/>
          <p:nvPr/>
        </p:nvSpPr>
        <p:spPr>
          <a:xfrm>
            <a:off x="0" y="1721545"/>
            <a:ext cx="1233446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Do we believe that Player 1 has positive expectation or negative expectation?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166CBCAF-1D27-DB34-1E54-ECF2FBC644D4}"/>
                  </a:ext>
                </a:extLst>
              </p:cNvPr>
              <p:cNvSpPr txBox="1"/>
              <p:nvPr/>
            </p:nvSpPr>
            <p:spPr>
              <a:xfrm>
                <a:off x="414757" y="2673231"/>
                <a:ext cx="2846933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166CBCAF-1D27-DB34-1E54-ECF2FBC644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757" y="2673231"/>
                <a:ext cx="2846933" cy="43088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BD7C00B5-6C1A-DDF0-1681-760C4DC65BB2}"/>
              </a:ext>
            </a:extLst>
          </p:cNvPr>
          <p:cNvSpPr txBox="1"/>
          <p:nvPr/>
        </p:nvSpPr>
        <p:spPr>
          <a:xfrm>
            <a:off x="-10438" y="2221665"/>
            <a:ext cx="350519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Positive Expectation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2831DE2-40A8-F582-4B9C-51A53C4F0A14}"/>
              </a:ext>
            </a:extLst>
          </p:cNvPr>
          <p:cNvSpPr txBox="1"/>
          <p:nvPr/>
        </p:nvSpPr>
        <p:spPr>
          <a:xfrm>
            <a:off x="7291950" y="2208916"/>
            <a:ext cx="393307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Negative Expectation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CB1C096A-997D-7B65-310E-A830355E4EA4}"/>
                  </a:ext>
                </a:extLst>
              </p:cNvPr>
              <p:cNvSpPr txBox="1"/>
              <p:nvPr/>
            </p:nvSpPr>
            <p:spPr>
              <a:xfrm>
                <a:off x="1269020" y="3132962"/>
                <a:ext cx="94628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CB1C096A-997D-7B65-310E-A830355E4E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9020" y="3132962"/>
                <a:ext cx="946285" cy="4308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3A18579-EF82-3DBD-1A61-1C4396E91033}"/>
                  </a:ext>
                </a:extLst>
              </p:cNvPr>
              <p:cNvSpPr txBox="1"/>
              <p:nvPr/>
            </p:nvSpPr>
            <p:spPr>
              <a:xfrm>
                <a:off x="7700995" y="3161804"/>
                <a:ext cx="3003386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800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 b="0" i="0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8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/</m:t>
                    </m:r>
                    <m:r>
                      <a:rPr lang="en-US" sz="28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en-US" sz="2800" dirty="0"/>
                  <a:t> or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80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80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8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/</m:t>
                    </m:r>
                    <m:r>
                      <a:rPr lang="en-US" sz="28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3</m:t>
                    </m:r>
                  </m:oMath>
                </a14:m>
                <a:r>
                  <a:rPr lang="en-US" sz="2800" dirty="0"/>
                  <a:t> </a:t>
                </a: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3A18579-EF82-3DBD-1A61-1C4396E910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00995" y="3161804"/>
                <a:ext cx="3003386" cy="430887"/>
              </a:xfrm>
              <a:prstGeom prst="rect">
                <a:avLst/>
              </a:prstGeom>
              <a:blipFill>
                <a:blip r:embed="rId6"/>
                <a:stretch>
                  <a:fillRect t="-25714" b="-5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A7F25A7C-C3A0-8949-58A9-E0B375EB5880}"/>
                  </a:ext>
                </a:extLst>
              </p:cNvPr>
              <p:cNvSpPr txBox="1"/>
              <p:nvPr/>
            </p:nvSpPr>
            <p:spPr>
              <a:xfrm>
                <a:off x="334607" y="3713006"/>
                <a:ext cx="2927083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A7F25A7C-C3A0-8949-58A9-E0B375EB58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607" y="3713006"/>
                <a:ext cx="2927083" cy="43088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C53E1220-7D26-3AE1-07D5-07D931F83CBB}"/>
                  </a:ext>
                </a:extLst>
              </p:cNvPr>
              <p:cNvSpPr txBox="1"/>
              <p:nvPr/>
            </p:nvSpPr>
            <p:spPr>
              <a:xfrm>
                <a:off x="413153" y="4223112"/>
                <a:ext cx="2848537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C53E1220-7D26-3AE1-07D5-07D931F83C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153" y="4223112"/>
                <a:ext cx="2848537" cy="43088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A28AA2DE-FFDD-1A76-E2E3-FA632DFA7ECD}"/>
                  </a:ext>
                </a:extLst>
              </p:cNvPr>
              <p:cNvSpPr txBox="1"/>
              <p:nvPr/>
            </p:nvSpPr>
            <p:spPr>
              <a:xfrm>
                <a:off x="602308" y="4711686"/>
                <a:ext cx="265938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A28AA2DE-FFDD-1A76-E2E3-FA632DFA7E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308" y="4711686"/>
                <a:ext cx="2659382" cy="43088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C52D4C0F-6E47-A35E-39E6-2FBCA8B5C718}"/>
                  </a:ext>
                </a:extLst>
              </p:cNvPr>
              <p:cNvSpPr txBox="1"/>
              <p:nvPr/>
            </p:nvSpPr>
            <p:spPr>
              <a:xfrm>
                <a:off x="1269020" y="5221792"/>
                <a:ext cx="102156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C52D4C0F-6E47-A35E-39E6-2FBCA8B5C7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9020" y="5221792"/>
                <a:ext cx="1021562" cy="43088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341C3E48-FB97-31CE-9268-5A7722980005}"/>
                  </a:ext>
                </a:extLst>
              </p:cNvPr>
              <p:cNvSpPr txBox="1"/>
              <p:nvPr/>
            </p:nvSpPr>
            <p:spPr>
              <a:xfrm>
                <a:off x="1269020" y="5710366"/>
                <a:ext cx="102643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341C3E48-FB97-31CE-9268-5A77229800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9020" y="5710366"/>
                <a:ext cx="1026435" cy="43088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7FA83044-EEF2-15AE-4389-FBD63884D3A6}"/>
                  </a:ext>
                </a:extLst>
              </p:cNvPr>
              <p:cNvSpPr txBox="1"/>
              <p:nvPr/>
            </p:nvSpPr>
            <p:spPr>
              <a:xfrm>
                <a:off x="1311500" y="6198940"/>
                <a:ext cx="99918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7FA83044-EEF2-15AE-4389-FBD63884D3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1500" y="6198940"/>
                <a:ext cx="999184" cy="43088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6420A1D9-0180-7357-BA11-BCC0A45D7A66}"/>
                  </a:ext>
                </a:extLst>
              </p:cNvPr>
              <p:cNvSpPr txBox="1"/>
              <p:nvPr/>
            </p:nvSpPr>
            <p:spPr>
              <a:xfrm>
                <a:off x="7589989" y="3763884"/>
                <a:ext cx="319478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6420A1D9-0180-7357-BA11-BCC0A45D7A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9989" y="3763884"/>
                <a:ext cx="3194785" cy="430887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0E2C5C46-DC17-B738-1CFE-40FF6749B4F9}"/>
                  </a:ext>
                </a:extLst>
              </p:cNvPr>
              <p:cNvSpPr txBox="1"/>
              <p:nvPr/>
            </p:nvSpPr>
            <p:spPr>
              <a:xfrm>
                <a:off x="7668536" y="4267914"/>
                <a:ext cx="3116238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0E2C5C46-DC17-B738-1CFE-40FF6749B4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68536" y="4267914"/>
                <a:ext cx="3116238" cy="430887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C2A24191-C102-37FB-1368-8A65C7F78611}"/>
                  </a:ext>
                </a:extLst>
              </p:cNvPr>
              <p:cNvSpPr txBox="1"/>
              <p:nvPr/>
            </p:nvSpPr>
            <p:spPr>
              <a:xfrm>
                <a:off x="7857691" y="4759992"/>
                <a:ext cx="2927083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≤−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C2A24191-C102-37FB-1368-8A65C7F786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57691" y="4759992"/>
                <a:ext cx="2927083" cy="430887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0E47C050-55E3-AFB8-B5AC-8AAC1068ADB2}"/>
                  </a:ext>
                </a:extLst>
              </p:cNvPr>
              <p:cNvSpPr txBox="1"/>
              <p:nvPr/>
            </p:nvSpPr>
            <p:spPr>
              <a:xfrm>
                <a:off x="8945342" y="5221792"/>
                <a:ext cx="102156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0E47C050-55E3-AFB8-B5AC-8AAC1068AD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45342" y="5221792"/>
                <a:ext cx="1021562" cy="430887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771D5F05-2BF4-6AC1-F4D4-B33F6110D217}"/>
                  </a:ext>
                </a:extLst>
              </p:cNvPr>
              <p:cNvSpPr txBox="1"/>
              <p:nvPr/>
            </p:nvSpPr>
            <p:spPr>
              <a:xfrm>
                <a:off x="8945342" y="5710366"/>
                <a:ext cx="102643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771D5F05-2BF4-6AC1-F4D4-B33F6110D2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45342" y="5710366"/>
                <a:ext cx="1026435" cy="430887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77966605-B389-508B-E8D5-F7ECAE04FCCF}"/>
                  </a:ext>
                </a:extLst>
              </p:cNvPr>
              <p:cNvSpPr txBox="1"/>
              <p:nvPr/>
            </p:nvSpPr>
            <p:spPr>
              <a:xfrm>
                <a:off x="8987822" y="6198940"/>
                <a:ext cx="99918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77966605-B389-508B-E8D5-F7ECAE04FC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87822" y="6198940"/>
                <a:ext cx="999184" cy="430887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DF970AF7-8555-CEB3-6741-E774C5FB2069}"/>
                  </a:ext>
                </a:extLst>
              </p:cNvPr>
              <p:cNvSpPr txBox="1"/>
              <p:nvPr/>
            </p:nvSpPr>
            <p:spPr>
              <a:xfrm>
                <a:off x="7763914" y="2673230"/>
                <a:ext cx="311463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DF970AF7-8555-CEB3-6741-E774C5FB20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63914" y="2673230"/>
                <a:ext cx="3114635" cy="430887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7150359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DE48EB-2109-ED88-0FEC-B56F5E279B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21487B74-F17E-7DFC-0D83-CB5F724666B2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7D47709-FB43-265B-97EE-98B9E3977C1E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FCA8984-A774-7BCE-2372-2FC574381F75}"/>
                  </a:ext>
                </a:extLst>
              </p:cNvPr>
              <p:cNvSpPr txBox="1"/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bg1"/>
                    </a:solidFill>
                  </a:rPr>
                  <a:t>Lemke-Howson Algorithm with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payoff matrices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FCA8984-A774-7BCE-2372-2FC574381F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blipFill>
                <a:blip r:embed="rId3"/>
                <a:stretch>
                  <a:fillRect t="-8257" b="-18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6760CBD7-47E3-E059-B746-10A427747EF2}"/>
              </a:ext>
            </a:extLst>
          </p:cNvPr>
          <p:cNvSpPr txBox="1"/>
          <p:nvPr/>
        </p:nvSpPr>
        <p:spPr>
          <a:xfrm>
            <a:off x="0" y="1721545"/>
            <a:ext cx="1233446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Do we believe that Player 1 has positive expectation or negative expectation?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63D7FA8-E78E-82E0-A02D-4C6AAC3CF6D2}"/>
                  </a:ext>
                </a:extLst>
              </p:cNvPr>
              <p:cNvSpPr txBox="1"/>
              <p:nvPr/>
            </p:nvSpPr>
            <p:spPr>
              <a:xfrm>
                <a:off x="414757" y="2673231"/>
                <a:ext cx="2846933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63D7FA8-E78E-82E0-A02D-4C6AAC3CF6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757" y="2673231"/>
                <a:ext cx="2846933" cy="43088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A6E36669-9237-E56D-B5C5-228F58F10D65}"/>
              </a:ext>
            </a:extLst>
          </p:cNvPr>
          <p:cNvSpPr txBox="1"/>
          <p:nvPr/>
        </p:nvSpPr>
        <p:spPr>
          <a:xfrm>
            <a:off x="-10438" y="2221665"/>
            <a:ext cx="350519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Positive Expectation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801C448-496F-3BE7-454E-839AE820C9A9}"/>
              </a:ext>
            </a:extLst>
          </p:cNvPr>
          <p:cNvSpPr txBox="1"/>
          <p:nvPr/>
        </p:nvSpPr>
        <p:spPr>
          <a:xfrm>
            <a:off x="7291950" y="2208916"/>
            <a:ext cx="393307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Negative Expectation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589953D-D4AF-13B7-744F-B9275101D15C}"/>
                  </a:ext>
                </a:extLst>
              </p:cNvPr>
              <p:cNvSpPr txBox="1"/>
              <p:nvPr/>
            </p:nvSpPr>
            <p:spPr>
              <a:xfrm>
                <a:off x="1269020" y="3132962"/>
                <a:ext cx="94628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589953D-D4AF-13B7-744F-B9275101D1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9020" y="3132962"/>
                <a:ext cx="946285" cy="43088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B2667F8-E29F-8E7B-BAB8-373264D2B425}"/>
                  </a:ext>
                </a:extLst>
              </p:cNvPr>
              <p:cNvSpPr txBox="1"/>
              <p:nvPr/>
            </p:nvSpPr>
            <p:spPr>
              <a:xfrm>
                <a:off x="7700995" y="3161804"/>
                <a:ext cx="3003386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800" b="0" i="0" smtClean="0">
                        <a:latin typeface="Cambria Math" panose="02040503050406030204" pitchFamily="18" charset="0"/>
                      </a:rPr>
                      <m:t>=1</m:t>
                    </m:r>
                    <m:r>
                      <a:rPr lang="en-US" sz="28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/2</m:t>
                    </m:r>
                  </m:oMath>
                </a14:m>
                <a:r>
                  <a:rPr lang="en-US" sz="2800" dirty="0"/>
                  <a:t> or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800">
                        <a:latin typeface="Cambria Math" panose="02040503050406030204" pitchFamily="18" charset="0"/>
                      </a:rPr>
                      <m:t>=1</m:t>
                    </m:r>
                    <m:r>
                      <a:rPr lang="en-US" sz="28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/</m:t>
                    </m:r>
                    <m:r>
                      <a:rPr lang="en-US" sz="28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3</m:t>
                    </m:r>
                  </m:oMath>
                </a14:m>
                <a:r>
                  <a:rPr lang="en-US" sz="2800" dirty="0"/>
                  <a:t> </a:t>
                </a: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B2667F8-E29F-8E7B-BAB8-373264D2B4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00995" y="3161804"/>
                <a:ext cx="3003386" cy="430887"/>
              </a:xfrm>
              <a:prstGeom prst="rect">
                <a:avLst/>
              </a:prstGeom>
              <a:blipFill>
                <a:blip r:embed="rId6"/>
                <a:stretch>
                  <a:fillRect t="-25714" b="-5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5277EEE-6FDE-4B39-37CA-2850D969EF47}"/>
                  </a:ext>
                </a:extLst>
              </p:cNvPr>
              <p:cNvSpPr txBox="1"/>
              <p:nvPr/>
            </p:nvSpPr>
            <p:spPr>
              <a:xfrm>
                <a:off x="334607" y="3713006"/>
                <a:ext cx="2927083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5277EEE-6FDE-4B39-37CA-2850D969EF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607" y="3713006"/>
                <a:ext cx="2927083" cy="43088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1EA31574-679E-DD8D-2E9A-36CE86A26881}"/>
                  </a:ext>
                </a:extLst>
              </p:cNvPr>
              <p:cNvSpPr txBox="1"/>
              <p:nvPr/>
            </p:nvSpPr>
            <p:spPr>
              <a:xfrm>
                <a:off x="413153" y="4223112"/>
                <a:ext cx="2848537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1EA31574-679E-DD8D-2E9A-36CE86A268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153" y="4223112"/>
                <a:ext cx="2848537" cy="43088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5B474AD-792F-0AB7-731D-F64CF4B2DCF0}"/>
                  </a:ext>
                </a:extLst>
              </p:cNvPr>
              <p:cNvSpPr txBox="1"/>
              <p:nvPr/>
            </p:nvSpPr>
            <p:spPr>
              <a:xfrm>
                <a:off x="602308" y="4711686"/>
                <a:ext cx="265938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95B474AD-792F-0AB7-731D-F64CF4B2DC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308" y="4711686"/>
                <a:ext cx="2659382" cy="43088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97AFB48D-86C7-A193-92CE-39C1834B666D}"/>
                  </a:ext>
                </a:extLst>
              </p:cNvPr>
              <p:cNvSpPr txBox="1"/>
              <p:nvPr/>
            </p:nvSpPr>
            <p:spPr>
              <a:xfrm>
                <a:off x="1269020" y="5221792"/>
                <a:ext cx="102156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97AFB48D-86C7-A193-92CE-39C1834B66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9020" y="5221792"/>
                <a:ext cx="1021562" cy="43088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1E9FC4CA-E74B-4377-A931-805B63A79ADE}"/>
                  </a:ext>
                </a:extLst>
              </p:cNvPr>
              <p:cNvSpPr txBox="1"/>
              <p:nvPr/>
            </p:nvSpPr>
            <p:spPr>
              <a:xfrm>
                <a:off x="1269020" y="5710366"/>
                <a:ext cx="102643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1E9FC4CA-E74B-4377-A931-805B63A79A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9020" y="5710366"/>
                <a:ext cx="1026435" cy="43088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D9FBB611-F975-675C-6659-D5C3ECE1E726}"/>
                  </a:ext>
                </a:extLst>
              </p:cNvPr>
              <p:cNvSpPr txBox="1"/>
              <p:nvPr/>
            </p:nvSpPr>
            <p:spPr>
              <a:xfrm>
                <a:off x="1311500" y="6198940"/>
                <a:ext cx="99918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D9FBB611-F975-675C-6659-D5C3ECE1E7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1500" y="6198940"/>
                <a:ext cx="999184" cy="43088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36ABA447-1B23-CE53-92B5-B1AF02E80D53}"/>
                  </a:ext>
                </a:extLst>
              </p:cNvPr>
              <p:cNvSpPr txBox="1"/>
              <p:nvPr/>
            </p:nvSpPr>
            <p:spPr>
              <a:xfrm>
                <a:off x="7589989" y="3763884"/>
                <a:ext cx="319478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36ABA447-1B23-CE53-92B5-B1AF02E80D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89989" y="3763884"/>
                <a:ext cx="3194785" cy="430887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73D2780B-F47D-81E5-8CE0-3E82355E51B0}"/>
                  </a:ext>
                </a:extLst>
              </p:cNvPr>
              <p:cNvSpPr txBox="1"/>
              <p:nvPr/>
            </p:nvSpPr>
            <p:spPr>
              <a:xfrm>
                <a:off x="7668536" y="4267914"/>
                <a:ext cx="3116238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73D2780B-F47D-81E5-8CE0-3E82355E51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68536" y="4267914"/>
                <a:ext cx="3116238" cy="430887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33DDCF27-CD03-59E5-D0A3-689DCB41F59A}"/>
                  </a:ext>
                </a:extLst>
              </p:cNvPr>
              <p:cNvSpPr txBox="1"/>
              <p:nvPr/>
            </p:nvSpPr>
            <p:spPr>
              <a:xfrm>
                <a:off x="7857691" y="4759992"/>
                <a:ext cx="2927083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≤−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33DDCF27-CD03-59E5-D0A3-689DCB41F5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57691" y="4759992"/>
                <a:ext cx="2927083" cy="430887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A52DDE10-70E8-C8B8-CA85-74F4EA28A689}"/>
                  </a:ext>
                </a:extLst>
              </p:cNvPr>
              <p:cNvSpPr txBox="1"/>
              <p:nvPr/>
            </p:nvSpPr>
            <p:spPr>
              <a:xfrm>
                <a:off x="8945342" y="5221792"/>
                <a:ext cx="1021562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A52DDE10-70E8-C8B8-CA85-74F4EA28A6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45342" y="5221792"/>
                <a:ext cx="1021562" cy="430887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CF5EBE57-4C59-31CE-02FB-E1EE126ABBC6}"/>
                  </a:ext>
                </a:extLst>
              </p:cNvPr>
              <p:cNvSpPr txBox="1"/>
              <p:nvPr/>
            </p:nvSpPr>
            <p:spPr>
              <a:xfrm>
                <a:off x="8945342" y="5710366"/>
                <a:ext cx="102643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CF5EBE57-4C59-31CE-02FB-E1EE126ABB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45342" y="5710366"/>
                <a:ext cx="1026435" cy="430887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6B266F88-6B6A-F335-BCB9-DCB05EF9D531}"/>
                  </a:ext>
                </a:extLst>
              </p:cNvPr>
              <p:cNvSpPr txBox="1"/>
              <p:nvPr/>
            </p:nvSpPr>
            <p:spPr>
              <a:xfrm>
                <a:off x="8987822" y="6198940"/>
                <a:ext cx="999184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6B266F88-6B6A-F335-BCB9-DCB05EF9D5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87822" y="6198940"/>
                <a:ext cx="999184" cy="430887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86286455-D5B8-5C1C-D3E6-283CA17EBC7A}"/>
                  </a:ext>
                </a:extLst>
              </p:cNvPr>
              <p:cNvSpPr txBox="1"/>
              <p:nvPr/>
            </p:nvSpPr>
            <p:spPr>
              <a:xfrm>
                <a:off x="7763914" y="2673230"/>
                <a:ext cx="3114635" cy="43088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en-US" sz="28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86286455-D5B8-5C1C-D3E6-283CA17EBC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63914" y="2673230"/>
                <a:ext cx="3114635" cy="430887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Multiplication Sign 1">
            <a:extLst>
              <a:ext uri="{FF2B5EF4-FFF2-40B4-BE49-F238E27FC236}">
                <a16:creationId xmlns:a16="http://schemas.microsoft.com/office/drawing/2014/main" id="{3D3129B0-7411-035B-452A-439E546031A5}"/>
              </a:ext>
            </a:extLst>
          </p:cNvPr>
          <p:cNvSpPr/>
          <p:nvPr/>
        </p:nvSpPr>
        <p:spPr>
          <a:xfrm>
            <a:off x="6917636" y="3106398"/>
            <a:ext cx="2698988" cy="564465"/>
          </a:xfrm>
          <a:prstGeom prst="mathMultiply">
            <a:avLst/>
          </a:prstGeom>
          <a:solidFill>
            <a:srgbClr val="FF0000">
              <a:alpha val="28000"/>
            </a:srgbClr>
          </a:solidFill>
          <a:ln>
            <a:solidFill>
              <a:schemeClr val="accent1">
                <a:shade val="15000"/>
                <a:alpha val="49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90D007D-E572-3967-9906-AA5B50FC4098}"/>
              </a:ext>
            </a:extLst>
          </p:cNvPr>
          <p:cNvCxnSpPr>
            <a:cxnSpLocks/>
          </p:cNvCxnSpPr>
          <p:nvPr/>
        </p:nvCxnSpPr>
        <p:spPr>
          <a:xfrm flipH="1">
            <a:off x="6917636" y="4929809"/>
            <a:ext cx="7509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0C24A50-4813-948C-699C-73EE8B7EDD14}"/>
              </a:ext>
            </a:extLst>
          </p:cNvPr>
          <p:cNvCxnSpPr/>
          <p:nvPr/>
        </p:nvCxnSpPr>
        <p:spPr>
          <a:xfrm flipV="1">
            <a:off x="6917636" y="3713006"/>
            <a:ext cx="596347" cy="122674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B98C43D-9C50-8158-0EB9-05EFA429B0B5}"/>
              </a:ext>
            </a:extLst>
          </p:cNvPr>
          <p:cNvCxnSpPr>
            <a:cxnSpLocks/>
          </p:cNvCxnSpPr>
          <p:nvPr/>
        </p:nvCxnSpPr>
        <p:spPr>
          <a:xfrm flipH="1">
            <a:off x="10784774" y="4495800"/>
            <a:ext cx="7509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35EF641-71ED-788A-FE3D-D4785ADE2449}"/>
              </a:ext>
            </a:extLst>
          </p:cNvPr>
          <p:cNvCxnSpPr>
            <a:cxnSpLocks/>
            <a:endCxn id="25" idx="3"/>
          </p:cNvCxnSpPr>
          <p:nvPr/>
        </p:nvCxnSpPr>
        <p:spPr>
          <a:xfrm flipH="1" flipV="1">
            <a:off x="10704381" y="3377248"/>
            <a:ext cx="831293" cy="111855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Multiplication Sign 14">
            <a:extLst>
              <a:ext uri="{FF2B5EF4-FFF2-40B4-BE49-F238E27FC236}">
                <a16:creationId xmlns:a16="http://schemas.microsoft.com/office/drawing/2014/main" id="{3E4FAA62-77DD-3CA9-F6D9-AC5D79DD822D}"/>
              </a:ext>
            </a:extLst>
          </p:cNvPr>
          <p:cNvSpPr/>
          <p:nvPr/>
        </p:nvSpPr>
        <p:spPr>
          <a:xfrm>
            <a:off x="8898093" y="3068696"/>
            <a:ext cx="2698988" cy="564465"/>
          </a:xfrm>
          <a:prstGeom prst="mathMultiply">
            <a:avLst/>
          </a:prstGeom>
          <a:solidFill>
            <a:srgbClr val="FF0000">
              <a:alpha val="28000"/>
            </a:srgbClr>
          </a:solidFill>
          <a:ln>
            <a:solidFill>
              <a:schemeClr val="accent1">
                <a:shade val="15000"/>
                <a:alpha val="49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4E7306-6716-183F-3D0B-97849713B926}"/>
              </a:ext>
            </a:extLst>
          </p:cNvPr>
          <p:cNvSpPr txBox="1"/>
          <p:nvPr/>
        </p:nvSpPr>
        <p:spPr>
          <a:xfrm>
            <a:off x="4395869" y="3013377"/>
            <a:ext cx="321314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 algn="ctr"/>
            <a:r>
              <a:rPr lang="en-US" b="1" dirty="0"/>
              <a:t>Pick another starting label to drop</a:t>
            </a:r>
          </a:p>
        </p:txBody>
      </p:sp>
    </p:spTree>
    <p:extLst>
      <p:ext uri="{BB962C8B-B14F-4D97-AF65-F5344CB8AC3E}">
        <p14:creationId xmlns:p14="http://schemas.microsoft.com/office/powerpoint/2010/main" val="133319247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83FE88-A960-58E9-0B1C-C96D5B884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CFD7D581-B893-060A-3BA3-0A70835DF73C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D51BBB0-ECF4-9295-C6B2-BE55F2BF9976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85425FF-3EBE-0F9C-2988-BB2D35293FEA}"/>
                  </a:ext>
                </a:extLst>
              </p:cNvPr>
              <p:cNvSpPr txBox="1"/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4000" b="1" dirty="0">
                    <a:solidFill>
                      <a:schemeClr val="bg1"/>
                    </a:solidFill>
                  </a:rPr>
                  <a:t>Lemke-Howson Algorithm with </a:t>
                </a:r>
                <a14:m>
                  <m:oMath xmlns:m="http://schemas.openxmlformats.org/officeDocument/2006/math"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𝟑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4000" b="1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𝟑</m:t>
                    </m:r>
                  </m:oMath>
                </a14:m>
                <a:r>
                  <a:rPr lang="en-US" sz="4000" b="1" dirty="0">
                    <a:solidFill>
                      <a:schemeClr val="bg1"/>
                    </a:solidFill>
                  </a:rPr>
                  <a:t> payoff matrices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85425FF-3EBE-0F9C-2988-BB2D35293F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3812" y="136652"/>
                <a:ext cx="9330275" cy="1323439"/>
              </a:xfrm>
              <a:prstGeom prst="rect">
                <a:avLst/>
              </a:prstGeom>
              <a:blipFill>
                <a:blip r:embed="rId3"/>
                <a:stretch>
                  <a:fillRect t="-8257" b="-18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414DAFE5-084F-1F0E-A937-3B0A29165A6E}"/>
              </a:ext>
            </a:extLst>
          </p:cNvPr>
          <p:cNvSpPr txBox="1"/>
          <p:nvPr/>
        </p:nvSpPr>
        <p:spPr>
          <a:xfrm>
            <a:off x="0" y="1721545"/>
            <a:ext cx="1233446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Do we believe that Player 1 has positive expectation or negative expectation?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F988B290-053D-C6DA-060E-9D130BDAC54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64548" y="2967760"/>
            <a:ext cx="3472983" cy="312492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365F057-248F-A713-D6BC-93F9E2BC66E5}"/>
              </a:ext>
            </a:extLst>
          </p:cNvPr>
          <p:cNvSpPr txBox="1"/>
          <p:nvPr/>
        </p:nvSpPr>
        <p:spPr>
          <a:xfrm>
            <a:off x="551259" y="6211669"/>
            <a:ext cx="276349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hlinkClick r:id="rId5"/>
              </a:rPr>
              <a:t>Positive Expectation Player 2 Polytope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523AB4AA-2FC9-F556-B184-1F28E3A93E0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07490" y="2901179"/>
            <a:ext cx="3215064" cy="3258088"/>
          </a:xfrm>
          <a:prstGeom prst="rect">
            <a:avLst/>
          </a:prstGeom>
        </p:spPr>
      </p:pic>
      <p:sp>
        <p:nvSpPr>
          <p:cNvPr id="19" name="TextBox 18">
            <a:hlinkClick r:id="rId7"/>
            <a:extLst>
              <a:ext uri="{FF2B5EF4-FFF2-40B4-BE49-F238E27FC236}">
                <a16:creationId xmlns:a16="http://schemas.microsoft.com/office/drawing/2014/main" id="{5772B49A-B538-B678-3F35-78609126E673}"/>
              </a:ext>
            </a:extLst>
          </p:cNvPr>
          <p:cNvSpPr txBox="1"/>
          <p:nvPr/>
        </p:nvSpPr>
        <p:spPr>
          <a:xfrm>
            <a:off x="8245669" y="6211669"/>
            <a:ext cx="253870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hlinkClick r:id="rId7"/>
              </a:rPr>
              <a:t>Negative Expectation Player 2 Polytope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CFC1EB0-487C-8170-3C55-BA4235A7B263}"/>
              </a:ext>
            </a:extLst>
          </p:cNvPr>
          <p:cNvSpPr txBox="1"/>
          <p:nvPr/>
        </p:nvSpPr>
        <p:spPr>
          <a:xfrm>
            <a:off x="0" y="2506095"/>
            <a:ext cx="350519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Positive Expectation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3E8D627-3319-B2FD-3199-2B5702074B6A}"/>
              </a:ext>
            </a:extLst>
          </p:cNvPr>
          <p:cNvSpPr txBox="1"/>
          <p:nvPr/>
        </p:nvSpPr>
        <p:spPr>
          <a:xfrm>
            <a:off x="7422382" y="2506096"/>
            <a:ext cx="393307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Negative Expectation</a:t>
            </a:r>
          </a:p>
        </p:txBody>
      </p:sp>
    </p:spTree>
    <p:extLst>
      <p:ext uri="{BB962C8B-B14F-4D97-AF65-F5344CB8AC3E}">
        <p14:creationId xmlns:p14="http://schemas.microsoft.com/office/powerpoint/2010/main" val="30570066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5747</TotalTime>
  <Words>2721</Words>
  <Application>Microsoft Office PowerPoint</Application>
  <PresentationFormat>Widescreen</PresentationFormat>
  <Paragraphs>876</Paragraphs>
  <Slides>41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6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Jacob Wyngaard</dc:creator>
  <cp:lastModifiedBy>Jacob Wyngaard</cp:lastModifiedBy>
  <cp:revision>58</cp:revision>
  <cp:lastPrinted>2025-08-21T02:00:35Z</cp:lastPrinted>
  <dcterms:created xsi:type="dcterms:W3CDTF">2025-08-20T23:47:39Z</dcterms:created>
  <dcterms:modified xsi:type="dcterms:W3CDTF">2026-04-14T20:01:18Z</dcterms:modified>
</cp:coreProperties>
</file>