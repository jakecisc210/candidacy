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1" r:id="rId2"/>
    <p:sldId id="376" r:id="rId3"/>
    <p:sldId id="405" r:id="rId4"/>
    <p:sldId id="408" r:id="rId5"/>
    <p:sldId id="377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364" r:id="rId16"/>
    <p:sldId id="420" r:id="rId17"/>
    <p:sldId id="367" r:id="rId18"/>
    <p:sldId id="365" r:id="rId19"/>
    <p:sldId id="368" r:id="rId20"/>
    <p:sldId id="421" r:id="rId21"/>
    <p:sldId id="369" r:id="rId22"/>
    <p:sldId id="422" r:id="rId23"/>
    <p:sldId id="363" r:id="rId24"/>
    <p:sldId id="374" r:id="rId25"/>
    <p:sldId id="424" r:id="rId26"/>
    <p:sldId id="373" r:id="rId27"/>
    <p:sldId id="425" r:id="rId28"/>
    <p:sldId id="426" r:id="rId29"/>
    <p:sldId id="378" r:id="rId30"/>
    <p:sldId id="379" r:id="rId31"/>
    <p:sldId id="427" r:id="rId32"/>
    <p:sldId id="429" r:id="rId33"/>
    <p:sldId id="428" r:id="rId34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388847"/>
    <a:srgbClr val="3E7CB9"/>
    <a:srgbClr val="6D9CCA"/>
    <a:srgbClr val="D26764"/>
    <a:srgbClr val="FF66CC"/>
    <a:srgbClr val="FFCC00"/>
    <a:srgbClr val="F21C0B"/>
    <a:srgbClr val="5E83A6"/>
    <a:srgbClr val="EB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870C43-C615-4316-8ED8-C3E8555B69DE}" v="1133" dt="2026-03-31T01:56:39.8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3462" autoAdjust="0"/>
  </p:normalViewPr>
  <p:slideViewPr>
    <p:cSldViewPr snapToGrid="0">
      <p:cViewPr>
        <p:scale>
          <a:sx n="77" d="100"/>
          <a:sy n="77" d="100"/>
        </p:scale>
        <p:origin x="10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3-31T02:02:06.431" v="4997" actId="20577"/>
      <pc:docMkLst>
        <pc:docMk/>
      </pc:docMkLst>
      <pc:sldChg chg="addSp delSp modSp mod">
        <pc:chgData name="Jacob Wyngaard" userId="6181fcd471e98458" providerId="LiveId" clId="{788BA123-62C9-4DDC-86E5-A6BCA4600216}" dt="2026-03-26T03:32:03.861" v="3591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3-26T03:31:54.646" v="3589" actId="313"/>
          <ac:spMkLst>
            <pc:docMk/>
            <pc:sldMk cId="606609933" sldId="291"/>
            <ac:spMk id="9" creationId="{146DFEDC-5C40-1E05-3C8E-45F902F03177}"/>
          </ac:spMkLst>
        </pc:spChg>
        <pc:picChg chg="add mod">
          <ac:chgData name="Jacob Wyngaard" userId="6181fcd471e98458" providerId="LiveId" clId="{788BA123-62C9-4DDC-86E5-A6BCA4600216}" dt="2026-03-26T03:32:03.861" v="3591" actId="1076"/>
          <ac:picMkLst>
            <pc:docMk/>
            <pc:sldMk cId="606609933" sldId="291"/>
            <ac:picMk id="2" creationId="{8EDE578C-3179-2F49-CC34-4D1F7690E313}"/>
          </ac:picMkLst>
        </pc:picChg>
      </pc:sldChg>
      <pc:sldChg chg="addSp delSp modSp add del mod ord">
        <pc:chgData name="Jacob Wyngaard" userId="6181fcd471e98458" providerId="LiveId" clId="{788BA123-62C9-4DDC-86E5-A6BCA4600216}" dt="2026-03-31T01:17:05.912" v="4746"/>
        <pc:sldMkLst>
          <pc:docMk/>
          <pc:sldMk cId="427175485" sldId="363"/>
        </pc:sldMkLst>
        <pc:spChg chg="add mod">
          <ac:chgData name="Jacob Wyngaard" userId="6181fcd471e98458" providerId="LiveId" clId="{788BA123-62C9-4DDC-86E5-A6BCA4600216}" dt="2026-03-31T00:35:42.528" v="4074"/>
          <ac:spMkLst>
            <pc:docMk/>
            <pc:sldMk cId="427175485" sldId="363"/>
            <ac:spMk id="3" creationId="{B7F416C2-42BC-5681-FE0D-2B7A2A006D09}"/>
          </ac:spMkLst>
        </pc:spChg>
        <pc:spChg chg="add mod">
          <ac:chgData name="Jacob Wyngaard" userId="6181fcd471e98458" providerId="LiveId" clId="{788BA123-62C9-4DDC-86E5-A6BCA4600216}" dt="2026-03-31T00:35:44.523" v="4076"/>
          <ac:spMkLst>
            <pc:docMk/>
            <pc:sldMk cId="427175485" sldId="363"/>
            <ac:spMk id="4" creationId="{821D0582-078B-AAC2-3041-B3B72C7F45D5}"/>
          </ac:spMkLst>
        </pc:spChg>
        <pc:spChg chg="del">
          <ac:chgData name="Jacob Wyngaard" userId="6181fcd471e98458" providerId="LiveId" clId="{788BA123-62C9-4DDC-86E5-A6BCA4600216}" dt="2026-03-31T00:35:44.218" v="4075" actId="478"/>
          <ac:spMkLst>
            <pc:docMk/>
            <pc:sldMk cId="427175485" sldId="363"/>
            <ac:spMk id="9" creationId="{DB227BA0-F6B2-5FBC-8609-82D18638DA1F}"/>
          </ac:spMkLst>
        </pc:spChg>
        <pc:graphicFrameChg chg="modGraphic">
          <ac:chgData name="Jacob Wyngaard" userId="6181fcd471e98458" providerId="LiveId" clId="{788BA123-62C9-4DDC-86E5-A6BCA4600216}" dt="2026-03-31T00:37:07.428" v="4095" actId="20577"/>
          <ac:graphicFrameMkLst>
            <pc:docMk/>
            <pc:sldMk cId="427175485" sldId="363"/>
            <ac:graphicFrameMk id="2" creationId="{DD0881B4-737A-CB88-6A8A-CF2967A43AEC}"/>
          </ac:graphicFrameMkLst>
        </pc:graphicFrameChg>
        <pc:graphicFrameChg chg="modGraphic">
          <ac:chgData name="Jacob Wyngaard" userId="6181fcd471e98458" providerId="LiveId" clId="{788BA123-62C9-4DDC-86E5-A6BCA4600216}" dt="2026-03-31T00:37:28.690" v="4114" actId="20577"/>
          <ac:graphicFrameMkLst>
            <pc:docMk/>
            <pc:sldMk cId="427175485" sldId="363"/>
            <ac:graphicFrameMk id="23" creationId="{10296F28-D7C8-F039-9557-F9CE6041552C}"/>
          </ac:graphicFrameMkLst>
        </pc:graphicFrameChg>
      </pc:sldChg>
      <pc:sldChg chg="modSp add del mod">
        <pc:chgData name="Jacob Wyngaard" userId="6181fcd471e98458" providerId="LiveId" clId="{788BA123-62C9-4DDC-86E5-A6BCA4600216}" dt="2026-03-26T03:31:21.320" v="3572" actId="20577"/>
        <pc:sldMkLst>
          <pc:docMk/>
          <pc:sldMk cId="131934546" sldId="364"/>
        </pc:sldMkLst>
        <pc:spChg chg="mod">
          <ac:chgData name="Jacob Wyngaard" userId="6181fcd471e98458" providerId="LiveId" clId="{788BA123-62C9-4DDC-86E5-A6BCA4600216}" dt="2026-03-26T03:31:21.320" v="3572" actId="20577"/>
          <ac:spMkLst>
            <pc:docMk/>
            <pc:sldMk cId="131934546" sldId="364"/>
            <ac:spMk id="2" creationId="{7EA1CCAF-D750-F677-3C7B-5A38486EC1EA}"/>
          </ac:spMkLst>
        </pc:spChg>
      </pc:sldChg>
      <pc:sldChg chg="addSp modSp add del mod">
        <pc:chgData name="Jacob Wyngaard" userId="6181fcd471e98458" providerId="LiveId" clId="{788BA123-62C9-4DDC-86E5-A6BCA4600216}" dt="2026-03-26T03:33:42.637" v="3665" actId="1076"/>
        <pc:sldMkLst>
          <pc:docMk/>
          <pc:sldMk cId="3630575026" sldId="365"/>
        </pc:sldMkLst>
        <pc:spChg chg="add mod">
          <ac:chgData name="Jacob Wyngaard" userId="6181fcd471e98458" providerId="LiveId" clId="{788BA123-62C9-4DDC-86E5-A6BCA4600216}" dt="2026-03-26T03:33:42.637" v="3665" actId="1076"/>
          <ac:spMkLst>
            <pc:docMk/>
            <pc:sldMk cId="3630575026" sldId="365"/>
            <ac:spMk id="4" creationId="{A42C04C6-4436-DB06-7F5F-8E2BF915BD04}"/>
          </ac:spMkLst>
        </pc:spChg>
      </pc:sldChg>
      <pc:sldChg chg="modSp add del mod">
        <pc:chgData name="Jacob Wyngaard" userId="6181fcd471e98458" providerId="LiveId" clId="{788BA123-62C9-4DDC-86E5-A6BCA4600216}" dt="2026-03-26T03:48:26.454" v="3895" actId="20577"/>
        <pc:sldMkLst>
          <pc:docMk/>
          <pc:sldMk cId="4044502709" sldId="367"/>
        </pc:sldMkLst>
        <pc:spChg chg="mod">
          <ac:chgData name="Jacob Wyngaard" userId="6181fcd471e98458" providerId="LiveId" clId="{788BA123-62C9-4DDC-86E5-A6BCA4600216}" dt="2026-03-26T03:48:26.454" v="3895" actId="20577"/>
          <ac:spMkLst>
            <pc:docMk/>
            <pc:sldMk cId="4044502709" sldId="367"/>
            <ac:spMk id="2" creationId="{0C231EC9-9889-3651-1904-D241A1A9FAE8}"/>
          </ac:spMkLst>
        </pc:spChg>
        <pc:spChg chg="mod">
          <ac:chgData name="Jacob Wyngaard" userId="6181fcd471e98458" providerId="LiveId" clId="{788BA123-62C9-4DDC-86E5-A6BCA4600216}" dt="2026-03-26T03:34:11.344" v="3675" actId="20577"/>
          <ac:spMkLst>
            <pc:docMk/>
            <pc:sldMk cId="4044502709" sldId="367"/>
            <ac:spMk id="4" creationId="{0084D721-12F6-5915-2A56-3BBEF1EA4F89}"/>
          </ac:spMkLst>
        </pc:spChg>
      </pc:sldChg>
      <pc:sldChg chg="modSp add del">
        <pc:chgData name="Jacob Wyngaard" userId="6181fcd471e98458" providerId="LiveId" clId="{788BA123-62C9-4DDC-86E5-A6BCA4600216}" dt="2026-03-26T04:01:59.319" v="4046" actId="20577"/>
        <pc:sldMkLst>
          <pc:docMk/>
          <pc:sldMk cId="833292840" sldId="368"/>
        </pc:sldMkLst>
        <pc:spChg chg="mod">
          <ac:chgData name="Jacob Wyngaard" userId="6181fcd471e98458" providerId="LiveId" clId="{788BA123-62C9-4DDC-86E5-A6BCA4600216}" dt="2026-03-26T04:01:59.319" v="4046" actId="20577"/>
          <ac:spMkLst>
            <pc:docMk/>
            <pc:sldMk cId="833292840" sldId="368"/>
            <ac:spMk id="9" creationId="{5C4B12BA-3568-7E5C-1B96-A63B4339C943}"/>
          </ac:spMkLst>
        </pc:spChg>
      </pc:sldChg>
      <pc:sldChg chg="modSp add del mod">
        <pc:chgData name="Jacob Wyngaard" userId="6181fcd471e98458" providerId="LiveId" clId="{788BA123-62C9-4DDC-86E5-A6BCA4600216}" dt="2026-03-26T04:03:17.845" v="4072" actId="20577"/>
        <pc:sldMkLst>
          <pc:docMk/>
          <pc:sldMk cId="3615985843" sldId="369"/>
        </pc:sldMkLst>
      </pc:sldChg>
      <pc:sldChg chg="modSp add del ord">
        <pc:chgData name="Jacob Wyngaard" userId="6181fcd471e98458" providerId="LiveId" clId="{788BA123-62C9-4DDC-86E5-A6BCA4600216}" dt="2026-03-31T01:17:05.912" v="4746"/>
        <pc:sldMkLst>
          <pc:docMk/>
          <pc:sldMk cId="324640011" sldId="373"/>
        </pc:sldMkLst>
        <pc:spChg chg="mod">
          <ac:chgData name="Jacob Wyngaard" userId="6181fcd471e98458" providerId="LiveId" clId="{788BA123-62C9-4DDC-86E5-A6BCA4600216}" dt="2026-03-31T00:43:03.521" v="4159" actId="20577"/>
          <ac:spMkLst>
            <pc:docMk/>
            <pc:sldMk cId="324640011" sldId="373"/>
            <ac:spMk id="16" creationId="{56CF4209-8CFA-AEFD-38B1-0767DE96077A}"/>
          </ac:spMkLst>
        </pc:spChg>
        <pc:spChg chg="mod">
          <ac:chgData name="Jacob Wyngaard" userId="6181fcd471e98458" providerId="LiveId" clId="{788BA123-62C9-4DDC-86E5-A6BCA4600216}" dt="2026-03-31T00:44:20.237" v="4183" actId="20577"/>
          <ac:spMkLst>
            <pc:docMk/>
            <pc:sldMk cId="324640011" sldId="373"/>
            <ac:spMk id="18" creationId="{9C1D21A7-8823-4B04-3C03-C1E594B8E6A1}"/>
          </ac:spMkLst>
        </pc:spChg>
        <pc:spChg chg="mod">
          <ac:chgData name="Jacob Wyngaard" userId="6181fcd471e98458" providerId="LiveId" clId="{788BA123-62C9-4DDC-86E5-A6BCA4600216}" dt="2026-03-31T00:43:21.247" v="4177" actId="20577"/>
          <ac:spMkLst>
            <pc:docMk/>
            <pc:sldMk cId="324640011" sldId="373"/>
            <ac:spMk id="20" creationId="{900FE307-2735-516A-9CC2-D3FE750B354D}"/>
          </ac:spMkLst>
        </pc:spChg>
        <pc:graphicFrameChg chg="mod">
          <ac:chgData name="Jacob Wyngaard" userId="6181fcd471e98458" providerId="LiveId" clId="{788BA123-62C9-4DDC-86E5-A6BCA4600216}" dt="2026-03-31T00:42:32.843" v="4152"/>
          <ac:graphicFrameMkLst>
            <pc:docMk/>
            <pc:sldMk cId="324640011" sldId="373"/>
            <ac:graphicFrameMk id="2" creationId="{CE3A9E26-EFF1-A421-979E-E55468B9E65C}"/>
          </ac:graphicFrameMkLst>
        </pc:graphicFrameChg>
      </pc:sldChg>
      <pc:sldChg chg="modSp add del ord">
        <pc:chgData name="Jacob Wyngaard" userId="6181fcd471e98458" providerId="LiveId" clId="{788BA123-62C9-4DDC-86E5-A6BCA4600216}" dt="2026-03-31T01:17:05.912" v="4746"/>
        <pc:sldMkLst>
          <pc:docMk/>
          <pc:sldMk cId="2416028285" sldId="374"/>
        </pc:sldMkLst>
        <pc:spChg chg="mod">
          <ac:chgData name="Jacob Wyngaard" userId="6181fcd471e98458" providerId="LiveId" clId="{788BA123-62C9-4DDC-86E5-A6BCA4600216}" dt="2026-03-31T00:38:20.801" v="4121" actId="20577"/>
          <ac:spMkLst>
            <pc:docMk/>
            <pc:sldMk cId="2416028285" sldId="374"/>
            <ac:spMk id="7" creationId="{1B076584-BCDA-F817-A927-3059B4781AEC}"/>
          </ac:spMkLst>
        </pc:spChg>
        <pc:spChg chg="mod">
          <ac:chgData name="Jacob Wyngaard" userId="6181fcd471e98458" providerId="LiveId" clId="{788BA123-62C9-4DDC-86E5-A6BCA4600216}" dt="2026-03-31T00:38:32.456" v="4128" actId="20577"/>
          <ac:spMkLst>
            <pc:docMk/>
            <pc:sldMk cId="2416028285" sldId="374"/>
            <ac:spMk id="16" creationId="{4C7058D0-831B-F8DE-591C-006B6E0403BC}"/>
          </ac:spMkLst>
        </pc:spChg>
        <pc:spChg chg="mod">
          <ac:chgData name="Jacob Wyngaard" userId="6181fcd471e98458" providerId="LiveId" clId="{788BA123-62C9-4DDC-86E5-A6BCA4600216}" dt="2026-03-31T00:38:39.378" v="4134" actId="20577"/>
          <ac:spMkLst>
            <pc:docMk/>
            <pc:sldMk cId="2416028285" sldId="374"/>
            <ac:spMk id="18" creationId="{3E8822C5-84D4-394A-6A17-D8632F9C1FA3}"/>
          </ac:spMkLst>
        </pc:spChg>
        <pc:graphicFrameChg chg="mod">
          <ac:chgData name="Jacob Wyngaard" userId="6181fcd471e98458" providerId="LiveId" clId="{788BA123-62C9-4DDC-86E5-A6BCA4600216}" dt="2026-03-31T00:37:51.059" v="4115"/>
          <ac:graphicFrameMkLst>
            <pc:docMk/>
            <pc:sldMk cId="2416028285" sldId="374"/>
            <ac:graphicFrameMk id="23" creationId="{07ACBB85-838A-561B-95F8-E24BDD4501AC}"/>
          </ac:graphicFrameMkLst>
        </pc:graphicFrameChg>
      </pc:sldChg>
      <pc:sldChg chg="add del">
        <pc:chgData name="Jacob Wyngaard" userId="6181fcd471e98458" providerId="LiveId" clId="{788BA123-62C9-4DDC-86E5-A6BCA4600216}" dt="2026-03-31T00:42:03.197" v="4150" actId="47"/>
        <pc:sldMkLst>
          <pc:docMk/>
          <pc:sldMk cId="583008452" sldId="375"/>
        </pc:sldMkLst>
      </pc:sldChg>
      <pc:sldChg chg="addSp delSp modSp add del mod">
        <pc:chgData name="Jacob Wyngaard" userId="6181fcd471e98458" providerId="LiveId" clId="{788BA123-62C9-4DDC-86E5-A6BCA4600216}" dt="2026-03-25T21:07:05.516" v="444" actId="1076"/>
        <pc:sldMkLst>
          <pc:docMk/>
          <pc:sldMk cId="337895567" sldId="376"/>
        </pc:sldMkLst>
        <pc:spChg chg="add mod">
          <ac:chgData name="Jacob Wyngaard" userId="6181fcd471e98458" providerId="LiveId" clId="{788BA123-62C9-4DDC-86E5-A6BCA4600216}" dt="2026-03-25T20:59:26.053" v="166" actId="1076"/>
          <ac:spMkLst>
            <pc:docMk/>
            <pc:sldMk cId="337895567" sldId="376"/>
            <ac:spMk id="2" creationId="{8A95E037-EF33-8C2A-A581-D755862434E1}"/>
          </ac:spMkLst>
        </pc:spChg>
        <pc:spChg chg="mod">
          <ac:chgData name="Jacob Wyngaard" userId="6181fcd471e98458" providerId="LiveId" clId="{788BA123-62C9-4DDC-86E5-A6BCA4600216}" dt="2026-03-25T20:57:36.682" v="151" actId="20577"/>
          <ac:spMkLst>
            <pc:docMk/>
            <pc:sldMk cId="337895567" sldId="376"/>
            <ac:spMk id="9" creationId="{7CEE90CB-B8D4-83F7-5A3B-C4F6A7097EA6}"/>
          </ac:spMkLst>
        </pc:spChg>
        <pc:spChg chg="add mod">
          <ac:chgData name="Jacob Wyngaard" userId="6181fcd471e98458" providerId="LiveId" clId="{788BA123-62C9-4DDC-86E5-A6BCA4600216}" dt="2026-03-25T20:59:51.186" v="169" actId="14100"/>
          <ac:spMkLst>
            <pc:docMk/>
            <pc:sldMk cId="337895567" sldId="376"/>
            <ac:spMk id="10" creationId="{CE99C828-DEB1-426C-EA4F-F923A4D92B2E}"/>
          </ac:spMkLst>
        </pc:spChg>
        <pc:spChg chg="add mod">
          <ac:chgData name="Jacob Wyngaard" userId="6181fcd471e98458" providerId="LiveId" clId="{788BA123-62C9-4DDC-86E5-A6BCA4600216}" dt="2026-03-25T21:00:24.321" v="213" actId="1076"/>
          <ac:spMkLst>
            <pc:docMk/>
            <pc:sldMk cId="337895567" sldId="376"/>
            <ac:spMk id="11" creationId="{4AE57E51-2BBC-9129-6439-11441C3B1E61}"/>
          </ac:spMkLst>
        </pc:spChg>
        <pc:spChg chg="add mod">
          <ac:chgData name="Jacob Wyngaard" userId="6181fcd471e98458" providerId="LiveId" clId="{788BA123-62C9-4DDC-86E5-A6BCA4600216}" dt="2026-03-25T21:02:45.429" v="373" actId="20577"/>
          <ac:spMkLst>
            <pc:docMk/>
            <pc:sldMk cId="337895567" sldId="376"/>
            <ac:spMk id="13" creationId="{A7340F29-C032-B06B-A3A3-97A60F8E31A7}"/>
          </ac:spMkLst>
        </pc:spChg>
        <pc:spChg chg="add mod">
          <ac:chgData name="Jacob Wyngaard" userId="6181fcd471e98458" providerId="LiveId" clId="{788BA123-62C9-4DDC-86E5-A6BCA4600216}" dt="2026-03-25T21:02:38.495" v="369" actId="1076"/>
          <ac:spMkLst>
            <pc:docMk/>
            <pc:sldMk cId="337895567" sldId="376"/>
            <ac:spMk id="15" creationId="{53BD1974-1A1E-2295-F69E-1DCE8779F304}"/>
          </ac:spMkLst>
        </pc:spChg>
        <pc:spChg chg="add mod">
          <ac:chgData name="Jacob Wyngaard" userId="6181fcd471e98458" providerId="LiveId" clId="{788BA123-62C9-4DDC-86E5-A6BCA4600216}" dt="2026-03-25T21:07:05.516" v="444" actId="1076"/>
          <ac:spMkLst>
            <pc:docMk/>
            <pc:sldMk cId="337895567" sldId="376"/>
            <ac:spMk id="17" creationId="{3C97C3DF-AF59-B582-122A-6929ADD567CF}"/>
          </ac:spMkLst>
        </pc:spChg>
      </pc:sldChg>
      <pc:sldChg chg="addSp delSp modSp add mod">
        <pc:chgData name="Jacob Wyngaard" userId="6181fcd471e98458" providerId="LiveId" clId="{788BA123-62C9-4DDC-86E5-A6BCA4600216}" dt="2026-03-25T21:34:21.849" v="1134" actId="1076"/>
        <pc:sldMkLst>
          <pc:docMk/>
          <pc:sldMk cId="4255911456" sldId="377"/>
        </pc:sldMkLst>
        <pc:spChg chg="add mod">
          <ac:chgData name="Jacob Wyngaard" userId="6181fcd471e98458" providerId="LiveId" clId="{788BA123-62C9-4DDC-86E5-A6BCA4600216}" dt="2026-03-25T21:31:19.819" v="1065" actId="20577"/>
          <ac:spMkLst>
            <pc:docMk/>
            <pc:sldMk cId="4255911456" sldId="377"/>
            <ac:spMk id="5" creationId="{8B635901-2C9B-2DD5-B6BE-EDB33D01FE6B}"/>
          </ac:spMkLst>
        </pc:spChg>
        <pc:spChg chg="mod">
          <ac:chgData name="Jacob Wyngaard" userId="6181fcd471e98458" providerId="LiveId" clId="{788BA123-62C9-4DDC-86E5-A6BCA4600216}" dt="2026-03-25T21:14:36.767" v="743" actId="20577"/>
          <ac:spMkLst>
            <pc:docMk/>
            <pc:sldMk cId="4255911456" sldId="377"/>
            <ac:spMk id="9" creationId="{0EE5591D-14CA-C27A-2ED4-3FD35EEC56ED}"/>
          </ac:spMkLst>
        </pc:spChg>
        <pc:spChg chg="add mod">
          <ac:chgData name="Jacob Wyngaard" userId="6181fcd471e98458" providerId="LiveId" clId="{788BA123-62C9-4DDC-86E5-A6BCA4600216}" dt="2026-03-25T21:34:21.849" v="1134" actId="1076"/>
          <ac:spMkLst>
            <pc:docMk/>
            <pc:sldMk cId="4255911456" sldId="377"/>
            <ac:spMk id="10" creationId="{E8117728-39C0-CA4F-415C-85EDEF14FECD}"/>
          </ac:spMkLst>
        </pc:spChg>
        <pc:picChg chg="add mod">
          <ac:chgData name="Jacob Wyngaard" userId="6181fcd471e98458" providerId="LiveId" clId="{788BA123-62C9-4DDC-86E5-A6BCA4600216}" dt="2026-03-25T21:26:43.363" v="930" actId="1076"/>
          <ac:picMkLst>
            <pc:docMk/>
            <pc:sldMk cId="4255911456" sldId="377"/>
            <ac:picMk id="3" creationId="{E4981B80-B601-FC4D-8F85-0441B4FD2E9A}"/>
          </ac:picMkLst>
        </pc:picChg>
      </pc:sldChg>
      <pc:sldChg chg="addSp delSp modSp add mod ord">
        <pc:chgData name="Jacob Wyngaard" userId="6181fcd471e98458" providerId="LiveId" clId="{788BA123-62C9-4DDC-86E5-A6BCA4600216}" dt="2026-03-31T01:17:05.912" v="4746"/>
        <pc:sldMkLst>
          <pc:docMk/>
          <pc:sldMk cId="1584019165" sldId="378"/>
        </pc:sldMkLst>
        <pc:spChg chg="add mod">
          <ac:chgData name="Jacob Wyngaard" userId="6181fcd471e98458" providerId="LiveId" clId="{788BA123-62C9-4DDC-86E5-A6BCA4600216}" dt="2026-03-31T00:49:39.817" v="4325"/>
          <ac:spMkLst>
            <pc:docMk/>
            <pc:sldMk cId="1584019165" sldId="378"/>
            <ac:spMk id="5" creationId="{B8C56A21-666C-23F7-43DD-1BB74541B212}"/>
          </ac:spMkLst>
        </pc:spChg>
        <pc:spChg chg="add mod">
          <ac:chgData name="Jacob Wyngaard" userId="6181fcd471e98458" providerId="LiveId" clId="{788BA123-62C9-4DDC-86E5-A6BCA4600216}" dt="2026-03-31T00:49:39.817" v="4325"/>
          <ac:spMkLst>
            <pc:docMk/>
            <pc:sldMk cId="1584019165" sldId="378"/>
            <ac:spMk id="7" creationId="{1EFBA6F7-D4F0-D45B-29C5-C2E488595403}"/>
          </ac:spMkLst>
        </pc:spChg>
        <pc:spChg chg="del">
          <ac:chgData name="Jacob Wyngaard" userId="6181fcd471e98458" providerId="LiveId" clId="{788BA123-62C9-4DDC-86E5-A6BCA4600216}" dt="2026-03-31T00:49:38.932" v="4324" actId="478"/>
          <ac:spMkLst>
            <pc:docMk/>
            <pc:sldMk cId="1584019165" sldId="378"/>
            <ac:spMk id="21" creationId="{5DC4D118-6E8D-03FC-0CEB-971491AC6413}"/>
          </ac:spMkLst>
        </pc:spChg>
        <pc:spChg chg="del">
          <ac:chgData name="Jacob Wyngaard" userId="6181fcd471e98458" providerId="LiveId" clId="{788BA123-62C9-4DDC-86E5-A6BCA4600216}" dt="2026-03-31T00:49:37.654" v="4322" actId="478"/>
          <ac:spMkLst>
            <pc:docMk/>
            <pc:sldMk cId="1584019165" sldId="378"/>
            <ac:spMk id="23" creationId="{E21F7E0F-1A93-44A4-95FE-AF6ADFAFAAF4}"/>
          </ac:spMkLst>
        </pc:spChg>
        <pc:picChg chg="add mod">
          <ac:chgData name="Jacob Wyngaard" userId="6181fcd471e98458" providerId="LiveId" clId="{788BA123-62C9-4DDC-86E5-A6BCA4600216}" dt="2026-03-31T00:49:39.817" v="4325"/>
          <ac:picMkLst>
            <pc:docMk/>
            <pc:sldMk cId="1584019165" sldId="378"/>
            <ac:picMk id="3" creationId="{9379A238-ACB2-779A-E628-CDDC72DA8CA2}"/>
          </ac:picMkLst>
        </pc:picChg>
        <pc:picChg chg="add mod">
          <ac:chgData name="Jacob Wyngaard" userId="6181fcd471e98458" providerId="LiveId" clId="{788BA123-62C9-4DDC-86E5-A6BCA4600216}" dt="2026-03-31T00:49:39.817" v="4325"/>
          <ac:picMkLst>
            <pc:docMk/>
            <pc:sldMk cId="1584019165" sldId="378"/>
            <ac:picMk id="4" creationId="{AEA44D20-021D-5E98-22BC-1149FC2E3E45}"/>
          </ac:picMkLst>
        </pc:picChg>
        <pc:picChg chg="del">
          <ac:chgData name="Jacob Wyngaard" userId="6181fcd471e98458" providerId="LiveId" clId="{788BA123-62C9-4DDC-86E5-A6BCA4600216}" dt="2026-03-31T00:49:36.897" v="4321" actId="478"/>
          <ac:picMkLst>
            <pc:docMk/>
            <pc:sldMk cId="1584019165" sldId="378"/>
            <ac:picMk id="13" creationId="{E90C7A6B-968F-63F4-4F7E-71EC26EE9F81}"/>
          </ac:picMkLst>
        </pc:picChg>
        <pc:picChg chg="del">
          <ac:chgData name="Jacob Wyngaard" userId="6181fcd471e98458" providerId="LiveId" clId="{788BA123-62C9-4DDC-86E5-A6BCA4600216}" dt="2026-03-31T00:49:38.259" v="4323" actId="478"/>
          <ac:picMkLst>
            <pc:docMk/>
            <pc:sldMk cId="1584019165" sldId="378"/>
            <ac:picMk id="15" creationId="{0AF0BF70-77DD-2A13-5747-9A0C5F5422B6}"/>
          </ac:picMkLst>
        </pc:picChg>
      </pc:sldChg>
      <pc:sldChg chg="addSp delSp modSp add mod ord">
        <pc:chgData name="Jacob Wyngaard" userId="6181fcd471e98458" providerId="LiveId" clId="{788BA123-62C9-4DDC-86E5-A6BCA4600216}" dt="2026-03-31T01:17:05.912" v="4746"/>
        <pc:sldMkLst>
          <pc:docMk/>
          <pc:sldMk cId="4222837792" sldId="379"/>
        </pc:sldMkLst>
        <pc:spChg chg="del">
          <ac:chgData name="Jacob Wyngaard" userId="6181fcd471e98458" providerId="LiveId" clId="{788BA123-62C9-4DDC-86E5-A6BCA4600216}" dt="2026-03-31T00:51:27.603" v="4330" actId="478"/>
          <ac:spMkLst>
            <pc:docMk/>
            <pc:sldMk cId="4222837792" sldId="379"/>
            <ac:spMk id="4" creationId="{490813E2-CAC1-7AD4-380A-DAFF2D490C59}"/>
          </ac:spMkLst>
        </pc:spChg>
        <pc:spChg chg="del">
          <ac:chgData name="Jacob Wyngaard" userId="6181fcd471e98458" providerId="LiveId" clId="{788BA123-62C9-4DDC-86E5-A6BCA4600216}" dt="2026-03-31T00:52:58.851" v="4338" actId="478"/>
          <ac:spMkLst>
            <pc:docMk/>
            <pc:sldMk cId="4222837792" sldId="379"/>
            <ac:spMk id="7" creationId="{9BB332EB-8FE8-EFEB-3AB9-B49646B1C261}"/>
          </ac:spMkLst>
        </pc:spChg>
        <pc:spChg chg="mod">
          <ac:chgData name="Jacob Wyngaard" userId="6181fcd471e98458" providerId="LiveId" clId="{788BA123-62C9-4DDC-86E5-A6BCA4600216}" dt="2026-03-31T01:08:25.065" v="4609" actId="1076"/>
          <ac:spMkLst>
            <pc:docMk/>
            <pc:sldMk cId="4222837792" sldId="379"/>
            <ac:spMk id="12" creationId="{9AD9A32C-5A13-8808-6877-50EA0ED7F982}"/>
          </ac:spMkLst>
        </pc:spChg>
        <pc:spChg chg="add mod">
          <ac:chgData name="Jacob Wyngaard" userId="6181fcd471e98458" providerId="LiveId" clId="{788BA123-62C9-4DDC-86E5-A6BCA4600216}" dt="2026-03-31T00:50:36.734" v="4328"/>
          <ac:spMkLst>
            <pc:docMk/>
            <pc:sldMk cId="4222837792" sldId="379"/>
            <ac:spMk id="14" creationId="{869CF263-044B-E8B8-79A5-9AB5D8954DA9}"/>
          </ac:spMkLst>
        </pc:spChg>
        <pc:spChg chg="add mod">
          <ac:chgData name="Jacob Wyngaard" userId="6181fcd471e98458" providerId="LiveId" clId="{788BA123-62C9-4DDC-86E5-A6BCA4600216}" dt="2026-03-31T00:51:25.894" v="4329"/>
          <ac:spMkLst>
            <pc:docMk/>
            <pc:sldMk cId="4222837792" sldId="379"/>
            <ac:spMk id="15" creationId="{50B24134-DA43-0611-E14D-1D103A7D7438}"/>
          </ac:spMkLst>
        </pc:spChg>
        <pc:spChg chg="add mod">
          <ac:chgData name="Jacob Wyngaard" userId="6181fcd471e98458" providerId="LiveId" clId="{788BA123-62C9-4DDC-86E5-A6BCA4600216}" dt="2026-03-31T00:51:42.591" v="4335" actId="1076"/>
          <ac:spMkLst>
            <pc:docMk/>
            <pc:sldMk cId="4222837792" sldId="379"/>
            <ac:spMk id="17" creationId="{DF71F329-1459-E77B-0EB7-8148A9002B1C}"/>
          </ac:spMkLst>
        </pc:spChg>
        <pc:spChg chg="add mod">
          <ac:chgData name="Jacob Wyngaard" userId="6181fcd471e98458" providerId="LiveId" clId="{788BA123-62C9-4DDC-86E5-A6BCA4600216}" dt="2026-03-31T01:08:42.518" v="4618" actId="1076"/>
          <ac:spMkLst>
            <pc:docMk/>
            <pc:sldMk cId="4222837792" sldId="379"/>
            <ac:spMk id="18" creationId="{3BD78017-E7D8-5902-58DC-8E530EEC11A1}"/>
          </ac:spMkLst>
        </pc:spChg>
        <pc:spChg chg="add mod">
          <ac:chgData name="Jacob Wyngaard" userId="6181fcd471e98458" providerId="LiveId" clId="{788BA123-62C9-4DDC-86E5-A6BCA4600216}" dt="2026-03-31T01:08:37.790" v="4616" actId="1076"/>
          <ac:spMkLst>
            <pc:docMk/>
            <pc:sldMk cId="4222837792" sldId="379"/>
            <ac:spMk id="19" creationId="{DFCA8044-8DB8-34C4-BCD5-E1056E64CAEF}"/>
          </ac:spMkLst>
        </pc:spChg>
        <pc:spChg chg="mod">
          <ac:chgData name="Jacob Wyngaard" userId="6181fcd471e98458" providerId="LiveId" clId="{788BA123-62C9-4DDC-86E5-A6BCA4600216}" dt="2026-03-31T00:52:51.175" v="4337" actId="1076"/>
          <ac:spMkLst>
            <pc:docMk/>
            <pc:sldMk cId="4222837792" sldId="379"/>
            <ac:spMk id="21" creationId="{AB1327C7-818E-BAA0-5A9D-51449DC86C8F}"/>
          </ac:spMkLst>
        </pc:spChg>
        <pc:spChg chg="del">
          <ac:chgData name="Jacob Wyngaard" userId="6181fcd471e98458" providerId="LiveId" clId="{788BA123-62C9-4DDC-86E5-A6BCA4600216}" dt="2026-03-31T00:50:36.284" v="4327" actId="478"/>
          <ac:spMkLst>
            <pc:docMk/>
            <pc:sldMk cId="4222837792" sldId="379"/>
            <ac:spMk id="23" creationId="{4F5BC431-37E2-3CC9-3896-D85A0A6E1B64}"/>
          </ac:spMkLst>
        </pc:spChg>
        <pc:picChg chg="add mod">
          <ac:chgData name="Jacob Wyngaard" userId="6181fcd471e98458" providerId="LiveId" clId="{788BA123-62C9-4DDC-86E5-A6BCA4600216}" dt="2026-03-31T00:50:36.734" v="4328"/>
          <ac:picMkLst>
            <pc:docMk/>
            <pc:sldMk cId="4222837792" sldId="379"/>
            <ac:picMk id="11" creationId="{17424322-1F85-C47D-C2B8-8D93B991A93A}"/>
          </ac:picMkLst>
        </pc:picChg>
        <pc:picChg chg="del">
          <ac:chgData name="Jacob Wyngaard" userId="6181fcd471e98458" providerId="LiveId" clId="{788BA123-62C9-4DDC-86E5-A6BCA4600216}" dt="2026-03-31T00:50:36.284" v="4327" actId="478"/>
          <ac:picMkLst>
            <pc:docMk/>
            <pc:sldMk cId="4222837792" sldId="379"/>
            <ac:picMk id="13" creationId="{BEAB7895-DB98-9F9D-D602-94741F5FB29D}"/>
          </ac:picMkLst>
        </pc:picChg>
        <pc:picChg chg="mod">
          <ac:chgData name="Jacob Wyngaard" userId="6181fcd471e98458" providerId="LiveId" clId="{788BA123-62C9-4DDC-86E5-A6BCA4600216}" dt="2026-03-31T00:52:06.429" v="4336" actId="14826"/>
          <ac:picMkLst>
            <pc:docMk/>
            <pc:sldMk cId="4222837792" sldId="379"/>
            <ac:picMk id="16" creationId="{BD571BAE-2C94-C508-F9F4-289E780BDBEA}"/>
          </ac:picMkLst>
        </pc:picChg>
      </pc:sldChg>
      <pc:sldChg chg="addSp delSp modSp add del mod">
        <pc:chgData name="Jacob Wyngaard" userId="6181fcd471e98458" providerId="LiveId" clId="{788BA123-62C9-4DDC-86E5-A6BCA4600216}" dt="2026-03-25T21:20:22.895" v="889" actId="1076"/>
        <pc:sldMkLst>
          <pc:docMk/>
          <pc:sldMk cId="1461371969" sldId="405"/>
        </pc:sldMkLst>
        <pc:spChg chg="add mod">
          <ac:chgData name="Jacob Wyngaard" userId="6181fcd471e98458" providerId="LiveId" clId="{788BA123-62C9-4DDC-86E5-A6BCA4600216}" dt="2026-03-25T21:16:13.544" v="775"/>
          <ac:spMkLst>
            <pc:docMk/>
            <pc:sldMk cId="1461371969" sldId="405"/>
            <ac:spMk id="2" creationId="{3163CDB2-9AC9-4C9D-A195-E3BB7F632492}"/>
          </ac:spMkLst>
        </pc:spChg>
        <pc:spChg chg="mod">
          <ac:chgData name="Jacob Wyngaard" userId="6181fcd471e98458" providerId="LiveId" clId="{788BA123-62C9-4DDC-86E5-A6BCA4600216}" dt="2026-03-25T21:17:13.753" v="788" actId="20577"/>
          <ac:spMkLst>
            <pc:docMk/>
            <pc:sldMk cId="1461371969" sldId="405"/>
            <ac:spMk id="3" creationId="{ABA8145A-B2D6-3563-CF86-1DF1F4B38826}"/>
          </ac:spMkLst>
        </pc:spChg>
        <pc:spChg chg="add mod">
          <ac:chgData name="Jacob Wyngaard" userId="6181fcd471e98458" providerId="LiveId" clId="{788BA123-62C9-4DDC-86E5-A6BCA4600216}" dt="2026-03-25T21:20:03.453" v="887" actId="1076"/>
          <ac:spMkLst>
            <pc:docMk/>
            <pc:sldMk cId="1461371969" sldId="405"/>
            <ac:spMk id="4" creationId="{79E0102E-A4BE-31DF-2990-F707D28E5406}"/>
          </ac:spMkLst>
        </pc:spChg>
        <pc:spChg chg="add mod">
          <ac:chgData name="Jacob Wyngaard" userId="6181fcd471e98458" providerId="LiveId" clId="{788BA123-62C9-4DDC-86E5-A6BCA4600216}" dt="2026-03-25T21:20:03.453" v="887" actId="1076"/>
          <ac:spMkLst>
            <pc:docMk/>
            <pc:sldMk cId="1461371969" sldId="405"/>
            <ac:spMk id="5" creationId="{6F659F99-26C3-03EF-7F10-C770B3ADEC27}"/>
          </ac:spMkLst>
        </pc:spChg>
        <pc:spChg chg="add mod">
          <ac:chgData name="Jacob Wyngaard" userId="6181fcd471e98458" providerId="LiveId" clId="{788BA123-62C9-4DDC-86E5-A6BCA4600216}" dt="2026-03-25T21:20:03.453" v="887" actId="1076"/>
          <ac:spMkLst>
            <pc:docMk/>
            <pc:sldMk cId="1461371969" sldId="405"/>
            <ac:spMk id="7" creationId="{F034130F-3E29-2559-0C2F-11A43CD2E328}"/>
          </ac:spMkLst>
        </pc:spChg>
        <pc:spChg chg="add mod">
          <ac:chgData name="Jacob Wyngaard" userId="6181fcd471e98458" providerId="LiveId" clId="{788BA123-62C9-4DDC-86E5-A6BCA4600216}" dt="2026-03-25T21:20:03.453" v="887" actId="1076"/>
          <ac:spMkLst>
            <pc:docMk/>
            <pc:sldMk cId="1461371969" sldId="405"/>
            <ac:spMk id="9" creationId="{4B232064-1BA7-4BD9-D963-4BDA27C64612}"/>
          </ac:spMkLst>
        </pc:spChg>
        <pc:spChg chg="add mod">
          <ac:chgData name="Jacob Wyngaard" userId="6181fcd471e98458" providerId="LiveId" clId="{788BA123-62C9-4DDC-86E5-A6BCA4600216}" dt="2026-03-25T21:20:03.453" v="887" actId="1076"/>
          <ac:spMkLst>
            <pc:docMk/>
            <pc:sldMk cId="1461371969" sldId="405"/>
            <ac:spMk id="10" creationId="{20E2AD81-C102-A799-6366-72636FE7440F}"/>
          </ac:spMkLst>
        </pc:spChg>
        <pc:spChg chg="add mod">
          <ac:chgData name="Jacob Wyngaard" userId="6181fcd471e98458" providerId="LiveId" clId="{788BA123-62C9-4DDC-86E5-A6BCA4600216}" dt="2026-03-25T21:20:03.453" v="887" actId="1076"/>
          <ac:spMkLst>
            <pc:docMk/>
            <pc:sldMk cId="1461371969" sldId="405"/>
            <ac:spMk id="11" creationId="{8DD18273-DDC1-11F1-DB5F-AD80B0C57ED2}"/>
          </ac:spMkLst>
        </pc:spChg>
        <pc:spChg chg="mod">
          <ac:chgData name="Jacob Wyngaard" userId="6181fcd471e98458" providerId="LiveId" clId="{788BA123-62C9-4DDC-86E5-A6BCA4600216}" dt="2026-03-25T21:19:37.063" v="861" actId="1036"/>
          <ac:spMkLst>
            <pc:docMk/>
            <pc:sldMk cId="1461371969" sldId="405"/>
            <ac:spMk id="43" creationId="{F1CD27BF-A908-E420-9AC0-3C2B13D82C60}"/>
          </ac:spMkLst>
        </pc:spChg>
        <pc:spChg chg="mod">
          <ac:chgData name="Jacob Wyngaard" userId="6181fcd471e98458" providerId="LiveId" clId="{788BA123-62C9-4DDC-86E5-A6BCA4600216}" dt="2026-03-25T21:19:37.063" v="861" actId="1036"/>
          <ac:spMkLst>
            <pc:docMk/>
            <pc:sldMk cId="1461371969" sldId="405"/>
            <ac:spMk id="44" creationId="{814CBDFF-7DBB-9C6B-7790-0146152F3074}"/>
          </ac:spMkLst>
        </pc:spChg>
        <pc:spChg chg="mod">
          <ac:chgData name="Jacob Wyngaard" userId="6181fcd471e98458" providerId="LiveId" clId="{788BA123-62C9-4DDC-86E5-A6BCA4600216}" dt="2026-03-25T21:19:37.063" v="861" actId="1036"/>
          <ac:spMkLst>
            <pc:docMk/>
            <pc:sldMk cId="1461371969" sldId="405"/>
            <ac:spMk id="45" creationId="{DEDAC34A-E63F-6FD4-4A4B-C6D5C0E38F00}"/>
          </ac:spMkLst>
        </pc:spChg>
        <pc:spChg chg="mod">
          <ac:chgData name="Jacob Wyngaard" userId="6181fcd471e98458" providerId="LiveId" clId="{788BA123-62C9-4DDC-86E5-A6BCA4600216}" dt="2026-03-25T21:19:37.063" v="861" actId="1036"/>
          <ac:spMkLst>
            <pc:docMk/>
            <pc:sldMk cId="1461371969" sldId="405"/>
            <ac:spMk id="46" creationId="{E60476E4-5275-707D-ACB3-08B3EFADB927}"/>
          </ac:spMkLst>
        </pc:spChg>
        <pc:spChg chg="mod">
          <ac:chgData name="Jacob Wyngaard" userId="6181fcd471e98458" providerId="LiveId" clId="{788BA123-62C9-4DDC-86E5-A6BCA4600216}" dt="2026-03-25T21:19:37.063" v="861" actId="1036"/>
          <ac:spMkLst>
            <pc:docMk/>
            <pc:sldMk cId="1461371969" sldId="405"/>
            <ac:spMk id="47" creationId="{D0C62C75-85A6-0C6B-3BB7-296FDD3107C7}"/>
          </ac:spMkLst>
        </pc:spChg>
        <pc:spChg chg="mod">
          <ac:chgData name="Jacob Wyngaard" userId="6181fcd471e98458" providerId="LiveId" clId="{788BA123-62C9-4DDC-86E5-A6BCA4600216}" dt="2026-03-25T21:19:37.063" v="861" actId="1036"/>
          <ac:spMkLst>
            <pc:docMk/>
            <pc:sldMk cId="1461371969" sldId="405"/>
            <ac:spMk id="48" creationId="{C3EAD4F8-0702-FFC2-171D-878152523821}"/>
          </ac:spMkLst>
        </pc:spChg>
        <pc:spChg chg="mod">
          <ac:chgData name="Jacob Wyngaard" userId="6181fcd471e98458" providerId="LiveId" clId="{788BA123-62C9-4DDC-86E5-A6BCA4600216}" dt="2026-03-25T21:20:08.947" v="888" actId="1076"/>
          <ac:spMkLst>
            <pc:docMk/>
            <pc:sldMk cId="1461371969" sldId="405"/>
            <ac:spMk id="49" creationId="{AFE998CF-7460-FB13-A003-73842413F1A2}"/>
          </ac:spMkLst>
        </pc:spChg>
        <pc:spChg chg="mod">
          <ac:chgData name="Jacob Wyngaard" userId="6181fcd471e98458" providerId="LiveId" clId="{788BA123-62C9-4DDC-86E5-A6BCA4600216}" dt="2026-03-25T21:20:22.895" v="889" actId="1076"/>
          <ac:spMkLst>
            <pc:docMk/>
            <pc:sldMk cId="1461371969" sldId="405"/>
            <ac:spMk id="50" creationId="{8BF83587-629D-346A-83C4-015CB67FBE2D}"/>
          </ac:spMkLst>
        </pc:spChg>
        <pc:spChg chg="mod">
          <ac:chgData name="Jacob Wyngaard" userId="6181fcd471e98458" providerId="LiveId" clId="{788BA123-62C9-4DDC-86E5-A6BCA4600216}" dt="2026-03-25T21:19:48.312" v="885" actId="20577"/>
          <ac:spMkLst>
            <pc:docMk/>
            <pc:sldMk cId="1461371969" sldId="405"/>
            <ac:spMk id="52" creationId="{508590B0-1E32-02C9-1CCB-02D68B05D270}"/>
          </ac:spMkLst>
        </pc:spChg>
        <pc:graphicFrameChg chg="mod modGraphic">
          <ac:chgData name="Jacob Wyngaard" userId="6181fcd471e98458" providerId="LiveId" clId="{788BA123-62C9-4DDC-86E5-A6BCA4600216}" dt="2026-03-25T21:19:37.063" v="861" actId="1036"/>
          <ac:graphicFrameMkLst>
            <pc:docMk/>
            <pc:sldMk cId="1461371969" sldId="405"/>
            <ac:graphicFrameMk id="35" creationId="{F894B87C-DBDC-CB37-4415-4D62BDDCEF0F}"/>
          </ac:graphicFrameMkLst>
        </pc:graphicFrameChg>
        <pc:graphicFrameChg chg="mod modGraphic">
          <ac:chgData name="Jacob Wyngaard" userId="6181fcd471e98458" providerId="LiveId" clId="{788BA123-62C9-4DDC-86E5-A6BCA4600216}" dt="2026-03-25T21:19:37.063" v="861" actId="1036"/>
          <ac:graphicFrameMkLst>
            <pc:docMk/>
            <pc:sldMk cId="1461371969" sldId="405"/>
            <ac:graphicFrameMk id="42" creationId="{4FDD15EE-BB6A-ADE0-FF04-BB9A36352A96}"/>
          </ac:graphicFrameMkLst>
        </pc:graphicFrameChg>
      </pc:sldChg>
      <pc:sldChg chg="modSp add del mod">
        <pc:chgData name="Jacob Wyngaard" userId="6181fcd471e98458" providerId="LiveId" clId="{788BA123-62C9-4DDC-86E5-A6BCA4600216}" dt="2026-03-25T21:24:16.584" v="928" actId="14826"/>
        <pc:sldMkLst>
          <pc:docMk/>
          <pc:sldMk cId="4141360654" sldId="408"/>
        </pc:sldMkLst>
        <pc:spChg chg="mod">
          <ac:chgData name="Jacob Wyngaard" userId="6181fcd471e98458" providerId="LiveId" clId="{788BA123-62C9-4DDC-86E5-A6BCA4600216}" dt="2026-03-25T21:15:46.805" v="772" actId="20577"/>
          <ac:spMkLst>
            <pc:docMk/>
            <pc:sldMk cId="4141360654" sldId="408"/>
            <ac:spMk id="9" creationId="{5EB031D3-47F6-B075-017F-D61AE688BEAF}"/>
          </ac:spMkLst>
        </pc:spChg>
        <pc:spChg chg="mod">
          <ac:chgData name="Jacob Wyngaard" userId="6181fcd471e98458" providerId="LiveId" clId="{788BA123-62C9-4DDC-86E5-A6BCA4600216}" dt="2026-03-25T21:21:46.906" v="926" actId="20577"/>
          <ac:spMkLst>
            <pc:docMk/>
            <pc:sldMk cId="4141360654" sldId="408"/>
            <ac:spMk id="12" creationId="{F4DDBFAA-A1FB-65CF-1CDB-7E9E4221D55F}"/>
          </ac:spMkLst>
        </pc:spChg>
        <pc:picChg chg="mod">
          <ac:chgData name="Jacob Wyngaard" userId="6181fcd471e98458" providerId="LiveId" clId="{788BA123-62C9-4DDC-86E5-A6BCA4600216}" dt="2026-03-25T21:24:16.584" v="928" actId="14826"/>
          <ac:picMkLst>
            <pc:docMk/>
            <pc:sldMk cId="4141360654" sldId="408"/>
            <ac:picMk id="11" creationId="{7AE801BC-439E-0D07-FAC7-7E1105AC7431}"/>
          </ac:picMkLst>
        </pc:picChg>
      </pc:sldChg>
      <pc:sldChg chg="addSp delSp modSp add mod">
        <pc:chgData name="Jacob Wyngaard" userId="6181fcd471e98458" providerId="LiveId" clId="{788BA123-62C9-4DDC-86E5-A6BCA4600216}" dt="2026-03-25T23:18:29.186" v="1690" actId="1076"/>
        <pc:sldMkLst>
          <pc:docMk/>
          <pc:sldMk cId="3575157319" sldId="409"/>
        </pc:sldMkLst>
        <pc:spChg chg="add mod">
          <ac:chgData name="Jacob Wyngaard" userId="6181fcd471e98458" providerId="LiveId" clId="{788BA123-62C9-4DDC-86E5-A6BCA4600216}" dt="2026-03-25T23:15:36.749" v="1585" actId="1076"/>
          <ac:spMkLst>
            <pc:docMk/>
            <pc:sldMk cId="3575157319" sldId="409"/>
            <ac:spMk id="2" creationId="{2C53EEBA-CCFA-A78E-4E41-F2DAB1BCABB7}"/>
          </ac:spMkLst>
        </pc:spChg>
        <pc:spChg chg="add mod">
          <ac:chgData name="Jacob Wyngaard" userId="6181fcd471e98458" providerId="LiveId" clId="{788BA123-62C9-4DDC-86E5-A6BCA4600216}" dt="2026-03-25T23:15:40.374" v="1586" actId="1076"/>
          <ac:spMkLst>
            <pc:docMk/>
            <pc:sldMk cId="3575157319" sldId="409"/>
            <ac:spMk id="4" creationId="{3CCBFE96-B492-2B27-4202-20EEBBB283AE}"/>
          </ac:spMkLst>
        </pc:spChg>
        <pc:spChg chg="mod">
          <ac:chgData name="Jacob Wyngaard" userId="6181fcd471e98458" providerId="LiveId" clId="{788BA123-62C9-4DDC-86E5-A6BCA4600216}" dt="2026-03-25T23:18:29.186" v="1690" actId="1076"/>
          <ac:spMkLst>
            <pc:docMk/>
            <pc:sldMk cId="3575157319" sldId="409"/>
            <ac:spMk id="9" creationId="{B09302E1-4F11-5AA8-E4C2-B477F6EED43E}"/>
          </ac:spMkLst>
        </pc:spChg>
        <pc:spChg chg="mod">
          <ac:chgData name="Jacob Wyngaard" userId="6181fcd471e98458" providerId="LiveId" clId="{788BA123-62C9-4DDC-86E5-A6BCA4600216}" dt="2026-03-25T23:13:53.874" v="1530" actId="20577"/>
          <ac:spMkLst>
            <pc:docMk/>
            <pc:sldMk cId="3575157319" sldId="409"/>
            <ac:spMk id="10" creationId="{C7D2AF9D-523C-F65F-F687-FDBFC209F077}"/>
          </ac:spMkLst>
        </pc:spChg>
        <pc:spChg chg="add mod">
          <ac:chgData name="Jacob Wyngaard" userId="6181fcd471e98458" providerId="LiveId" clId="{788BA123-62C9-4DDC-86E5-A6BCA4600216}" dt="2026-03-25T23:16:48.218" v="1605" actId="14100"/>
          <ac:spMkLst>
            <pc:docMk/>
            <pc:sldMk cId="3575157319" sldId="409"/>
            <ac:spMk id="16" creationId="{2B122B98-41B6-3BA0-6563-EA9B883CADBE}"/>
          </ac:spMkLst>
        </pc:spChg>
        <pc:spChg chg="add mod">
          <ac:chgData name="Jacob Wyngaard" userId="6181fcd471e98458" providerId="LiveId" clId="{788BA123-62C9-4DDC-86E5-A6BCA4600216}" dt="2026-03-25T23:17:07.048" v="1624" actId="1076"/>
          <ac:spMkLst>
            <pc:docMk/>
            <pc:sldMk cId="3575157319" sldId="409"/>
            <ac:spMk id="17" creationId="{B330388B-FD92-187C-3EE1-1E363DB762BB}"/>
          </ac:spMkLst>
        </pc:spChg>
        <pc:spChg chg="add mod">
          <ac:chgData name="Jacob Wyngaard" userId="6181fcd471e98458" providerId="LiveId" clId="{788BA123-62C9-4DDC-86E5-A6BCA4600216}" dt="2026-03-25T23:17:17.128" v="1628" actId="1076"/>
          <ac:spMkLst>
            <pc:docMk/>
            <pc:sldMk cId="3575157319" sldId="409"/>
            <ac:spMk id="18" creationId="{21418172-A42F-A62F-A95B-62D8817D3186}"/>
          </ac:spMkLst>
        </pc:spChg>
        <pc:spChg chg="add mod">
          <ac:chgData name="Jacob Wyngaard" userId="6181fcd471e98458" providerId="LiveId" clId="{788BA123-62C9-4DDC-86E5-A6BCA4600216}" dt="2026-03-25T23:17:54.874" v="1655" actId="1076"/>
          <ac:spMkLst>
            <pc:docMk/>
            <pc:sldMk cId="3575157319" sldId="409"/>
            <ac:spMk id="19" creationId="{21C920BD-1D4A-2FB5-6939-22E7EF4B1052}"/>
          </ac:spMkLst>
        </pc:spChg>
        <pc:spChg chg="add mod">
          <ac:chgData name="Jacob Wyngaard" userId="6181fcd471e98458" providerId="LiveId" clId="{788BA123-62C9-4DDC-86E5-A6BCA4600216}" dt="2026-03-25T23:17:43.843" v="1649" actId="14100"/>
          <ac:spMkLst>
            <pc:docMk/>
            <pc:sldMk cId="3575157319" sldId="409"/>
            <ac:spMk id="20" creationId="{23D5A06E-1D96-E47D-8D7A-EF17CF6938D4}"/>
          </ac:spMkLst>
        </pc:spChg>
        <pc:spChg chg="add mod">
          <ac:chgData name="Jacob Wyngaard" userId="6181fcd471e98458" providerId="LiveId" clId="{788BA123-62C9-4DDC-86E5-A6BCA4600216}" dt="2026-03-25T23:17:45.999" v="1650"/>
          <ac:spMkLst>
            <pc:docMk/>
            <pc:sldMk cId="3575157319" sldId="409"/>
            <ac:spMk id="21" creationId="{6F6D10EB-7AB1-B42B-D894-25F851B8520A}"/>
          </ac:spMkLst>
        </pc:spChg>
        <pc:picChg chg="add mod">
          <ac:chgData name="Jacob Wyngaard" userId="6181fcd471e98458" providerId="LiveId" clId="{788BA123-62C9-4DDC-86E5-A6BCA4600216}" dt="2026-03-25T23:16:05.844" v="1594" actId="1076"/>
          <ac:picMkLst>
            <pc:docMk/>
            <pc:sldMk cId="3575157319" sldId="409"/>
            <ac:picMk id="11" creationId="{6C0924FA-88BF-9391-0DC3-0BDE541B877A}"/>
          </ac:picMkLst>
        </pc:picChg>
        <pc:picChg chg="add mod">
          <ac:chgData name="Jacob Wyngaard" userId="6181fcd471e98458" providerId="LiveId" clId="{788BA123-62C9-4DDC-86E5-A6BCA4600216}" dt="2026-03-25T23:16:09.452" v="1595" actId="1076"/>
          <ac:picMkLst>
            <pc:docMk/>
            <pc:sldMk cId="3575157319" sldId="409"/>
            <ac:picMk id="13" creationId="{C88EE755-AFD8-3669-D4C0-F38A36CCB649}"/>
          </ac:picMkLst>
        </pc:picChg>
        <pc:picChg chg="add mod">
          <ac:chgData name="Jacob Wyngaard" userId="6181fcd471e98458" providerId="LiveId" clId="{788BA123-62C9-4DDC-86E5-A6BCA4600216}" dt="2026-03-25T23:16:16.284" v="1598" actId="1076"/>
          <ac:picMkLst>
            <pc:docMk/>
            <pc:sldMk cId="3575157319" sldId="409"/>
            <ac:picMk id="15" creationId="{23C2137A-DFA3-C0B1-6C81-A1A448BCC1EE}"/>
          </ac:picMkLst>
        </pc:picChg>
      </pc:sldChg>
      <pc:sldChg chg="addSp delSp modSp add mod">
        <pc:chgData name="Jacob Wyngaard" userId="6181fcd471e98458" providerId="LiveId" clId="{788BA123-62C9-4DDC-86E5-A6BCA4600216}" dt="2026-03-25T23:21:01.499" v="1889" actId="20577"/>
        <pc:sldMkLst>
          <pc:docMk/>
          <pc:sldMk cId="1090056871" sldId="410"/>
        </pc:sldMkLst>
        <pc:spChg chg="add mod">
          <ac:chgData name="Jacob Wyngaard" userId="6181fcd471e98458" providerId="LiveId" clId="{788BA123-62C9-4DDC-86E5-A6BCA4600216}" dt="2026-03-25T23:18:33.592" v="1692"/>
          <ac:spMkLst>
            <pc:docMk/>
            <pc:sldMk cId="1090056871" sldId="410"/>
            <ac:spMk id="3" creationId="{9227B5B4-84E2-CF03-B1EF-65B1BF6B4EA0}"/>
          </ac:spMkLst>
        </pc:spChg>
        <pc:spChg chg="mod">
          <ac:chgData name="Jacob Wyngaard" userId="6181fcd471e98458" providerId="LiveId" clId="{788BA123-62C9-4DDC-86E5-A6BCA4600216}" dt="2026-03-25T23:21:01.499" v="1889" actId="20577"/>
          <ac:spMkLst>
            <pc:docMk/>
            <pc:sldMk cId="1090056871" sldId="410"/>
            <ac:spMk id="10" creationId="{F77460BD-52C0-BA7D-D233-80F6BBD717ED}"/>
          </ac:spMkLst>
        </pc:spChg>
      </pc:sldChg>
      <pc:sldChg chg="addSp delSp modSp add mod">
        <pc:chgData name="Jacob Wyngaard" userId="6181fcd471e98458" providerId="LiveId" clId="{788BA123-62C9-4DDC-86E5-A6BCA4600216}" dt="2026-03-26T01:45:32.192" v="2175" actId="1076"/>
        <pc:sldMkLst>
          <pc:docMk/>
          <pc:sldMk cId="1074258102" sldId="411"/>
        </pc:sldMkLst>
        <pc:spChg chg="mod">
          <ac:chgData name="Jacob Wyngaard" userId="6181fcd471e98458" providerId="LiveId" clId="{788BA123-62C9-4DDC-86E5-A6BCA4600216}" dt="2026-03-26T01:45:32.192" v="2175" actId="1076"/>
          <ac:spMkLst>
            <pc:docMk/>
            <pc:sldMk cId="1074258102" sldId="411"/>
            <ac:spMk id="3" creationId="{10D3685A-2833-E57C-42F7-DC94A5524BA4}"/>
          </ac:spMkLst>
        </pc:spChg>
        <pc:spChg chg="add mod">
          <ac:chgData name="Jacob Wyngaard" userId="6181fcd471e98458" providerId="LiveId" clId="{788BA123-62C9-4DDC-86E5-A6BCA4600216}" dt="2026-03-26T01:43:54.739" v="2169" actId="1076"/>
          <ac:spMkLst>
            <pc:docMk/>
            <pc:sldMk cId="1074258102" sldId="411"/>
            <ac:spMk id="4" creationId="{E0BB014D-99F1-422D-3F81-13189B1535AD}"/>
          </ac:spMkLst>
        </pc:spChg>
        <pc:graphicFrameChg chg="add mod modGraphic">
          <ac:chgData name="Jacob Wyngaard" userId="6181fcd471e98458" providerId="LiveId" clId="{788BA123-62C9-4DDC-86E5-A6BCA4600216}" dt="2026-03-26T01:42:27.690" v="2096" actId="20577"/>
          <ac:graphicFrameMkLst>
            <pc:docMk/>
            <pc:sldMk cId="1074258102" sldId="411"/>
            <ac:graphicFrameMk id="2" creationId="{28C54981-191D-9AAB-80BB-D0B61714FE74}"/>
          </ac:graphicFrameMkLst>
        </pc:graphicFrameChg>
      </pc:sldChg>
      <pc:sldChg chg="modSp add mod">
        <pc:chgData name="Jacob Wyngaard" userId="6181fcd471e98458" providerId="LiveId" clId="{788BA123-62C9-4DDC-86E5-A6BCA4600216}" dt="2026-03-26T01:50:39.502" v="2292" actId="20577"/>
        <pc:sldMkLst>
          <pc:docMk/>
          <pc:sldMk cId="2470554369" sldId="412"/>
        </pc:sldMkLst>
        <pc:spChg chg="mod">
          <ac:chgData name="Jacob Wyngaard" userId="6181fcd471e98458" providerId="LiveId" clId="{788BA123-62C9-4DDC-86E5-A6BCA4600216}" dt="2026-03-26T01:47:32.405" v="2199" actId="20577"/>
          <ac:spMkLst>
            <pc:docMk/>
            <pc:sldMk cId="2470554369" sldId="412"/>
            <ac:spMk id="4" creationId="{CC067665-E80D-9E7A-8CFD-A7B846563211}"/>
          </ac:spMkLst>
        </pc:spChg>
        <pc:graphicFrameChg chg="mod">
          <ac:chgData name="Jacob Wyngaard" userId="6181fcd471e98458" providerId="LiveId" clId="{788BA123-62C9-4DDC-86E5-A6BCA4600216}" dt="2026-03-26T01:50:39.502" v="2292" actId="20577"/>
          <ac:graphicFrameMkLst>
            <pc:docMk/>
            <pc:sldMk cId="2470554369" sldId="412"/>
            <ac:graphicFrameMk id="2" creationId="{D55CAA51-F052-BB30-6DF0-B47D8E77BC9D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3-26T01:55:36.304" v="2347" actId="14100"/>
        <pc:sldMkLst>
          <pc:docMk/>
          <pc:sldMk cId="2086468641" sldId="413"/>
        </pc:sldMkLst>
        <pc:spChg chg="add mod">
          <ac:chgData name="Jacob Wyngaard" userId="6181fcd471e98458" providerId="LiveId" clId="{788BA123-62C9-4DDC-86E5-A6BCA4600216}" dt="2026-03-26T01:53:43.518" v="2314" actId="1076"/>
          <ac:spMkLst>
            <pc:docMk/>
            <pc:sldMk cId="2086468641" sldId="413"/>
            <ac:spMk id="10" creationId="{A72A935A-0E3F-40BA-6352-E67E59486091}"/>
          </ac:spMkLst>
        </pc:spChg>
        <pc:spChg chg="add mod">
          <ac:chgData name="Jacob Wyngaard" userId="6181fcd471e98458" providerId="LiveId" clId="{788BA123-62C9-4DDC-86E5-A6BCA4600216}" dt="2026-03-26T01:54:03.342" v="2327" actId="1076"/>
          <ac:spMkLst>
            <pc:docMk/>
            <pc:sldMk cId="2086468641" sldId="413"/>
            <ac:spMk id="11" creationId="{C2B849A8-9FF5-136C-5F89-E74917C29ED7}"/>
          </ac:spMkLst>
        </pc:spChg>
        <pc:spChg chg="add mod">
          <ac:chgData name="Jacob Wyngaard" userId="6181fcd471e98458" providerId="LiveId" clId="{788BA123-62C9-4DDC-86E5-A6BCA4600216}" dt="2026-03-26T01:55:00.187" v="2337" actId="1076"/>
          <ac:spMkLst>
            <pc:docMk/>
            <pc:sldMk cId="2086468641" sldId="413"/>
            <ac:spMk id="12" creationId="{30B719A3-9020-756C-AD24-B296FE03DC33}"/>
          </ac:spMkLst>
        </pc:spChg>
        <pc:spChg chg="add mod">
          <ac:chgData name="Jacob Wyngaard" userId="6181fcd471e98458" providerId="LiveId" clId="{788BA123-62C9-4DDC-86E5-A6BCA4600216}" dt="2026-03-26T01:54:57.290" v="2336" actId="1076"/>
          <ac:spMkLst>
            <pc:docMk/>
            <pc:sldMk cId="2086468641" sldId="413"/>
            <ac:spMk id="13" creationId="{BD07CCD9-7217-AB3A-7C7F-0FDCBA8C449F}"/>
          </ac:spMkLst>
        </pc:spChg>
        <pc:spChg chg="add mod">
          <ac:chgData name="Jacob Wyngaard" userId="6181fcd471e98458" providerId="LiveId" clId="{788BA123-62C9-4DDC-86E5-A6BCA4600216}" dt="2026-03-26T01:55:04.771" v="2339" actId="1076"/>
          <ac:spMkLst>
            <pc:docMk/>
            <pc:sldMk cId="2086468641" sldId="413"/>
            <ac:spMk id="14" creationId="{52DB9B0B-B1A2-0D5D-D946-7F38728038AE}"/>
          </ac:spMkLst>
        </pc:spChg>
        <pc:spChg chg="add mod">
          <ac:chgData name="Jacob Wyngaard" userId="6181fcd471e98458" providerId="LiveId" clId="{788BA123-62C9-4DDC-86E5-A6BCA4600216}" dt="2026-03-26T01:55:11.066" v="2341" actId="1076"/>
          <ac:spMkLst>
            <pc:docMk/>
            <pc:sldMk cId="2086468641" sldId="413"/>
            <ac:spMk id="15" creationId="{AB8FC53A-1286-7F9B-2116-D75B6A063A4F}"/>
          </ac:spMkLst>
        </pc:spChg>
        <pc:graphicFrameChg chg="mod modGraphic">
          <ac:chgData name="Jacob Wyngaard" userId="6181fcd471e98458" providerId="LiveId" clId="{788BA123-62C9-4DDC-86E5-A6BCA4600216}" dt="2026-03-26T01:53:28.344" v="2309" actId="1076"/>
          <ac:graphicFrameMkLst>
            <pc:docMk/>
            <pc:sldMk cId="2086468641" sldId="413"/>
            <ac:graphicFrameMk id="2" creationId="{3780BE86-EDE6-E90D-4D4E-C5D7B5C080BA}"/>
          </ac:graphicFrameMkLst>
        </pc:graphicFrameChg>
        <pc:graphicFrameChg chg="add mod">
          <ac:chgData name="Jacob Wyngaard" userId="6181fcd471e98458" providerId="LiveId" clId="{788BA123-62C9-4DDC-86E5-A6BCA4600216}" dt="2026-03-26T01:54:41.575" v="2332" actId="404"/>
          <ac:graphicFrameMkLst>
            <pc:docMk/>
            <pc:sldMk cId="2086468641" sldId="413"/>
            <ac:graphicFrameMk id="7" creationId="{8373BDFF-AE0D-7A65-C843-3DAB4522550C}"/>
          </ac:graphicFrameMkLst>
        </pc:graphicFrameChg>
        <pc:cxnChg chg="add mod">
          <ac:chgData name="Jacob Wyngaard" userId="6181fcd471e98458" providerId="LiveId" clId="{788BA123-62C9-4DDC-86E5-A6BCA4600216}" dt="2026-03-26T01:55:30.731" v="2344" actId="1582"/>
          <ac:cxnSpMkLst>
            <pc:docMk/>
            <pc:sldMk cId="2086468641" sldId="413"/>
            <ac:cxnSpMk id="17" creationId="{FDD6F898-C5C8-3588-319E-776404FF38D1}"/>
          </ac:cxnSpMkLst>
        </pc:cxnChg>
        <pc:cxnChg chg="add mod">
          <ac:chgData name="Jacob Wyngaard" userId="6181fcd471e98458" providerId="LiveId" clId="{788BA123-62C9-4DDC-86E5-A6BCA4600216}" dt="2026-03-26T01:55:36.304" v="2347" actId="14100"/>
          <ac:cxnSpMkLst>
            <pc:docMk/>
            <pc:sldMk cId="2086468641" sldId="413"/>
            <ac:cxnSpMk id="18" creationId="{A9758EA8-FC47-EEDB-958A-BE3DE2E8C353}"/>
          </ac:cxnSpMkLst>
        </pc:cxnChg>
      </pc:sldChg>
      <pc:sldChg chg="modSp add mod">
        <pc:chgData name="Jacob Wyngaard" userId="6181fcd471e98458" providerId="LiveId" clId="{788BA123-62C9-4DDC-86E5-A6BCA4600216}" dt="2026-03-26T02:00:20.707" v="2444" actId="1076"/>
        <pc:sldMkLst>
          <pc:docMk/>
          <pc:sldMk cId="3627093598" sldId="414"/>
        </pc:sldMkLst>
        <pc:spChg chg="mod">
          <ac:chgData name="Jacob Wyngaard" userId="6181fcd471e98458" providerId="LiveId" clId="{788BA123-62C9-4DDC-86E5-A6BCA4600216}" dt="2026-03-26T01:56:09.671" v="2350" actId="1076"/>
          <ac:spMkLst>
            <pc:docMk/>
            <pc:sldMk cId="3627093598" sldId="414"/>
            <ac:spMk id="10" creationId="{CE99573B-4EA7-075D-7A4A-293E56F35D85}"/>
          </ac:spMkLst>
        </pc:spChg>
        <pc:spChg chg="mod">
          <ac:chgData name="Jacob Wyngaard" userId="6181fcd471e98458" providerId="LiveId" clId="{788BA123-62C9-4DDC-86E5-A6BCA4600216}" dt="2026-03-26T02:00:10.673" v="2442" actId="1076"/>
          <ac:spMkLst>
            <pc:docMk/>
            <pc:sldMk cId="3627093598" sldId="414"/>
            <ac:spMk id="13" creationId="{5244E8F0-3C5B-98AE-23E3-FB5F0AFBB25A}"/>
          </ac:spMkLst>
        </pc:spChg>
        <pc:spChg chg="mod">
          <ac:chgData name="Jacob Wyngaard" userId="6181fcd471e98458" providerId="LiveId" clId="{788BA123-62C9-4DDC-86E5-A6BCA4600216}" dt="2026-03-26T02:00:20.707" v="2444" actId="1076"/>
          <ac:spMkLst>
            <pc:docMk/>
            <pc:sldMk cId="3627093598" sldId="414"/>
            <ac:spMk id="14" creationId="{623AFCEF-D6F3-CFA8-8BA6-B98B59F66C03}"/>
          </ac:spMkLst>
        </pc:spChg>
        <pc:spChg chg="mod">
          <ac:chgData name="Jacob Wyngaard" userId="6181fcd471e98458" providerId="LiveId" clId="{788BA123-62C9-4DDC-86E5-A6BCA4600216}" dt="2026-03-26T02:00:15.547" v="2443" actId="1076"/>
          <ac:spMkLst>
            <pc:docMk/>
            <pc:sldMk cId="3627093598" sldId="414"/>
            <ac:spMk id="15" creationId="{5CCB32AC-C6D3-2C47-4F4D-C9A6DEACF38B}"/>
          </ac:spMkLst>
        </pc:spChg>
        <pc:graphicFrameChg chg="mod">
          <ac:chgData name="Jacob Wyngaard" userId="6181fcd471e98458" providerId="LiveId" clId="{788BA123-62C9-4DDC-86E5-A6BCA4600216}" dt="2026-03-26T02:00:04.273" v="2441" actId="20577"/>
          <ac:graphicFrameMkLst>
            <pc:docMk/>
            <pc:sldMk cId="3627093598" sldId="414"/>
            <ac:graphicFrameMk id="2" creationId="{5BB757E6-A83C-FA22-AC64-170BC02D9E94}"/>
          </ac:graphicFrameMkLst>
        </pc:graphicFrameChg>
        <pc:cxnChg chg="mod">
          <ac:chgData name="Jacob Wyngaard" userId="6181fcd471e98458" providerId="LiveId" clId="{788BA123-62C9-4DDC-86E5-A6BCA4600216}" dt="2026-03-26T02:00:15.547" v="2443" actId="1076"/>
          <ac:cxnSpMkLst>
            <pc:docMk/>
            <pc:sldMk cId="3627093598" sldId="414"/>
            <ac:cxnSpMk id="17" creationId="{49FC3EB4-E105-BB55-9237-EE75E2828846}"/>
          </ac:cxnSpMkLst>
        </pc:cxnChg>
        <pc:cxnChg chg="mod">
          <ac:chgData name="Jacob Wyngaard" userId="6181fcd471e98458" providerId="LiveId" clId="{788BA123-62C9-4DDC-86E5-A6BCA4600216}" dt="2026-03-26T02:00:20.707" v="2444" actId="1076"/>
          <ac:cxnSpMkLst>
            <pc:docMk/>
            <pc:sldMk cId="3627093598" sldId="414"/>
            <ac:cxnSpMk id="18" creationId="{88E56529-8D50-2952-CC54-EB15219A91A2}"/>
          </ac:cxnSpMkLst>
        </pc:cxnChg>
      </pc:sldChg>
      <pc:sldChg chg="addSp delSp modSp add mod">
        <pc:chgData name="Jacob Wyngaard" userId="6181fcd471e98458" providerId="LiveId" clId="{788BA123-62C9-4DDC-86E5-A6BCA4600216}" dt="2026-03-26T03:02:40.865" v="3496" actId="20577"/>
        <pc:sldMkLst>
          <pc:docMk/>
          <pc:sldMk cId="2927176468" sldId="415"/>
        </pc:sldMkLst>
        <pc:spChg chg="add mod">
          <ac:chgData name="Jacob Wyngaard" userId="6181fcd471e98458" providerId="LiveId" clId="{788BA123-62C9-4DDC-86E5-A6BCA4600216}" dt="2026-03-26T03:02:40.865" v="3496" actId="20577"/>
          <ac:spMkLst>
            <pc:docMk/>
            <pc:sldMk cId="2927176468" sldId="415"/>
            <ac:spMk id="4" creationId="{F1078E86-99FC-0FA9-C64A-3D1130A08E7E}"/>
          </ac:spMkLst>
        </pc:spChg>
      </pc:sldChg>
      <pc:sldChg chg="modSp add mod ord">
        <pc:chgData name="Jacob Wyngaard" userId="6181fcd471e98458" providerId="LiveId" clId="{788BA123-62C9-4DDC-86E5-A6BCA4600216}" dt="2026-03-26T02:59:51.464" v="3367" actId="114"/>
        <pc:sldMkLst>
          <pc:docMk/>
          <pc:sldMk cId="2661158882" sldId="416"/>
        </pc:sldMkLst>
        <pc:spChg chg="mod">
          <ac:chgData name="Jacob Wyngaard" userId="6181fcd471e98458" providerId="LiveId" clId="{788BA123-62C9-4DDC-86E5-A6BCA4600216}" dt="2026-03-26T02:08:52.783" v="3018" actId="20577"/>
          <ac:spMkLst>
            <pc:docMk/>
            <pc:sldMk cId="2661158882" sldId="416"/>
            <ac:spMk id="3" creationId="{8AA412A1-E6B9-A9B6-E91C-9269B83CBDB8}"/>
          </ac:spMkLst>
        </pc:spChg>
        <pc:spChg chg="mod">
          <ac:chgData name="Jacob Wyngaard" userId="6181fcd471e98458" providerId="LiveId" clId="{788BA123-62C9-4DDC-86E5-A6BCA4600216}" dt="2026-03-26T02:10:44.367" v="3061" actId="20577"/>
          <ac:spMkLst>
            <pc:docMk/>
            <pc:sldMk cId="2661158882" sldId="416"/>
            <ac:spMk id="4" creationId="{34BD61F7-465A-9322-53A1-BB811E094BB8}"/>
          </ac:spMkLst>
        </pc:spChg>
        <pc:graphicFrameChg chg="mod modGraphic">
          <ac:chgData name="Jacob Wyngaard" userId="6181fcd471e98458" providerId="LiveId" clId="{788BA123-62C9-4DDC-86E5-A6BCA4600216}" dt="2026-03-26T02:59:51.464" v="3367" actId="114"/>
          <ac:graphicFrameMkLst>
            <pc:docMk/>
            <pc:sldMk cId="2661158882" sldId="416"/>
            <ac:graphicFrameMk id="2" creationId="{CE32A044-754B-9EB2-00DE-BF7BB2906BD9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3-26T03:04:43.423" v="3512" actId="20577"/>
        <pc:sldMkLst>
          <pc:docMk/>
          <pc:sldMk cId="3116248399" sldId="417"/>
        </pc:sldMkLst>
        <pc:spChg chg="mod">
          <ac:chgData name="Jacob Wyngaard" userId="6181fcd471e98458" providerId="LiveId" clId="{788BA123-62C9-4DDC-86E5-A6BCA4600216}" dt="2026-03-26T02:48:36.182" v="3146" actId="20577"/>
          <ac:spMkLst>
            <pc:docMk/>
            <pc:sldMk cId="3116248399" sldId="417"/>
            <ac:spMk id="3" creationId="{A3EEB532-FDBF-2751-D05C-3B475958063A}"/>
          </ac:spMkLst>
        </pc:spChg>
        <pc:spChg chg="mod">
          <ac:chgData name="Jacob Wyngaard" userId="6181fcd471e98458" providerId="LiveId" clId="{788BA123-62C9-4DDC-86E5-A6BCA4600216}" dt="2026-03-26T03:04:43.423" v="3512" actId="20577"/>
          <ac:spMkLst>
            <pc:docMk/>
            <pc:sldMk cId="3116248399" sldId="417"/>
            <ac:spMk id="4" creationId="{6607D245-CC2D-872E-1087-ECD6BA534F9E}"/>
          </ac:spMkLst>
        </pc:spChg>
        <pc:spChg chg="add mod">
          <ac:chgData name="Jacob Wyngaard" userId="6181fcd471e98458" providerId="LiveId" clId="{788BA123-62C9-4DDC-86E5-A6BCA4600216}" dt="2026-03-26T03:00:19.942" v="3372" actId="1076"/>
          <ac:spMkLst>
            <pc:docMk/>
            <pc:sldMk cId="3116248399" sldId="417"/>
            <ac:spMk id="7" creationId="{198A5CDB-34EC-EC09-9F59-D9CB86567771}"/>
          </ac:spMkLst>
        </pc:spChg>
        <pc:spChg chg="add mod">
          <ac:chgData name="Jacob Wyngaard" userId="6181fcd471e98458" providerId="LiveId" clId="{788BA123-62C9-4DDC-86E5-A6BCA4600216}" dt="2026-03-26T03:00:16.902" v="3371" actId="1076"/>
          <ac:spMkLst>
            <pc:docMk/>
            <pc:sldMk cId="3116248399" sldId="417"/>
            <ac:spMk id="9" creationId="{DAF31683-262F-5192-34FC-D7BFC7EB67E4}"/>
          </ac:spMkLst>
        </pc:spChg>
        <pc:spChg chg="add mod">
          <ac:chgData name="Jacob Wyngaard" userId="6181fcd471e98458" providerId="LiveId" clId="{788BA123-62C9-4DDC-86E5-A6BCA4600216}" dt="2026-03-26T03:00:37.671" v="3378" actId="1076"/>
          <ac:spMkLst>
            <pc:docMk/>
            <pc:sldMk cId="3116248399" sldId="417"/>
            <ac:spMk id="10" creationId="{848627D8-9A5C-A923-E207-B46232FA826D}"/>
          </ac:spMkLst>
        </pc:spChg>
        <pc:spChg chg="add mod">
          <ac:chgData name="Jacob Wyngaard" userId="6181fcd471e98458" providerId="LiveId" clId="{788BA123-62C9-4DDC-86E5-A6BCA4600216}" dt="2026-03-26T03:00:35.185" v="3377" actId="1076"/>
          <ac:spMkLst>
            <pc:docMk/>
            <pc:sldMk cId="3116248399" sldId="417"/>
            <ac:spMk id="11" creationId="{3FEE0482-7F4A-A357-8533-CF005AA484B6}"/>
          </ac:spMkLst>
        </pc:spChg>
        <pc:spChg chg="add mod">
          <ac:chgData name="Jacob Wyngaard" userId="6181fcd471e98458" providerId="LiveId" clId="{788BA123-62C9-4DDC-86E5-A6BCA4600216}" dt="2026-03-26T03:00:42.805" v="3379" actId="1076"/>
          <ac:spMkLst>
            <pc:docMk/>
            <pc:sldMk cId="3116248399" sldId="417"/>
            <ac:spMk id="12" creationId="{49BBAE5D-3C27-16A1-B442-97037B373717}"/>
          </ac:spMkLst>
        </pc:spChg>
        <pc:spChg chg="add mod">
          <ac:chgData name="Jacob Wyngaard" userId="6181fcd471e98458" providerId="LiveId" clId="{788BA123-62C9-4DDC-86E5-A6BCA4600216}" dt="2026-03-26T03:01:41.689" v="3421" actId="14100"/>
          <ac:spMkLst>
            <pc:docMk/>
            <pc:sldMk cId="3116248399" sldId="417"/>
            <ac:spMk id="13" creationId="{58954B48-1727-017E-15C0-64F62FB0AB74}"/>
          </ac:spMkLst>
        </pc:spChg>
        <pc:spChg chg="add mod">
          <ac:chgData name="Jacob Wyngaard" userId="6181fcd471e98458" providerId="LiveId" clId="{788BA123-62C9-4DDC-86E5-A6BCA4600216}" dt="2026-03-26T03:04:24.549" v="3506" actId="12"/>
          <ac:spMkLst>
            <pc:docMk/>
            <pc:sldMk cId="3116248399" sldId="417"/>
            <ac:spMk id="14" creationId="{77D000AE-FA58-CDF3-2745-DAB87ECF09BE}"/>
          </ac:spMkLst>
        </pc:spChg>
      </pc:sldChg>
      <pc:sldChg chg="delSp modSp add del mod ord">
        <pc:chgData name="Jacob Wyngaard" userId="6181fcd471e98458" providerId="LiveId" clId="{788BA123-62C9-4DDC-86E5-A6BCA4600216}" dt="2026-03-31T00:35:46.956" v="4077" actId="47"/>
        <pc:sldMkLst>
          <pc:docMk/>
          <pc:sldMk cId="925500335" sldId="418"/>
        </pc:sldMkLst>
      </pc:sldChg>
      <pc:sldChg chg="addSp delSp modSp add mod">
        <pc:chgData name="Jacob Wyngaard" userId="6181fcd471e98458" providerId="LiveId" clId="{788BA123-62C9-4DDC-86E5-A6BCA4600216}" dt="2026-03-31T02:02:06.431" v="4997" actId="20577"/>
        <pc:sldMkLst>
          <pc:docMk/>
          <pc:sldMk cId="3843250702" sldId="420"/>
        </pc:sldMkLst>
        <pc:spChg chg="mod">
          <ac:chgData name="Jacob Wyngaard" userId="6181fcd471e98458" providerId="LiveId" clId="{788BA123-62C9-4DDC-86E5-A6BCA4600216}" dt="2026-03-31T02:02:06.431" v="4997" actId="20577"/>
          <ac:spMkLst>
            <pc:docMk/>
            <pc:sldMk cId="3843250702" sldId="420"/>
            <ac:spMk id="2" creationId="{053F1D4C-9BEA-AE59-35CA-555407795EF9}"/>
          </ac:spMkLst>
        </pc:spChg>
        <pc:spChg chg="add mod">
          <ac:chgData name="Jacob Wyngaard" userId="6181fcd471e98458" providerId="LiveId" clId="{788BA123-62C9-4DDC-86E5-A6BCA4600216}" dt="2026-03-31T01:57:45.116" v="4822" actId="1076"/>
          <ac:spMkLst>
            <pc:docMk/>
            <pc:sldMk cId="3843250702" sldId="420"/>
            <ac:spMk id="7" creationId="{660CE6EB-AC10-438E-66B9-70ECFCCB1F39}"/>
          </ac:spMkLst>
        </pc:spChg>
        <pc:spChg chg="mod">
          <ac:chgData name="Jacob Wyngaard" userId="6181fcd471e98458" providerId="LiveId" clId="{788BA123-62C9-4DDC-86E5-A6BCA4600216}" dt="2026-03-26T03:57:02.170" v="3983" actId="20577"/>
          <ac:spMkLst>
            <pc:docMk/>
            <pc:sldMk cId="3843250702" sldId="420"/>
            <ac:spMk id="10" creationId="{CA83924A-10C2-753A-2104-1786A5B6D082}"/>
          </ac:spMkLst>
        </pc:spChg>
        <pc:spChg chg="mod">
          <ac:chgData name="Jacob Wyngaard" userId="6181fcd471e98458" providerId="LiveId" clId="{788BA123-62C9-4DDC-86E5-A6BCA4600216}" dt="2026-03-31T01:58:04.793" v="4837" actId="1037"/>
          <ac:spMkLst>
            <pc:docMk/>
            <pc:sldMk cId="3843250702" sldId="420"/>
            <ac:spMk id="11" creationId="{B1F9DB18-464C-24F4-B296-A62E214D0608}"/>
          </ac:spMkLst>
        </pc:spChg>
        <pc:spChg chg="add mod">
          <ac:chgData name="Jacob Wyngaard" userId="6181fcd471e98458" providerId="LiveId" clId="{788BA123-62C9-4DDC-86E5-A6BCA4600216}" dt="2026-03-31T01:58:06.717" v="4839" actId="20577"/>
          <ac:spMkLst>
            <pc:docMk/>
            <pc:sldMk cId="3843250702" sldId="420"/>
            <ac:spMk id="12" creationId="{A44A25EF-7365-E63B-AB0F-4C7AA07A51B8}"/>
          </ac:spMkLst>
        </pc:spChg>
        <pc:spChg chg="mod">
          <ac:chgData name="Jacob Wyngaard" userId="6181fcd471e98458" providerId="LiveId" clId="{788BA123-62C9-4DDC-86E5-A6BCA4600216}" dt="2026-03-31T01:58:09.776" v="4841" actId="20577"/>
          <ac:spMkLst>
            <pc:docMk/>
            <pc:sldMk cId="3843250702" sldId="420"/>
            <ac:spMk id="13" creationId="{13405614-59D3-A855-6A66-2AA6994D0548}"/>
          </ac:spMkLst>
        </pc:spChg>
        <pc:spChg chg="add mod">
          <ac:chgData name="Jacob Wyngaard" userId="6181fcd471e98458" providerId="LiveId" clId="{788BA123-62C9-4DDC-86E5-A6BCA4600216}" dt="2026-03-31T01:58:12.444" v="4843" actId="20577"/>
          <ac:spMkLst>
            <pc:docMk/>
            <pc:sldMk cId="3843250702" sldId="420"/>
            <ac:spMk id="14" creationId="{D0C4AD53-F618-6259-A2C4-5AF95E943959}"/>
          </ac:spMkLst>
        </pc:spChg>
        <pc:spChg chg="add mod">
          <ac:chgData name="Jacob Wyngaard" userId="6181fcd471e98458" providerId="LiveId" clId="{788BA123-62C9-4DDC-86E5-A6BCA4600216}" dt="2026-03-31T01:57:45.116" v="4822" actId="1076"/>
          <ac:spMkLst>
            <pc:docMk/>
            <pc:sldMk cId="3843250702" sldId="420"/>
            <ac:spMk id="15" creationId="{EDACA2F1-0E59-0CC7-99F0-BC31864100A0}"/>
          </ac:spMkLst>
        </pc:spChg>
        <pc:spChg chg="add mod">
          <ac:chgData name="Jacob Wyngaard" userId="6181fcd471e98458" providerId="LiveId" clId="{788BA123-62C9-4DDC-86E5-A6BCA4600216}" dt="2026-03-31T01:57:45.116" v="4822" actId="1076"/>
          <ac:spMkLst>
            <pc:docMk/>
            <pc:sldMk cId="3843250702" sldId="420"/>
            <ac:spMk id="16" creationId="{E4B7F153-82A6-2D0D-3439-DB266430C5B8}"/>
          </ac:spMkLst>
        </pc:spChg>
        <pc:spChg chg="add mod">
          <ac:chgData name="Jacob Wyngaard" userId="6181fcd471e98458" providerId="LiveId" clId="{788BA123-62C9-4DDC-86E5-A6BCA4600216}" dt="2026-03-31T01:57:45.116" v="4822" actId="1076"/>
          <ac:spMkLst>
            <pc:docMk/>
            <pc:sldMk cId="3843250702" sldId="420"/>
            <ac:spMk id="17" creationId="{79C49C94-572A-B71C-F8F3-EDBE863E782B}"/>
          </ac:spMkLst>
        </pc:spChg>
        <pc:spChg chg="add del mod">
          <ac:chgData name="Jacob Wyngaard" userId="6181fcd471e98458" providerId="LiveId" clId="{788BA123-62C9-4DDC-86E5-A6BCA4600216}" dt="2026-03-31T01:57:33.221" v="4820" actId="478"/>
          <ac:spMkLst>
            <pc:docMk/>
            <pc:sldMk cId="3843250702" sldId="420"/>
            <ac:spMk id="18" creationId="{792B10E7-2F33-C0BF-2829-12BA07B29149}"/>
          </ac:spMkLst>
        </pc:spChg>
        <pc:spChg chg="add mod">
          <ac:chgData name="Jacob Wyngaard" userId="6181fcd471e98458" providerId="LiveId" clId="{788BA123-62C9-4DDC-86E5-A6BCA4600216}" dt="2026-03-31T01:57:45.116" v="4822" actId="1076"/>
          <ac:spMkLst>
            <pc:docMk/>
            <pc:sldMk cId="3843250702" sldId="420"/>
            <ac:spMk id="19" creationId="{A2D73BCB-40EF-DB57-6C6E-0134467FF453}"/>
          </ac:spMkLst>
        </pc:spChg>
        <pc:spChg chg="mod">
          <ac:chgData name="Jacob Wyngaard" userId="6181fcd471e98458" providerId="LiveId" clId="{788BA123-62C9-4DDC-86E5-A6BCA4600216}" dt="2026-03-31T01:57:53.144" v="4828" actId="1037"/>
          <ac:spMkLst>
            <pc:docMk/>
            <pc:sldMk cId="3843250702" sldId="420"/>
            <ac:spMk id="20" creationId="{E5AD080E-D1BE-28CF-0B4E-DF844C1DD079}"/>
          </ac:spMkLst>
        </pc:spChg>
        <pc:spChg chg="mod">
          <ac:chgData name="Jacob Wyngaard" userId="6181fcd471e98458" providerId="LiveId" clId="{788BA123-62C9-4DDC-86E5-A6BCA4600216}" dt="2026-03-31T01:57:57.223" v="4830" actId="20577"/>
          <ac:spMkLst>
            <pc:docMk/>
            <pc:sldMk cId="3843250702" sldId="420"/>
            <ac:spMk id="21" creationId="{9A893CD0-D27C-1C71-020A-93875B7D5932}"/>
          </ac:spMkLst>
        </pc:spChg>
        <pc:spChg chg="add mod">
          <ac:chgData name="Jacob Wyngaard" userId="6181fcd471e98458" providerId="LiveId" clId="{788BA123-62C9-4DDC-86E5-A6BCA4600216}" dt="2026-03-31T01:58:16.042" v="4845" actId="20577"/>
          <ac:spMkLst>
            <pc:docMk/>
            <pc:sldMk cId="3843250702" sldId="420"/>
            <ac:spMk id="22" creationId="{E9798E47-2766-21C1-6D2A-209A1366B0B4}"/>
          </ac:spMkLst>
        </pc:spChg>
        <pc:spChg chg="add mod">
          <ac:chgData name="Jacob Wyngaard" userId="6181fcd471e98458" providerId="LiveId" clId="{788BA123-62C9-4DDC-86E5-A6BCA4600216}" dt="2026-03-31T01:58:20.733" v="4847" actId="20577"/>
          <ac:spMkLst>
            <pc:docMk/>
            <pc:sldMk cId="3843250702" sldId="420"/>
            <ac:spMk id="23" creationId="{43F99AC9-F423-5A47-772D-5F8E7C9D89B2}"/>
          </ac:spMkLst>
        </pc:spChg>
        <pc:graphicFrameChg chg="modGraphic">
          <ac:chgData name="Jacob Wyngaard" userId="6181fcd471e98458" providerId="LiveId" clId="{788BA123-62C9-4DDC-86E5-A6BCA4600216}" dt="2026-03-31T01:56:53.908" v="4813" actId="20577"/>
          <ac:graphicFrameMkLst>
            <pc:docMk/>
            <pc:sldMk cId="3843250702" sldId="420"/>
            <ac:graphicFrameMk id="3" creationId="{2438701E-42D7-6564-396E-13EB21357DF6}"/>
          </ac:graphicFrameMkLst>
        </pc:graphicFrameChg>
        <pc:graphicFrameChg chg="modGraphic">
          <ac:chgData name="Jacob Wyngaard" userId="6181fcd471e98458" providerId="LiveId" clId="{788BA123-62C9-4DDC-86E5-A6BCA4600216}" dt="2026-03-31T01:57:03.099" v="4819" actId="20577"/>
          <ac:graphicFrameMkLst>
            <pc:docMk/>
            <pc:sldMk cId="3843250702" sldId="420"/>
            <ac:graphicFrameMk id="5" creationId="{DB4CECA3-0BCF-23BB-A5A5-641885E5DC8C}"/>
          </ac:graphicFrameMkLst>
        </pc:graphicFrameChg>
        <pc:picChg chg="add del mod">
          <ac:chgData name="Jacob Wyngaard" userId="6181fcd471e98458" providerId="LiveId" clId="{788BA123-62C9-4DDC-86E5-A6BCA4600216}" dt="2026-03-31T01:57:36.879" v="4821" actId="478"/>
          <ac:picMkLst>
            <pc:docMk/>
            <pc:sldMk cId="3843250702" sldId="420"/>
            <ac:picMk id="4" creationId="{313AAD00-13C4-D322-865F-EC1E4858C0D6}"/>
          </ac:picMkLst>
        </pc:picChg>
      </pc:sldChg>
      <pc:sldChg chg="add del">
        <pc:chgData name="Jacob Wyngaard" userId="6181fcd471e98458" providerId="LiveId" clId="{788BA123-62C9-4DDC-86E5-A6BCA4600216}" dt="2026-03-31T00:44:35.591" v="4184" actId="47"/>
        <pc:sldMkLst>
          <pc:docMk/>
          <pc:sldMk cId="1490082753" sldId="423"/>
        </pc:sldMkLst>
      </pc:sldChg>
      <pc:sldChg chg="addSp delSp modSp add mod ord">
        <pc:chgData name="Jacob Wyngaard" userId="6181fcd471e98458" providerId="LiveId" clId="{788BA123-62C9-4DDC-86E5-A6BCA4600216}" dt="2026-03-31T01:17:05.912" v="4746"/>
        <pc:sldMkLst>
          <pc:docMk/>
          <pc:sldMk cId="53057305" sldId="424"/>
        </pc:sldMkLst>
        <pc:spChg chg="add mod">
          <ac:chgData name="Jacob Wyngaard" userId="6181fcd471e98458" providerId="LiveId" clId="{788BA123-62C9-4DDC-86E5-A6BCA4600216}" dt="2026-03-31T00:42:23.432" v="4151" actId="1076"/>
          <ac:spMkLst>
            <pc:docMk/>
            <pc:sldMk cId="53057305" sldId="424"/>
            <ac:spMk id="2" creationId="{B8B1B70B-7B99-FBE7-FF78-888FE0EBE17D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10" creationId="{98E781F6-E0FF-F088-AF59-B7CB50B4E829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24" creationId="{DD706E99-9B2D-72E1-9A2A-1101CD592A46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26" creationId="{6BF26953-C104-9484-D49A-4C9E4B4E4884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27" creationId="{1D2BAAF8-50C3-3672-523B-04956C130D8F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29" creationId="{DADEF958-DC21-2210-A198-E2C602FCB71F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30" creationId="{FFCBAC4C-F190-CBC2-887B-309E437B3815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31" creationId="{70191B51-A9D5-CEBB-6004-BD58F1F416E7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33" creationId="{1FB0EBDF-787E-D147-2276-396297D64719}"/>
          </ac:spMkLst>
        </pc:spChg>
        <pc:spChg chg="del">
          <ac:chgData name="Jacob Wyngaard" userId="6181fcd471e98458" providerId="LiveId" clId="{788BA123-62C9-4DDC-86E5-A6BCA4600216}" dt="2026-03-31T00:39:02.895" v="4136" actId="478"/>
          <ac:spMkLst>
            <pc:docMk/>
            <pc:sldMk cId="53057305" sldId="424"/>
            <ac:spMk id="35" creationId="{20822203-402F-A7A2-575C-58F59254FADB}"/>
          </ac:spMkLst>
        </pc:spChg>
        <pc:graphicFrameChg chg="del">
          <ac:chgData name="Jacob Wyngaard" userId="6181fcd471e98458" providerId="LiveId" clId="{788BA123-62C9-4DDC-86E5-A6BCA4600216}" dt="2026-03-31T00:39:02.895" v="4136" actId="478"/>
          <ac:graphicFrameMkLst>
            <pc:docMk/>
            <pc:sldMk cId="53057305" sldId="424"/>
            <ac:graphicFrameMk id="23" creationId="{CCE827F4-1CE9-5210-B7DB-A922C8DF2FE6}"/>
          </ac:graphicFrameMkLst>
        </pc:graphicFrameChg>
      </pc:sldChg>
      <pc:sldChg chg="addSp delSp modSp add mod ord">
        <pc:chgData name="Jacob Wyngaard" userId="6181fcd471e98458" providerId="LiveId" clId="{788BA123-62C9-4DDC-86E5-A6BCA4600216}" dt="2026-03-31T01:17:05.912" v="4746"/>
        <pc:sldMkLst>
          <pc:docMk/>
          <pc:sldMk cId="940449237" sldId="425"/>
        </pc:sldMkLst>
        <pc:spChg chg="add mod">
          <ac:chgData name="Jacob Wyngaard" userId="6181fcd471e98458" providerId="LiveId" clId="{788BA123-62C9-4DDC-86E5-A6BCA4600216}" dt="2026-03-31T00:44:05.763" v="4181" actId="1076"/>
          <ac:spMkLst>
            <pc:docMk/>
            <pc:sldMk cId="940449237" sldId="425"/>
            <ac:spMk id="3" creationId="{E4191FBE-0C1A-6FAC-497C-C7DFE7648111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11" creationId="{AB3B99B1-52FF-45AF-5500-F497F79777EB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12" creationId="{4E34863E-087B-F52C-F901-88E9E04AAD55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13" creationId="{125F6470-51AF-358E-9320-60F483F18D64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14" creationId="{8256F969-5285-A4C0-8C07-672A41313D61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15" creationId="{1FC60268-D00C-9A0D-DB2C-43C84313747A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17" creationId="{B47EC616-1D3E-9D9B-3BB0-D4CA9B511B29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19" creationId="{1640351C-8724-04B7-7966-B4049B537E04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32" creationId="{6904B51C-68BE-F503-83D0-85762F710596}"/>
          </ac:spMkLst>
        </pc:spChg>
        <pc:spChg chg="del">
          <ac:chgData name="Jacob Wyngaard" userId="6181fcd471e98458" providerId="LiveId" clId="{788BA123-62C9-4DDC-86E5-A6BCA4600216}" dt="2026-03-31T00:43:58.753" v="4179" actId="478"/>
          <ac:spMkLst>
            <pc:docMk/>
            <pc:sldMk cId="940449237" sldId="425"/>
            <ac:spMk id="34" creationId="{7B3B4913-FB21-F6F2-1498-AF59FA36EEDC}"/>
          </ac:spMkLst>
        </pc:spChg>
        <pc:graphicFrameChg chg="del">
          <ac:chgData name="Jacob Wyngaard" userId="6181fcd471e98458" providerId="LiveId" clId="{788BA123-62C9-4DDC-86E5-A6BCA4600216}" dt="2026-03-31T00:43:58.753" v="4179" actId="478"/>
          <ac:graphicFrameMkLst>
            <pc:docMk/>
            <pc:sldMk cId="940449237" sldId="425"/>
            <ac:graphicFrameMk id="2" creationId="{5E22A320-23B3-D276-2264-FD3801936A8F}"/>
          </ac:graphicFrameMkLst>
        </pc:graphicFrameChg>
      </pc:sldChg>
      <pc:sldChg chg="modSp add mod ord">
        <pc:chgData name="Jacob Wyngaard" userId="6181fcd471e98458" providerId="LiveId" clId="{788BA123-62C9-4DDC-86E5-A6BCA4600216}" dt="2026-03-31T01:17:05.912" v="4746"/>
        <pc:sldMkLst>
          <pc:docMk/>
          <pc:sldMk cId="1500251672" sldId="426"/>
        </pc:sldMkLst>
        <pc:spChg chg="mod">
          <ac:chgData name="Jacob Wyngaard" userId="6181fcd471e98458" providerId="LiveId" clId="{788BA123-62C9-4DDC-86E5-A6BCA4600216}" dt="2026-03-31T00:48:37.111" v="4316" actId="1076"/>
          <ac:spMkLst>
            <pc:docMk/>
            <pc:sldMk cId="1500251672" sldId="426"/>
            <ac:spMk id="11" creationId="{FA68F7E2-F41E-3150-6348-423A9A80E206}"/>
          </ac:spMkLst>
        </pc:spChg>
        <pc:spChg chg="mod">
          <ac:chgData name="Jacob Wyngaard" userId="6181fcd471e98458" providerId="LiveId" clId="{788BA123-62C9-4DDC-86E5-A6BCA4600216}" dt="2026-03-31T00:49:25.271" v="4320" actId="1076"/>
          <ac:spMkLst>
            <pc:docMk/>
            <pc:sldMk cId="1500251672" sldId="426"/>
            <ac:spMk id="21" creationId="{94E2651A-6C17-A558-6AF1-18B823EC7862}"/>
          </ac:spMkLst>
        </pc:spChg>
        <pc:spChg chg="mod">
          <ac:chgData name="Jacob Wyngaard" userId="6181fcd471e98458" providerId="LiveId" clId="{788BA123-62C9-4DDC-86E5-A6BCA4600216}" dt="2026-03-31T00:48:55.287" v="4318" actId="1076"/>
          <ac:spMkLst>
            <pc:docMk/>
            <pc:sldMk cId="1500251672" sldId="426"/>
            <ac:spMk id="23" creationId="{D044E562-D49F-BD8B-E46B-6DB4257CAADB}"/>
          </ac:spMkLst>
        </pc:spChg>
        <pc:picChg chg="mod">
          <ac:chgData name="Jacob Wyngaard" userId="6181fcd471e98458" providerId="LiveId" clId="{788BA123-62C9-4DDC-86E5-A6BCA4600216}" dt="2026-03-31T00:48:50.373" v="4317" actId="14826"/>
          <ac:picMkLst>
            <pc:docMk/>
            <pc:sldMk cId="1500251672" sldId="426"/>
            <ac:picMk id="13" creationId="{14BFE242-83FD-4B2F-E403-617303EBD892}"/>
          </ac:picMkLst>
        </pc:picChg>
        <pc:picChg chg="mod">
          <ac:chgData name="Jacob Wyngaard" userId="6181fcd471e98458" providerId="LiveId" clId="{788BA123-62C9-4DDC-86E5-A6BCA4600216}" dt="2026-03-31T00:49:20.905" v="4319" actId="14826"/>
          <ac:picMkLst>
            <pc:docMk/>
            <pc:sldMk cId="1500251672" sldId="426"/>
            <ac:picMk id="15" creationId="{A9342931-E168-2682-31BB-1C32C119DBD3}"/>
          </ac:picMkLst>
        </pc:picChg>
      </pc:sldChg>
      <pc:sldChg chg="addSp delSp modSp add mod ord">
        <pc:chgData name="Jacob Wyngaard" userId="6181fcd471e98458" providerId="LiveId" clId="{788BA123-62C9-4DDC-86E5-A6BCA4600216}" dt="2026-03-31T01:17:05.912" v="4746"/>
        <pc:sldMkLst>
          <pc:docMk/>
          <pc:sldMk cId="471503592" sldId="427"/>
        </pc:sldMkLst>
        <pc:spChg chg="del">
          <ac:chgData name="Jacob Wyngaard" userId="6181fcd471e98458" providerId="LiveId" clId="{788BA123-62C9-4DDC-86E5-A6BCA4600216}" dt="2026-03-31T00:53:37.986" v="4373" actId="478"/>
          <ac:spMkLst>
            <pc:docMk/>
            <pc:sldMk cId="471503592" sldId="427"/>
            <ac:spMk id="2" creationId="{993E7AA2-F2F8-56DA-4E27-E8579E1399A0}"/>
          </ac:spMkLst>
        </pc:spChg>
        <pc:spChg chg="del mod">
          <ac:chgData name="Jacob Wyngaard" userId="6181fcd471e98458" providerId="LiveId" clId="{788BA123-62C9-4DDC-86E5-A6BCA4600216}" dt="2026-03-31T01:01:10.544" v="4493" actId="478"/>
          <ac:spMkLst>
            <pc:docMk/>
            <pc:sldMk cId="471503592" sldId="427"/>
            <ac:spMk id="3" creationId="{C49A9BD5-9C75-C30D-A3DF-7A0FE4D6FC92}"/>
          </ac:spMkLst>
        </pc:spChg>
        <pc:spChg chg="del mod">
          <ac:chgData name="Jacob Wyngaard" userId="6181fcd471e98458" providerId="LiveId" clId="{788BA123-62C9-4DDC-86E5-A6BCA4600216}" dt="2026-03-31T01:00:47.043" v="4407" actId="478"/>
          <ac:spMkLst>
            <pc:docMk/>
            <pc:sldMk cId="471503592" sldId="427"/>
            <ac:spMk id="5" creationId="{8B411342-6616-0932-6E15-EFE272B7B1DB}"/>
          </ac:spMkLst>
        </pc:spChg>
        <pc:spChg chg="add del mod">
          <ac:chgData name="Jacob Wyngaard" userId="6181fcd471e98458" providerId="LiveId" clId="{788BA123-62C9-4DDC-86E5-A6BCA4600216}" dt="2026-03-31T01:06:03.485" v="4586" actId="478"/>
          <ac:spMkLst>
            <pc:docMk/>
            <pc:sldMk cId="471503592" sldId="427"/>
            <ac:spMk id="7" creationId="{C5C9675E-D7B3-BDF7-DEBF-0000E3257EBB}"/>
          </ac:spMkLst>
        </pc:spChg>
        <pc:spChg chg="mod">
          <ac:chgData name="Jacob Wyngaard" userId="6181fcd471e98458" providerId="LiveId" clId="{788BA123-62C9-4DDC-86E5-A6BCA4600216}" dt="2026-03-31T01:01:08.311" v="4491" actId="14100"/>
          <ac:spMkLst>
            <pc:docMk/>
            <pc:sldMk cId="471503592" sldId="427"/>
            <ac:spMk id="10" creationId="{2DE5E675-7DF7-BE39-34A6-ACE5F2D19608}"/>
          </ac:spMkLst>
        </pc:spChg>
        <pc:spChg chg="del">
          <ac:chgData name="Jacob Wyngaard" userId="6181fcd471e98458" providerId="LiveId" clId="{788BA123-62C9-4DDC-86E5-A6BCA4600216}" dt="2026-03-31T01:02:48.595" v="4510" actId="478"/>
          <ac:spMkLst>
            <pc:docMk/>
            <pc:sldMk cId="471503592" sldId="427"/>
            <ac:spMk id="12" creationId="{0CAEAC50-FA71-2799-F579-9962C9D2D304}"/>
          </ac:spMkLst>
        </pc:spChg>
        <pc:spChg chg="del">
          <ac:chgData name="Jacob Wyngaard" userId="6181fcd471e98458" providerId="LiveId" clId="{788BA123-62C9-4DDC-86E5-A6BCA4600216}" dt="2026-03-31T00:53:36.987" v="4372" actId="478"/>
          <ac:spMkLst>
            <pc:docMk/>
            <pc:sldMk cId="471503592" sldId="427"/>
            <ac:spMk id="14" creationId="{13ACF052-E89D-FC05-5B4E-71F2D2FA6393}"/>
          </ac:spMkLst>
        </pc:spChg>
        <pc:spChg chg="mod">
          <ac:chgData name="Jacob Wyngaard" userId="6181fcd471e98458" providerId="LiveId" clId="{788BA123-62C9-4DDC-86E5-A6BCA4600216}" dt="2026-03-31T01:08:58.133" v="4621" actId="1076"/>
          <ac:spMkLst>
            <pc:docMk/>
            <pc:sldMk cId="471503592" sldId="427"/>
            <ac:spMk id="17" creationId="{166CBCAF-1D27-DB34-1E54-ECF2FBC644D4}"/>
          </ac:spMkLst>
        </pc:spChg>
        <pc:spChg chg="add del mod">
          <ac:chgData name="Jacob Wyngaard" userId="6181fcd471e98458" providerId="LiveId" clId="{788BA123-62C9-4DDC-86E5-A6BCA4600216}" dt="2026-03-31T01:06:05.045" v="4589" actId="478"/>
          <ac:spMkLst>
            <pc:docMk/>
            <pc:sldMk cId="471503592" sldId="427"/>
            <ac:spMk id="19" creationId="{BBABC369-E87E-196D-61B1-59CAD0993FE7}"/>
          </ac:spMkLst>
        </pc:spChg>
        <pc:spChg chg="add mod">
          <ac:chgData name="Jacob Wyngaard" userId="6181fcd471e98458" providerId="LiveId" clId="{788BA123-62C9-4DDC-86E5-A6BCA4600216}" dt="2026-03-31T01:08:53.677" v="4620" actId="1076"/>
          <ac:spMkLst>
            <pc:docMk/>
            <pc:sldMk cId="471503592" sldId="427"/>
            <ac:spMk id="20" creationId="{BD7C00B5-6C1A-DDF0-1681-760C4DC65BB2}"/>
          </ac:spMkLst>
        </pc:spChg>
        <pc:spChg chg="del mod">
          <ac:chgData name="Jacob Wyngaard" userId="6181fcd471e98458" providerId="LiveId" clId="{788BA123-62C9-4DDC-86E5-A6BCA4600216}" dt="2026-03-31T01:03:57.765" v="4553" actId="478"/>
          <ac:spMkLst>
            <pc:docMk/>
            <pc:sldMk cId="471503592" sldId="427"/>
            <ac:spMk id="21" creationId="{5D647ED2-2E8D-656F-1136-D0DF344BCFE0}"/>
          </ac:spMkLst>
        </pc:spChg>
        <pc:spChg chg="add mod">
          <ac:chgData name="Jacob Wyngaard" userId="6181fcd471e98458" providerId="LiveId" clId="{788BA123-62C9-4DDC-86E5-A6BCA4600216}" dt="2026-03-31T01:09:29.768" v="4627" actId="1076"/>
          <ac:spMkLst>
            <pc:docMk/>
            <pc:sldMk cId="471503592" sldId="427"/>
            <ac:spMk id="22" creationId="{62831DE2-40A8-F582-4B9C-51A53C4F0A14}"/>
          </ac:spMkLst>
        </pc:spChg>
        <pc:spChg chg="add mod">
          <ac:chgData name="Jacob Wyngaard" userId="6181fcd471e98458" providerId="LiveId" clId="{788BA123-62C9-4DDC-86E5-A6BCA4600216}" dt="2026-03-31T01:06:44.989" v="4598" actId="1076"/>
          <ac:spMkLst>
            <pc:docMk/>
            <pc:sldMk cId="471503592" sldId="427"/>
            <ac:spMk id="23" creationId="{CB1C096A-997D-7B65-310E-A830355E4EA4}"/>
          </ac:spMkLst>
        </pc:spChg>
        <pc:spChg chg="del">
          <ac:chgData name="Jacob Wyngaard" userId="6181fcd471e98458" providerId="LiveId" clId="{788BA123-62C9-4DDC-86E5-A6BCA4600216}" dt="2026-03-31T00:53:35.280" v="4371" actId="478"/>
          <ac:spMkLst>
            <pc:docMk/>
            <pc:sldMk cId="471503592" sldId="427"/>
            <ac:spMk id="24" creationId="{5C585AD0-939C-2F44-A6F1-4438ED8B63B4}"/>
          </ac:spMkLst>
        </pc:spChg>
        <pc:spChg chg="add mod">
          <ac:chgData name="Jacob Wyngaard" userId="6181fcd471e98458" providerId="LiveId" clId="{788BA123-62C9-4DDC-86E5-A6BCA4600216}" dt="2026-03-31T01:09:57.247" v="4634" actId="20577"/>
          <ac:spMkLst>
            <pc:docMk/>
            <pc:sldMk cId="471503592" sldId="427"/>
            <ac:spMk id="25" creationId="{E3A18579-EF82-3DBD-1A61-1C4396E91033}"/>
          </ac:spMkLst>
        </pc:spChg>
        <pc:spChg chg="del">
          <ac:chgData name="Jacob Wyngaard" userId="6181fcd471e98458" providerId="LiveId" clId="{788BA123-62C9-4DDC-86E5-A6BCA4600216}" dt="2026-03-31T01:02:47.480" v="4509" actId="478"/>
          <ac:spMkLst>
            <pc:docMk/>
            <pc:sldMk cId="471503592" sldId="427"/>
            <ac:spMk id="26" creationId="{57DAA6D3-1CF6-8331-AA15-E7FBC8A98377}"/>
          </ac:spMkLst>
        </pc:spChg>
        <pc:spChg chg="add mod">
          <ac:chgData name="Jacob Wyngaard" userId="6181fcd471e98458" providerId="LiveId" clId="{788BA123-62C9-4DDC-86E5-A6BCA4600216}" dt="2026-03-31T01:06:12.551" v="4591" actId="1076"/>
          <ac:spMkLst>
            <pc:docMk/>
            <pc:sldMk cId="471503592" sldId="427"/>
            <ac:spMk id="27" creationId="{A7F25A7C-C3A0-8949-58A9-E0B375EB5880}"/>
          </ac:spMkLst>
        </pc:spChg>
        <pc:spChg chg="add mod">
          <ac:chgData name="Jacob Wyngaard" userId="6181fcd471e98458" providerId="LiveId" clId="{788BA123-62C9-4DDC-86E5-A6BCA4600216}" dt="2026-03-31T01:06:52.133" v="4599" actId="1076"/>
          <ac:spMkLst>
            <pc:docMk/>
            <pc:sldMk cId="471503592" sldId="427"/>
            <ac:spMk id="28" creationId="{C53E1220-7D26-3AE1-07D5-07D931F83CBB}"/>
          </ac:spMkLst>
        </pc:spChg>
        <pc:spChg chg="add mod">
          <ac:chgData name="Jacob Wyngaard" userId="6181fcd471e98458" providerId="LiveId" clId="{788BA123-62C9-4DDC-86E5-A6BCA4600216}" dt="2026-03-31T01:07:00.901" v="4600" actId="1076"/>
          <ac:spMkLst>
            <pc:docMk/>
            <pc:sldMk cId="471503592" sldId="427"/>
            <ac:spMk id="29" creationId="{A28AA2DE-FFDD-1A76-E2E3-FA632DFA7ECD}"/>
          </ac:spMkLst>
        </pc:spChg>
        <pc:spChg chg="add mod">
          <ac:chgData name="Jacob Wyngaard" userId="6181fcd471e98458" providerId="LiveId" clId="{788BA123-62C9-4DDC-86E5-A6BCA4600216}" dt="2026-03-31T01:07:10.158" v="4601" actId="1076"/>
          <ac:spMkLst>
            <pc:docMk/>
            <pc:sldMk cId="471503592" sldId="427"/>
            <ac:spMk id="30" creationId="{C52D4C0F-6E47-A35E-39E6-2FBCA8B5C718}"/>
          </ac:spMkLst>
        </pc:spChg>
        <pc:spChg chg="add mod">
          <ac:chgData name="Jacob Wyngaard" userId="6181fcd471e98458" providerId="LiveId" clId="{788BA123-62C9-4DDC-86E5-A6BCA4600216}" dt="2026-03-31T01:07:10.158" v="4601" actId="1076"/>
          <ac:spMkLst>
            <pc:docMk/>
            <pc:sldMk cId="471503592" sldId="427"/>
            <ac:spMk id="31" creationId="{341C3E48-FB97-31CE-9268-5A7722980005}"/>
          </ac:spMkLst>
        </pc:spChg>
        <pc:spChg chg="add mod">
          <ac:chgData name="Jacob Wyngaard" userId="6181fcd471e98458" providerId="LiveId" clId="{788BA123-62C9-4DDC-86E5-A6BCA4600216}" dt="2026-03-31T01:07:10.158" v="4601" actId="1076"/>
          <ac:spMkLst>
            <pc:docMk/>
            <pc:sldMk cId="471503592" sldId="427"/>
            <ac:spMk id="32" creationId="{7FA83044-EEF2-15AE-4389-FBD63884D3A6}"/>
          </ac:spMkLst>
        </pc:spChg>
        <pc:spChg chg="add mod">
          <ac:chgData name="Jacob Wyngaard" userId="6181fcd471e98458" providerId="LiveId" clId="{788BA123-62C9-4DDC-86E5-A6BCA4600216}" dt="2026-03-31T01:07:15.013" v="4602" actId="1076"/>
          <ac:spMkLst>
            <pc:docMk/>
            <pc:sldMk cId="471503592" sldId="427"/>
            <ac:spMk id="33" creationId="{6420A1D9-0180-7357-BA11-BCC0A45D7A66}"/>
          </ac:spMkLst>
        </pc:spChg>
        <pc:spChg chg="add mod">
          <ac:chgData name="Jacob Wyngaard" userId="6181fcd471e98458" providerId="LiveId" clId="{788BA123-62C9-4DDC-86E5-A6BCA4600216}" dt="2026-03-31T01:09:20.924" v="4626" actId="1076"/>
          <ac:spMkLst>
            <pc:docMk/>
            <pc:sldMk cId="471503592" sldId="427"/>
            <ac:spMk id="34" creationId="{0E2C5C46-DC17-B738-1CFE-40FF6749B4F9}"/>
          </ac:spMkLst>
        </pc:spChg>
        <pc:spChg chg="add mod">
          <ac:chgData name="Jacob Wyngaard" userId="6181fcd471e98458" providerId="LiveId" clId="{788BA123-62C9-4DDC-86E5-A6BCA4600216}" dt="2026-03-31T01:09:18.113" v="4625" actId="1076"/>
          <ac:spMkLst>
            <pc:docMk/>
            <pc:sldMk cId="471503592" sldId="427"/>
            <ac:spMk id="35" creationId="{C2A24191-C102-37FB-1368-8A65C7F78611}"/>
          </ac:spMkLst>
        </pc:spChg>
        <pc:spChg chg="add del mod">
          <ac:chgData name="Jacob Wyngaard" userId="6181fcd471e98458" providerId="LiveId" clId="{788BA123-62C9-4DDC-86E5-A6BCA4600216}" dt="2026-03-31T01:09:05.455" v="4622" actId="478"/>
          <ac:spMkLst>
            <pc:docMk/>
            <pc:sldMk cId="471503592" sldId="427"/>
            <ac:spMk id="36" creationId="{F2076478-DED0-D541-F30D-A8D81940BF38}"/>
          </ac:spMkLst>
        </pc:spChg>
        <pc:spChg chg="add del mod">
          <ac:chgData name="Jacob Wyngaard" userId="6181fcd471e98458" providerId="LiveId" clId="{788BA123-62C9-4DDC-86E5-A6BCA4600216}" dt="2026-03-31T01:09:05.455" v="4622" actId="478"/>
          <ac:spMkLst>
            <pc:docMk/>
            <pc:sldMk cId="471503592" sldId="427"/>
            <ac:spMk id="37" creationId="{9358F666-A137-E157-6230-B07AB7175044}"/>
          </ac:spMkLst>
        </pc:spChg>
        <pc:spChg chg="add del mod">
          <ac:chgData name="Jacob Wyngaard" userId="6181fcd471e98458" providerId="LiveId" clId="{788BA123-62C9-4DDC-86E5-A6BCA4600216}" dt="2026-03-31T01:09:05.455" v="4622" actId="478"/>
          <ac:spMkLst>
            <pc:docMk/>
            <pc:sldMk cId="471503592" sldId="427"/>
            <ac:spMk id="38" creationId="{94A6285F-4ABD-123D-809B-2BF41997BF69}"/>
          </ac:spMkLst>
        </pc:spChg>
        <pc:spChg chg="add mod">
          <ac:chgData name="Jacob Wyngaard" userId="6181fcd471e98458" providerId="LiveId" clId="{788BA123-62C9-4DDC-86E5-A6BCA4600216}" dt="2026-03-31T01:09:15.518" v="4624" actId="1076"/>
          <ac:spMkLst>
            <pc:docMk/>
            <pc:sldMk cId="471503592" sldId="427"/>
            <ac:spMk id="39" creationId="{0E47C050-55E3-AFB8-B5AC-8AAC1068ADB2}"/>
          </ac:spMkLst>
        </pc:spChg>
        <pc:spChg chg="add mod">
          <ac:chgData name="Jacob Wyngaard" userId="6181fcd471e98458" providerId="LiveId" clId="{788BA123-62C9-4DDC-86E5-A6BCA4600216}" dt="2026-03-31T01:09:15.518" v="4624" actId="1076"/>
          <ac:spMkLst>
            <pc:docMk/>
            <pc:sldMk cId="471503592" sldId="427"/>
            <ac:spMk id="40" creationId="{771D5F05-2BF4-6AC1-F4D4-B33F6110D217}"/>
          </ac:spMkLst>
        </pc:spChg>
        <pc:spChg chg="add mod">
          <ac:chgData name="Jacob Wyngaard" userId="6181fcd471e98458" providerId="LiveId" clId="{788BA123-62C9-4DDC-86E5-A6BCA4600216}" dt="2026-03-31T01:09:15.518" v="4624" actId="1076"/>
          <ac:spMkLst>
            <pc:docMk/>
            <pc:sldMk cId="471503592" sldId="427"/>
            <ac:spMk id="41" creationId="{77966605-B389-508B-E8D5-F7ECAE04FCCF}"/>
          </ac:spMkLst>
        </pc:spChg>
        <pc:spChg chg="add mod">
          <ac:chgData name="Jacob Wyngaard" userId="6181fcd471e98458" providerId="LiveId" clId="{788BA123-62C9-4DDC-86E5-A6BCA4600216}" dt="2026-03-31T01:09:44.659" v="4631" actId="1076"/>
          <ac:spMkLst>
            <pc:docMk/>
            <pc:sldMk cId="471503592" sldId="427"/>
            <ac:spMk id="42" creationId="{DF970AF7-8555-CEB3-6741-E774C5FB2069}"/>
          </ac:spMkLst>
        </pc:spChg>
        <pc:picChg chg="del">
          <ac:chgData name="Jacob Wyngaard" userId="6181fcd471e98458" providerId="LiveId" clId="{788BA123-62C9-4DDC-86E5-A6BCA4600216}" dt="2026-03-31T00:53:33.553" v="4370" actId="478"/>
          <ac:picMkLst>
            <pc:docMk/>
            <pc:sldMk cId="471503592" sldId="427"/>
            <ac:picMk id="11" creationId="{6E235EB0-2922-3BDE-198E-F4FF63CF3B40}"/>
          </ac:picMkLst>
        </pc:picChg>
        <pc:picChg chg="add del mod">
          <ac:chgData name="Jacob Wyngaard" userId="6181fcd471e98458" providerId="LiveId" clId="{788BA123-62C9-4DDC-86E5-A6BCA4600216}" dt="2026-03-31T01:06:02.483" v="4585" actId="478"/>
          <ac:picMkLst>
            <pc:docMk/>
            <pc:sldMk cId="471503592" sldId="427"/>
            <ac:picMk id="15" creationId="{47CB5167-45B9-C91B-7E20-A36383E2DCBA}"/>
          </ac:picMkLst>
        </pc:picChg>
        <pc:picChg chg="del mod">
          <ac:chgData name="Jacob Wyngaard" userId="6181fcd471e98458" providerId="LiveId" clId="{788BA123-62C9-4DDC-86E5-A6BCA4600216}" dt="2026-03-31T01:06:04.179" v="4588" actId="478"/>
          <ac:picMkLst>
            <pc:docMk/>
            <pc:sldMk cId="471503592" sldId="427"/>
            <ac:picMk id="16" creationId="{D1BBD53C-42BC-5B24-996F-1A184DA0ED19}"/>
          </ac:picMkLst>
        </pc:picChg>
      </pc:sldChg>
      <pc:sldChg chg="delSp modSp add mod ord">
        <pc:chgData name="Jacob Wyngaard" userId="6181fcd471e98458" providerId="LiveId" clId="{788BA123-62C9-4DDC-86E5-A6BCA4600216}" dt="2026-03-31T01:17:05.912" v="4746"/>
        <pc:sldMkLst>
          <pc:docMk/>
          <pc:sldMk cId="3057006697" sldId="428"/>
        </pc:sldMkLst>
        <pc:spChg chg="del">
          <ac:chgData name="Jacob Wyngaard" userId="6181fcd471e98458" providerId="LiveId" clId="{788BA123-62C9-4DDC-86E5-A6BCA4600216}" dt="2026-03-31T01:16:30.284" v="4744" actId="478"/>
          <ac:spMkLst>
            <pc:docMk/>
            <pc:sldMk cId="3057006697" sldId="428"/>
            <ac:spMk id="17" creationId="{6281BDD4-B49E-0184-C712-C73BD36A2DEA}"/>
          </ac:spMkLst>
        </pc:spChg>
        <pc:spChg chg="mod">
          <ac:chgData name="Jacob Wyngaard" userId="6181fcd471e98458" providerId="LiveId" clId="{788BA123-62C9-4DDC-86E5-A6BCA4600216}" dt="2026-03-31T01:16:13.752" v="4738" actId="1076"/>
          <ac:spMkLst>
            <pc:docMk/>
            <pc:sldMk cId="3057006697" sldId="428"/>
            <ac:spMk id="20" creationId="{6CFC1EB0-487C-8170-3C55-BA4235A7B263}"/>
          </ac:spMkLst>
        </pc:spChg>
        <pc:spChg chg="mod">
          <ac:chgData name="Jacob Wyngaard" userId="6181fcd471e98458" providerId="LiveId" clId="{788BA123-62C9-4DDC-86E5-A6BCA4600216}" dt="2026-03-31T01:16:11.395" v="4737" actId="1076"/>
          <ac:spMkLst>
            <pc:docMk/>
            <pc:sldMk cId="3057006697" sldId="428"/>
            <ac:spMk id="22" creationId="{D3E8D627-3319-B2FD-3199-2B5702074B6A}"/>
          </ac:spMkLst>
        </pc:spChg>
        <pc:spChg chg="del">
          <ac:chgData name="Jacob Wyngaard" userId="6181fcd471e98458" providerId="LiveId" clId="{788BA123-62C9-4DDC-86E5-A6BCA4600216}" dt="2026-03-31T01:16:04.128" v="4735" actId="478"/>
          <ac:spMkLst>
            <pc:docMk/>
            <pc:sldMk cId="3057006697" sldId="428"/>
            <ac:spMk id="23" creationId="{648D1F8B-C6F7-020F-3B86-869FBA80C5DA}"/>
          </ac:spMkLst>
        </pc:spChg>
        <pc:spChg chg="del">
          <ac:chgData name="Jacob Wyngaard" userId="6181fcd471e98458" providerId="LiveId" clId="{788BA123-62C9-4DDC-86E5-A6BCA4600216}" dt="2026-03-31T01:16:07.005" v="4736" actId="478"/>
          <ac:spMkLst>
            <pc:docMk/>
            <pc:sldMk cId="3057006697" sldId="428"/>
            <ac:spMk id="25" creationId="{5B6CE8B6-ABDD-A4AE-02F5-08E18518C4FE}"/>
          </ac:spMkLst>
        </pc:spChg>
        <pc:picChg chg="mod">
          <ac:chgData name="Jacob Wyngaard" userId="6181fcd471e98458" providerId="LiveId" clId="{788BA123-62C9-4DDC-86E5-A6BCA4600216}" dt="2026-03-31T01:16:27.097" v="4743" actId="1076"/>
          <ac:picMkLst>
            <pc:docMk/>
            <pc:sldMk cId="3057006697" sldId="428"/>
            <ac:picMk id="15" creationId="{523AB4AA-2FC9-F556-B184-1F28E3A93E0C}"/>
          </ac:picMkLst>
        </pc:picChg>
        <pc:picChg chg="mod">
          <ac:chgData name="Jacob Wyngaard" userId="6181fcd471e98458" providerId="LiveId" clId="{788BA123-62C9-4DDC-86E5-A6BCA4600216}" dt="2026-03-31T01:16:22.956" v="4742" actId="14100"/>
          <ac:picMkLst>
            <pc:docMk/>
            <pc:sldMk cId="3057006697" sldId="428"/>
            <ac:picMk id="16" creationId="{F988B290-053D-C6DA-060E-9D130BDAC546}"/>
          </ac:picMkLst>
        </pc:picChg>
      </pc:sldChg>
      <pc:sldChg chg="addSp modSp add mod ord">
        <pc:chgData name="Jacob Wyngaard" userId="6181fcd471e98458" providerId="LiveId" clId="{788BA123-62C9-4DDC-86E5-A6BCA4600216}" dt="2026-03-31T01:17:05.912" v="4746"/>
        <pc:sldMkLst>
          <pc:docMk/>
          <pc:sldMk cId="1333192470" sldId="429"/>
        </pc:sldMkLst>
        <pc:spChg chg="add mod">
          <ac:chgData name="Jacob Wyngaard" userId="6181fcd471e98458" providerId="LiveId" clId="{788BA123-62C9-4DDC-86E5-A6BCA4600216}" dt="2026-03-31T01:11:39.112" v="4720" actId="1076"/>
          <ac:spMkLst>
            <pc:docMk/>
            <pc:sldMk cId="1333192470" sldId="429"/>
            <ac:spMk id="2" creationId="{3D3129B0-7411-035B-452A-439E546031A5}"/>
          </ac:spMkLst>
        </pc:spChg>
        <pc:spChg chg="add mod">
          <ac:chgData name="Jacob Wyngaard" userId="6181fcd471e98458" providerId="LiveId" clId="{788BA123-62C9-4DDC-86E5-A6BCA4600216}" dt="2026-03-31T01:13:19.439" v="4734" actId="1076"/>
          <ac:spMkLst>
            <pc:docMk/>
            <pc:sldMk cId="1333192470" sldId="429"/>
            <ac:spMk id="15" creationId="{3E4FAA62-77DD-3CA9-F6D9-AC5D79DD822D}"/>
          </ac:spMkLst>
        </pc:spChg>
        <pc:cxnChg chg="add mod">
          <ac:chgData name="Jacob Wyngaard" userId="6181fcd471e98458" providerId="LiveId" clId="{788BA123-62C9-4DDC-86E5-A6BCA4600216}" dt="2026-03-31T01:12:52.972" v="4727" actId="208"/>
          <ac:cxnSpMkLst>
            <pc:docMk/>
            <pc:sldMk cId="1333192470" sldId="429"/>
            <ac:cxnSpMk id="4" creationId="{E90D007D-E572-3967-9906-AA5B50FC4098}"/>
          </ac:cxnSpMkLst>
        </pc:cxnChg>
        <pc:cxnChg chg="add mod">
          <ac:chgData name="Jacob Wyngaard" userId="6181fcd471e98458" providerId="LiveId" clId="{788BA123-62C9-4DDC-86E5-A6BCA4600216}" dt="2026-03-31T01:12:43.709" v="4724" actId="1582"/>
          <ac:cxnSpMkLst>
            <pc:docMk/>
            <pc:sldMk cId="1333192470" sldId="429"/>
            <ac:cxnSpMk id="7" creationId="{80C24A50-4813-948C-699C-73EE8B7EDD14}"/>
          </ac:cxnSpMkLst>
        </pc:cxnChg>
        <pc:cxnChg chg="add mod">
          <ac:chgData name="Jacob Wyngaard" userId="6181fcd471e98458" providerId="LiveId" clId="{788BA123-62C9-4DDC-86E5-A6BCA4600216}" dt="2026-03-31T01:13:04.520" v="4729" actId="1076"/>
          <ac:cxnSpMkLst>
            <pc:docMk/>
            <pc:sldMk cId="1333192470" sldId="429"/>
            <ac:cxnSpMk id="12" creationId="{BB98C43D-9C50-8158-0EB9-05EFA429B0B5}"/>
          </ac:cxnSpMkLst>
        </pc:cxnChg>
        <pc:cxnChg chg="add mod">
          <ac:chgData name="Jacob Wyngaard" userId="6181fcd471e98458" providerId="LiveId" clId="{788BA123-62C9-4DDC-86E5-A6BCA4600216}" dt="2026-03-31T01:13:13.455" v="4732" actId="14100"/>
          <ac:cxnSpMkLst>
            <pc:docMk/>
            <pc:sldMk cId="1333192470" sldId="429"/>
            <ac:cxnSpMk id="13" creationId="{735EF641-71ED-788A-FE3D-D4785ADE244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8CAFF-A59A-37CA-01B0-3FB96925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00EBE-6806-F714-3351-3378EB650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03AE8-4CAC-2019-4C1D-65776A5A0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7D91-9F28-5175-0144-DB20198B7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6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1319-664C-EF03-5587-B37080C2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F3776-830B-9EFE-04C1-9BC08224D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17F46-99AE-616F-8118-3C3B2D2F1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3CCBB-0B7D-773E-CF21-DCE2A316A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24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15A7-2B2F-F5BD-60BF-0A3D9923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7A7B4-C906-5070-65DF-D0FE3FA45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4515D-7555-ACFB-09C3-844D8D1D0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02609-FA4D-E9B0-7315-18A45177E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5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3CE1-CF83-9010-071B-12FA88A7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8EFC9-4240-8782-72BF-03CD46CB0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5F151-2726-150B-79DF-B4765C4ED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7EA7-867E-82B9-B578-4FD7D6A63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62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DADE-AE6E-6360-536C-0BBC5FEDB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D302-6714-11A4-48B9-062D3C4A0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27FDF-8746-637F-6BAE-3A153D239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9B50D-C2E9-5199-DE76-99158FF2D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06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4487-9D6B-13EA-AAB4-1840CA00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B364C-C944-714E-B6C0-59EA50313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6D3F2-96AF-D5CF-ED90-EF99D5015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6A825-9001-091A-1791-FAC39AF52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66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AED0-E800-2977-D0F0-8BFCE6F1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9129A-DACB-82DB-8CF9-3D7CE633B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AE9AB-2931-0D8A-8500-C9B591A51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0DA3F-9717-0401-DC78-75069DC44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4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6521-9551-67F2-4EA5-B3B5FC5B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94F64-3E29-9DB5-56C5-8EFBFA794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2A141-36C2-1820-9F04-814B5989E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5E15-8702-77AB-B2BC-676B9FEAA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20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70B4-3C8F-EB1E-1A3B-F793DB58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8FC93-BEC6-54A8-E9AC-012EEB651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46561-98A7-67F5-DA74-7DF8BABB4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1E1A3-2265-6785-F5B3-06B6634FF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74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026E-2118-DA99-043F-BDF57B72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EDBDA-8101-1D4C-16B0-0A22125C5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0A000-7D67-34BF-6BFA-90B51A6E2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CF5F9-5985-BC7F-FC5A-1FB7C85F5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5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89E8-FB76-DBA8-EFF6-8CBE07F1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78FAD-F7C7-6E0C-70B5-356010824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11B0E-B188-78A2-7F1E-54ECD81B9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F0072-642D-EF03-1692-6F55CB26D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22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DC5D-59EB-E7B9-6D95-7F11F631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D293F-EA4F-AF5A-E78B-15420B774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C7D63-D710-E1E3-B20E-0F38A9039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1B0C8-501A-63F8-B94E-A87D6B235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2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232D-86CE-E45B-0D30-05F06E85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BCADB-617A-1402-6FE4-6EBB3B0B9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58B35-6D89-94D7-3422-75232378C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65FD9-7F0D-587E-E545-AD4B71C64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40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6496-D8F7-5897-C0A4-FF8DF4A6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1803B-A377-1451-54E7-44110ADFC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B6C31-2FD4-E86F-A11B-9DEE3E336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8C11-6857-4EB9-20A5-822D6E9F6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38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C49B0-BFA6-E635-8DCC-4D906A6A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FA904-609A-EB55-6A10-2CF5865C5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44CAF-CF48-5C5B-178B-F8D60D88B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0E3AC-B42A-FEAD-B646-D1FCD040A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487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DCA6-74AD-A784-C6B6-8EA3C720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34411-A40D-CC70-D70C-46FC4DE11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E59A3-6FF0-318F-65A0-0EC8D82AC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2870C-0053-805E-16ED-CF969565A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15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EAD8-4CF5-014F-26D0-F6CD672F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E510D-2A13-0422-EF58-3FFEB8F4C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988B2-2534-B9C3-7DD0-1762E3082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FD8CC-15B7-D957-4E44-0B682BEF3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12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C89B-3E3E-4F23-A553-CEA4A416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59DC6-926B-D39F-8006-B5C304C86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61741-9230-2CEF-B87F-5F0AEF5A7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E5CBA-B22D-8F0C-45E5-4A4EA2B5F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4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9F11-D45E-A2FC-5A4C-47C9C112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37381-1ADD-59E1-C64E-EBEB54435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BAA00-783C-A0C5-649B-A889120F9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6067F-7832-BA1F-FD43-B3A342269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13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D511-1DDF-AB3A-00F5-1BE9EC43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3B625-6D64-889E-5054-1BA250944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53DB4-5EC0-D9B6-E585-D252E74E6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BDF32-DACB-0D14-41A2-F8ED1B71F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34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41314-BBA8-EF4F-9CFC-DD15978D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BABC8-FAC8-0E50-6A1E-96D1444BC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1FB91-E096-0560-D8F3-AD1BB4677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F0E19-ED71-66CC-D380-F16A1E596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86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8DEE-8688-93C9-6E1B-FC8ABD9A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C0AC-AFF8-DB4F-F9C6-BA5C8A1AB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E64E2-0F36-CDC5-E56C-CC746E3D9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2FB14-34EF-0D4F-4C27-E60137030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5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D28F-8906-6FF3-590F-CD48EFA7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ACBB5-5552-8CDA-E9CE-B545A39B3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87170-B7CD-CAEA-65E9-75FE20E27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02363-17FE-B44B-C09D-FD26A27FF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305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7C57-E2E6-CEBF-8BBA-533E309F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9CD66-7E56-4745-1854-D0E0EC73E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AE2BC-23F8-6F49-AC51-551AEE7E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D4F3D-328A-2FD3-599C-A83C20644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823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A258-D15B-3D21-1250-8E7705A8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A69E2-C37E-BCF0-F1C8-95677E9BD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F88B4-CB45-466E-15B1-598D578F4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916A0-B70D-EF28-BDC9-72D830725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76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29E9-6691-D4C6-2986-09402B24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F2450-7FA6-BFF1-ECDA-38B4A893A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A4448-724B-91B5-4D92-1D9E5E0A5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BE90A-E53D-7C09-B20C-E5384C9EA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1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5986-0E7C-F167-945E-3E4BD2AC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36CDD-9382-D876-D0F0-174409680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74288-77BC-69F3-B912-6DB83CE57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682FF-413F-5ED3-1028-1AA101B61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11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5051-467F-020F-0B26-0203636EC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65D3E-6B99-7F12-B1E2-30E33D173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5E289-4108-C7E7-4282-BCA75620E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44FC-EDAA-AC4F-645C-FFBAFC9F1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157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F00B-2CF6-4A68-0762-2945E978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5DF7A-A7E3-2556-F1F9-E7D915E5B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C42A6-22D9-D1CE-CE27-62CD0B35B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0B5C-3EF9-0AC4-19DF-153DF0E83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378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CEBA-456A-EFA3-6206-9CD8CB24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8B6DF-09CE-CE04-743D-74815739A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E301D-FA3C-A378-8211-ECE4F6471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3FE50-3A35-64CA-90FE-C80156E68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537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5C7C-3297-9097-9FED-4529D2D8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A4D0F-99D9-4A45-75D0-C4433446E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49287-58E0-02E9-25E7-FEC23C85A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85AAC-486A-FE6F-AD54-436663E01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954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6626-B7C2-A36B-30C3-C23B7107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8752C-9DB0-6786-5654-3E89486E8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4A252-5F3F-3C01-7A70-36B490D3B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08016-92C1-C03B-1F3D-A8C642D48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3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11.png"/><Relationship Id="rId7" Type="http://schemas.openxmlformats.org/officeDocument/2006/relationships/image" Target="../media/image39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11" Type="http://schemas.openxmlformats.org/officeDocument/2006/relationships/image" Target="../media/image90.png"/><Relationship Id="rId5" Type="http://schemas.openxmlformats.org/officeDocument/2006/relationships/image" Target="../media/image310.png"/><Relationship Id="rId10" Type="http://schemas.openxmlformats.org/officeDocument/2006/relationships/image" Target="../media/image82.png"/><Relationship Id="rId4" Type="http://schemas.openxmlformats.org/officeDocument/2006/relationships/image" Target="../media/image210.png"/><Relationship Id="rId9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hyperlink" Target="https://www.desmos.com/3d/tdmgziz1x6" TargetMode="External"/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11.png"/><Relationship Id="rId7" Type="http://schemas.openxmlformats.org/officeDocument/2006/relationships/image" Target="../media/image49.png"/><Relationship Id="rId12" Type="http://schemas.openxmlformats.org/officeDocument/2006/relationships/image" Target="../media/image1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11" Type="http://schemas.openxmlformats.org/officeDocument/2006/relationships/image" Target="../media/image180.png"/><Relationship Id="rId5" Type="http://schemas.openxmlformats.org/officeDocument/2006/relationships/image" Target="../media/image120.png"/><Relationship Id="rId10" Type="http://schemas.openxmlformats.org/officeDocument/2006/relationships/image" Target="../media/image170.png"/><Relationship Id="rId4" Type="http://schemas.openxmlformats.org/officeDocument/2006/relationships/image" Target="../media/image112.png"/><Relationship Id="rId9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hyperlink" Target="https://www.desmos.com/3d/mzk4lecki8" TargetMode="External"/><Relationship Id="rId3" Type="http://schemas.openxmlformats.org/officeDocument/2006/relationships/image" Target="../media/image42.png"/><Relationship Id="rId7" Type="http://schemas.openxmlformats.org/officeDocument/2006/relationships/image" Target="../media/image49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7.png"/><Relationship Id="rId5" Type="http://schemas.openxmlformats.org/officeDocument/2006/relationships/image" Target="../media/image53.pn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30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42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42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hyperlink" Target="https://www.desmos.com/3d/4xztwjqibe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hyperlink" Target="https://www.desmos.com/3d/zvl57upxpp" TargetMode="Externa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Seven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BNN Dynamical Systems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and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Fictitious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E578C-3179-2F49-CC34-4D1F7690E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8" y="475083"/>
            <a:ext cx="5907833" cy="590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2EC67-3043-CEBE-6C9D-2FE74752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A5D004-0BE5-125E-746F-2DF3CA876D5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00D46-E02B-5823-FB43-B4F3C0F9C15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EE90CB-B8D4-83F7-5A3B-C4F6A7097EA6}"/>
              </a:ext>
            </a:extLst>
          </p:cNvPr>
          <p:cNvSpPr txBox="1"/>
          <p:nvPr/>
        </p:nvSpPr>
        <p:spPr>
          <a:xfrm>
            <a:off x="1543812" y="136652"/>
            <a:ext cx="9330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 – von Neumann – Nash (BNN)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Dynamical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95E037-EF33-8C2A-A581-D755862434E1}"/>
                  </a:ext>
                </a:extLst>
              </p:cNvPr>
              <p:cNvSpPr txBox="1"/>
              <p:nvPr/>
            </p:nvSpPr>
            <p:spPr>
              <a:xfrm>
                <a:off x="1125083" y="1710813"/>
                <a:ext cx="10167731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Payoff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Payoff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Payoff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Payoff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95E037-EF33-8C2A-A581-D75586243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083" y="1710813"/>
                <a:ext cx="10167731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CE99C828-DEB1-426C-EA4F-F923A4D92B2E}"/>
              </a:ext>
            </a:extLst>
          </p:cNvPr>
          <p:cNvSpPr/>
          <p:nvPr/>
        </p:nvSpPr>
        <p:spPr>
          <a:xfrm rot="5400000">
            <a:off x="4032852" y="1173559"/>
            <a:ext cx="454149" cy="3089051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E57E51-2BBC-9129-6439-11441C3B1E61}"/>
                  </a:ext>
                </a:extLst>
              </p:cNvPr>
              <p:cNvSpPr txBox="1"/>
              <p:nvPr/>
            </p:nvSpPr>
            <p:spPr>
              <a:xfrm>
                <a:off x="1543812" y="2974976"/>
                <a:ext cx="57626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Value of Pure Strategy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minus Value of Current Strategy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E57E51-2BBC-9129-6439-11441C3B1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2974976"/>
                <a:ext cx="5762677" cy="369332"/>
              </a:xfrm>
              <a:prstGeom prst="rect">
                <a:avLst/>
              </a:prstGeom>
              <a:blipFill>
                <a:blip r:embed="rId4"/>
                <a:stretch>
                  <a:fillRect l="-84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340F29-C032-B06B-A3A3-97A60F8E31A7}"/>
                  </a:ext>
                </a:extLst>
              </p:cNvPr>
              <p:cNvSpPr txBox="1"/>
              <p:nvPr/>
            </p:nvSpPr>
            <p:spPr>
              <a:xfrm>
                <a:off x="300658" y="4076025"/>
                <a:ext cx="76208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/>
                  <a:t> – an increasing function, Nash used </a:t>
                </a:r>
                <a:r>
                  <a:rPr lang="en-US" sz="2400" dirty="0" err="1"/>
                  <a:t>ReLu</a:t>
                </a:r>
                <a:r>
                  <a:rPr lang="en-US" sz="2400" dirty="0"/>
                  <a:t> function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340F29-C032-B06B-A3A3-97A60F8E3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58" y="4076025"/>
                <a:ext cx="7620829" cy="461665"/>
              </a:xfrm>
              <a:prstGeom prst="rect">
                <a:avLst/>
              </a:prstGeom>
              <a:blipFill>
                <a:blip r:embed="rId5"/>
                <a:stretch>
                  <a:fillRect l="-240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BD1974-1A1E-2295-F69E-1DCE8779F304}"/>
                  </a:ext>
                </a:extLst>
              </p:cNvPr>
              <p:cNvSpPr txBox="1"/>
              <p:nvPr/>
            </p:nvSpPr>
            <p:spPr>
              <a:xfrm>
                <a:off x="300658" y="3549150"/>
                <a:ext cx="9101759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– the probability that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th player chooses their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th strategy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BD1974-1A1E-2295-F69E-1DCE8779F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58" y="3549150"/>
                <a:ext cx="9101759" cy="491417"/>
              </a:xfrm>
              <a:prstGeom prst="rect">
                <a:avLst/>
              </a:prstGeom>
              <a:blipFill>
                <a:blip r:embed="rId6"/>
                <a:stretch>
                  <a:fillRect l="-201" t="-7407" b="-2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C97C3DF-AF59-B582-122A-6929ADD567CF}"/>
              </a:ext>
            </a:extLst>
          </p:cNvPr>
          <p:cNvSpPr txBox="1"/>
          <p:nvPr/>
        </p:nvSpPr>
        <p:spPr>
          <a:xfrm>
            <a:off x="300658" y="6259683"/>
            <a:ext cx="76208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is a set of time-homogeneous differential equations</a:t>
            </a:r>
          </a:p>
        </p:txBody>
      </p:sp>
    </p:spTree>
    <p:extLst>
      <p:ext uri="{BB962C8B-B14F-4D97-AF65-F5344CB8AC3E}">
        <p14:creationId xmlns:p14="http://schemas.microsoft.com/office/powerpoint/2010/main" val="33789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5CC4-4059-7EA6-5AE4-E178D436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4657D7-B083-AC81-6F8B-EEF73474A24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933D8F-D1F7-3F09-EF6F-D1210AF954F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8145A-B2D6-3563-CF86-1DF1F4B38826}"/>
              </a:ext>
            </a:extLst>
          </p:cNvPr>
          <p:cNvSpPr txBox="1"/>
          <p:nvPr/>
        </p:nvSpPr>
        <p:spPr>
          <a:xfrm>
            <a:off x="170519" y="1807313"/>
            <a:ext cx="1095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Recall the two-player game: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894B87C-DBDC-CB37-4415-4D62BDDCE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772216"/>
              </p:ext>
            </p:extLst>
          </p:nvPr>
        </p:nvGraphicFramePr>
        <p:xfrm>
          <a:off x="1411651" y="4120783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FDD15EE-BB6A-ADE0-FF04-BB9A36352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639365"/>
              </p:ext>
            </p:extLst>
          </p:nvPr>
        </p:nvGraphicFramePr>
        <p:xfrm>
          <a:off x="7415353" y="4120783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F1CD27BF-A908-E420-9AC0-3C2B13D82C60}"/>
              </a:ext>
            </a:extLst>
          </p:cNvPr>
          <p:cNvSpPr txBox="1"/>
          <p:nvPr/>
        </p:nvSpPr>
        <p:spPr>
          <a:xfrm rot="16200000">
            <a:off x="5545983" y="4686118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4CBDFF-7DBB-9C6B-7790-0146152F3074}"/>
              </a:ext>
            </a:extLst>
          </p:cNvPr>
          <p:cNvSpPr txBox="1"/>
          <p:nvPr/>
        </p:nvSpPr>
        <p:spPr>
          <a:xfrm>
            <a:off x="6950901" y="425277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DAC34A-E63F-6FD4-4A4B-C6D5C0E38F00}"/>
              </a:ext>
            </a:extLst>
          </p:cNvPr>
          <p:cNvSpPr txBox="1"/>
          <p:nvPr/>
        </p:nvSpPr>
        <p:spPr>
          <a:xfrm>
            <a:off x="6950901" y="52473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0476E4-5275-707D-ACB3-08B3EFADB927}"/>
              </a:ext>
            </a:extLst>
          </p:cNvPr>
          <p:cNvSpPr txBox="1"/>
          <p:nvPr/>
        </p:nvSpPr>
        <p:spPr>
          <a:xfrm>
            <a:off x="8190498" y="3468729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C62C75-85A6-0C6B-3BB7-296FDD3107C7}"/>
              </a:ext>
            </a:extLst>
          </p:cNvPr>
          <p:cNvSpPr txBox="1"/>
          <p:nvPr/>
        </p:nvSpPr>
        <p:spPr>
          <a:xfrm>
            <a:off x="10207614" y="3468729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EAD4F8-0702-FFC2-171D-878152523821}"/>
              </a:ext>
            </a:extLst>
          </p:cNvPr>
          <p:cNvSpPr txBox="1"/>
          <p:nvPr/>
        </p:nvSpPr>
        <p:spPr>
          <a:xfrm>
            <a:off x="8422724" y="2992936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E998CF-7460-FB13-A003-73842413F1A2}"/>
              </a:ext>
            </a:extLst>
          </p:cNvPr>
          <p:cNvSpPr txBox="1"/>
          <p:nvPr/>
        </p:nvSpPr>
        <p:spPr>
          <a:xfrm>
            <a:off x="712562" y="2322759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F83587-629D-346A-83C4-015CB67FBE2D}"/>
              </a:ext>
            </a:extLst>
          </p:cNvPr>
          <p:cNvSpPr txBox="1"/>
          <p:nvPr/>
        </p:nvSpPr>
        <p:spPr>
          <a:xfrm>
            <a:off x="6644898" y="2322758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08590B0-1E32-02C9-1CCB-02D68B05D270}"/>
                  </a:ext>
                </a:extLst>
              </p:cNvPr>
              <p:cNvSpPr txBox="1"/>
              <p:nvPr/>
            </p:nvSpPr>
            <p:spPr>
              <a:xfrm>
                <a:off x="1411651" y="6242016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08590B0-1E32-02C9-1CCB-02D68B05D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651" y="6242016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91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63CDB2-9AC9-4C9D-A195-E3BB7F632492}"/>
              </a:ext>
            </a:extLst>
          </p:cNvPr>
          <p:cNvSpPr txBox="1"/>
          <p:nvPr/>
        </p:nvSpPr>
        <p:spPr>
          <a:xfrm>
            <a:off x="1551450" y="117398"/>
            <a:ext cx="9330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 - von Neumann- Nash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Example Dynamical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0102E-A4BE-31DF-2990-F707D28E5406}"/>
              </a:ext>
            </a:extLst>
          </p:cNvPr>
          <p:cNvSpPr txBox="1"/>
          <p:nvPr/>
        </p:nvSpPr>
        <p:spPr>
          <a:xfrm rot="16200000">
            <a:off x="-452147" y="4686118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59F99-26C3-03EF-7F10-C770B3ADEC27}"/>
              </a:ext>
            </a:extLst>
          </p:cNvPr>
          <p:cNvSpPr txBox="1"/>
          <p:nvPr/>
        </p:nvSpPr>
        <p:spPr>
          <a:xfrm>
            <a:off x="952771" y="425277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4130F-3E29-2559-0C2F-11A43CD2E328}"/>
              </a:ext>
            </a:extLst>
          </p:cNvPr>
          <p:cNvSpPr txBox="1"/>
          <p:nvPr/>
        </p:nvSpPr>
        <p:spPr>
          <a:xfrm>
            <a:off x="952771" y="52473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32064-1BA7-4BD9-D963-4BDA27C64612}"/>
              </a:ext>
            </a:extLst>
          </p:cNvPr>
          <p:cNvSpPr txBox="1"/>
          <p:nvPr/>
        </p:nvSpPr>
        <p:spPr>
          <a:xfrm>
            <a:off x="2192368" y="3468729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E2AD81-C102-A799-6366-72636FE7440F}"/>
              </a:ext>
            </a:extLst>
          </p:cNvPr>
          <p:cNvSpPr txBox="1"/>
          <p:nvPr/>
        </p:nvSpPr>
        <p:spPr>
          <a:xfrm>
            <a:off x="4209484" y="3468729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18273-DDC1-11F1-DB5F-AD80B0C57ED2}"/>
              </a:ext>
            </a:extLst>
          </p:cNvPr>
          <p:cNvSpPr txBox="1"/>
          <p:nvPr/>
        </p:nvSpPr>
        <p:spPr>
          <a:xfrm>
            <a:off x="2424594" y="2992936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</p:spTree>
    <p:extLst>
      <p:ext uri="{BB962C8B-B14F-4D97-AF65-F5344CB8AC3E}">
        <p14:creationId xmlns:p14="http://schemas.microsoft.com/office/powerpoint/2010/main" val="146137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9C099-5D9E-10F8-701D-1DA3894A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2D6B67-19D7-498D-DC81-34FCCD96742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601027-C255-89EB-B427-EC85156DCF4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031D3-47F6-B075-017F-D61AE688BEAF}"/>
              </a:ext>
            </a:extLst>
          </p:cNvPr>
          <p:cNvSpPr txBox="1"/>
          <p:nvPr/>
        </p:nvSpPr>
        <p:spPr>
          <a:xfrm>
            <a:off x="1551450" y="117398"/>
            <a:ext cx="9330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 - von Neumann- Nash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Example Dynamical System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801BC-439E-0D07-FAC7-7E1105AC7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463" y="1716816"/>
            <a:ext cx="7779162" cy="5017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DDBFAA-A1FB-65CF-1CDB-7E9E4221D55F}"/>
                  </a:ext>
                </a:extLst>
              </p:cNvPr>
              <p:cNvSpPr txBox="1"/>
              <p:nvPr/>
            </p:nvSpPr>
            <p:spPr>
              <a:xfrm>
                <a:off x="8406882" y="2052735"/>
                <a:ext cx="3318588" cy="3995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ODE simulation results from RK45 method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Initial Conditions: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>
                  <a:spcAft>
                    <a:spcPts val="1200"/>
                  </a:spcAft>
                </a:pPr>
                <a:r>
                  <a:rPr lang="en-US" sz="2000" dirty="0"/>
                  <a:t>Actual Nash Equilibrium: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DDBFAA-A1FB-65CF-1CDB-7E9E4221D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882" y="2052735"/>
                <a:ext cx="3318588" cy="3995966"/>
              </a:xfrm>
              <a:prstGeom prst="rect">
                <a:avLst/>
              </a:prstGeom>
              <a:blipFill>
                <a:blip r:embed="rId4"/>
                <a:stretch>
                  <a:fillRect l="-1838" t="-916" r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36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4546-0123-B676-D36C-596667A0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C133DD-A38F-391C-E2CD-9F709EE64B9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CE69A-F6E8-84F4-3B02-630CB6E7DD4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5591D-14CA-C27A-2ED4-3FD35EEC56ED}"/>
              </a:ext>
            </a:extLst>
          </p:cNvPr>
          <p:cNvSpPr txBox="1"/>
          <p:nvPr/>
        </p:nvSpPr>
        <p:spPr>
          <a:xfrm>
            <a:off x="2138873" y="70783"/>
            <a:ext cx="814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Step Size in Time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Considerations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81B80-B601-FC4D-8F85-0441B4FD2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10" y="1802211"/>
            <a:ext cx="7810901" cy="4985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635901-2C9B-2DD5-B6BE-EDB33D01FE6B}"/>
                  </a:ext>
                </a:extLst>
              </p:cNvPr>
              <p:cNvSpPr txBox="1"/>
              <p:nvPr/>
            </p:nvSpPr>
            <p:spPr>
              <a:xfrm>
                <a:off x="8013625" y="2042796"/>
                <a:ext cx="40551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Time Step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635901-2C9B-2DD5-B6BE-EDB33D01F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625" y="2042796"/>
                <a:ext cx="4055165" cy="400110"/>
              </a:xfrm>
              <a:prstGeom prst="rect">
                <a:avLst/>
              </a:prstGeom>
              <a:blipFill>
                <a:blip r:embed="rId4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117728-39C0-CA4F-415C-85EDEF14FECD}"/>
                  </a:ext>
                </a:extLst>
              </p:cNvPr>
              <p:cNvSpPr txBox="1"/>
              <p:nvPr/>
            </p:nvSpPr>
            <p:spPr>
              <a:xfrm>
                <a:off x="8313040" y="4769533"/>
                <a:ext cx="3456333" cy="1758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ODE simulation results from RK45 method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000" dirty="0"/>
                  <a:t>Initial Conditions:</a:t>
                </a:r>
              </a:p>
              <a:p>
                <a:pPr algn="ctr"/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117728-39C0-CA4F-415C-85EDEF14F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040" y="4769533"/>
                <a:ext cx="3456333" cy="1758045"/>
              </a:xfrm>
              <a:prstGeom prst="rect">
                <a:avLst/>
              </a:prstGeom>
              <a:blipFill>
                <a:blip r:embed="rId5"/>
                <a:stretch>
                  <a:fillRect t="-1730" r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91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093F-0FBF-F98C-798D-3023AC0C7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C13D1F-8AC3-BC3F-BFC6-4FDF84C01FC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44AF1-0906-3BF9-080A-BABD05EBF93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302E1-4F11-5AA8-E4C2-B477F6EED43E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to Nash Equilibrium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2AF9D-523C-F65F-F687-FDBFC209F077}"/>
              </a:ext>
            </a:extLst>
          </p:cNvPr>
          <p:cNvSpPr txBox="1"/>
          <p:nvPr/>
        </p:nvSpPr>
        <p:spPr>
          <a:xfrm>
            <a:off x="-194857" y="1777381"/>
            <a:ext cx="10203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What time step size do we actually want for the quickest convergence?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53EEBA-CCFA-A78E-4E41-F2DAB1BCABB7}"/>
              </a:ext>
            </a:extLst>
          </p:cNvPr>
          <p:cNvSpPr txBox="1"/>
          <p:nvPr/>
        </p:nvSpPr>
        <p:spPr>
          <a:xfrm>
            <a:off x="-343944" y="2305614"/>
            <a:ext cx="11803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To determine the optimal step size, we need to switch to a non-adaptive ordinary differential equation solver: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BFE96-B492-2B27-4202-20EEBBB283AE}"/>
              </a:ext>
            </a:extLst>
          </p:cNvPr>
          <p:cNvSpPr txBox="1"/>
          <p:nvPr/>
        </p:nvSpPr>
        <p:spPr>
          <a:xfrm>
            <a:off x="-85525" y="3250855"/>
            <a:ext cx="6446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Runge – Kutta Fourth Order (RK4)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0924FA-88BF-9391-0DC3-0BDE541B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92" y="4579886"/>
            <a:ext cx="3226613" cy="813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8EE755-AFD8-3669-D4C0-F38A36CCB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808" y="3703255"/>
            <a:ext cx="3141949" cy="20242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C2137A-DFA3-C0B1-6C81-A1A448BCC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808" y="5752668"/>
            <a:ext cx="4265916" cy="1034549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2B122B98-41B6-3BA0-6563-EA9B883CADBE}"/>
              </a:ext>
            </a:extLst>
          </p:cNvPr>
          <p:cNvSpPr/>
          <p:nvPr/>
        </p:nvSpPr>
        <p:spPr>
          <a:xfrm rot="10800000">
            <a:off x="5557936" y="3731411"/>
            <a:ext cx="627608" cy="1996103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30388B-FD92-187C-3EE1-1E363DB762BB}"/>
              </a:ext>
            </a:extLst>
          </p:cNvPr>
          <p:cNvSpPr txBox="1"/>
          <p:nvPr/>
        </p:nvSpPr>
        <p:spPr>
          <a:xfrm>
            <a:off x="3996142" y="4393364"/>
            <a:ext cx="182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Four Increments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21418172-A42F-A62F-A95B-62D8817D3186}"/>
              </a:ext>
            </a:extLst>
          </p:cNvPr>
          <p:cNvSpPr/>
          <p:nvPr/>
        </p:nvSpPr>
        <p:spPr>
          <a:xfrm rot="10800000">
            <a:off x="5557935" y="5973442"/>
            <a:ext cx="627608" cy="710269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C920BD-1D4A-2FB5-6939-22E7EF4B1052}"/>
              </a:ext>
            </a:extLst>
          </p:cNvPr>
          <p:cNvSpPr txBox="1"/>
          <p:nvPr/>
        </p:nvSpPr>
        <p:spPr>
          <a:xfrm>
            <a:off x="980495" y="5866912"/>
            <a:ext cx="1821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ODE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23D5A06E-1D96-E47D-8D7A-EF17CF6938D4}"/>
              </a:ext>
            </a:extLst>
          </p:cNvPr>
          <p:cNvSpPr/>
          <p:nvPr/>
        </p:nvSpPr>
        <p:spPr>
          <a:xfrm rot="5400000">
            <a:off x="1562689" y="4075857"/>
            <a:ext cx="627608" cy="2926109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D10EB-7AB1-B42B-D894-25F851B8520A}"/>
              </a:ext>
            </a:extLst>
          </p:cNvPr>
          <p:cNvSpPr txBox="1"/>
          <p:nvPr/>
        </p:nvSpPr>
        <p:spPr>
          <a:xfrm>
            <a:off x="4217173" y="6005115"/>
            <a:ext cx="182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Update Values</a:t>
            </a:r>
          </a:p>
        </p:txBody>
      </p:sp>
    </p:spTree>
    <p:extLst>
      <p:ext uri="{BB962C8B-B14F-4D97-AF65-F5344CB8AC3E}">
        <p14:creationId xmlns:p14="http://schemas.microsoft.com/office/powerpoint/2010/main" val="357515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4E96-2B2A-DE75-F11C-AAD94041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7EC90C-7AD8-534D-E568-8D1A9776982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B88D35-FFD6-3715-C057-F62940B2A6B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7460BD-52C0-BA7D-D233-80F6BBD717ED}"/>
                  </a:ext>
                </a:extLst>
              </p:cNvPr>
              <p:cNvSpPr txBox="1"/>
              <p:nvPr/>
            </p:nvSpPr>
            <p:spPr>
              <a:xfrm>
                <a:off x="222586" y="1834900"/>
                <a:ext cx="10203561" cy="1981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Next, we need a metric to determine convergence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 used the Root Mean Square (RMS) error: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	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value represent the Nash Equilibrium probabilities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7460BD-52C0-BA7D-D233-80F6BBD71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86" y="1834900"/>
                <a:ext cx="10203561" cy="1981633"/>
              </a:xfrm>
              <a:prstGeom prst="rect">
                <a:avLst/>
              </a:prstGeom>
              <a:blipFill>
                <a:blip r:embed="rId3"/>
                <a:stretch>
                  <a:fillRect l="-956" t="-2462" b="-5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27B5B4-84E2-CF03-B1EF-65B1BF6B4EA0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to Nash Equilibrium</a:t>
            </a:r>
          </a:p>
        </p:txBody>
      </p:sp>
    </p:spTree>
    <p:extLst>
      <p:ext uri="{BB962C8B-B14F-4D97-AF65-F5344CB8AC3E}">
        <p14:creationId xmlns:p14="http://schemas.microsoft.com/office/powerpoint/2010/main" val="1090056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7D060-9D8D-7D0F-367D-8B5AE186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453EB1-55A2-81B3-6B46-5C7A71E211B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586C66-3A2C-0F34-C0C6-46EF20D963E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3685A-2833-E57C-42F7-DC94A5524BA4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to Nash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8C54981-191D-9AAB-80BB-D0B61714F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863948"/>
                  </p:ext>
                </p:extLst>
              </p:nvPr>
            </p:nvGraphicFramePr>
            <p:xfrm>
              <a:off x="221860" y="1940767"/>
              <a:ext cx="8128000" cy="473043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𝟎𝟖𝟓𝟑𝟖𝟎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𝟎𝟑𝟖𝟏𝟐𝟔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𝟎𝟎𝟓𝟎𝟏𝟑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𝟎𝟎𝟏𝟏𝟔𝟎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𝟏𝟐𝟑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200" b="1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1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200" b="1" i="1" dirty="0" smtClean="0">
                                  <a:latin typeface="Cambria Math" panose="02040503050406030204" pitchFamily="18" charset="0"/>
                                </a:rPr>
                                <m:t>𝟑𝟑𝟐</m:t>
                              </m:r>
                              <m:sSup>
                                <m:sSupPr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e>
                                <m:sup>
                                  <m: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  <m:t>𝟏𝟔</m:t>
                                  </m:r>
                                </m:sup>
                              </m:sSup>
                            </m:oMath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𝟏𝟏𝟎𝟎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0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200" b="1" i="0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0" dirty="0" smtClean="0">
                                    <a:latin typeface="Cambria Math" panose="02040503050406030204" pitchFamily="18" charset="0"/>
                                  </a:rPr>
                                  <m:t>𝟕𝟗𝟒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𝟏𝟑𝟎𝟎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𝟑𝟕𝟎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𝟏𝟓𝟎𝟎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𝟖𝟒𝟒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𝟑𝟔𝟔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𝟐𝟎𝟎𝟎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𝟐𝟕𝟗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8C54981-191D-9AAB-80BB-D0B61714F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863948"/>
                  </p:ext>
                </p:extLst>
              </p:nvPr>
            </p:nvGraphicFramePr>
            <p:xfrm>
              <a:off x="221860" y="1940767"/>
              <a:ext cx="8128000" cy="473043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8571" r="-100600" b="-9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108571" r="-600" b="-9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208571" r="-100600" b="-8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208571" r="-600" b="-8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308571" r="-100600" b="-7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308571" r="-600" b="-7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08571" r="-100600" b="-6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408571" r="-600" b="-6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327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94444" r="-100600" b="-5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494444" r="-600" b="-5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602817" r="-100600" b="-4267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602817" r="-600" b="-4267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702817" r="-100600" b="-3267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702817" r="-600" b="-3267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791667" r="-100600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791667" r="-600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917143" r="-100600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917143" r="-600" b="-1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02817" r="-100600" b="-267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1002817" r="-600" b="-267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0BB014D-99F1-422D-3F81-13189B1535AD}"/>
              </a:ext>
            </a:extLst>
          </p:cNvPr>
          <p:cNvSpPr txBox="1"/>
          <p:nvPr/>
        </p:nvSpPr>
        <p:spPr>
          <a:xfrm>
            <a:off x="8760260" y="1940767"/>
            <a:ext cx="3080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RK4 ODE Solver with 1000 Time Steps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Original Payoff Matrices</a:t>
            </a:r>
          </a:p>
        </p:txBody>
      </p:sp>
    </p:spTree>
    <p:extLst>
      <p:ext uri="{BB962C8B-B14F-4D97-AF65-F5344CB8AC3E}">
        <p14:creationId xmlns:p14="http://schemas.microsoft.com/office/powerpoint/2010/main" val="107425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C9BC-AC55-E0C5-23A5-FF2ADA1C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13703F-5E4A-9768-7A70-F89051AB45B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92A75-53CF-5F24-1240-B0989663F07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A06B4-96EB-0E7C-CA18-2225302FF237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to Nash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55CAA51-F052-BB30-6DF0-B47D8E77BC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2998671"/>
                  </p:ext>
                </p:extLst>
              </p:nvPr>
            </p:nvGraphicFramePr>
            <p:xfrm>
              <a:off x="221860" y="1940767"/>
              <a:ext cx="8128000" cy="474033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𝟏𝟏𝟓𝟎𝟒𝟓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𝟎𝟒𝟗𝟐𝟖𝟑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𝟎𝟎𝟗𝟕𝟎𝟏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𝟎𝟎𝟐𝟒𝟔𝟎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𝟎𝟎𝟎𝟖𝟗𝟕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200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𝟏𝟏𝟎𝟎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200" b="1" i="0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0" dirty="0" smtClean="0">
                                    <a:latin typeface="Cambria Math" panose="02040503050406030204" pitchFamily="18" charset="0"/>
                                  </a:rPr>
                                  <m:t>𝟒𝟐𝟒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𝟏𝟑𝟎𝟎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𝟐𝟖𝟒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𝟏𝟓𝟎𝟎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𝟓𝟐𝟕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𝟐𝟎𝟎𝟎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𝟑𝟑𝟐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55CAA51-F052-BB30-6DF0-B47D8E77BC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2998671"/>
                  </p:ext>
                </p:extLst>
              </p:nvPr>
            </p:nvGraphicFramePr>
            <p:xfrm>
              <a:off x="221860" y="1940767"/>
              <a:ext cx="8128000" cy="474033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8571" r="-100600" b="-9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108571" r="-600" b="-9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208571" r="-100600" b="-8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208571" r="-600" b="-8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308571" r="-100600" b="-7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308571" r="-600" b="-7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08571" r="-100600" b="-6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408571" r="-600" b="-6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508571" r="-100600" b="-5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508571" r="-600" b="-5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327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600000" r="-100600" b="-408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600000" r="-600" b="-4084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690278" r="-100600" b="-3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690278" r="-600" b="-3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392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790278" r="-1006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790278" r="-600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392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890278" r="-1006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890278" r="-600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04225" r="-100600" b="-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1004225" r="-600" b="-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067665-E80D-9E7A-8CFD-A7B846563211}"/>
                  </a:ext>
                </a:extLst>
              </p:cNvPr>
              <p:cNvSpPr txBox="1"/>
              <p:nvPr/>
            </p:nvSpPr>
            <p:spPr>
              <a:xfrm>
                <a:off x="8760260" y="1940767"/>
                <a:ext cx="3080928" cy="2124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RK4 ODE Solver with 1000 Time Steps</a:t>
                </a:r>
              </a:p>
              <a:p>
                <a:pPr algn="ctr"/>
                <a:endParaRPr lang="en-US" sz="2400" dirty="0"/>
              </a:p>
              <a:p>
                <a:pPr algn="ctr"/>
                <a:r>
                  <a:rPr lang="en-US" sz="2400" dirty="0"/>
                  <a:t>Payoff Matrices Scaled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067665-E80D-9E7A-8CFD-A7B846563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260" y="1940767"/>
                <a:ext cx="3080928" cy="2124684"/>
              </a:xfrm>
              <a:prstGeom prst="rect">
                <a:avLst/>
              </a:prstGeom>
              <a:blipFill>
                <a:blip r:embed="rId4"/>
                <a:stretch>
                  <a:fillRect t="-2292" r="-1782" b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55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6EC0-1571-F208-7FC9-FCD469BE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F99A76-4BC7-0A72-F615-356D06B6F38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8DD7D-DDC9-FDAB-E5E3-4101F08808D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C3C89-57AE-34E4-0016-BB67081A37BE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to Nash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780BE86-EDE6-E90D-4D4E-C5D7B5C080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5271260"/>
                  </p:ext>
                </p:extLst>
              </p:nvPr>
            </p:nvGraphicFramePr>
            <p:xfrm>
              <a:off x="6372808" y="2164936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𝟏𝟏𝟓𝟎𝟒𝟓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𝟎𝟒𝟗𝟐𝟖𝟑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𝟎𝟎𝟗𝟕𝟎𝟏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𝟎𝟎𝟐𝟒𝟔𝟎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𝟎𝟎𝟎𝟖𝟗𝟕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𝟏𝟏𝟎𝟎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𝟒𝟐𝟒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𝟏𝟑𝟎𝟎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𝟐𝟖𝟒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𝟓𝟐𝟕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𝟑𝟑𝟐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780BE86-EDE6-E90D-4D4E-C5D7B5C080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5271260"/>
                  </p:ext>
                </p:extLst>
              </p:nvPr>
            </p:nvGraphicFramePr>
            <p:xfrm>
              <a:off x="6372808" y="2164936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105882" r="-100864" b="-910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105882" r="-1082" b="-910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208955" r="-100864" b="-8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208955" r="-1082" b="-823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304412" r="-100864" b="-7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304412" r="-1082" b="-7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404412" r="-100864" b="-6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404412" r="-1082" b="-6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504412" r="-100864" b="-5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504412" r="-1082" b="-5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604412" r="-100864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604412" r="-1082" b="-4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694203" r="-100864" b="-3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694203" r="-1082" b="-305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782857" r="-100864" b="-2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782857" r="-1082" b="-2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882857" r="-100864" b="-1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882857" r="-1082" b="-1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997101" r="-100864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997101" r="-1082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373BDFF-AE0D-7A65-C843-3DAB452255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390115"/>
                  </p:ext>
                </p:extLst>
              </p:nvPr>
            </p:nvGraphicFramePr>
            <p:xfrm>
              <a:off x="183501" y="2164935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𝟎𝟖𝟓𝟑𝟖𝟎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𝟎𝟑𝟖𝟏𝟐𝟔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𝟎𝟎𝟓𝟎𝟏𝟑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𝟎𝟎𝟏𝟏𝟔𝟎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𝟏𝟐𝟑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𝟑𝟑𝟐</m:t>
                              </m:r>
                              <m:sSup>
                                <m:s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e>
                                <m:sup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𝟏𝟔</m:t>
                                  </m:r>
                                </m:sup>
                              </m:sSup>
                            </m:oMath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𝟏𝟏𝟎𝟎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𝟕𝟗𝟒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𝟏𝟑𝟎𝟎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𝟑𝟕𝟎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𝟖𝟒𝟒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𝟑𝟔𝟔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𝟐𝟕𝟗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373BDFF-AE0D-7A65-C843-3DAB452255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390115"/>
                  </p:ext>
                </p:extLst>
              </p:nvPr>
            </p:nvGraphicFramePr>
            <p:xfrm>
              <a:off x="183501" y="2164935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105882" r="-100648" b="-910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105882" r="-866" b="-910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208955" r="-100648" b="-8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208955" r="-866" b="-823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304412" r="-100648" b="-7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304412" r="-866" b="-7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404412" r="-100648" b="-6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404412" r="-866" b="-6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504412" r="-100648" b="-5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504412" r="-866" b="-5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604412" r="-100648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604412" r="-866" b="-4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694203" r="-100648" b="-3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694203" r="-866" b="-305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782857" r="-100648" b="-2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782857" r="-866" b="-2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882857" r="-100648" b="-1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882857" r="-866" b="-1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997101" r="-100648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997101" r="-866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2A935A-0E3F-40BA-6352-E67E59486091}"/>
                  </a:ext>
                </a:extLst>
              </p:cNvPr>
              <p:cNvSpPr txBox="1"/>
              <p:nvPr/>
            </p:nvSpPr>
            <p:spPr>
              <a:xfrm>
                <a:off x="6085114" y="1677396"/>
                <a:ext cx="6106886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dirty="0"/>
                  <a:t>Payoff Matrices Scaled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2A935A-0E3F-40BA-6352-E67E59486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114" y="1677396"/>
                <a:ext cx="6106886" cy="483466"/>
              </a:xfrm>
              <a:prstGeom prst="rect">
                <a:avLst/>
              </a:prstGeom>
              <a:blipFill>
                <a:blip r:embed="rId5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2B849A8-9FF5-136C-5F89-E74917C29ED7}"/>
              </a:ext>
            </a:extLst>
          </p:cNvPr>
          <p:cNvSpPr txBox="1"/>
          <p:nvPr/>
        </p:nvSpPr>
        <p:spPr>
          <a:xfrm>
            <a:off x="0" y="1751171"/>
            <a:ext cx="61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Original Payoff Matrices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719A3-9020-756C-AD24-B296FE03DC33}"/>
              </a:ext>
            </a:extLst>
          </p:cNvPr>
          <p:cNvSpPr/>
          <p:nvPr/>
        </p:nvSpPr>
        <p:spPr>
          <a:xfrm>
            <a:off x="2997095" y="4649722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07CCD9-7217-AB3A-7C7F-0FDCBA8C449F}"/>
              </a:ext>
            </a:extLst>
          </p:cNvPr>
          <p:cNvSpPr/>
          <p:nvPr/>
        </p:nvSpPr>
        <p:spPr>
          <a:xfrm>
            <a:off x="2997096" y="4229744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B9B0B-B1A2-0D5D-D946-7F38728038AE}"/>
              </a:ext>
            </a:extLst>
          </p:cNvPr>
          <p:cNvSpPr/>
          <p:nvPr/>
        </p:nvSpPr>
        <p:spPr>
          <a:xfrm>
            <a:off x="9186402" y="6329986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FC53A-1286-7F9B-2116-D75B6A063A4F}"/>
              </a:ext>
            </a:extLst>
          </p:cNvPr>
          <p:cNvSpPr/>
          <p:nvPr/>
        </p:nvSpPr>
        <p:spPr>
          <a:xfrm>
            <a:off x="9194904" y="4638572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D6F898-C5C8-3588-319E-776404FF38D1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5819193" y="4439733"/>
            <a:ext cx="3375711" cy="4088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758EA8-FC47-EEDB-958A-BE3DE2E8C353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819192" y="4859711"/>
            <a:ext cx="3367210" cy="168026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468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0C21-6117-F0EC-1FAB-C247951A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2BF0F9-FC49-120A-3F84-1654FF1A101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4CA9CC-DFFC-85C2-DA78-501D55CF484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34884-20F2-3A59-1D70-B35982A77115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to Nash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BB757E6-A83C-FA22-AC64-170BC02D9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2111245"/>
                  </p:ext>
                </p:extLst>
              </p:nvPr>
            </p:nvGraphicFramePr>
            <p:xfrm>
              <a:off x="6372808" y="2164936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𝟎𝟔𝟎𝟖𝟗𝟓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𝟎𝟏𝟏𝟎𝟎𝟑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𝟎𝟎𝟐𝟒𝟔𝟎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𝟏𝟕𝟕</m:t>
                                </m:r>
                                <m:sSup>
                                  <m:sSupPr>
                                    <m:ctrlPr>
                                      <a:rPr lang="ar-AE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ar-AE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ar-AE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AE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𝟑𝟑𝟐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𝟐𝟕𝟗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𝟏𝟏𝟎𝟎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𝟖𝟕𝟗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𝟏𝟑𝟎𝟎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𝟐𝟗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𝟏𝟔𝟖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𝟖𝟒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𝟓𝟐𝟒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𝟓𝟓𝟓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𝟔𝟓𝟎𝟐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BB757E6-A83C-FA22-AC64-170BC02D9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2111245"/>
                  </p:ext>
                </p:extLst>
              </p:nvPr>
            </p:nvGraphicFramePr>
            <p:xfrm>
              <a:off x="6372808" y="2164936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105882" r="-100864" b="-910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105882" r="-1082" b="-910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208955" r="-100864" b="-8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208955" r="-1082" b="-823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304412" r="-100864" b="-7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304412" r="-1082" b="-7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404412" r="-100864" b="-6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404412" r="-1082" b="-6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504412" r="-100864" b="-5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504412" r="-1082" b="-5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604412" r="-100864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604412" r="-1082" b="-4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694203" r="-100864" b="-3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694203" r="-1082" b="-305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782857" r="-100864" b="-2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782857" r="-1082" b="-2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882857" r="-100864" b="-1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882857" r="-1082" b="-1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" t="-997101" r="-100864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3" t="-997101" r="-1082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D04E514-47AC-6ED1-24E0-86EBFCFE2BE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3501" y="2164935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𝟎𝟖𝟓𝟑𝟖𝟎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𝟎𝟑𝟖𝟏𝟐𝟔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𝟎𝟎𝟓𝟎𝟏𝟑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𝟎𝟎𝟏𝟏𝟔𝟎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𝟏𝟐𝟑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𝟑𝟑𝟐</m:t>
                              </m:r>
                              <m:sSup>
                                <m:s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e>
                                <m:sup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𝟏𝟔</m:t>
                                  </m:r>
                                </m:sup>
                              </m:sSup>
                            </m:oMath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𝟏𝟏𝟎𝟎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0" dirty="0" smtClean="0">
                                    <a:latin typeface="Cambria Math" panose="02040503050406030204" pitchFamily="18" charset="0"/>
                                  </a:rPr>
                                  <m:t>𝟕𝟗𝟒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𝟏𝟑𝟎𝟎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𝟑𝟕𝟎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𝟏𝟓𝟎𝟎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𝟖𝟒𝟒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𝟑𝟔𝟔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𝟐𝟎𝟎𝟎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𝟐𝟕𝟗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D04E514-47AC-6ED1-24E0-86EBFCFE2BE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3501" y="2164935"/>
              <a:ext cx="5635692" cy="458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817846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2817846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12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105882" r="-100648" b="-910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105882" r="-866" b="-910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208955" r="-100648" b="-8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208955" r="-866" b="-823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304412" r="-100648" b="-7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304412" r="-866" b="-7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404412" r="-100648" b="-6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404412" r="-866" b="-6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1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504412" r="-100648" b="-5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504412" r="-866" b="-5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18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604412" r="-100648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604412" r="-866" b="-4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694203" r="-100648" b="-3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694203" r="-866" b="-305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782857" r="-100648" b="-2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782857" r="-866" b="-2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882857" r="-100648" b="-1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882857" r="-866" b="-1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0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" t="-997101" r="-100648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33" t="-997101" r="-866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99573B-4EA7-075D-7A4A-293E56F35D85}"/>
                  </a:ext>
                </a:extLst>
              </p:cNvPr>
              <p:cNvSpPr txBox="1"/>
              <p:nvPr/>
            </p:nvSpPr>
            <p:spPr>
              <a:xfrm>
                <a:off x="6096000" y="1738821"/>
                <a:ext cx="61068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dirty="0"/>
                  <a:t>Payoff Matrices Scaled by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99573B-4EA7-075D-7A4A-293E56F35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38821"/>
                <a:ext cx="6106886" cy="369332"/>
              </a:xfrm>
              <a:prstGeom prst="rect">
                <a:avLst/>
              </a:prstGeom>
              <a:blipFill>
                <a:blip r:embed="rId5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459AB7D-4D4A-A6B7-F8A4-83EA1F760E0D}"/>
              </a:ext>
            </a:extLst>
          </p:cNvPr>
          <p:cNvSpPr txBox="1"/>
          <p:nvPr/>
        </p:nvSpPr>
        <p:spPr>
          <a:xfrm>
            <a:off x="0" y="1751171"/>
            <a:ext cx="61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Original Payoff Matrices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58B54E-4867-3750-2763-0DA8EBAE703A}"/>
              </a:ext>
            </a:extLst>
          </p:cNvPr>
          <p:cNvSpPr/>
          <p:nvPr/>
        </p:nvSpPr>
        <p:spPr>
          <a:xfrm>
            <a:off x="2997095" y="4649722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44E8F0-3C5B-98AE-23E3-FB5F0AFBB25A}"/>
              </a:ext>
            </a:extLst>
          </p:cNvPr>
          <p:cNvSpPr/>
          <p:nvPr/>
        </p:nvSpPr>
        <p:spPr>
          <a:xfrm>
            <a:off x="2997094" y="6339796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3AFCEF-D6F3-CFA8-8BA6-B98B59F66C03}"/>
              </a:ext>
            </a:extLst>
          </p:cNvPr>
          <p:cNvSpPr/>
          <p:nvPr/>
        </p:nvSpPr>
        <p:spPr>
          <a:xfrm>
            <a:off x="9190654" y="4239553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B32AC-C6D3-2C47-4F4D-C9A6DEACF38B}"/>
              </a:ext>
            </a:extLst>
          </p:cNvPr>
          <p:cNvSpPr/>
          <p:nvPr/>
        </p:nvSpPr>
        <p:spPr>
          <a:xfrm>
            <a:off x="9190654" y="4649722"/>
            <a:ext cx="2822097" cy="41997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FC3EB4-E105-BB55-9237-EE75E2828846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5819191" y="4859711"/>
            <a:ext cx="3371463" cy="16900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E56529-8D50-2952-CC54-EB15219A91A2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5819192" y="4449542"/>
            <a:ext cx="3371462" cy="41016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09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68A5-1420-E30E-FC99-2F973C23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1BD588-4F07-8F18-DD43-87C7F3C401F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FE7292-EE26-734A-70BF-A0FA8447EC0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2A7F5-A2A6-81B8-7AF7-1E49A1D2DBCB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to Nash Equilibrium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78E86-99FC-0FA9-C64A-3D1130A08E7E}"/>
              </a:ext>
            </a:extLst>
          </p:cNvPr>
          <p:cNvSpPr txBox="1"/>
          <p:nvPr/>
        </p:nvSpPr>
        <p:spPr>
          <a:xfrm>
            <a:off x="222586" y="1834900"/>
            <a:ext cx="102035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Since the system is time-homogeneous and depends linearly on the payoff matrices, scaling payoff matrices is equivalent to scaling time under the </a:t>
            </a:r>
            <a:r>
              <a:rPr lang="en-US" sz="2400" dirty="0" err="1"/>
              <a:t>ReLU</a:t>
            </a:r>
            <a:r>
              <a:rPr lang="en-US" sz="2400" dirty="0"/>
              <a:t> activation function</a:t>
            </a:r>
          </a:p>
          <a:p>
            <a:endParaRPr lang="en-US" sz="2400" dirty="0"/>
          </a:p>
          <a:p>
            <a:r>
              <a:rPr lang="en-US" sz="2400" dirty="0"/>
              <a:t>For the original set of payoff matrices, the ideal time step is approximately 1</a:t>
            </a:r>
          </a:p>
          <a:p>
            <a:endParaRPr lang="en-US" sz="2400" dirty="0"/>
          </a:p>
          <a:p>
            <a:r>
              <a:rPr lang="en-US" sz="2400" dirty="0"/>
              <a:t>Since the accuracy is heavily dependent on the time step, adaptive step size approaches like Runge – Kutta 45 (RK45) are preferred</a:t>
            </a:r>
          </a:p>
        </p:txBody>
      </p:sp>
    </p:spTree>
    <p:extLst>
      <p:ext uri="{BB962C8B-B14F-4D97-AF65-F5344CB8AC3E}">
        <p14:creationId xmlns:p14="http://schemas.microsoft.com/office/powerpoint/2010/main" val="2927176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E147-B9D1-4CC8-57CF-B08F9BB9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F197E1-E514-56DC-0829-7B33671AFEC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626F4A-4560-E841-33B1-45B7FD208D7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412A1-E6B9-A9B6-E91C-9269B83CBDB8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An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32A044-754B-9EB2-00DE-BF7BB2906B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298781"/>
                  </p:ext>
                </p:extLst>
              </p:nvPr>
            </p:nvGraphicFramePr>
            <p:xfrm>
              <a:off x="221860" y="1940767"/>
              <a:ext cx="8128000" cy="47015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𝟏𝟑𝟐𝟓𝟒𝟓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𝟏𝟐𝟓𝟗𝟓𝟏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𝟏𝟎𝟓𝟐𝟐𝟏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𝟎𝟏𝟒𝟐𝟔𝟗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𝟑𝟖𝟖</m:t>
                                </m:r>
                                <m:sSup>
                                  <m:sSup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𝟑𝟓𝟔𝟏𝟕𝟖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𝟏𝟏𝟎𝟎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𝟑𝟔𝟔𝟗𝟐𝟕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𝟏𝟑𝟎𝟎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𝟒𝟒𝟎𝟏𝟒𝟕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𝟏𝟓𝟎𝟎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𝟓𝟔𝟔𝟏𝟓𝟖</m:t>
                                </m:r>
                              </m:oMath>
                            </m:oMathPara>
                          </a14:m>
                          <a:endParaRPr lang="en-US" sz="2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𝟐𝟎𝟎𝟎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0" dirty="0" smtClean="0">
                                    <a:latin typeface="Cambria Math" panose="02040503050406030204" pitchFamily="18" charset="0"/>
                                  </a:rPr>
                                  <m:t>𝐍𝐚𝐍</m:t>
                                </m:r>
                              </m:oMath>
                            </m:oMathPara>
                          </a14:m>
                          <a:endParaRPr lang="en-US" sz="2200" b="1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32A044-754B-9EB2-00DE-BF7BB2906B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298781"/>
                  </p:ext>
                </p:extLst>
              </p:nvPr>
            </p:nvGraphicFramePr>
            <p:xfrm>
              <a:off x="221860" y="1940767"/>
              <a:ext cx="8128000" cy="47015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185154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421254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Stopping Time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/>
                            <a:t>RMS Equilibrium 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3800437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8571" r="-100600" b="-9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108571" r="-600" b="-9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17839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208571" r="-100600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208571" r="-600" b="-8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369291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308571" r="-100600" b="-7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308571" r="-600" b="-7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53252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08571" r="-100600" b="-6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408571" r="-600" b="-6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630392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94444" r="-100600" b="-4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494444" r="-600" b="-4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49690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611429" r="-100600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611429" r="-600" b="-4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941164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711429" r="-100600" b="-3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711429" r="-600" b="-3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1301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811429" r="-100600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811429" r="-600" b="-2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49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911429" r="-100600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911429" r="-600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944807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11429" r="-1006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1011429" r="-600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5239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4BD61F7-465A-9322-53A1-BB811E094BB8}"/>
              </a:ext>
            </a:extLst>
          </p:cNvPr>
          <p:cNvSpPr txBox="1"/>
          <p:nvPr/>
        </p:nvSpPr>
        <p:spPr>
          <a:xfrm>
            <a:off x="8760260" y="1940767"/>
            <a:ext cx="30809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RK4 ODE Solver with 1000 Time Steps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Original Payoff Matrices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tanh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2661158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2648-DC28-B3B6-1912-FD4C128C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6D7266-5D3C-745F-C1EA-DA2D3EB7932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3834E-5F95-6306-C247-D9F12B396FC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EB532-FDBF-2751-D05C-3B475958063A}"/>
              </a:ext>
            </a:extLst>
          </p:cNvPr>
          <p:cNvSpPr txBox="1"/>
          <p:nvPr/>
        </p:nvSpPr>
        <p:spPr>
          <a:xfrm>
            <a:off x="2160576" y="369894"/>
            <a:ext cx="814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More Experiments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7D245-CC2D-872E-1087-ECD6BA534F9E}"/>
              </a:ext>
            </a:extLst>
          </p:cNvPr>
          <p:cNvSpPr txBox="1"/>
          <p:nvPr/>
        </p:nvSpPr>
        <p:spPr>
          <a:xfrm>
            <a:off x="7393327" y="1992890"/>
            <a:ext cx="4559188" cy="15696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All Experiments Done with: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RK4 ODE Solver with 1000 Time Steps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Original Payoff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8A5CDB-34EC-EC09-9F59-D9CB86567771}"/>
                  </a:ext>
                </a:extLst>
              </p:cNvPr>
              <p:cNvSpPr txBox="1"/>
              <p:nvPr/>
            </p:nvSpPr>
            <p:spPr>
              <a:xfrm>
                <a:off x="239485" y="1881953"/>
                <a:ext cx="61068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u="sng" dirty="0"/>
                  <a:t>Sigmoid Activation Function</a:t>
                </a:r>
              </a:p>
              <a:p>
                <a:pPr algn="ctr"/>
                <a:r>
                  <a:rPr lang="en-US" sz="2400" dirty="0"/>
                  <a:t>Lowest Error was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.083134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8A5CDB-34EC-EC09-9F59-D9CB8656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5" y="1881953"/>
                <a:ext cx="6106886" cy="830997"/>
              </a:xfrm>
              <a:prstGeom prst="rect">
                <a:avLst/>
              </a:prstGeom>
              <a:blipFill>
                <a:blip r:embed="rId3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F31683-262F-5192-34FC-D7BFC7EB67E4}"/>
                  </a:ext>
                </a:extLst>
              </p:cNvPr>
              <p:cNvSpPr txBox="1"/>
              <p:nvPr/>
            </p:nvSpPr>
            <p:spPr>
              <a:xfrm>
                <a:off x="0" y="2853989"/>
                <a:ext cx="678491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u="sng" dirty="0"/>
                  <a:t>Leaky </a:t>
                </a:r>
                <a:r>
                  <a:rPr lang="en-US" sz="2400" u="sng" dirty="0" err="1"/>
                  <a:t>ReLU</a:t>
                </a:r>
                <a:r>
                  <a:rPr lang="en-US" sz="2400" u="sng" dirty="0"/>
                  <a:t> Activation Function</a:t>
                </a:r>
              </a:p>
              <a:p>
                <a:pPr algn="ctr"/>
                <a:r>
                  <a:rPr lang="en-US" sz="2400" dirty="0"/>
                  <a:t>Reached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1100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1300</m:t>
                    </m:r>
                  </m:oMath>
                </a14:m>
                <a:r>
                  <a:rPr lang="en-US" sz="2400" dirty="0"/>
                  <a:t> </a:t>
                </a:r>
                <a:endParaRPr lang="ar-AE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F31683-262F-5192-34FC-D7BFC7EB6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53989"/>
                <a:ext cx="6784911" cy="1200329"/>
              </a:xfrm>
              <a:prstGeom prst="rect">
                <a:avLst/>
              </a:prstGeom>
              <a:blipFill>
                <a:blip r:embed="rId4"/>
                <a:stretch>
                  <a:fillRect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8627D8-9A5C-A923-E207-B46232FA826D}"/>
                  </a:ext>
                </a:extLst>
              </p:cNvPr>
              <p:cNvSpPr txBox="1"/>
              <p:nvPr/>
            </p:nvSpPr>
            <p:spPr>
              <a:xfrm>
                <a:off x="239485" y="3747217"/>
                <a:ext cx="610688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u="sng" dirty="0"/>
                  <a:t>SoftMax Activation Function</a:t>
                </a:r>
              </a:p>
              <a:p>
                <a:pPr algn="ctr"/>
                <a:r>
                  <a:rPr lang="en-US" sz="2400" dirty="0"/>
                  <a:t>Lowest Error was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021497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8627D8-9A5C-A923-E207-B46232FA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5" y="3747217"/>
                <a:ext cx="6106886" cy="830997"/>
              </a:xfrm>
              <a:prstGeom prst="rect">
                <a:avLst/>
              </a:prstGeom>
              <a:blipFill>
                <a:blip r:embed="rId5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EE0482-7F4A-A357-8533-CF005AA484B6}"/>
                  </a:ext>
                </a:extLst>
              </p:cNvPr>
              <p:cNvSpPr txBox="1"/>
              <p:nvPr/>
            </p:nvSpPr>
            <p:spPr>
              <a:xfrm>
                <a:off x="-99528" y="4663708"/>
                <a:ext cx="678491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u="sng" dirty="0" err="1"/>
                  <a:t>GeLU</a:t>
                </a:r>
                <a:r>
                  <a:rPr lang="en-US" sz="2400" u="sng" dirty="0"/>
                  <a:t> Activation Function</a:t>
                </a:r>
              </a:p>
              <a:p>
                <a:pPr algn="ctr"/>
                <a:r>
                  <a:rPr lang="en-US" sz="2400" dirty="0"/>
                  <a:t>Reached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206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EE0482-7F4A-A357-8533-CF005AA48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9528" y="4663708"/>
                <a:ext cx="6784911" cy="830997"/>
              </a:xfrm>
              <a:prstGeom prst="rect">
                <a:avLst/>
              </a:prstGeom>
              <a:blipFill>
                <a:blip r:embed="rId6"/>
                <a:stretch>
                  <a:fillRect t="-5882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BAE5D-3C27-16A1-B442-97037B373717}"/>
                  </a:ext>
                </a:extLst>
              </p:cNvPr>
              <p:cNvSpPr txBox="1"/>
              <p:nvPr/>
            </p:nvSpPr>
            <p:spPr>
              <a:xfrm>
                <a:off x="-1" y="5580199"/>
                <a:ext cx="678491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u="sng" dirty="0"/>
                  <a:t>ELU Activation Function</a:t>
                </a:r>
              </a:p>
              <a:p>
                <a:pPr algn="ctr"/>
                <a:r>
                  <a:rPr lang="en-US" sz="2400" dirty="0"/>
                  <a:t>Reached </a:t>
                </a:r>
                <a14:m>
                  <m:oMath xmlns:m="http://schemas.openxmlformats.org/officeDocument/2006/math"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327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ctr"/>
                <a:r>
                  <a:rPr lang="en-US" sz="2400" dirty="0" err="1"/>
                  <a:t>NaN</a:t>
                </a:r>
                <a:r>
                  <a:rPr lang="en-US" sz="2400" dirty="0"/>
                  <a:t> Errors for higher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values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BAE5D-3C27-16A1-B442-97037B373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580199"/>
                <a:ext cx="6784911" cy="1200329"/>
              </a:xfrm>
              <a:prstGeom prst="rect">
                <a:avLst/>
              </a:prstGeom>
              <a:blipFill>
                <a:blip r:embed="rId7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id="{58954B48-1727-017E-15C0-64F62FB0AB74}"/>
              </a:ext>
            </a:extLst>
          </p:cNvPr>
          <p:cNvSpPr/>
          <p:nvPr/>
        </p:nvSpPr>
        <p:spPr>
          <a:xfrm>
            <a:off x="5842424" y="4802012"/>
            <a:ext cx="507151" cy="1978516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000AE-FA58-CDF3-2745-DAB87ECF09BE}"/>
              </a:ext>
            </a:extLst>
          </p:cNvPr>
          <p:cNvSpPr txBox="1"/>
          <p:nvPr/>
        </p:nvSpPr>
        <p:spPr>
          <a:xfrm>
            <a:off x="6137397" y="5121225"/>
            <a:ext cx="35157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Smooth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More sensitive to choosing correct step size</a:t>
            </a:r>
          </a:p>
        </p:txBody>
      </p:sp>
    </p:spTree>
    <p:extLst>
      <p:ext uri="{BB962C8B-B14F-4D97-AF65-F5344CB8AC3E}">
        <p14:creationId xmlns:p14="http://schemas.microsoft.com/office/powerpoint/2010/main" val="3116248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107D-0AC3-CAD1-E160-A85A28E5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7A051C-6050-4111-09E5-21A88A9B68A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9C9B8-03A7-CFC2-7665-042446070C1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2E0CF-5B13-8ACA-8AFE-42A998B7583F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A1CCAF-D750-F677-3C7B-5A38486EC1EA}"/>
                  </a:ext>
                </a:extLst>
              </p:cNvPr>
              <p:cNvSpPr txBox="1"/>
              <p:nvPr/>
            </p:nvSpPr>
            <p:spPr>
              <a:xfrm>
                <a:off x="170519" y="1807313"/>
                <a:ext cx="10951571" cy="5304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Fictitious play is a discrete variant of BNN dynamics introduced by Brown in 1951 and studied by Robinson in the same year. It’s also call Brown-Robinson learning</a:t>
                </a:r>
              </a:p>
              <a:p>
                <a:pPr>
                  <a:spcAft>
                    <a:spcPts val="600"/>
                  </a:spcAft>
                </a:pPr>
                <a:endParaRPr lang="en-US" sz="2400" dirty="0"/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dirty="0"/>
                  <a:t> is replaced by the ordinal potential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which satisfies the conditions: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Higher potentials indicate higher payoffs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ordinal potential essentially just stores the order of preferred strategies given the other player’s pure strategy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A1CCAF-D750-F677-3C7B-5A38486EC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1807313"/>
                <a:ext cx="10951571" cy="5304786"/>
              </a:xfrm>
              <a:prstGeom prst="rect">
                <a:avLst/>
              </a:prstGeom>
              <a:blipFill>
                <a:blip r:embed="rId3"/>
                <a:stretch>
                  <a:fillRect l="-891" t="-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E4EAC8F-6000-10A4-B4B3-E83DA63C32BE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193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A223-FA57-A05B-E283-8A76988F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7B8386-E121-14E4-E970-07FAFF87A65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30CA49-6AD3-B901-4611-8474A786ECB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4B3FC-B344-507F-6C60-18549F763171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F1D4C-9BEA-AE59-35CA-555407795EF9}"/>
              </a:ext>
            </a:extLst>
          </p:cNvPr>
          <p:cNvSpPr txBox="1"/>
          <p:nvPr/>
        </p:nvSpPr>
        <p:spPr>
          <a:xfrm>
            <a:off x="170519" y="1807313"/>
            <a:ext cx="10951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 games may not have ordinal potentials. Matching pennies example: </a:t>
            </a:r>
          </a:p>
          <a:p>
            <a:r>
              <a:rPr lang="en-US" sz="2400" dirty="0"/>
              <a:t>Note that non-degenerate zero sum games do not have an </a:t>
            </a:r>
            <a:r>
              <a:rPr lang="en-US" sz="2400"/>
              <a:t>ordinal potential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83924A-10C2-753A-2104-1786A5B6D082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Games without Ordinal Potentials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38701E-42D7-6564-396E-13EB21357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051178"/>
              </p:ext>
            </p:extLst>
          </p:nvPr>
        </p:nvGraphicFramePr>
        <p:xfrm>
          <a:off x="1304746" y="4617739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CECA3-0BCF-23BB-A5A5-641885E5D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595221"/>
              </p:ext>
            </p:extLst>
          </p:nvPr>
        </p:nvGraphicFramePr>
        <p:xfrm>
          <a:off x="7308448" y="4617739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0CE6EB-AC10-438E-66B9-70ECFCCB1F39}"/>
              </a:ext>
            </a:extLst>
          </p:cNvPr>
          <p:cNvSpPr txBox="1"/>
          <p:nvPr/>
        </p:nvSpPr>
        <p:spPr>
          <a:xfrm rot="16200000">
            <a:off x="5439078" y="5183074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9DB18-464C-24F4-B296-A62E214D0608}"/>
              </a:ext>
            </a:extLst>
          </p:cNvPr>
          <p:cNvSpPr txBox="1"/>
          <p:nvPr/>
        </p:nvSpPr>
        <p:spPr>
          <a:xfrm>
            <a:off x="6794301" y="474973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A25EF-7365-E63B-AB0F-4C7AA07A51B8}"/>
              </a:ext>
            </a:extLst>
          </p:cNvPr>
          <p:cNvSpPr txBox="1"/>
          <p:nvPr/>
        </p:nvSpPr>
        <p:spPr>
          <a:xfrm>
            <a:off x="6843996" y="57443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405614-59D3-A855-6A66-2AA6994D0548}"/>
              </a:ext>
            </a:extLst>
          </p:cNvPr>
          <p:cNvSpPr txBox="1"/>
          <p:nvPr/>
        </p:nvSpPr>
        <p:spPr>
          <a:xfrm>
            <a:off x="8083593" y="396568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C4AD53-F618-6259-A2C4-5AF95E943959}"/>
              </a:ext>
            </a:extLst>
          </p:cNvPr>
          <p:cNvSpPr txBox="1"/>
          <p:nvPr/>
        </p:nvSpPr>
        <p:spPr>
          <a:xfrm>
            <a:off x="10100709" y="396568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ACA2F1-0E59-0CC7-99F0-BC31864100A0}"/>
              </a:ext>
            </a:extLst>
          </p:cNvPr>
          <p:cNvSpPr txBox="1"/>
          <p:nvPr/>
        </p:nvSpPr>
        <p:spPr>
          <a:xfrm>
            <a:off x="8315819" y="3489892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7F153-82A6-2D0D-3439-DB266430C5B8}"/>
              </a:ext>
            </a:extLst>
          </p:cNvPr>
          <p:cNvSpPr txBox="1"/>
          <p:nvPr/>
        </p:nvSpPr>
        <p:spPr>
          <a:xfrm>
            <a:off x="605657" y="2819715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C49C94-572A-B71C-F8F3-EDBE863E782B}"/>
              </a:ext>
            </a:extLst>
          </p:cNvPr>
          <p:cNvSpPr txBox="1"/>
          <p:nvPr/>
        </p:nvSpPr>
        <p:spPr>
          <a:xfrm>
            <a:off x="6537993" y="2819714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D73BCB-40EF-DB57-6C6E-0134467FF453}"/>
              </a:ext>
            </a:extLst>
          </p:cNvPr>
          <p:cNvSpPr txBox="1"/>
          <p:nvPr/>
        </p:nvSpPr>
        <p:spPr>
          <a:xfrm rot="16200000">
            <a:off x="-559052" y="5183074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D080E-D1BE-28CF-0B4E-DF844C1DD079}"/>
              </a:ext>
            </a:extLst>
          </p:cNvPr>
          <p:cNvSpPr txBox="1"/>
          <p:nvPr/>
        </p:nvSpPr>
        <p:spPr>
          <a:xfrm>
            <a:off x="796171" y="474973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893CD0-D27C-1C71-020A-93875B7D5932}"/>
              </a:ext>
            </a:extLst>
          </p:cNvPr>
          <p:cNvSpPr txBox="1"/>
          <p:nvPr/>
        </p:nvSpPr>
        <p:spPr>
          <a:xfrm>
            <a:off x="845866" y="574435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798E47-2766-21C1-6D2A-209A1366B0B4}"/>
              </a:ext>
            </a:extLst>
          </p:cNvPr>
          <p:cNvSpPr txBox="1"/>
          <p:nvPr/>
        </p:nvSpPr>
        <p:spPr>
          <a:xfrm>
            <a:off x="2085463" y="396568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F99AC9-F423-5A47-772D-5F8E7C9D89B2}"/>
              </a:ext>
            </a:extLst>
          </p:cNvPr>
          <p:cNvSpPr txBox="1"/>
          <p:nvPr/>
        </p:nvSpPr>
        <p:spPr>
          <a:xfrm>
            <a:off x="4102579" y="3965685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F63289-1405-8425-9921-B23C51BEBC4C}"/>
              </a:ext>
            </a:extLst>
          </p:cNvPr>
          <p:cNvSpPr txBox="1"/>
          <p:nvPr/>
        </p:nvSpPr>
        <p:spPr>
          <a:xfrm>
            <a:off x="2317689" y="3489892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</p:spTree>
    <p:extLst>
      <p:ext uri="{BB962C8B-B14F-4D97-AF65-F5344CB8AC3E}">
        <p14:creationId xmlns:p14="http://schemas.microsoft.com/office/powerpoint/2010/main" val="3843250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9D47-3214-B33A-294E-58CF2D2D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17C558-BAE7-C399-5CF9-21E27CF8559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94D0AC-A0FB-3899-B41F-9100F8494A5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231EC9-9889-3651-1904-D241A1A9FAE8}"/>
                  </a:ext>
                </a:extLst>
              </p:cNvPr>
              <p:cNvSpPr txBox="1"/>
              <p:nvPr/>
            </p:nvSpPr>
            <p:spPr>
              <a:xfrm>
                <a:off x="170519" y="1807313"/>
                <a:ext cx="10951571" cy="3951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Fictitious play can involve either alternating turns (AFP) or simultaneous turns (SFP). SFP has been more extensively studied, but global convergence in non-degenerate ordinal games has only been proven for AFP</a:t>
                </a:r>
              </a:p>
              <a:p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Global convergence of SFP has been proven for weighted potential games, where there exist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such that:</a:t>
                </a: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231EC9-9889-3651-1904-D241A1A9F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1807313"/>
                <a:ext cx="10951571" cy="3951595"/>
              </a:xfrm>
              <a:prstGeom prst="rect">
                <a:avLst/>
              </a:prstGeom>
              <a:blipFill>
                <a:blip r:embed="rId3"/>
                <a:stretch>
                  <a:fillRect l="-891" t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86CE88-29DD-7378-09E1-D30DB46F890C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4D721-12F6-5915-2A56-3BBEF1EA4F89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AFP vs SFP</a:t>
            </a:r>
          </a:p>
        </p:txBody>
      </p:sp>
    </p:spTree>
    <p:extLst>
      <p:ext uri="{BB962C8B-B14F-4D97-AF65-F5344CB8AC3E}">
        <p14:creationId xmlns:p14="http://schemas.microsoft.com/office/powerpoint/2010/main" val="4044502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D916-266B-885B-A56A-3EB37224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DACBB3-7960-B10C-585D-65D831A8BD9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3DAB5-2A1D-18CB-162F-EF776A7D00B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83289-F3DA-730F-BE93-6D1E94A2D0F3}"/>
              </a:ext>
            </a:extLst>
          </p:cNvPr>
          <p:cNvSpPr txBox="1"/>
          <p:nvPr/>
        </p:nvSpPr>
        <p:spPr>
          <a:xfrm>
            <a:off x="1532789" y="342307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Degenerate Games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F83DA6-A702-619F-2458-7EF5409F9D65}"/>
                  </a:ext>
                </a:extLst>
              </p:cNvPr>
              <p:cNvSpPr txBox="1"/>
              <p:nvPr/>
            </p:nvSpPr>
            <p:spPr>
              <a:xfrm>
                <a:off x="170519" y="1807313"/>
                <a:ext cx="10951571" cy="4966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game will now called degenerate if at least one of the two properties hold: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Multiple Player 1 strategies provide the same payoff for a given Player 2 pure strategy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Multiple Player 2 strategies provide the same payoff for a given Player 1 pure strategy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/>
                  <a:t>Mathematically speaking, this is equivalent to: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There exist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There exist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F83DA6-A702-619F-2458-7EF5409F9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1807313"/>
                <a:ext cx="10951571" cy="4966488"/>
              </a:xfrm>
              <a:prstGeom prst="rect">
                <a:avLst/>
              </a:prstGeom>
              <a:blipFill>
                <a:blip r:embed="rId3"/>
                <a:stretch>
                  <a:fillRect l="-891" t="-982" b="-1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42C04C6-4436-DB06-7F5F-8E2BF915BD04}"/>
              </a:ext>
            </a:extLst>
          </p:cNvPr>
          <p:cNvSpPr txBox="1"/>
          <p:nvPr/>
        </p:nvSpPr>
        <p:spPr>
          <a:xfrm>
            <a:off x="8618140" y="5495629"/>
            <a:ext cx="3403341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This ensures that the ordering stored in the ordinal potential is strict</a:t>
            </a:r>
          </a:p>
        </p:txBody>
      </p:sp>
    </p:spTree>
    <p:extLst>
      <p:ext uri="{BB962C8B-B14F-4D97-AF65-F5344CB8AC3E}">
        <p14:creationId xmlns:p14="http://schemas.microsoft.com/office/powerpoint/2010/main" val="3630575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0ED4-B274-8267-B121-80505C81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8008E2-0869-095C-1F65-8385DE2503C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0C42B-F89D-C44D-063E-971AC6C0AAC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A92537-389C-363C-390F-5289CDF08CF7}"/>
                  </a:ext>
                </a:extLst>
              </p:cNvPr>
              <p:cNvSpPr txBox="1"/>
              <p:nvPr/>
            </p:nvSpPr>
            <p:spPr>
              <a:xfrm>
                <a:off x="-196218" y="5354084"/>
                <a:ext cx="8236975" cy="1129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A92537-389C-363C-390F-5289CDF0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6218" y="5354084"/>
                <a:ext cx="8236975" cy="1129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8BDF3AD-10E2-8B32-2991-E9F6DBEAE74F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FBF55-3309-9692-CE96-0A1330D87BBD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AFP Iterations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4B12BA-3568-7E5C-1B96-A63B4339C943}"/>
                  </a:ext>
                </a:extLst>
              </p:cNvPr>
              <p:cNvSpPr txBox="1"/>
              <p:nvPr/>
            </p:nvSpPr>
            <p:spPr>
              <a:xfrm>
                <a:off x="-2944" y="1677500"/>
                <a:ext cx="10764081" cy="3676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We initialize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(could use pure strategies or uniform distribution)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At each iteration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, we determine: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2400" dirty="0"/>
                  <a:t>, a pure strategy best response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  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endParaRPr lang="en-US" sz="2400" dirty="0"/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, a pure strategy best response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We then update each probability vector using the new pure strategy: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4B12BA-3568-7E5C-1B96-A63B4339C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44" y="1677500"/>
                <a:ext cx="10764081" cy="3676584"/>
              </a:xfrm>
              <a:prstGeom prst="rect">
                <a:avLst/>
              </a:prstGeom>
              <a:blipFill>
                <a:blip r:embed="rId4"/>
                <a:stretch>
                  <a:fillRect l="-907" t="-1161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292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6FAC-3A51-1B82-28D7-637BC017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A8F0B0-4837-1615-2E92-1B661B43C45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8B656F-A729-E42C-8193-0A795399235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D690B-F183-DDEB-F5EF-418CDEE466EE}"/>
              </a:ext>
            </a:extLst>
          </p:cNvPr>
          <p:cNvSpPr txBox="1"/>
          <p:nvPr/>
        </p:nvSpPr>
        <p:spPr>
          <a:xfrm>
            <a:off x="1430862" y="354928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Fictitious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CA5464-875D-EB0B-E683-6A5C1F52DD22}"/>
                  </a:ext>
                </a:extLst>
              </p:cNvPr>
              <p:cNvSpPr txBox="1"/>
              <p:nvPr/>
            </p:nvSpPr>
            <p:spPr>
              <a:xfrm>
                <a:off x="369302" y="2688827"/>
                <a:ext cx="10951571" cy="138499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Theorem (Berger, 2005)</a:t>
                </a:r>
              </a:p>
              <a:p>
                <a:r>
                  <a:rPr lang="en-US" sz="2800" b="1" dirty="0"/>
                  <a:t> </a:t>
                </a:r>
                <a:r>
                  <a:rPr lang="en-US" sz="2800" dirty="0"/>
                  <a:t>Let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correspond to a nondegenerate ordinal potential game. Then every AFP process converges to a pure Nash equilibrium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CA5464-875D-EB0B-E683-6A5C1F52D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02" y="2688827"/>
                <a:ext cx="10951571" cy="1384995"/>
              </a:xfrm>
              <a:prstGeom prst="rect">
                <a:avLst/>
              </a:prstGeom>
              <a:blipFill>
                <a:blip r:embed="rId3"/>
                <a:stretch>
                  <a:fillRect l="-1055" t="-3448" b="-991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741BAA6-4A99-6CBC-B918-CA1F97C4DB4A}"/>
              </a:ext>
            </a:extLst>
          </p:cNvPr>
          <p:cNvSpPr txBox="1"/>
          <p:nvPr/>
        </p:nvSpPr>
        <p:spPr>
          <a:xfrm>
            <a:off x="488199" y="4191729"/>
            <a:ext cx="4385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Proof on Following Slides</a:t>
            </a:r>
          </a:p>
        </p:txBody>
      </p:sp>
    </p:spTree>
    <p:extLst>
      <p:ext uri="{BB962C8B-B14F-4D97-AF65-F5344CB8AC3E}">
        <p14:creationId xmlns:p14="http://schemas.microsoft.com/office/powerpoint/2010/main" val="1406073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5168-86CF-C2E8-A10D-D78D67DE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41EFB8-B433-D7AB-7599-98462DDE48D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D33F4-02E5-3BD3-FEE6-70C4AE3CC22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FC316-CEAA-4FC8-B35C-64A24822EE50}"/>
              </a:ext>
            </a:extLst>
          </p:cNvPr>
          <p:cNvSpPr txBox="1"/>
          <p:nvPr/>
        </p:nvSpPr>
        <p:spPr>
          <a:xfrm>
            <a:off x="1430862" y="354928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Fictitious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1BE844-8BF6-4FCC-70F8-3DA672E16018}"/>
                  </a:ext>
                </a:extLst>
              </p:cNvPr>
              <p:cNvSpPr txBox="1"/>
              <p:nvPr/>
            </p:nvSpPr>
            <p:spPr>
              <a:xfrm>
                <a:off x="100946" y="1917676"/>
                <a:ext cx="5305942" cy="96128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Claim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800" dirty="0"/>
                  <a:t> for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1BE844-8BF6-4FCC-70F8-3DA672E16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46" y="1917676"/>
                <a:ext cx="5305942" cy="961289"/>
              </a:xfrm>
              <a:prstGeom prst="rect">
                <a:avLst/>
              </a:prstGeom>
              <a:blipFill>
                <a:blip r:embed="rId3"/>
                <a:stretch>
                  <a:fillRect l="-2171" t="-5556" b="-154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5E6F0BB-764C-9864-7776-CB06A1551925}"/>
              </a:ext>
            </a:extLst>
          </p:cNvPr>
          <p:cNvSpPr txBox="1"/>
          <p:nvPr/>
        </p:nvSpPr>
        <p:spPr>
          <a:xfrm>
            <a:off x="0" y="2967335"/>
            <a:ext cx="1063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63F856-31DC-31D0-8BEA-4C4F71E7FF7A}"/>
                  </a:ext>
                </a:extLst>
              </p:cNvPr>
              <p:cNvSpPr txBox="1"/>
              <p:nvPr/>
            </p:nvSpPr>
            <p:spPr>
              <a:xfrm>
                <a:off x="207015" y="3429000"/>
                <a:ext cx="5093804" cy="467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63F856-31DC-31D0-8BEA-4C4F71E7F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15" y="3429000"/>
                <a:ext cx="5093804" cy="467116"/>
              </a:xfrm>
              <a:prstGeom prst="rect">
                <a:avLst/>
              </a:prstGeom>
              <a:blipFill>
                <a:blip r:embed="rId4"/>
                <a:stretch>
                  <a:fillRect l="-359" t="-7895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3D73CA-5524-89EA-BB87-19E343756BB9}"/>
                  </a:ext>
                </a:extLst>
              </p:cNvPr>
              <p:cNvSpPr txBox="1"/>
              <p:nvPr/>
            </p:nvSpPr>
            <p:spPr>
              <a:xfrm>
                <a:off x="323020" y="3979035"/>
                <a:ext cx="6833153" cy="467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By construction,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3D73CA-5524-89EA-BB87-19E343756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20" y="3979035"/>
                <a:ext cx="6833153" cy="467116"/>
              </a:xfrm>
              <a:prstGeom prst="rect">
                <a:avLst/>
              </a:prstGeom>
              <a:blipFill>
                <a:blip r:embed="rId5"/>
                <a:stretch>
                  <a:fillRect l="-1427" t="-7895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E1E279-124D-127C-684C-80FA560B73F2}"/>
                  </a:ext>
                </a:extLst>
              </p:cNvPr>
              <p:cNvSpPr txBox="1"/>
              <p:nvPr/>
            </p:nvSpPr>
            <p:spPr>
              <a:xfrm>
                <a:off x="392596" y="4529070"/>
                <a:ext cx="11574117" cy="786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E1E279-124D-127C-684C-80FA560B7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96" y="4529070"/>
                <a:ext cx="11574117" cy="7862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985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D96A-5FE4-5BA0-48BB-CCC39E0A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3FCBCE-0B16-EB0B-B8BD-2FB2EBD6D67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87CA9-77BB-F513-CD68-A9285CC6FAC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24B4A-095A-EAFB-32AF-A665E336F4B0}"/>
              </a:ext>
            </a:extLst>
          </p:cNvPr>
          <p:cNvSpPr txBox="1"/>
          <p:nvPr/>
        </p:nvSpPr>
        <p:spPr>
          <a:xfrm>
            <a:off x="1430862" y="354928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Fictitious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590559-3C1D-AFE3-863B-831158399059}"/>
                  </a:ext>
                </a:extLst>
              </p:cNvPr>
              <p:cNvSpPr txBox="1"/>
              <p:nvPr/>
            </p:nvSpPr>
            <p:spPr>
              <a:xfrm>
                <a:off x="323022" y="1993394"/>
                <a:ext cx="5093804" cy="467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590559-3C1D-AFE3-863B-831158399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22" y="1993394"/>
                <a:ext cx="5093804" cy="467116"/>
              </a:xfrm>
              <a:prstGeom prst="rect">
                <a:avLst/>
              </a:prstGeom>
              <a:blipFill>
                <a:blip r:embed="rId3"/>
                <a:stretch>
                  <a:fillRect l="-359" t="-7792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365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F092-C6F9-D881-6354-9BD6EF823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89225-CA9A-10E0-CBC5-7339A2E6147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4744A-E811-E3CE-4BAC-70326501239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0881B4-737A-CB88-6A8A-CF2967A43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942059"/>
              </p:ext>
            </p:extLst>
          </p:nvPr>
        </p:nvGraphicFramePr>
        <p:xfrm>
          <a:off x="1003242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11F5C11-4B19-39BA-1F09-616536D5D646}"/>
              </a:ext>
            </a:extLst>
          </p:cNvPr>
          <p:cNvSpPr txBox="1"/>
          <p:nvPr/>
        </p:nvSpPr>
        <p:spPr>
          <a:xfrm>
            <a:off x="8365516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633A6-9293-ED7A-44DA-4A958C6F7249}"/>
              </a:ext>
            </a:extLst>
          </p:cNvPr>
          <p:cNvSpPr txBox="1"/>
          <p:nvPr/>
        </p:nvSpPr>
        <p:spPr>
          <a:xfrm rot="16200000">
            <a:off x="-655727" y="440683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8514E3-C825-023B-C76A-CCDEC10D7338}"/>
              </a:ext>
            </a:extLst>
          </p:cNvPr>
          <p:cNvSpPr txBox="1"/>
          <p:nvPr/>
        </p:nvSpPr>
        <p:spPr>
          <a:xfrm>
            <a:off x="538790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460DD-675E-0F6E-D4A5-7ECA621406F7}"/>
              </a:ext>
            </a:extLst>
          </p:cNvPr>
          <p:cNvSpPr txBox="1"/>
          <p:nvPr/>
        </p:nvSpPr>
        <p:spPr>
          <a:xfrm>
            <a:off x="538790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DD23A-297A-E7D4-6C7D-7785AC45E6CA}"/>
              </a:ext>
            </a:extLst>
          </p:cNvPr>
          <p:cNvSpPr txBox="1"/>
          <p:nvPr/>
        </p:nvSpPr>
        <p:spPr>
          <a:xfrm>
            <a:off x="538790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1807D-0D2C-301B-0568-DC2611B0D18D}"/>
              </a:ext>
            </a:extLst>
          </p:cNvPr>
          <p:cNvSpPr txBox="1"/>
          <p:nvPr/>
        </p:nvSpPr>
        <p:spPr>
          <a:xfrm>
            <a:off x="1543812" y="3335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B43E43-AAFF-BB80-8E37-0F24F19AFE10}"/>
              </a:ext>
            </a:extLst>
          </p:cNvPr>
          <p:cNvSpPr txBox="1"/>
          <p:nvPr/>
        </p:nvSpPr>
        <p:spPr>
          <a:xfrm>
            <a:off x="315237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67B0B4-27D8-600D-5B18-B3DB1E319A17}"/>
              </a:ext>
            </a:extLst>
          </p:cNvPr>
          <p:cNvSpPr txBox="1"/>
          <p:nvPr/>
        </p:nvSpPr>
        <p:spPr>
          <a:xfrm>
            <a:off x="454901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529BEE-85B7-9305-315D-517B236298F7}"/>
              </a:ext>
            </a:extLst>
          </p:cNvPr>
          <p:cNvSpPr txBox="1"/>
          <p:nvPr/>
        </p:nvSpPr>
        <p:spPr>
          <a:xfrm>
            <a:off x="942633" y="6166844"/>
            <a:ext cx="967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*No strategies can be eliminated by strict dominance of pure strategies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0296F28-D7C8-F039-9557-F9CE60415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13042"/>
              </p:ext>
            </p:extLst>
          </p:nvPr>
        </p:nvGraphicFramePr>
        <p:xfrm>
          <a:off x="6874558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35FAE71-208B-47A0-9311-4EFF36C6B9D8}"/>
              </a:ext>
            </a:extLst>
          </p:cNvPr>
          <p:cNvSpPr txBox="1"/>
          <p:nvPr/>
        </p:nvSpPr>
        <p:spPr>
          <a:xfrm>
            <a:off x="6379678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F2A2A5-5E69-2F5B-AC90-7991C435723C}"/>
              </a:ext>
            </a:extLst>
          </p:cNvPr>
          <p:cNvSpPr txBox="1"/>
          <p:nvPr/>
        </p:nvSpPr>
        <p:spPr>
          <a:xfrm>
            <a:off x="6379678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E4BE1D-2103-8448-1223-14E7EDBBAFA4}"/>
              </a:ext>
            </a:extLst>
          </p:cNvPr>
          <p:cNvSpPr txBox="1"/>
          <p:nvPr/>
        </p:nvSpPr>
        <p:spPr>
          <a:xfrm>
            <a:off x="6379678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2AC2AB-D437-6424-A1FB-7B3F5D67B90B}"/>
              </a:ext>
            </a:extLst>
          </p:cNvPr>
          <p:cNvSpPr txBox="1"/>
          <p:nvPr/>
        </p:nvSpPr>
        <p:spPr>
          <a:xfrm>
            <a:off x="7437234" y="334658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1A7AF-5039-E6A3-4B62-A1D498C77EB2}"/>
              </a:ext>
            </a:extLst>
          </p:cNvPr>
          <p:cNvSpPr txBox="1"/>
          <p:nvPr/>
        </p:nvSpPr>
        <p:spPr>
          <a:xfrm>
            <a:off x="904579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4CEDD8-2994-D939-AAE7-AE64F7667565}"/>
              </a:ext>
            </a:extLst>
          </p:cNvPr>
          <p:cNvSpPr txBox="1"/>
          <p:nvPr/>
        </p:nvSpPr>
        <p:spPr>
          <a:xfrm>
            <a:off x="1044243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A2AF2C-0C47-DEC3-7179-0873769610C8}"/>
              </a:ext>
            </a:extLst>
          </p:cNvPr>
          <p:cNvSpPr txBox="1"/>
          <p:nvPr/>
        </p:nvSpPr>
        <p:spPr>
          <a:xfrm>
            <a:off x="2468633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A6321A-1F2E-5AD2-68B7-4713EDDDBC39}"/>
              </a:ext>
            </a:extLst>
          </p:cNvPr>
          <p:cNvSpPr txBox="1"/>
          <p:nvPr/>
        </p:nvSpPr>
        <p:spPr>
          <a:xfrm rot="16200000">
            <a:off x="5213463" y="4399074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3F73A5-6D9F-F9A7-A2D7-2C9843590285}"/>
              </a:ext>
            </a:extLst>
          </p:cNvPr>
          <p:cNvSpPr txBox="1"/>
          <p:nvPr/>
        </p:nvSpPr>
        <p:spPr>
          <a:xfrm>
            <a:off x="1144413" y="1896805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A1FE12-DE48-30B4-A05F-451359B76A0A}"/>
              </a:ext>
            </a:extLst>
          </p:cNvPr>
          <p:cNvSpPr txBox="1"/>
          <p:nvPr/>
        </p:nvSpPr>
        <p:spPr>
          <a:xfrm>
            <a:off x="7082617" y="1896804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0582-078B-AAC2-3041-B3B72C7F45D5}"/>
              </a:ext>
            </a:extLst>
          </p:cNvPr>
          <p:cNvSpPr txBox="1"/>
          <p:nvPr/>
        </p:nvSpPr>
        <p:spPr>
          <a:xfrm>
            <a:off x="2160576" y="141567"/>
            <a:ext cx="814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Lemke Howson with Negative Expectation</a:t>
            </a:r>
          </a:p>
        </p:txBody>
      </p:sp>
    </p:spTree>
    <p:extLst>
      <p:ext uri="{BB962C8B-B14F-4D97-AF65-F5344CB8AC3E}">
        <p14:creationId xmlns:p14="http://schemas.microsoft.com/office/powerpoint/2010/main" val="427175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C597-328F-1EB2-3ACE-882E936A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9D5791-BAFF-5FEC-69FC-3591E36A598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59B908-7572-D9D0-A6A8-F3105E72859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029904-A099-0C52-E9AD-588DA99B535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029904-A099-0C52-E9AD-588DA99B5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66F4D8A-0643-2E7E-0533-B667808E1CB9}"/>
              </a:ext>
            </a:extLst>
          </p:cNvPr>
          <p:cNvSpPr txBox="1"/>
          <p:nvPr/>
        </p:nvSpPr>
        <p:spPr>
          <a:xfrm>
            <a:off x="8365516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7ACBB85-838A-561B-95F8-E24BDD450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408854"/>
              </p:ext>
            </p:extLst>
          </p:nvPr>
        </p:nvGraphicFramePr>
        <p:xfrm>
          <a:off x="6874558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6732884-BCAA-3D66-47B1-66323D22B7D4}"/>
              </a:ext>
            </a:extLst>
          </p:cNvPr>
          <p:cNvSpPr txBox="1"/>
          <p:nvPr/>
        </p:nvSpPr>
        <p:spPr>
          <a:xfrm>
            <a:off x="6379678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AD318D-0F5F-EF88-0305-488646CE21E8}"/>
              </a:ext>
            </a:extLst>
          </p:cNvPr>
          <p:cNvSpPr txBox="1"/>
          <p:nvPr/>
        </p:nvSpPr>
        <p:spPr>
          <a:xfrm>
            <a:off x="6379678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2465BE-C438-B66D-18E7-AF6D606DCEFE}"/>
              </a:ext>
            </a:extLst>
          </p:cNvPr>
          <p:cNvSpPr txBox="1"/>
          <p:nvPr/>
        </p:nvSpPr>
        <p:spPr>
          <a:xfrm>
            <a:off x="6379678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B3604D-2453-7FAA-78A0-3108B7F6368F}"/>
              </a:ext>
            </a:extLst>
          </p:cNvPr>
          <p:cNvSpPr txBox="1"/>
          <p:nvPr/>
        </p:nvSpPr>
        <p:spPr>
          <a:xfrm>
            <a:off x="7437234" y="334658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98C57D-0702-F5DC-79E6-C90AD7C587AE}"/>
              </a:ext>
            </a:extLst>
          </p:cNvPr>
          <p:cNvSpPr txBox="1"/>
          <p:nvPr/>
        </p:nvSpPr>
        <p:spPr>
          <a:xfrm>
            <a:off x="904579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2CDE72-A4CD-7FC9-CCB7-AFBBB1D9B4E2}"/>
              </a:ext>
            </a:extLst>
          </p:cNvPr>
          <p:cNvSpPr txBox="1"/>
          <p:nvPr/>
        </p:nvSpPr>
        <p:spPr>
          <a:xfrm>
            <a:off x="1044243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536F72-B7DB-1C0E-D07F-C57031F65778}"/>
              </a:ext>
            </a:extLst>
          </p:cNvPr>
          <p:cNvSpPr txBox="1"/>
          <p:nvPr/>
        </p:nvSpPr>
        <p:spPr>
          <a:xfrm rot="16200000">
            <a:off x="5213463" y="4399074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679DC2-C3F7-BE61-896D-3E49AC85D2CC}"/>
              </a:ext>
            </a:extLst>
          </p:cNvPr>
          <p:cNvSpPr txBox="1"/>
          <p:nvPr/>
        </p:nvSpPr>
        <p:spPr>
          <a:xfrm>
            <a:off x="7082617" y="1896804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7A502B-F13C-AA5C-A85B-2CC1AE55037D}"/>
                  </a:ext>
                </a:extLst>
              </p:cNvPr>
              <p:cNvSpPr txBox="1"/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7A502B-F13C-AA5C-A85B-2CC1AE550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F0EFE8-A0E7-3597-4A5D-5162A01EAD3B}"/>
                  </a:ext>
                </a:extLst>
              </p:cNvPr>
              <p:cNvSpPr txBox="1"/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F0EFE8-A0E7-3597-4A5D-5162A01EA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99846-62E2-18EC-ACE4-D53093F0C677}"/>
                  </a:ext>
                </a:extLst>
              </p:cNvPr>
              <p:cNvSpPr txBox="1"/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99846-62E2-18EC-ACE4-D53093F0C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076584-BCDA-F817-A927-3059B4781AEC}"/>
                  </a:ext>
                </a:extLst>
              </p:cNvPr>
              <p:cNvSpPr txBox="1"/>
              <p:nvPr/>
            </p:nvSpPr>
            <p:spPr>
              <a:xfrm>
                <a:off x="847942" y="3609549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076584-BCDA-F817-A927-3059B4781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42" y="3609549"/>
                <a:ext cx="292708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7058D0-831B-F8DE-591C-006B6E0403BC}"/>
                  </a:ext>
                </a:extLst>
              </p:cNvPr>
              <p:cNvSpPr txBox="1"/>
              <p:nvPr/>
            </p:nvSpPr>
            <p:spPr>
              <a:xfrm>
                <a:off x="1105160" y="4116965"/>
                <a:ext cx="2848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7058D0-831B-F8DE-591C-006B6E040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60" y="4116965"/>
                <a:ext cx="28485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8822C5-84D4-394A-6A17-D8632F9C1FA3}"/>
                  </a:ext>
                </a:extLst>
              </p:cNvPr>
              <p:cNvSpPr txBox="1"/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8822C5-84D4-394A-6A17-D8632F9C1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72B08-932F-7655-B075-49A80CE20F3D}"/>
                  </a:ext>
                </a:extLst>
              </p:cNvPr>
              <p:cNvSpPr txBox="1"/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72B08-932F-7655-B075-49A80CE20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7AA291-BA54-B6A7-0687-6048A52E454F}"/>
                  </a:ext>
                </a:extLst>
              </p:cNvPr>
              <p:cNvSpPr txBox="1"/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7AA291-BA54-B6A7-0687-6048A52E4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64122B-7F1B-EC4D-D1A1-932961EB7FFD}"/>
                  </a:ext>
                </a:extLst>
              </p:cNvPr>
              <p:cNvSpPr txBox="1"/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64122B-7F1B-EC4D-D1A1-932961EB7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028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3F04-66D6-5642-1F62-1C0248FE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317D41-89A8-798E-81E8-ABF9779D44F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5A10FB-A2CD-E03F-2A74-DDFEE49179F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EA7FA8-57E5-8E1C-5CFF-E155E4257410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EA7FA8-57E5-8E1C-5CFF-E155E4257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F491F1-66D3-7C73-E623-E4A0E9279E25}"/>
                  </a:ext>
                </a:extLst>
              </p:cNvPr>
              <p:cNvSpPr txBox="1"/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F491F1-66D3-7C73-E623-E4A0E927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0F618-1721-618A-D67D-E731218D826B}"/>
                  </a:ext>
                </a:extLst>
              </p:cNvPr>
              <p:cNvSpPr txBox="1"/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0F618-1721-618A-D67D-E731218D8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C05FD6-5FBB-46DD-F037-AE9F35E69D75}"/>
                  </a:ext>
                </a:extLst>
              </p:cNvPr>
              <p:cNvSpPr txBox="1"/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C05FD6-5FBB-46DD-F037-AE9F35E69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C0AF9E-E07B-6272-BC32-7F555E2ACC95}"/>
                  </a:ext>
                </a:extLst>
              </p:cNvPr>
              <p:cNvSpPr txBox="1"/>
              <p:nvPr/>
            </p:nvSpPr>
            <p:spPr>
              <a:xfrm>
                <a:off x="847942" y="3609549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C0AF9E-E07B-6272-BC32-7F555E2AC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42" y="3609549"/>
                <a:ext cx="292708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AA6D20-2332-E4CF-6736-F52E6D044EA8}"/>
                  </a:ext>
                </a:extLst>
              </p:cNvPr>
              <p:cNvSpPr txBox="1"/>
              <p:nvPr/>
            </p:nvSpPr>
            <p:spPr>
              <a:xfrm>
                <a:off x="1105160" y="4116965"/>
                <a:ext cx="2848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AA6D20-2332-E4CF-6736-F52E6D044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60" y="4116965"/>
                <a:ext cx="28485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BF379A-43D9-97F7-C76C-9BE82FA80FD8}"/>
                  </a:ext>
                </a:extLst>
              </p:cNvPr>
              <p:cNvSpPr txBox="1"/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BF379A-43D9-97F7-C76C-9BE82FA80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728FA3-2472-DBD5-0661-913234D18D93}"/>
                  </a:ext>
                </a:extLst>
              </p:cNvPr>
              <p:cNvSpPr txBox="1"/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728FA3-2472-DBD5-0661-913234D18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F425A1D-0C67-8DA1-FC88-1E58DE9A2D53}"/>
                  </a:ext>
                </a:extLst>
              </p:cNvPr>
              <p:cNvSpPr txBox="1"/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F425A1D-0C67-8DA1-FC88-1E58DE9A2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D57F67-0B4D-B6CD-BBE8-4311D86BBCC0}"/>
                  </a:ext>
                </a:extLst>
              </p:cNvPr>
              <p:cNvSpPr txBox="1"/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D57F67-0B4D-B6CD-BBE8-4311D86BB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8B1B70B-7B99-FBE7-FF78-888FE0EBE17D}"/>
              </a:ext>
            </a:extLst>
          </p:cNvPr>
          <p:cNvSpPr txBox="1"/>
          <p:nvPr/>
        </p:nvSpPr>
        <p:spPr>
          <a:xfrm>
            <a:off x="7901608" y="3086329"/>
            <a:ext cx="3558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13"/>
              </a:rPr>
              <a:t>Player 1 Polytope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3057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F4E0-40A1-6046-B50B-C1A059C5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B559CD-ACA1-9C45-DCB8-32F3665C2B6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7A108F-F968-7B29-658F-153EF503CB5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03A547-89A8-519B-9EFF-8BCA440EA0E7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03A547-89A8-519B-9EFF-8BCA440EA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3A9E26-EFF1-A421-979E-E55468B9E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75815"/>
              </p:ext>
            </p:extLst>
          </p:nvPr>
        </p:nvGraphicFramePr>
        <p:xfrm>
          <a:off x="1003242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7D46566-5464-E474-B4D2-32150BE28EBA}"/>
              </a:ext>
            </a:extLst>
          </p:cNvPr>
          <p:cNvSpPr txBox="1"/>
          <p:nvPr/>
        </p:nvSpPr>
        <p:spPr>
          <a:xfrm rot="16200000">
            <a:off x="-655727" y="440683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1179B-C585-9B9B-F67A-A507A916DFDB}"/>
              </a:ext>
            </a:extLst>
          </p:cNvPr>
          <p:cNvSpPr txBox="1"/>
          <p:nvPr/>
        </p:nvSpPr>
        <p:spPr>
          <a:xfrm>
            <a:off x="538790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57C9E-D6FC-C485-2B21-A077CE465DB5}"/>
              </a:ext>
            </a:extLst>
          </p:cNvPr>
          <p:cNvSpPr txBox="1"/>
          <p:nvPr/>
        </p:nvSpPr>
        <p:spPr>
          <a:xfrm>
            <a:off x="538790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B27BC1-F914-EA1B-3663-EE55D75C1F39}"/>
              </a:ext>
            </a:extLst>
          </p:cNvPr>
          <p:cNvSpPr txBox="1"/>
          <p:nvPr/>
        </p:nvSpPr>
        <p:spPr>
          <a:xfrm>
            <a:off x="538790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100A60-879D-7D4A-AB43-A40D28DA05F7}"/>
              </a:ext>
            </a:extLst>
          </p:cNvPr>
          <p:cNvSpPr txBox="1"/>
          <p:nvPr/>
        </p:nvSpPr>
        <p:spPr>
          <a:xfrm>
            <a:off x="1543812" y="3335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635768-BB1A-A09C-C899-FE4A9DA36DD7}"/>
              </a:ext>
            </a:extLst>
          </p:cNvPr>
          <p:cNvSpPr txBox="1"/>
          <p:nvPr/>
        </p:nvSpPr>
        <p:spPr>
          <a:xfrm>
            <a:off x="315237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209B33-1A3D-563B-0E96-1CE4A30D8564}"/>
              </a:ext>
            </a:extLst>
          </p:cNvPr>
          <p:cNvSpPr txBox="1"/>
          <p:nvPr/>
        </p:nvSpPr>
        <p:spPr>
          <a:xfrm>
            <a:off x="454901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17646-3A2E-FB40-F163-8E379B466273}"/>
              </a:ext>
            </a:extLst>
          </p:cNvPr>
          <p:cNvSpPr txBox="1"/>
          <p:nvPr/>
        </p:nvSpPr>
        <p:spPr>
          <a:xfrm>
            <a:off x="2468633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A9D9F7-236B-1CB7-3443-AFE1288B03B8}"/>
              </a:ext>
            </a:extLst>
          </p:cNvPr>
          <p:cNvSpPr txBox="1"/>
          <p:nvPr/>
        </p:nvSpPr>
        <p:spPr>
          <a:xfrm>
            <a:off x="1144413" y="1896805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CA368A-F1AD-E7EB-7D0F-BB43A0263C94}"/>
                  </a:ext>
                </a:extLst>
              </p:cNvPr>
              <p:cNvSpPr txBox="1"/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CA368A-F1AD-E7EB-7D0F-BB43A0263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AC1850-189C-EEC2-CD02-A22CFA1F5C29}"/>
                  </a:ext>
                </a:extLst>
              </p:cNvPr>
              <p:cNvSpPr txBox="1"/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AC1850-189C-EEC2-CD02-A22CFA1F5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C9B26-6CC8-76C9-2B94-272E7533D958}"/>
                  </a:ext>
                </a:extLst>
              </p:cNvPr>
              <p:cNvSpPr txBox="1"/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C9B26-6CC8-76C9-2B94-272E7533D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CF4209-8CFA-AEFD-38B1-0767DE96077A}"/>
                  </a:ext>
                </a:extLst>
              </p:cNvPr>
              <p:cNvSpPr txBox="1"/>
              <p:nvPr/>
            </p:nvSpPr>
            <p:spPr>
              <a:xfrm>
                <a:off x="6824859" y="3627437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CF4209-8CFA-AEFD-38B1-0767DE960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859" y="3627437"/>
                <a:ext cx="292708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1D21A7-8823-4B04-3C03-C1E594B8E6A1}"/>
                  </a:ext>
                </a:extLst>
              </p:cNvPr>
              <p:cNvSpPr txBox="1"/>
              <p:nvPr/>
            </p:nvSpPr>
            <p:spPr>
              <a:xfrm>
                <a:off x="6704633" y="4144134"/>
                <a:ext cx="2848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1D21A7-8823-4B04-3C03-C1E594B8E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633" y="4144134"/>
                <a:ext cx="28485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0FE307-2735-516A-9CC2-D3FE750B354D}"/>
                  </a:ext>
                </a:extLst>
              </p:cNvPr>
              <p:cNvSpPr txBox="1"/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0FE307-2735-516A-9CC2-D3FE750B3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EEA8B-3227-D79A-8C65-3A3189780570}"/>
                  </a:ext>
                </a:extLst>
              </p:cNvPr>
              <p:cNvSpPr txBox="1"/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EEA8B-3227-D79A-8C65-3A3189780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27B8D9-C6E9-6BA9-3EDD-E59C48459E95}"/>
                  </a:ext>
                </a:extLst>
              </p:cNvPr>
              <p:cNvSpPr txBox="1"/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27B8D9-C6E9-6BA9-3EDD-E59C48459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AB2AEF-B774-14FE-3217-243B02E11596}"/>
                  </a:ext>
                </a:extLst>
              </p:cNvPr>
              <p:cNvSpPr txBox="1"/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AB2AEF-B774-14FE-3217-243B02E11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40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CDC3-715A-2D78-78A9-79F6A796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4238A5-AEE4-D1B6-96A0-0FBDB031CA7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779155-0671-F077-622F-72C67A4F132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079319-1DA5-70E1-F91B-EFA4A2CBAEEB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079319-1DA5-70E1-F91B-EFA4A2CBA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E43FAC-1BEC-9D4D-8424-C705B205D94A}"/>
                  </a:ext>
                </a:extLst>
              </p:cNvPr>
              <p:cNvSpPr txBox="1"/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E43FAC-1BEC-9D4D-8424-C705B205D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F5C2BD-C07B-728C-BC9C-F0F0EFAC1105}"/>
                  </a:ext>
                </a:extLst>
              </p:cNvPr>
              <p:cNvSpPr txBox="1"/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F5C2BD-C07B-728C-BC9C-F0F0EFAC1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E6F53E-3F52-0D11-F985-1BC5B87BBF44}"/>
                  </a:ext>
                </a:extLst>
              </p:cNvPr>
              <p:cNvSpPr txBox="1"/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E6F53E-3F52-0D11-F985-1BC5B87BB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B75B-1FAA-3766-6BCF-2140C8E1CC14}"/>
                  </a:ext>
                </a:extLst>
              </p:cNvPr>
              <p:cNvSpPr txBox="1"/>
              <p:nvPr/>
            </p:nvSpPr>
            <p:spPr>
              <a:xfrm>
                <a:off x="6824859" y="3627437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B75B-1FAA-3766-6BCF-2140C8E1C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859" y="3627437"/>
                <a:ext cx="292708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21B816-F443-FEE0-1B2C-B93C56BE3204}"/>
                  </a:ext>
                </a:extLst>
              </p:cNvPr>
              <p:cNvSpPr txBox="1"/>
              <p:nvPr/>
            </p:nvSpPr>
            <p:spPr>
              <a:xfrm>
                <a:off x="6704633" y="4144134"/>
                <a:ext cx="26994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21B816-F443-FEE0-1B2C-B93C56BE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633" y="4144134"/>
                <a:ext cx="2699457" cy="430887"/>
              </a:xfrm>
              <a:prstGeom prst="rect">
                <a:avLst/>
              </a:prstGeom>
              <a:blipFill>
                <a:blip r:embed="rId8"/>
                <a:stretch>
                  <a:fillRect r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E47728-3F3D-FF44-7726-418124923DF9}"/>
                  </a:ext>
                </a:extLst>
              </p:cNvPr>
              <p:cNvSpPr txBox="1"/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E47728-3F3D-FF44-7726-418124923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EE4D8D-C906-1ECF-335D-382D5A0C3831}"/>
                  </a:ext>
                </a:extLst>
              </p:cNvPr>
              <p:cNvSpPr txBox="1"/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EE4D8D-C906-1ECF-335D-382D5A0C3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901642-D54B-6D3A-CD02-8839D52C317B}"/>
                  </a:ext>
                </a:extLst>
              </p:cNvPr>
              <p:cNvSpPr txBox="1"/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901642-D54B-6D3A-CD02-8839D52C3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97585D-D46C-DB02-7638-2E607997F77E}"/>
                  </a:ext>
                </a:extLst>
              </p:cNvPr>
              <p:cNvSpPr txBox="1"/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97585D-D46C-DB02-7638-2E607997F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4191FBE-0C1A-6FAC-497C-C7DFE7648111}"/>
              </a:ext>
            </a:extLst>
          </p:cNvPr>
          <p:cNvSpPr txBox="1"/>
          <p:nvPr/>
        </p:nvSpPr>
        <p:spPr>
          <a:xfrm>
            <a:off x="914399" y="3298579"/>
            <a:ext cx="3558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13"/>
              </a:rPr>
              <a:t>Player 2 Polytope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40449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E72C-B18E-BDBD-9F12-460A14E5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480BBB-CF11-93AD-411C-0B74116DBED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1AEC3-D342-AB19-74F3-D6E982FE10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18FCE9-F6BD-9193-15D1-B77B6763CEA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18FCE9-F6BD-9193-15D1-B77B6763C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5CC9E58-638E-C1A4-32A5-24154A5933E2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74CA6-61BF-32F2-0C61-034C008AF497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8F7E2-F41E-3150-6348-423A9A80E206}"/>
              </a:ext>
            </a:extLst>
          </p:cNvPr>
          <p:cNvSpPr txBox="1"/>
          <p:nvPr/>
        </p:nvSpPr>
        <p:spPr>
          <a:xfrm>
            <a:off x="9428504" y="2468445"/>
            <a:ext cx="26335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Start with the pair of origin values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Note that this is not a vertex since we are not enforcing non-negativity constraints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BFE242-83FD-4B2F-E403-617303EBD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613" y="2553417"/>
            <a:ext cx="3692757" cy="30213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342931-E168-2682-31BB-1C32C119DB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9751" y="2400941"/>
            <a:ext cx="3908753" cy="340183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4E2651A-6C17-A558-6AF1-18B823EC7862}"/>
              </a:ext>
            </a:extLst>
          </p:cNvPr>
          <p:cNvSpPr/>
          <p:nvPr/>
        </p:nvSpPr>
        <p:spPr>
          <a:xfrm>
            <a:off x="7205870" y="4121939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44E562-D49F-BD8B-E46B-6DB4257CAADB}"/>
              </a:ext>
            </a:extLst>
          </p:cNvPr>
          <p:cNvSpPr/>
          <p:nvPr/>
        </p:nvSpPr>
        <p:spPr>
          <a:xfrm>
            <a:off x="2499425" y="402534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0B13CF-7B31-940B-BEE6-3196E191F5CE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21C0B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805D29-6FA5-2C76-82E2-B023EBA22E49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251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93888-FA47-2239-E8BC-C3D01082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224CFD-C94E-28DE-273E-62A5E22FDD5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1DF5B-26A3-D439-CF9C-F0CE4B55D13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160319-8B00-5BD6-5DC9-E979812997E7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160319-8B00-5BD6-5DC9-E97981299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BF62A90-ABA8-9B08-B1EC-5BBB2E3DD7F2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78810-184B-821F-455C-16F93749C335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F58C0-6769-D323-807E-587FD9D4EF87}"/>
              </a:ext>
            </a:extLst>
          </p:cNvPr>
          <p:cNvSpPr txBox="1"/>
          <p:nvPr/>
        </p:nvSpPr>
        <p:spPr>
          <a:xfrm>
            <a:off x="9273209" y="3719181"/>
            <a:ext cx="2918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“Drop” Label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from Player 1’s Polytope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403972-716B-386B-E4EC-8D4C92C5FF77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90FA52-F93A-3E4D-F218-FABE7620046C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79A238-ACB2-779A-E628-CDDC72DA8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613" y="2553417"/>
            <a:ext cx="3692757" cy="3021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A44D20-021D-5E98-22BC-1149FC2E3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9751" y="2400941"/>
            <a:ext cx="3908753" cy="340183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8C56A21-666C-23F7-43DD-1BB74541B212}"/>
              </a:ext>
            </a:extLst>
          </p:cNvPr>
          <p:cNvSpPr/>
          <p:nvPr/>
        </p:nvSpPr>
        <p:spPr>
          <a:xfrm>
            <a:off x="7205870" y="4121939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FBA6F7-D4F0-D45B-29C5-C2E488595403}"/>
              </a:ext>
            </a:extLst>
          </p:cNvPr>
          <p:cNvSpPr/>
          <p:nvPr/>
        </p:nvSpPr>
        <p:spPr>
          <a:xfrm>
            <a:off x="2499425" y="402534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19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BF2C-2C87-DF4A-0150-CB1A7B90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8D3EBB-A16E-B2C4-9181-3DB14107C89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080146-E6DA-317B-F8AD-B9B29B2E988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9EDA9C-333D-7669-7A07-B6DFDBAE69E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9EDA9C-333D-7669-7A07-B6DFDBAE6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1958ECF-AEB6-24FF-FF04-6FDBBB019E99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A9076C-425C-992E-7F93-4B8A6C609B18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5F6C42-5547-63A6-5189-0169E10D884E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18684E-2AE4-DEA1-4836-F2B7A6133C3A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EADA4-CC06-7DD9-3641-DB01E43F3CF7}"/>
              </a:ext>
            </a:extLst>
          </p:cNvPr>
          <p:cNvSpPr txBox="1"/>
          <p:nvPr/>
        </p:nvSpPr>
        <p:spPr>
          <a:xfrm>
            <a:off x="9428504" y="1798957"/>
            <a:ext cx="2763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“Recover” Label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using Player 2’s Polytope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30CC2-5721-A9EB-9DD6-0853A92361AA}"/>
              </a:ext>
            </a:extLst>
          </p:cNvPr>
          <p:cNvSpPr txBox="1"/>
          <p:nvPr/>
        </p:nvSpPr>
        <p:spPr>
          <a:xfrm>
            <a:off x="9231556" y="3117273"/>
            <a:ext cx="3157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Find adjacent vertex with: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9A32C-5A13-8808-6877-50EA0ED7F982}"/>
              </a:ext>
            </a:extLst>
          </p:cNvPr>
          <p:cNvSpPr txBox="1"/>
          <p:nvPr/>
        </p:nvSpPr>
        <p:spPr>
          <a:xfrm>
            <a:off x="9334726" y="5354730"/>
            <a:ext cx="2763496" cy="83099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We have to make a decision</a:t>
            </a:r>
            <a:endParaRPr lang="en-US" sz="2400" dirty="0">
              <a:solidFill>
                <a:srgbClr val="064EA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571BAE-2C94-C508-F9F4-289E780BD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7238" y="2339127"/>
            <a:ext cx="3907688" cy="353262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B1327C7-818E-BAA0-5A9D-51449DC86C8F}"/>
              </a:ext>
            </a:extLst>
          </p:cNvPr>
          <p:cNvSpPr/>
          <p:nvPr/>
        </p:nvSpPr>
        <p:spPr>
          <a:xfrm>
            <a:off x="6950679" y="4064090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424322-1F85-C47D-C2B8-8D93B991A9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613" y="2553417"/>
            <a:ext cx="3692757" cy="3021346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69CF263-044B-E8B8-79A5-9AB5D8954DA9}"/>
              </a:ext>
            </a:extLst>
          </p:cNvPr>
          <p:cNvSpPr/>
          <p:nvPr/>
        </p:nvSpPr>
        <p:spPr>
          <a:xfrm>
            <a:off x="2499425" y="402534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71F329-1459-E77B-0EB7-8148A9002B1C}"/>
                  </a:ext>
                </a:extLst>
              </p:cNvPr>
              <p:cNvSpPr txBox="1"/>
              <p:nvPr/>
            </p:nvSpPr>
            <p:spPr>
              <a:xfrm>
                <a:off x="9293008" y="3919236"/>
                <a:ext cx="28469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71F329-1459-E77B-0EB7-8148A9002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008" y="3919236"/>
                <a:ext cx="284693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78017-E7D8-5902-58DC-8E530EEC11A1}"/>
                  </a:ext>
                </a:extLst>
              </p:cNvPr>
              <p:cNvSpPr txBox="1"/>
              <p:nvPr/>
            </p:nvSpPr>
            <p:spPr>
              <a:xfrm>
                <a:off x="9077365" y="4686429"/>
                <a:ext cx="31146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78017-E7D8-5902-58DC-8E530EEC1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365" y="4686429"/>
                <a:ext cx="311463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FCA8044-8DB8-34C4-BCD5-E1056E64CAEF}"/>
              </a:ext>
            </a:extLst>
          </p:cNvPr>
          <p:cNvSpPr txBox="1"/>
          <p:nvPr/>
        </p:nvSpPr>
        <p:spPr>
          <a:xfrm>
            <a:off x="9293008" y="4284576"/>
            <a:ext cx="31573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or:</a:t>
            </a:r>
          </a:p>
        </p:txBody>
      </p:sp>
    </p:spTree>
    <p:extLst>
      <p:ext uri="{BB962C8B-B14F-4D97-AF65-F5344CB8AC3E}">
        <p14:creationId xmlns:p14="http://schemas.microsoft.com/office/powerpoint/2010/main" val="4222837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FD9A-940F-7333-E78A-108C4A3E9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28205E-D303-75E4-DA65-ED142CD0380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4E093-4BEF-4E3A-8D49-3643827C710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DBD8FD-CF9F-98BD-F390-7D6BDBF38918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DBD8FD-CF9F-98BD-F390-7D6BDBF38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DE5E675-7DF7-BE39-34A6-ACE5F2D19608}"/>
              </a:ext>
            </a:extLst>
          </p:cNvPr>
          <p:cNvSpPr txBox="1"/>
          <p:nvPr/>
        </p:nvSpPr>
        <p:spPr>
          <a:xfrm>
            <a:off x="0" y="1721545"/>
            <a:ext cx="12334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Do we believe that Player 1 has positive expectation or negative expectation?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6CBCAF-1D27-DB34-1E54-ECF2FBC644D4}"/>
                  </a:ext>
                </a:extLst>
              </p:cNvPr>
              <p:cNvSpPr txBox="1"/>
              <p:nvPr/>
            </p:nvSpPr>
            <p:spPr>
              <a:xfrm>
                <a:off x="414757" y="2673231"/>
                <a:ext cx="28469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6CBCAF-1D27-DB34-1E54-ECF2FBC64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57" y="2673231"/>
                <a:ext cx="284693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D7C00B5-6C1A-DDF0-1681-760C4DC65BB2}"/>
              </a:ext>
            </a:extLst>
          </p:cNvPr>
          <p:cNvSpPr txBox="1"/>
          <p:nvPr/>
        </p:nvSpPr>
        <p:spPr>
          <a:xfrm>
            <a:off x="-10438" y="2221665"/>
            <a:ext cx="3505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Positive Expectation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831DE2-40A8-F582-4B9C-51A53C4F0A14}"/>
              </a:ext>
            </a:extLst>
          </p:cNvPr>
          <p:cNvSpPr txBox="1"/>
          <p:nvPr/>
        </p:nvSpPr>
        <p:spPr>
          <a:xfrm>
            <a:off x="7291950" y="2208916"/>
            <a:ext cx="3933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Negative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1C096A-997D-7B65-310E-A830355E4EA4}"/>
                  </a:ext>
                </a:extLst>
              </p:cNvPr>
              <p:cNvSpPr txBox="1"/>
              <p:nvPr/>
            </p:nvSpPr>
            <p:spPr>
              <a:xfrm>
                <a:off x="1269020" y="3132962"/>
                <a:ext cx="9462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1C096A-997D-7B65-310E-A830355E4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020" y="3132962"/>
                <a:ext cx="94628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A18579-EF82-3DBD-1A61-1C4396E91033}"/>
                  </a:ext>
                </a:extLst>
              </p:cNvPr>
              <p:cNvSpPr txBox="1"/>
              <p:nvPr/>
            </p:nvSpPr>
            <p:spPr>
              <a:xfrm>
                <a:off x="7700995" y="3161804"/>
                <a:ext cx="30033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A18579-EF82-3DBD-1A61-1C4396E91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995" y="3161804"/>
                <a:ext cx="3003386" cy="430887"/>
              </a:xfrm>
              <a:prstGeom prst="rect">
                <a:avLst/>
              </a:prstGeom>
              <a:blipFill>
                <a:blip r:embed="rId6"/>
                <a:stretch>
                  <a:fillRect t="-2571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F25A7C-C3A0-8949-58A9-E0B375EB5880}"/>
                  </a:ext>
                </a:extLst>
              </p:cNvPr>
              <p:cNvSpPr txBox="1"/>
              <p:nvPr/>
            </p:nvSpPr>
            <p:spPr>
              <a:xfrm>
                <a:off x="334607" y="3713006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F25A7C-C3A0-8949-58A9-E0B375EB5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7" y="3713006"/>
                <a:ext cx="292708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3E1220-7D26-3AE1-07D5-07D931F83CBB}"/>
                  </a:ext>
                </a:extLst>
              </p:cNvPr>
              <p:cNvSpPr txBox="1"/>
              <p:nvPr/>
            </p:nvSpPr>
            <p:spPr>
              <a:xfrm>
                <a:off x="413153" y="4223112"/>
                <a:ext cx="2848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3E1220-7D26-3AE1-07D5-07D931F83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53" y="4223112"/>
                <a:ext cx="28485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8AA2DE-FFDD-1A76-E2E3-FA632DFA7ECD}"/>
                  </a:ext>
                </a:extLst>
              </p:cNvPr>
              <p:cNvSpPr txBox="1"/>
              <p:nvPr/>
            </p:nvSpPr>
            <p:spPr>
              <a:xfrm>
                <a:off x="602308" y="4711686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8AA2DE-FFDD-1A76-E2E3-FA632DFA7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08" y="4711686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2D4C0F-6E47-A35E-39E6-2FBCA8B5C718}"/>
                  </a:ext>
                </a:extLst>
              </p:cNvPr>
              <p:cNvSpPr txBox="1"/>
              <p:nvPr/>
            </p:nvSpPr>
            <p:spPr>
              <a:xfrm>
                <a:off x="1269020" y="5221792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2D4C0F-6E47-A35E-39E6-2FBCA8B5C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020" y="5221792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1C3E48-FB97-31CE-9268-5A7722980005}"/>
                  </a:ext>
                </a:extLst>
              </p:cNvPr>
              <p:cNvSpPr txBox="1"/>
              <p:nvPr/>
            </p:nvSpPr>
            <p:spPr>
              <a:xfrm>
                <a:off x="1269020" y="5710366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1C3E48-FB97-31CE-9268-5A7722980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020" y="5710366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A83044-EEF2-15AE-4389-FBD63884D3A6}"/>
                  </a:ext>
                </a:extLst>
              </p:cNvPr>
              <p:cNvSpPr txBox="1"/>
              <p:nvPr/>
            </p:nvSpPr>
            <p:spPr>
              <a:xfrm>
                <a:off x="1311500" y="6198940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A83044-EEF2-15AE-4389-FBD63884D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500" y="6198940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420A1D9-0180-7357-BA11-BCC0A45D7A66}"/>
                  </a:ext>
                </a:extLst>
              </p:cNvPr>
              <p:cNvSpPr txBox="1"/>
              <p:nvPr/>
            </p:nvSpPr>
            <p:spPr>
              <a:xfrm>
                <a:off x="7589989" y="3763884"/>
                <a:ext cx="31947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420A1D9-0180-7357-BA11-BCC0A45D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989" y="3763884"/>
                <a:ext cx="319478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2C5C46-DC17-B738-1CFE-40FF6749B4F9}"/>
                  </a:ext>
                </a:extLst>
              </p:cNvPr>
              <p:cNvSpPr txBox="1"/>
              <p:nvPr/>
            </p:nvSpPr>
            <p:spPr>
              <a:xfrm>
                <a:off x="7668536" y="4267914"/>
                <a:ext cx="31162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2C5C46-DC17-B738-1CFE-40FF6749B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536" y="4267914"/>
                <a:ext cx="3116238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A24191-C102-37FB-1368-8A65C7F78611}"/>
                  </a:ext>
                </a:extLst>
              </p:cNvPr>
              <p:cNvSpPr txBox="1"/>
              <p:nvPr/>
            </p:nvSpPr>
            <p:spPr>
              <a:xfrm>
                <a:off x="7857691" y="4759992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A24191-C102-37FB-1368-8A65C7F78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691" y="4759992"/>
                <a:ext cx="292708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47C050-55E3-AFB8-B5AC-8AAC1068ADB2}"/>
                  </a:ext>
                </a:extLst>
              </p:cNvPr>
              <p:cNvSpPr txBox="1"/>
              <p:nvPr/>
            </p:nvSpPr>
            <p:spPr>
              <a:xfrm>
                <a:off x="8945342" y="5221792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47C050-55E3-AFB8-B5AC-8AAC1068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342" y="5221792"/>
                <a:ext cx="1021562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71D5F05-2BF4-6AC1-F4D4-B33F6110D217}"/>
                  </a:ext>
                </a:extLst>
              </p:cNvPr>
              <p:cNvSpPr txBox="1"/>
              <p:nvPr/>
            </p:nvSpPr>
            <p:spPr>
              <a:xfrm>
                <a:off x="8945342" y="5710366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71D5F05-2BF4-6AC1-F4D4-B33F6110D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342" y="5710366"/>
                <a:ext cx="1026435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7966605-B389-508B-E8D5-F7ECAE04FCCF}"/>
                  </a:ext>
                </a:extLst>
              </p:cNvPr>
              <p:cNvSpPr txBox="1"/>
              <p:nvPr/>
            </p:nvSpPr>
            <p:spPr>
              <a:xfrm>
                <a:off x="8987822" y="6198940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7966605-B389-508B-E8D5-F7ECAE04F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822" y="6198940"/>
                <a:ext cx="999184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F970AF7-8555-CEB3-6741-E774C5FB2069}"/>
                  </a:ext>
                </a:extLst>
              </p:cNvPr>
              <p:cNvSpPr txBox="1"/>
              <p:nvPr/>
            </p:nvSpPr>
            <p:spPr>
              <a:xfrm>
                <a:off x="7763914" y="2673230"/>
                <a:ext cx="31146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F970AF7-8555-CEB3-6741-E774C5FB2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914" y="2673230"/>
                <a:ext cx="3114635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503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48EB-2109-ED88-0FEC-B56F5E27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487B74-F17E-7DFC-0D83-CB5F724666B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D47709-FB43-265B-97EE-98B9E3977C1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CA8984-A774-7BCE-2372-2FC574381F7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CA8984-A774-7BCE-2372-2FC574381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760CBD7-47E3-E059-B746-10A427747EF2}"/>
              </a:ext>
            </a:extLst>
          </p:cNvPr>
          <p:cNvSpPr txBox="1"/>
          <p:nvPr/>
        </p:nvSpPr>
        <p:spPr>
          <a:xfrm>
            <a:off x="0" y="1721545"/>
            <a:ext cx="12334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Do we believe that Player 1 has positive expectation or negative expectation?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3D7FA8-E78E-82E0-A02D-4C6AAC3CF6D2}"/>
                  </a:ext>
                </a:extLst>
              </p:cNvPr>
              <p:cNvSpPr txBox="1"/>
              <p:nvPr/>
            </p:nvSpPr>
            <p:spPr>
              <a:xfrm>
                <a:off x="414757" y="2673231"/>
                <a:ext cx="28469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3D7FA8-E78E-82E0-A02D-4C6AAC3CF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57" y="2673231"/>
                <a:ext cx="284693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6E36669-9237-E56D-B5C5-228F58F10D65}"/>
              </a:ext>
            </a:extLst>
          </p:cNvPr>
          <p:cNvSpPr txBox="1"/>
          <p:nvPr/>
        </p:nvSpPr>
        <p:spPr>
          <a:xfrm>
            <a:off x="-10438" y="2221665"/>
            <a:ext cx="3505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Positive Expectation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01C448-496F-3BE7-454E-839AE820C9A9}"/>
              </a:ext>
            </a:extLst>
          </p:cNvPr>
          <p:cNvSpPr txBox="1"/>
          <p:nvPr/>
        </p:nvSpPr>
        <p:spPr>
          <a:xfrm>
            <a:off x="7291950" y="2208916"/>
            <a:ext cx="3933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Negative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89953D-D4AF-13B7-744F-B9275101D15C}"/>
                  </a:ext>
                </a:extLst>
              </p:cNvPr>
              <p:cNvSpPr txBox="1"/>
              <p:nvPr/>
            </p:nvSpPr>
            <p:spPr>
              <a:xfrm>
                <a:off x="1269020" y="3132962"/>
                <a:ext cx="9462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89953D-D4AF-13B7-744F-B9275101D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020" y="3132962"/>
                <a:ext cx="94628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2667F8-E29F-8E7B-BAB8-373264D2B425}"/>
                  </a:ext>
                </a:extLst>
              </p:cNvPr>
              <p:cNvSpPr txBox="1"/>
              <p:nvPr/>
            </p:nvSpPr>
            <p:spPr>
              <a:xfrm>
                <a:off x="7700995" y="3161804"/>
                <a:ext cx="30033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2667F8-E29F-8E7B-BAB8-373264D2B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995" y="3161804"/>
                <a:ext cx="3003386" cy="430887"/>
              </a:xfrm>
              <a:prstGeom prst="rect">
                <a:avLst/>
              </a:prstGeom>
              <a:blipFill>
                <a:blip r:embed="rId6"/>
                <a:stretch>
                  <a:fillRect t="-2571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277EEE-6FDE-4B39-37CA-2850D969EF47}"/>
                  </a:ext>
                </a:extLst>
              </p:cNvPr>
              <p:cNvSpPr txBox="1"/>
              <p:nvPr/>
            </p:nvSpPr>
            <p:spPr>
              <a:xfrm>
                <a:off x="334607" y="3713006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277EEE-6FDE-4B39-37CA-2850D969E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7" y="3713006"/>
                <a:ext cx="292708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A31574-679E-DD8D-2E9A-36CE86A26881}"/>
                  </a:ext>
                </a:extLst>
              </p:cNvPr>
              <p:cNvSpPr txBox="1"/>
              <p:nvPr/>
            </p:nvSpPr>
            <p:spPr>
              <a:xfrm>
                <a:off x="413153" y="4223112"/>
                <a:ext cx="2848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A31574-679E-DD8D-2E9A-36CE86A26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53" y="4223112"/>
                <a:ext cx="28485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B474AD-792F-0AB7-731D-F64CF4B2DCF0}"/>
                  </a:ext>
                </a:extLst>
              </p:cNvPr>
              <p:cNvSpPr txBox="1"/>
              <p:nvPr/>
            </p:nvSpPr>
            <p:spPr>
              <a:xfrm>
                <a:off x="602308" y="4711686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B474AD-792F-0AB7-731D-F64CF4B2D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08" y="4711686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AFB48D-86C7-A193-92CE-39C1834B666D}"/>
                  </a:ext>
                </a:extLst>
              </p:cNvPr>
              <p:cNvSpPr txBox="1"/>
              <p:nvPr/>
            </p:nvSpPr>
            <p:spPr>
              <a:xfrm>
                <a:off x="1269020" y="5221792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AFB48D-86C7-A193-92CE-39C1834B6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020" y="5221792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FC4CA-E74B-4377-A931-805B63A79ADE}"/>
                  </a:ext>
                </a:extLst>
              </p:cNvPr>
              <p:cNvSpPr txBox="1"/>
              <p:nvPr/>
            </p:nvSpPr>
            <p:spPr>
              <a:xfrm>
                <a:off x="1269020" y="5710366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FC4CA-E74B-4377-A931-805B63A79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020" y="5710366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FBB611-F975-675C-6659-D5C3ECE1E726}"/>
                  </a:ext>
                </a:extLst>
              </p:cNvPr>
              <p:cNvSpPr txBox="1"/>
              <p:nvPr/>
            </p:nvSpPr>
            <p:spPr>
              <a:xfrm>
                <a:off x="1311500" y="6198940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FBB611-F975-675C-6659-D5C3ECE1E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500" y="6198940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ABA447-1B23-CE53-92B5-B1AF02E80D53}"/>
                  </a:ext>
                </a:extLst>
              </p:cNvPr>
              <p:cNvSpPr txBox="1"/>
              <p:nvPr/>
            </p:nvSpPr>
            <p:spPr>
              <a:xfrm>
                <a:off x="7589989" y="3763884"/>
                <a:ext cx="31947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ABA447-1B23-CE53-92B5-B1AF02E80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989" y="3763884"/>
                <a:ext cx="319478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D2780B-F47D-81E5-8CE0-3E82355E51B0}"/>
                  </a:ext>
                </a:extLst>
              </p:cNvPr>
              <p:cNvSpPr txBox="1"/>
              <p:nvPr/>
            </p:nvSpPr>
            <p:spPr>
              <a:xfrm>
                <a:off x="7668536" y="4267914"/>
                <a:ext cx="31162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D2780B-F47D-81E5-8CE0-3E82355E5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536" y="4267914"/>
                <a:ext cx="3116238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DDCF27-CD03-59E5-D0A3-689DCB41F59A}"/>
                  </a:ext>
                </a:extLst>
              </p:cNvPr>
              <p:cNvSpPr txBox="1"/>
              <p:nvPr/>
            </p:nvSpPr>
            <p:spPr>
              <a:xfrm>
                <a:off x="7857691" y="4759992"/>
                <a:ext cx="29270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DDCF27-CD03-59E5-D0A3-689DCB41F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691" y="4759992"/>
                <a:ext cx="292708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2DDE10-70E8-C8B8-CA85-74F4EA28A689}"/>
                  </a:ext>
                </a:extLst>
              </p:cNvPr>
              <p:cNvSpPr txBox="1"/>
              <p:nvPr/>
            </p:nvSpPr>
            <p:spPr>
              <a:xfrm>
                <a:off x="8945342" y="5221792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2DDE10-70E8-C8B8-CA85-74F4EA28A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342" y="5221792"/>
                <a:ext cx="1021562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F5EBE57-4C59-31CE-02FB-E1EE126ABBC6}"/>
                  </a:ext>
                </a:extLst>
              </p:cNvPr>
              <p:cNvSpPr txBox="1"/>
              <p:nvPr/>
            </p:nvSpPr>
            <p:spPr>
              <a:xfrm>
                <a:off x="8945342" y="5710366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F5EBE57-4C59-31CE-02FB-E1EE126AB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342" y="5710366"/>
                <a:ext cx="1026435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B266F88-6B6A-F335-BCB9-DCB05EF9D531}"/>
                  </a:ext>
                </a:extLst>
              </p:cNvPr>
              <p:cNvSpPr txBox="1"/>
              <p:nvPr/>
            </p:nvSpPr>
            <p:spPr>
              <a:xfrm>
                <a:off x="8987822" y="6198940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B266F88-6B6A-F335-BCB9-DCB05EF9D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822" y="6198940"/>
                <a:ext cx="999184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286455-D5B8-5C1C-D3E6-283CA17EBC7A}"/>
                  </a:ext>
                </a:extLst>
              </p:cNvPr>
              <p:cNvSpPr txBox="1"/>
              <p:nvPr/>
            </p:nvSpPr>
            <p:spPr>
              <a:xfrm>
                <a:off x="7763914" y="2673230"/>
                <a:ext cx="31146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286455-D5B8-5C1C-D3E6-283CA17EB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914" y="2673230"/>
                <a:ext cx="3114635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D3129B0-7411-035B-452A-439E546031A5}"/>
              </a:ext>
            </a:extLst>
          </p:cNvPr>
          <p:cNvSpPr/>
          <p:nvPr/>
        </p:nvSpPr>
        <p:spPr>
          <a:xfrm>
            <a:off x="6917636" y="3106398"/>
            <a:ext cx="2698988" cy="564465"/>
          </a:xfrm>
          <a:prstGeom prst="mathMultiply">
            <a:avLst/>
          </a:prstGeom>
          <a:solidFill>
            <a:srgbClr val="FF0000">
              <a:alpha val="28000"/>
            </a:srgbClr>
          </a:solidFill>
          <a:ln>
            <a:solidFill>
              <a:schemeClr val="accent1">
                <a:shade val="15000"/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D007D-E572-3967-9906-AA5B50FC4098}"/>
              </a:ext>
            </a:extLst>
          </p:cNvPr>
          <p:cNvCxnSpPr>
            <a:cxnSpLocks/>
          </p:cNvCxnSpPr>
          <p:nvPr/>
        </p:nvCxnSpPr>
        <p:spPr>
          <a:xfrm flipH="1">
            <a:off x="6917636" y="4929809"/>
            <a:ext cx="750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C24A50-4813-948C-699C-73EE8B7EDD14}"/>
              </a:ext>
            </a:extLst>
          </p:cNvPr>
          <p:cNvCxnSpPr/>
          <p:nvPr/>
        </p:nvCxnSpPr>
        <p:spPr>
          <a:xfrm flipV="1">
            <a:off x="6917636" y="3713006"/>
            <a:ext cx="596347" cy="12267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98C43D-9C50-8158-0EB9-05EFA429B0B5}"/>
              </a:ext>
            </a:extLst>
          </p:cNvPr>
          <p:cNvCxnSpPr>
            <a:cxnSpLocks/>
          </p:cNvCxnSpPr>
          <p:nvPr/>
        </p:nvCxnSpPr>
        <p:spPr>
          <a:xfrm flipH="1">
            <a:off x="10784774" y="4495800"/>
            <a:ext cx="750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5EF641-71ED-788A-FE3D-D4785ADE2449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10704381" y="3377248"/>
            <a:ext cx="831293" cy="11185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E4FAA62-77DD-3CA9-F6D9-AC5D79DD822D}"/>
              </a:ext>
            </a:extLst>
          </p:cNvPr>
          <p:cNvSpPr/>
          <p:nvPr/>
        </p:nvSpPr>
        <p:spPr>
          <a:xfrm>
            <a:off x="8898093" y="3068696"/>
            <a:ext cx="2698988" cy="564465"/>
          </a:xfrm>
          <a:prstGeom prst="mathMultiply">
            <a:avLst/>
          </a:prstGeom>
          <a:solidFill>
            <a:srgbClr val="FF0000">
              <a:alpha val="28000"/>
            </a:srgbClr>
          </a:solidFill>
          <a:ln>
            <a:solidFill>
              <a:schemeClr val="accent1">
                <a:shade val="15000"/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92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3FE88-A960-58E9-0B1C-C96D5B88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D7D581-B893-060A-3BA3-0A70835DF73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1BBB0-ECF4-9295-C6B2-BE55F2BF997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5425FF-3EBE-0F9C-2988-BB2D35293FEA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5425FF-3EBE-0F9C-2988-BB2D35293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14DAFE5-084F-1F0E-A937-3B0A29165A6E}"/>
              </a:ext>
            </a:extLst>
          </p:cNvPr>
          <p:cNvSpPr txBox="1"/>
          <p:nvPr/>
        </p:nvSpPr>
        <p:spPr>
          <a:xfrm>
            <a:off x="0" y="1721545"/>
            <a:ext cx="12334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Do we believe that Player 1 has positive expectation or negative expectation?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88B290-053D-C6DA-060E-9D130BDAC5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48" y="2967760"/>
            <a:ext cx="3472983" cy="31249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65F057-248F-A713-D6BC-93F9E2BC66E5}"/>
              </a:ext>
            </a:extLst>
          </p:cNvPr>
          <p:cNvSpPr txBox="1"/>
          <p:nvPr/>
        </p:nvSpPr>
        <p:spPr>
          <a:xfrm>
            <a:off x="551259" y="6211669"/>
            <a:ext cx="2763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Positive Expectation Player 2 Polytope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3AB4AA-2FC9-F556-B184-1F28E3A93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490" y="2901179"/>
            <a:ext cx="3215064" cy="3258088"/>
          </a:xfrm>
          <a:prstGeom prst="rect">
            <a:avLst/>
          </a:prstGeom>
        </p:spPr>
      </p:pic>
      <p:sp>
        <p:nvSpPr>
          <p:cNvPr id="19" name="TextBox 18">
            <a:hlinkClick r:id="rId7"/>
            <a:extLst>
              <a:ext uri="{FF2B5EF4-FFF2-40B4-BE49-F238E27FC236}">
                <a16:creationId xmlns:a16="http://schemas.microsoft.com/office/drawing/2014/main" id="{5772B49A-B538-B678-3F35-78609126E673}"/>
              </a:ext>
            </a:extLst>
          </p:cNvPr>
          <p:cNvSpPr txBox="1"/>
          <p:nvPr/>
        </p:nvSpPr>
        <p:spPr>
          <a:xfrm>
            <a:off x="8245669" y="6211669"/>
            <a:ext cx="2538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7"/>
              </a:rPr>
              <a:t>Negative Expectation Player 2 Polytope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FC1EB0-487C-8170-3C55-BA4235A7B263}"/>
              </a:ext>
            </a:extLst>
          </p:cNvPr>
          <p:cNvSpPr txBox="1"/>
          <p:nvPr/>
        </p:nvSpPr>
        <p:spPr>
          <a:xfrm>
            <a:off x="0" y="2506095"/>
            <a:ext cx="3505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Positive Expectation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E8D627-3319-B2FD-3199-2B5702074B6A}"/>
              </a:ext>
            </a:extLst>
          </p:cNvPr>
          <p:cNvSpPr txBox="1"/>
          <p:nvPr/>
        </p:nvSpPr>
        <p:spPr>
          <a:xfrm>
            <a:off x="7422382" y="2506096"/>
            <a:ext cx="3933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Negative Expectation</a:t>
            </a:r>
          </a:p>
        </p:txBody>
      </p:sp>
    </p:spTree>
    <p:extLst>
      <p:ext uri="{BB962C8B-B14F-4D97-AF65-F5344CB8AC3E}">
        <p14:creationId xmlns:p14="http://schemas.microsoft.com/office/powerpoint/2010/main" val="305700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5480</TotalTime>
  <Words>2263</Words>
  <Application>Microsoft Office PowerPoint</Application>
  <PresentationFormat>Widescreen</PresentationFormat>
  <Paragraphs>564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56</cp:revision>
  <cp:lastPrinted>2025-08-21T02:00:35Z</cp:lastPrinted>
  <dcterms:created xsi:type="dcterms:W3CDTF">2025-08-20T23:47:39Z</dcterms:created>
  <dcterms:modified xsi:type="dcterms:W3CDTF">2026-03-31T02:02:09Z</dcterms:modified>
</cp:coreProperties>
</file>