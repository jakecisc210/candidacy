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91" r:id="rId2"/>
    <p:sldId id="376" r:id="rId3"/>
    <p:sldId id="405" r:id="rId4"/>
    <p:sldId id="408" r:id="rId5"/>
    <p:sldId id="377" r:id="rId6"/>
    <p:sldId id="409" r:id="rId7"/>
    <p:sldId id="410" r:id="rId8"/>
    <p:sldId id="411" r:id="rId9"/>
    <p:sldId id="412" r:id="rId10"/>
    <p:sldId id="413" r:id="rId11"/>
    <p:sldId id="414" r:id="rId12"/>
    <p:sldId id="415" r:id="rId13"/>
    <p:sldId id="416" r:id="rId14"/>
    <p:sldId id="417" r:id="rId15"/>
    <p:sldId id="364" r:id="rId16"/>
    <p:sldId id="420" r:id="rId17"/>
    <p:sldId id="430" r:id="rId18"/>
    <p:sldId id="431" r:id="rId19"/>
    <p:sldId id="432" r:id="rId20"/>
    <p:sldId id="433" r:id="rId21"/>
    <p:sldId id="434" r:id="rId22"/>
    <p:sldId id="435" r:id="rId23"/>
    <p:sldId id="436" r:id="rId24"/>
    <p:sldId id="437" r:id="rId25"/>
    <p:sldId id="438" r:id="rId26"/>
    <p:sldId id="439" r:id="rId27"/>
    <p:sldId id="367" r:id="rId28"/>
    <p:sldId id="365" r:id="rId29"/>
    <p:sldId id="368" r:id="rId30"/>
    <p:sldId id="421" r:id="rId31"/>
    <p:sldId id="363" r:id="rId32"/>
    <p:sldId id="374" r:id="rId33"/>
    <p:sldId id="424" r:id="rId34"/>
    <p:sldId id="373" r:id="rId35"/>
    <p:sldId id="425" r:id="rId36"/>
    <p:sldId id="426" r:id="rId37"/>
    <p:sldId id="378" r:id="rId38"/>
    <p:sldId id="379" r:id="rId39"/>
    <p:sldId id="427" r:id="rId40"/>
    <p:sldId id="429" r:id="rId41"/>
    <p:sldId id="428" r:id="rId42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F39275-EBC5-482E-91FF-BD97E1A2EA7A}" v="100" dt="2026-03-31T17:24:14.422"/>
    <p1510:client id="{F6870C43-C615-4316-8ED8-C3E8555B69DE}" v="1133" dt="2026-03-31T01:56:39.8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88" autoAdjust="0"/>
    <p:restoredTop sz="93462" autoAdjust="0"/>
  </p:normalViewPr>
  <p:slideViewPr>
    <p:cSldViewPr snapToGrid="0">
      <p:cViewPr varScale="1">
        <p:scale>
          <a:sx n="81" d="100"/>
          <a:sy n="81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8CAFF-A59A-37CA-01B0-3FB96925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700EBE-6806-F714-3351-3378EB650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F03AE8-4CAC-2019-4C1D-65776A5A0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57D91-9F28-5175-0144-DB20198B7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68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41319-664C-EF03-5587-B37080C2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F3776-830B-9EFE-04C1-9BC08224D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17F46-99AE-616F-8118-3C3B2D2F1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CCBB-0B7D-773E-CF21-DCE2A316A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24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915A7-2B2F-F5BD-60BF-0A3D99233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7A7B4-C906-5070-65DF-D0FE3FA45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4515D-7555-ACFB-09C3-844D8D1D0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02609-FA4D-E9B0-7315-18A45177E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53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73CE1-CF83-9010-071B-12FA88A7B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8EFC9-4240-8782-72BF-03CD46CB0F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5F151-2726-150B-79DF-B4765C4ED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EA7-867E-82B9-B578-4FD7D6A63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162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DDADE-AE6E-6360-536C-0BBC5FEDB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6D302-6714-11A4-48B9-062D3C4A0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27FDF-8746-637F-6BAE-3A153D2393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9B50D-C2E9-5199-DE76-99158FF2D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064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4487-9D6B-13EA-AAB4-1840CA00D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B364C-C944-714E-B6C0-59EA50313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36D3F2-96AF-D5CF-ED90-EF99D5015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A6A825-9001-091A-1791-FAC39AF52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266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1AED0-E800-2977-D0F0-8BFCE6F1C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F9129A-DACB-82DB-8CF9-3D7CE633B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AE9AB-2931-0D8A-8500-C9B591A51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50DA3F-9717-0401-DC78-75069DC440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643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96521-9551-67F2-4EA5-B3B5FC5BF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94F64-3E29-9DB5-56C5-8EFBFA794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2A141-36C2-1820-9F04-814B5989E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65E15-8702-77AB-B2BC-676B9FEAA5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6201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70B4-3C8F-EB1E-1A3B-F793DB58A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88FC93-BEC6-54A8-E9AC-012EEB651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646561-98A7-67F5-DA74-7DF8BABB4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1E1A3-2265-6785-F5B3-06B6634FF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74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26E-2118-DA99-043F-BDF57B727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CEDBDA-8101-1D4C-16B0-0A22125C5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0A000-7D67-34BF-6BFA-90B51A6E2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CF5F9-5985-BC7F-FC5A-1FB7C85F5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95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889E8-FB76-DBA8-EFF6-8CBE07F1D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78FAD-F7C7-6E0C-70B5-356010824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11B0E-B188-78A2-7F1E-54ECD81B9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F0072-642D-EF03-1692-6F55CB26DC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1228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2DC5D-59EB-E7B9-6D95-7F11F631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D293F-EA4F-AF5A-E78B-15420B774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C7D63-D710-E1E3-B20E-0F38A9039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1B0C8-501A-63F8-B94E-A87D6B2350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120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9232D-86CE-E45B-0D30-05F06E854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6BCADB-617A-1402-6FE4-6EBB3B0B9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58B35-6D89-94D7-3422-75232378C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65FD9-7F0D-587E-E545-AD4B71C64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740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86496-D8F7-5897-C0A4-FF8DF4A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61803B-A377-1451-54E7-44110ADFC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3B6C31-2FD4-E86F-A11B-9DEE3E336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C11-6857-4EB9-20A5-822D6E9F6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385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C49B0-BFA6-E635-8DCC-4D906A6AF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FA904-609A-EB55-6A10-2CF5865C5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44CAF-CF48-5C5B-178B-F8D60D88B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0E3AC-B42A-FEAD-B646-D1FCD040AC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1487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FD3CB-7009-38F9-5175-D180C52D3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A8D960-1520-CC00-BF8A-2AC61F17E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3BEE1-8683-D8D3-CA18-1AF73B48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D5494-A59D-0198-7CDA-25E7995173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472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14B5D-F8BF-AD57-967D-01EBDD77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9E6D41-A5DC-65A8-160C-72C62E72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7EDB0-5D86-269E-D85F-20D94F98B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FB3B08-371C-20E8-881A-0D15A738C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61FA0-E40C-9878-BAAE-9BB1646CC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95024F-1C74-814E-9A49-386DE9F00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66ACB2-60E7-9B98-0F2B-9ABB2BA34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2B4B7-C836-98F2-135C-2D14C6E4E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0607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1694D-C834-4E7B-C304-571C2F4A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5428C-B47E-9941-D52F-415E7B59B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45E95-F08C-3BC8-43DA-F5885D188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4824B-46B2-7575-176F-94E0CED563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2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56E2-7EF4-8F31-B746-CBF335E9F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AC3FF-6F89-E13F-A21D-E4A22DBC5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8C439E-BBFF-BD4D-F4B7-8DC7194AA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96D77-ECB5-5850-A239-8D2295A7F9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861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E1DB5-986A-CD05-E95C-54CED087F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CFE000-24ED-E14F-5972-A8EE28E743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1FA0CD-618F-8979-19FF-B5ECBFB60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02649-07A8-50AD-C7DA-A4298CD73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891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2E6D1-4A54-6CF7-9D2B-AA888D21C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4B5EA-E39F-CCFC-D735-449FE6ED2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5AC29A-38FF-D23C-79AD-F8B8648A8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DF14F-D1CF-3949-FDDA-5772CB78E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3878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CE70C-A96B-945C-9E13-EFC544FB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2BE224-EC11-FC96-3B51-6E6BF7A75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B1873-A6E4-065F-63FA-1C6C08F8E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0EA1C-6D9C-CB30-A432-7FDD0B8CD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0501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EDDC6-57E0-EFAB-5C53-59E47A234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E3D597-B82D-2E87-D9D8-9528BA446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219ECE-BC39-75E7-8044-78111B935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E66C5-8E62-5376-A85B-63A24C741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021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8C5BC-BBB8-358A-56A1-9DFB1239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C601-EAA5-A70F-FD95-EAEF14E6E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CBFA5-E807-344F-271F-0817826A6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BA228-F00A-8C62-00FE-7F2C649E6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014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DCA6-74AD-A784-C6B6-8EA3C7201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4411-A40D-CC70-D70C-46FC4DE11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E59A3-6FF0-318F-65A0-0EC8D82AC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2870C-0053-805E-16ED-CF969565A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150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EAD8-4CF5-014F-26D0-F6CD672F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E510D-2A13-0422-EF58-3FFEB8F4C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988B2-2534-B9C3-7DD0-1762E308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FD8CC-15B7-D957-4E44-0B682BEF3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125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0C89B-3E3E-4F23-A553-CEA4A416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59DC6-926B-D39F-8006-B5C304C86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61741-9230-2CEF-B87F-5F0AEF5A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E5CBA-B22D-8F0C-45E5-4A4EA2B5F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846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19F11-D45E-A2FC-5A4C-47C9C1122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37381-1ADD-59E1-C64E-EBEB54435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BAA00-783C-A0C5-649B-A889120F9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6067F-7832-BA1F-FD43-B3A342269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6135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D28F-8906-6FF3-590F-CD48EFA7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ACBB5-5552-8CDA-E9CE-B545A39B3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87170-B7CD-CAEA-65E9-75FE20E27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02363-17FE-B44B-C09D-FD26A27FF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305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57C57-E2E6-CEBF-8BBA-533E309FC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9CD66-7E56-4745-1854-D0E0EC73E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3AE2BC-23F8-6F49-AC51-551AEE7E8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4F3D-328A-2FD3-599C-A83C20644D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2823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A258-D15B-3D21-1250-8E7705A8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A69E2-C37E-BCF0-F1C8-95677E9BD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F88B4-CB45-466E-15B1-598D578F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916A0-B70D-EF28-BDC9-72D830725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7691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A29E9-6691-D4C6-2986-09402B240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9F2450-7FA6-BFF1-ECDA-38B4A893A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DA4448-724B-91B5-4D92-1D9E5E0A5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BE90A-E53D-7C09-B20C-E5384C9EA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111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5986-0E7C-F167-945E-3E4BD2AC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36CDD-9382-D876-D0F0-174409680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74288-77BC-69F3-B912-6DB83CE57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82FF-413F-5ED3-1028-1AA101B6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5119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B5051-467F-020F-0B26-0203636EC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65D3E-6B99-7F12-B1E2-30E33D173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5E289-4108-C7E7-4282-BCA75620E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244FC-EDAA-AC4F-645C-FFBAFC9F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8157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F00B-2CF6-4A68-0762-2945E978B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5DF7A-A7E3-2556-F1F9-E7D915E5B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C42A6-22D9-D1CE-CE27-62CD0B35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D0B5C-3EF9-0AC4-19DF-153DF0E831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378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CEBA-456A-EFA3-6206-9CD8CB249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8B6DF-09CE-CE04-743D-74815739A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EE301D-FA3C-A378-8211-ECE4F6471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3FE50-3A35-64CA-90FE-C80156E687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65377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D5C7C-3297-9097-9FED-4529D2D81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5A4D0F-99D9-4A45-75D0-C4433446E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49287-58E0-02E9-25E7-FEC23C85A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85AAC-486A-FE6F-AD54-436663E013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89544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D6626-B7C2-A36B-30C3-C23B71073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38752C-9DB0-6786-5654-3E89486E8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4A252-5F3F-3C01-7A70-36B490D3B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08016-92C1-C03B-1F3D-A8C642D480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36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11.png"/><Relationship Id="rId7" Type="http://schemas.openxmlformats.org/officeDocument/2006/relationships/image" Target="../media/image39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11" Type="http://schemas.openxmlformats.org/officeDocument/2006/relationships/image" Target="../media/image90.png"/><Relationship Id="rId5" Type="http://schemas.openxmlformats.org/officeDocument/2006/relationships/image" Target="../media/image310.png"/><Relationship Id="rId10" Type="http://schemas.openxmlformats.org/officeDocument/2006/relationships/image" Target="../media/image82.png"/><Relationship Id="rId4" Type="http://schemas.openxmlformats.org/officeDocument/2006/relationships/image" Target="../media/image210.png"/><Relationship Id="rId9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hyperlink" Target="https://www.desmos.com/3d/tdmgziz1x6" TargetMode="External"/><Relationship Id="rId3" Type="http://schemas.openxmlformats.org/officeDocument/2006/relationships/image" Target="../media/image42.png"/><Relationship Id="rId7" Type="http://schemas.openxmlformats.org/officeDocument/2006/relationships/image" Target="../media/image39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47.png"/><Relationship Id="rId5" Type="http://schemas.openxmlformats.org/officeDocument/2006/relationships/image" Target="../media/image44.png"/><Relationship Id="rId10" Type="http://schemas.openxmlformats.org/officeDocument/2006/relationships/image" Target="../media/image46.png"/><Relationship Id="rId4" Type="http://schemas.openxmlformats.org/officeDocument/2006/relationships/image" Target="../media/image43.png"/><Relationship Id="rId9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11.png"/><Relationship Id="rId7" Type="http://schemas.openxmlformats.org/officeDocument/2006/relationships/image" Target="../media/image49.png"/><Relationship Id="rId12" Type="http://schemas.openxmlformats.org/officeDocument/2006/relationships/image" Target="../media/image19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11" Type="http://schemas.openxmlformats.org/officeDocument/2006/relationships/image" Target="../media/image180.png"/><Relationship Id="rId5" Type="http://schemas.openxmlformats.org/officeDocument/2006/relationships/image" Target="../media/image120.png"/><Relationship Id="rId10" Type="http://schemas.openxmlformats.org/officeDocument/2006/relationships/image" Target="../media/image170.png"/><Relationship Id="rId4" Type="http://schemas.openxmlformats.org/officeDocument/2006/relationships/image" Target="../media/image112.png"/><Relationship Id="rId9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hyperlink" Target="https://www.desmos.com/3d/mzk4lecki8" TargetMode="External"/><Relationship Id="rId3" Type="http://schemas.openxmlformats.org/officeDocument/2006/relationships/image" Target="../media/image42.png"/><Relationship Id="rId7" Type="http://schemas.openxmlformats.org/officeDocument/2006/relationships/image" Target="../media/image49.png"/><Relationship Id="rId12" Type="http://schemas.openxmlformats.org/officeDocument/2006/relationships/image" Target="../media/image5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7.png"/><Relationship Id="rId5" Type="http://schemas.openxmlformats.org/officeDocument/2006/relationships/image" Target="../media/image53.png"/><Relationship Id="rId10" Type="http://schemas.openxmlformats.org/officeDocument/2006/relationships/image" Target="../media/image56.png"/><Relationship Id="rId4" Type="http://schemas.openxmlformats.org/officeDocument/2006/relationships/image" Target="../media/image52.png"/><Relationship Id="rId9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0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30.png"/><Relationship Id="rId4" Type="http://schemas.openxmlformats.org/officeDocument/2006/relationships/image" Target="../media/image3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42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3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42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39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hyperlink" Target="https://www.desmos.com/3d/4xztwjqibe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hyperlink" Target="https://www.desmos.com/3d/zvl57upxpp" TargetMode="Externa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Seven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BNN Dynamical Systems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and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DE578C-3179-2F49-CC34-4D1F7690E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968" y="475083"/>
            <a:ext cx="5907833" cy="590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2EC67-3043-CEBE-6C9D-2FE74752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EA5D004-0BE5-125E-746F-2DF3CA876D5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00D46-E02B-5823-FB43-B4F3C0F9C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EE90CB-B8D4-83F7-5A3B-C4F6A7097EA6}"/>
              </a:ext>
            </a:extLst>
          </p:cNvPr>
          <p:cNvSpPr txBox="1"/>
          <p:nvPr/>
        </p:nvSpPr>
        <p:spPr>
          <a:xfrm>
            <a:off x="1543812" y="136652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– von Neumann – Nash (BNN)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Dynamical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95E037-EF33-8C2A-A581-D755862434E1}"/>
                  </a:ext>
                </a:extLst>
              </p:cNvPr>
              <p:cNvSpPr txBox="1"/>
              <p:nvPr/>
            </p:nvSpPr>
            <p:spPr>
              <a:xfrm>
                <a:off x="1125083" y="1710813"/>
                <a:ext cx="10167731" cy="988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Payoff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Payoff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Payoff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Payoff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95E037-EF33-8C2A-A581-D75586243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083" y="1710813"/>
                <a:ext cx="10167731" cy="9885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Brace 9">
            <a:extLst>
              <a:ext uri="{FF2B5EF4-FFF2-40B4-BE49-F238E27FC236}">
                <a16:creationId xmlns:a16="http://schemas.microsoft.com/office/drawing/2014/main" id="{CE99C828-DEB1-426C-EA4F-F923A4D92B2E}"/>
              </a:ext>
            </a:extLst>
          </p:cNvPr>
          <p:cNvSpPr/>
          <p:nvPr/>
        </p:nvSpPr>
        <p:spPr>
          <a:xfrm rot="5400000">
            <a:off x="4032852" y="1173559"/>
            <a:ext cx="454149" cy="3089051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E57E51-2BBC-9129-6439-11441C3B1E61}"/>
                  </a:ext>
                </a:extLst>
              </p:cNvPr>
              <p:cNvSpPr txBox="1"/>
              <p:nvPr/>
            </p:nvSpPr>
            <p:spPr>
              <a:xfrm>
                <a:off x="1543812" y="2974976"/>
                <a:ext cx="57626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Value of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minus Value of Current Strategy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E57E51-2BBC-9129-6439-11441C3B1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2974976"/>
                <a:ext cx="5762677" cy="369332"/>
              </a:xfrm>
              <a:prstGeom prst="rect">
                <a:avLst/>
              </a:prstGeom>
              <a:blipFill>
                <a:blip r:embed="rId4"/>
                <a:stretch>
                  <a:fillRect l="-846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7340F29-C032-B06B-A3A3-97A60F8E31A7}"/>
                  </a:ext>
                </a:extLst>
              </p:cNvPr>
              <p:cNvSpPr txBox="1"/>
              <p:nvPr/>
            </p:nvSpPr>
            <p:spPr>
              <a:xfrm>
                <a:off x="300658" y="4076025"/>
                <a:ext cx="76208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400" dirty="0"/>
                  <a:t> – an increasing function, Nash used </a:t>
                </a:r>
                <a:r>
                  <a:rPr lang="en-US" sz="2400" dirty="0" err="1"/>
                  <a:t>ReLu</a:t>
                </a:r>
                <a:r>
                  <a:rPr lang="en-US" sz="2400" dirty="0"/>
                  <a:t> function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7340F29-C032-B06B-A3A3-97A60F8E3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58" y="4076025"/>
                <a:ext cx="7620829" cy="461665"/>
              </a:xfrm>
              <a:prstGeom prst="rect">
                <a:avLst/>
              </a:prstGeom>
              <a:blipFill>
                <a:blip r:embed="rId5"/>
                <a:stretch>
                  <a:fillRect l="-240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3BD1974-1A1E-2295-F69E-1DCE8779F304}"/>
                  </a:ext>
                </a:extLst>
              </p:cNvPr>
              <p:cNvSpPr txBox="1"/>
              <p:nvPr/>
            </p:nvSpPr>
            <p:spPr>
              <a:xfrm>
                <a:off x="300658" y="3549150"/>
                <a:ext cx="9101759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– the probability that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th player chooses their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th strategy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3BD1974-1A1E-2295-F69E-1DCE8779F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58" y="3549150"/>
                <a:ext cx="9101759" cy="491417"/>
              </a:xfrm>
              <a:prstGeom prst="rect">
                <a:avLst/>
              </a:prstGeom>
              <a:blipFill>
                <a:blip r:embed="rId6"/>
                <a:stretch>
                  <a:fillRect l="-201" t="-7407" b="-23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C97C3DF-AF59-B582-122A-6929ADD567CF}"/>
              </a:ext>
            </a:extLst>
          </p:cNvPr>
          <p:cNvSpPr txBox="1"/>
          <p:nvPr/>
        </p:nvSpPr>
        <p:spPr>
          <a:xfrm>
            <a:off x="300658" y="6259683"/>
            <a:ext cx="76208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This is a set of time-homogeneous differential equations</a:t>
            </a:r>
          </a:p>
        </p:txBody>
      </p:sp>
    </p:spTree>
    <p:extLst>
      <p:ext uri="{BB962C8B-B14F-4D97-AF65-F5344CB8AC3E}">
        <p14:creationId xmlns:p14="http://schemas.microsoft.com/office/powerpoint/2010/main" val="337895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15CC4-4059-7EA6-5AE4-E178D436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4657D7-B083-AC81-6F8B-EEF73474A2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33D8F-D1F7-3F09-EF6F-D1210AF954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A8145A-B2D6-3563-CF86-1DF1F4B38826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Recall the two-player game: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894B87C-DBDC-CB37-4415-4D62BDDCE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72216"/>
              </p:ext>
            </p:extLst>
          </p:nvPr>
        </p:nvGraphicFramePr>
        <p:xfrm>
          <a:off x="1411651" y="4120783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4FDD15EE-BB6A-ADE0-FF04-BB9A36352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639365"/>
              </p:ext>
            </p:extLst>
          </p:nvPr>
        </p:nvGraphicFramePr>
        <p:xfrm>
          <a:off x="7415353" y="4120783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F1CD27BF-A908-E420-9AC0-3C2B13D82C60}"/>
              </a:ext>
            </a:extLst>
          </p:cNvPr>
          <p:cNvSpPr txBox="1"/>
          <p:nvPr/>
        </p:nvSpPr>
        <p:spPr>
          <a:xfrm rot="16200000">
            <a:off x="5545983" y="4686118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4CBDFF-7DBB-9C6B-7790-0146152F3074}"/>
              </a:ext>
            </a:extLst>
          </p:cNvPr>
          <p:cNvSpPr txBox="1"/>
          <p:nvPr/>
        </p:nvSpPr>
        <p:spPr>
          <a:xfrm>
            <a:off x="6950901" y="425277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DAC34A-E63F-6FD4-4A4B-C6D5C0E38F00}"/>
              </a:ext>
            </a:extLst>
          </p:cNvPr>
          <p:cNvSpPr txBox="1"/>
          <p:nvPr/>
        </p:nvSpPr>
        <p:spPr>
          <a:xfrm>
            <a:off x="6950901" y="52473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0476E4-5275-707D-ACB3-08B3EFADB927}"/>
              </a:ext>
            </a:extLst>
          </p:cNvPr>
          <p:cNvSpPr txBox="1"/>
          <p:nvPr/>
        </p:nvSpPr>
        <p:spPr>
          <a:xfrm>
            <a:off x="8190498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62C75-85A6-0C6B-3BB7-296FDD3107C7}"/>
              </a:ext>
            </a:extLst>
          </p:cNvPr>
          <p:cNvSpPr txBox="1"/>
          <p:nvPr/>
        </p:nvSpPr>
        <p:spPr>
          <a:xfrm>
            <a:off x="10207614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D4F8-0702-FFC2-171D-878152523821}"/>
              </a:ext>
            </a:extLst>
          </p:cNvPr>
          <p:cNvSpPr txBox="1"/>
          <p:nvPr/>
        </p:nvSpPr>
        <p:spPr>
          <a:xfrm>
            <a:off x="8422724" y="2992936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E998CF-7460-FB13-A003-73842413F1A2}"/>
              </a:ext>
            </a:extLst>
          </p:cNvPr>
          <p:cNvSpPr txBox="1"/>
          <p:nvPr/>
        </p:nvSpPr>
        <p:spPr>
          <a:xfrm>
            <a:off x="712562" y="2322759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F83587-629D-346A-83C4-015CB67FBE2D}"/>
              </a:ext>
            </a:extLst>
          </p:cNvPr>
          <p:cNvSpPr txBox="1"/>
          <p:nvPr/>
        </p:nvSpPr>
        <p:spPr>
          <a:xfrm>
            <a:off x="6644898" y="2322758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/>
              <p:nvPr/>
            </p:nvSpPr>
            <p:spPr>
              <a:xfrm>
                <a:off x="1411651" y="6242016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651" y="6242016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9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163CDB2-9AC9-4C9D-A195-E3BB7F632492}"/>
              </a:ext>
            </a:extLst>
          </p:cNvPr>
          <p:cNvSpPr txBox="1"/>
          <p:nvPr/>
        </p:nvSpPr>
        <p:spPr>
          <a:xfrm>
            <a:off x="1551450" y="117398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Example Dynamical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0102E-A4BE-31DF-2990-F707D28E5406}"/>
              </a:ext>
            </a:extLst>
          </p:cNvPr>
          <p:cNvSpPr txBox="1"/>
          <p:nvPr/>
        </p:nvSpPr>
        <p:spPr>
          <a:xfrm rot="16200000">
            <a:off x="-452147" y="4686118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59F99-26C3-03EF-7F10-C770B3ADEC27}"/>
              </a:ext>
            </a:extLst>
          </p:cNvPr>
          <p:cNvSpPr txBox="1"/>
          <p:nvPr/>
        </p:nvSpPr>
        <p:spPr>
          <a:xfrm>
            <a:off x="952771" y="425277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4130F-3E29-2559-0C2F-11A43CD2E328}"/>
              </a:ext>
            </a:extLst>
          </p:cNvPr>
          <p:cNvSpPr txBox="1"/>
          <p:nvPr/>
        </p:nvSpPr>
        <p:spPr>
          <a:xfrm>
            <a:off x="952771" y="52473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232064-1BA7-4BD9-D963-4BDA27C64612}"/>
              </a:ext>
            </a:extLst>
          </p:cNvPr>
          <p:cNvSpPr txBox="1"/>
          <p:nvPr/>
        </p:nvSpPr>
        <p:spPr>
          <a:xfrm>
            <a:off x="2192368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E2AD81-C102-A799-6366-72636FE7440F}"/>
              </a:ext>
            </a:extLst>
          </p:cNvPr>
          <p:cNvSpPr txBox="1"/>
          <p:nvPr/>
        </p:nvSpPr>
        <p:spPr>
          <a:xfrm>
            <a:off x="4209484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D18273-DDC1-11F1-DB5F-AD80B0C57ED2}"/>
              </a:ext>
            </a:extLst>
          </p:cNvPr>
          <p:cNvSpPr txBox="1"/>
          <p:nvPr/>
        </p:nvSpPr>
        <p:spPr>
          <a:xfrm>
            <a:off x="2424594" y="2992936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</p:spTree>
    <p:extLst>
      <p:ext uri="{BB962C8B-B14F-4D97-AF65-F5344CB8AC3E}">
        <p14:creationId xmlns:p14="http://schemas.microsoft.com/office/powerpoint/2010/main" val="1461371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9C099-5D9E-10F8-701D-1DA3894A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2D6B67-19D7-498D-DC81-34FCCD96742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601027-C255-89EB-B427-EC85156DCF4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031D3-47F6-B075-017F-D61AE688BEAF}"/>
              </a:ext>
            </a:extLst>
          </p:cNvPr>
          <p:cNvSpPr txBox="1"/>
          <p:nvPr/>
        </p:nvSpPr>
        <p:spPr>
          <a:xfrm>
            <a:off x="1551450" y="117398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Example Dynamical System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E801BC-439E-0D07-FAC7-7E1105AC74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463" y="1716816"/>
            <a:ext cx="7779162" cy="50177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/>
              <p:nvPr/>
            </p:nvSpPr>
            <p:spPr>
              <a:xfrm>
                <a:off x="8406882" y="2052735"/>
                <a:ext cx="3318588" cy="39959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ODE simulation results from RK45 method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Initial Conditions:</a:t>
                </a: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pPr>
                  <a:spcAft>
                    <a:spcPts val="1200"/>
                  </a:spcAft>
                </a:pPr>
                <a:r>
                  <a:rPr lang="en-US" sz="2000" dirty="0"/>
                  <a:t>Actual Nash Equilibrium: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6882" y="2052735"/>
                <a:ext cx="3318588" cy="3995966"/>
              </a:xfrm>
              <a:prstGeom prst="rect">
                <a:avLst/>
              </a:prstGeom>
              <a:blipFill>
                <a:blip r:embed="rId4"/>
                <a:stretch>
                  <a:fillRect l="-1838" t="-916" r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1360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34546-0123-B676-D36C-596667A0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C133DD-A38F-391C-E2CD-9F709EE64B9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BCE69A-F6E8-84F4-3B02-630CB6E7DD4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E5591D-14CA-C27A-2ED4-3FD35EEC56ED}"/>
              </a:ext>
            </a:extLst>
          </p:cNvPr>
          <p:cNvSpPr txBox="1"/>
          <p:nvPr/>
        </p:nvSpPr>
        <p:spPr>
          <a:xfrm>
            <a:off x="2138873" y="70783"/>
            <a:ext cx="81401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Step Size in Time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Considerations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981B80-B601-FC4D-8F85-0441B4FD2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10" y="1802211"/>
            <a:ext cx="7810901" cy="49850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635901-2C9B-2DD5-B6BE-EDB33D01FE6B}"/>
                  </a:ext>
                </a:extLst>
              </p:cNvPr>
              <p:cNvSpPr txBox="1"/>
              <p:nvPr/>
            </p:nvSpPr>
            <p:spPr>
              <a:xfrm>
                <a:off x="8013625" y="2042796"/>
                <a:ext cx="405516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Time Step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635901-2C9B-2DD5-B6BE-EDB33D01F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3625" y="2042796"/>
                <a:ext cx="4055165" cy="400110"/>
              </a:xfrm>
              <a:prstGeom prst="rect">
                <a:avLst/>
              </a:prstGeom>
              <a:blipFill>
                <a:blip r:embed="rId4"/>
                <a:stretch>
                  <a:fillRect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117728-39C0-CA4F-415C-85EDEF14FECD}"/>
                  </a:ext>
                </a:extLst>
              </p:cNvPr>
              <p:cNvSpPr txBox="1"/>
              <p:nvPr/>
            </p:nvSpPr>
            <p:spPr>
              <a:xfrm>
                <a:off x="8313040" y="4769533"/>
                <a:ext cx="3456333" cy="17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ODE simulation results from RK45 method</a:t>
                </a:r>
              </a:p>
              <a:p>
                <a:pPr algn="ctr"/>
                <a:endParaRPr lang="en-US" sz="2000" dirty="0"/>
              </a:p>
              <a:p>
                <a:pPr algn="ctr"/>
                <a:r>
                  <a:rPr lang="en-US" sz="2000" dirty="0"/>
                  <a:t>Initial Conditions:</a:t>
                </a:r>
              </a:p>
              <a:p>
                <a:pPr algn="ctr"/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117728-39C0-CA4F-415C-85EDEF14F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3040" y="4769533"/>
                <a:ext cx="3456333" cy="1758045"/>
              </a:xfrm>
              <a:prstGeom prst="rect">
                <a:avLst/>
              </a:prstGeom>
              <a:blipFill>
                <a:blip r:embed="rId5"/>
                <a:stretch>
                  <a:fillRect t="-1730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5911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093F-0FBF-F98C-798D-3023AC0C7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3C13D1F-8AC3-BC3F-BFC6-4FDF84C01FC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344AF1-0906-3BF9-080A-BABD05EBF9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302E1-4F11-5AA8-E4C2-B477F6EED43E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D2AF9D-523C-F65F-F687-FDBFC209F077}"/>
              </a:ext>
            </a:extLst>
          </p:cNvPr>
          <p:cNvSpPr txBox="1"/>
          <p:nvPr/>
        </p:nvSpPr>
        <p:spPr>
          <a:xfrm>
            <a:off x="-194857" y="1777381"/>
            <a:ext cx="102035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What time step size do we actually want for the quickest convergence?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53EEBA-CCFA-A78E-4E41-F2DAB1BCABB7}"/>
              </a:ext>
            </a:extLst>
          </p:cNvPr>
          <p:cNvSpPr txBox="1"/>
          <p:nvPr/>
        </p:nvSpPr>
        <p:spPr>
          <a:xfrm>
            <a:off x="-343944" y="2305614"/>
            <a:ext cx="118037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To determine the optimal step size, we need to switch to a non-adaptive ordinary differential equation solver: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CBFE96-B492-2B27-4202-20EEBBB283AE}"/>
              </a:ext>
            </a:extLst>
          </p:cNvPr>
          <p:cNvSpPr txBox="1"/>
          <p:nvPr/>
        </p:nvSpPr>
        <p:spPr>
          <a:xfrm>
            <a:off x="-85525" y="3250855"/>
            <a:ext cx="6446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Runge – Kutta Fourth Order (RK4) Method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0924FA-88BF-9391-0DC3-0BDE541B8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92" y="4579886"/>
            <a:ext cx="3226613" cy="8131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8EE755-AFD8-3669-D4C0-F38A36CCB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808" y="3703255"/>
            <a:ext cx="3141949" cy="20242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3C2137A-DFA3-C0B1-6C81-A1A448BCC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4808" y="5752668"/>
            <a:ext cx="4265916" cy="1034549"/>
          </a:xfrm>
          <a:prstGeom prst="rect">
            <a:avLst/>
          </a:prstGeom>
        </p:spPr>
      </p:pic>
      <p:sp>
        <p:nvSpPr>
          <p:cNvPr id="16" name="Right Brace 15">
            <a:extLst>
              <a:ext uri="{FF2B5EF4-FFF2-40B4-BE49-F238E27FC236}">
                <a16:creationId xmlns:a16="http://schemas.microsoft.com/office/drawing/2014/main" id="{2B122B98-41B6-3BA0-6563-EA9B883CADBE}"/>
              </a:ext>
            </a:extLst>
          </p:cNvPr>
          <p:cNvSpPr/>
          <p:nvPr/>
        </p:nvSpPr>
        <p:spPr>
          <a:xfrm rot="10800000">
            <a:off x="5557936" y="3731411"/>
            <a:ext cx="627608" cy="1996103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30388B-FD92-187C-3EE1-1E363DB762BB}"/>
              </a:ext>
            </a:extLst>
          </p:cNvPr>
          <p:cNvSpPr txBox="1"/>
          <p:nvPr/>
        </p:nvSpPr>
        <p:spPr>
          <a:xfrm>
            <a:off x="3996142" y="4393364"/>
            <a:ext cx="182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Four Increments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21418172-A42F-A62F-A95B-62D8817D3186}"/>
              </a:ext>
            </a:extLst>
          </p:cNvPr>
          <p:cNvSpPr/>
          <p:nvPr/>
        </p:nvSpPr>
        <p:spPr>
          <a:xfrm rot="10800000">
            <a:off x="5557935" y="5973442"/>
            <a:ext cx="627608" cy="710269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C920BD-1D4A-2FB5-6939-22E7EF4B1052}"/>
              </a:ext>
            </a:extLst>
          </p:cNvPr>
          <p:cNvSpPr txBox="1"/>
          <p:nvPr/>
        </p:nvSpPr>
        <p:spPr>
          <a:xfrm>
            <a:off x="980495" y="5866912"/>
            <a:ext cx="18215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ODE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23D5A06E-1D96-E47D-8D7A-EF17CF6938D4}"/>
              </a:ext>
            </a:extLst>
          </p:cNvPr>
          <p:cNvSpPr/>
          <p:nvPr/>
        </p:nvSpPr>
        <p:spPr>
          <a:xfrm rot="5400000">
            <a:off x="1562689" y="4075857"/>
            <a:ext cx="627608" cy="2926109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D10EB-7AB1-B42B-D894-25F851B8520A}"/>
              </a:ext>
            </a:extLst>
          </p:cNvPr>
          <p:cNvSpPr txBox="1"/>
          <p:nvPr/>
        </p:nvSpPr>
        <p:spPr>
          <a:xfrm>
            <a:off x="4217173" y="6005115"/>
            <a:ext cx="182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Update Values</a:t>
            </a:r>
          </a:p>
        </p:txBody>
      </p:sp>
    </p:spTree>
    <p:extLst>
      <p:ext uri="{BB962C8B-B14F-4D97-AF65-F5344CB8AC3E}">
        <p14:creationId xmlns:p14="http://schemas.microsoft.com/office/powerpoint/2010/main" val="3575157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4E96-2B2A-DE75-F11C-AAD94041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7EC90C-7AD8-534D-E568-8D1A9776982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B88D35-FFD6-3715-C057-F62940B2A6B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460BD-52C0-BA7D-D233-80F6BBD717ED}"/>
                  </a:ext>
                </a:extLst>
              </p:cNvPr>
              <p:cNvSpPr txBox="1"/>
              <p:nvPr/>
            </p:nvSpPr>
            <p:spPr>
              <a:xfrm>
                <a:off x="222586" y="1834900"/>
                <a:ext cx="10203561" cy="1981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Next, we need a metric to determine convergence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 used the Root Mean Square (RMS) error: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/>
                  <a:t>	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value represent the Nash Equilibrium probabilities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460BD-52C0-BA7D-D233-80F6BBD71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86" y="1834900"/>
                <a:ext cx="10203561" cy="1981633"/>
              </a:xfrm>
              <a:prstGeom prst="rect">
                <a:avLst/>
              </a:prstGeom>
              <a:blipFill>
                <a:blip r:embed="rId3"/>
                <a:stretch>
                  <a:fillRect l="-956" t="-2462" b="-5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27B5B4-84E2-CF03-B1EF-65B1BF6B4EA0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</p:spTree>
    <p:extLst>
      <p:ext uri="{BB962C8B-B14F-4D97-AF65-F5344CB8AC3E}">
        <p14:creationId xmlns:p14="http://schemas.microsoft.com/office/powerpoint/2010/main" val="1090056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7D060-9D8D-7D0F-367D-8B5AE186C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C453EB1-55A2-81B3-6B46-5C7A71E211B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586C66-3A2C-0F34-C0C6-46EF20D963E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D3685A-2833-E57C-42F7-DC94A5524BA4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8C54981-191D-9AAB-80BB-D0B61714F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863948"/>
                  </p:ext>
                </p:extLst>
              </p:nvPr>
            </p:nvGraphicFramePr>
            <p:xfrm>
              <a:off x="221860" y="1940767"/>
              <a:ext cx="8128000" cy="473043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2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8C54981-191D-9AAB-80BB-D0B61714F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863948"/>
                  </p:ext>
                </p:extLst>
              </p:nvPr>
            </p:nvGraphicFramePr>
            <p:xfrm>
              <a:off x="221860" y="1940767"/>
              <a:ext cx="8128000" cy="473043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327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94444" r="-100600" b="-5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94444" r="-600" b="-5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02817" r="-100600" b="-4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02817" r="-600" b="-4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02817" r="-100600" b="-3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02817" r="-600" b="-3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91667" r="-100600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91667" r="-600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917143" r="-100600" b="-1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917143" r="-600" b="-1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02817" r="-100600" b="-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02817" r="-600" b="-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0BB014D-99F1-422D-3F81-13189B1535AD}"/>
              </a:ext>
            </a:extLst>
          </p:cNvPr>
          <p:cNvSpPr txBox="1"/>
          <p:nvPr/>
        </p:nvSpPr>
        <p:spPr>
          <a:xfrm>
            <a:off x="8760260" y="1940767"/>
            <a:ext cx="30809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RK4 ODE Solver with 1000 Time Steps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Original Payoff Matrices</a:t>
            </a:r>
          </a:p>
        </p:txBody>
      </p:sp>
    </p:spTree>
    <p:extLst>
      <p:ext uri="{BB962C8B-B14F-4D97-AF65-F5344CB8AC3E}">
        <p14:creationId xmlns:p14="http://schemas.microsoft.com/office/powerpoint/2010/main" val="1074258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0C9BC-AC55-E0C5-23A5-FF2ADA1CC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213703F-5E4A-9768-7A70-F89051AB45B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C92A75-53CF-5F24-1240-B0989663F07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7A06B4-96EB-0E7C-CA18-2225302FF237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55CAA51-F052-BB30-6DF0-B47D8E77BC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2998671"/>
                  </p:ext>
                </p:extLst>
              </p:nvPr>
            </p:nvGraphicFramePr>
            <p:xfrm>
              <a:off x="221860" y="1940767"/>
              <a:ext cx="8128000" cy="474033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𝟏𝟏𝟓𝟎𝟒𝟓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𝟎𝟒𝟗𝟐𝟖𝟑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𝟎𝟎𝟗𝟕𝟎𝟏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𝟎𝟎𝟎𝟖𝟗𝟕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𝟏𝟐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𝟒𝟐𝟒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𝟐𝟖𝟒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𝟓𝟐𝟕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55CAA51-F052-BB30-6DF0-B47D8E77BC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2998671"/>
                  </p:ext>
                </p:extLst>
              </p:nvPr>
            </p:nvGraphicFramePr>
            <p:xfrm>
              <a:off x="221860" y="1940767"/>
              <a:ext cx="8128000" cy="474033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508571" r="-100600" b="-5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508571" r="-600" b="-5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327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00000" r="-100600" b="-4084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00000" r="-600" b="-4084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90278" r="-100600" b="-3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90278" r="-600" b="-3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392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90278" r="-100600" b="-2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90278" r="-600" b="-2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392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890278" r="-100600" b="-1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890278" r="-600" b="-1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04225" r="-100600" b="-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04225" r="-600" b="-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067665-E80D-9E7A-8CFD-A7B846563211}"/>
                  </a:ext>
                </a:extLst>
              </p:cNvPr>
              <p:cNvSpPr txBox="1"/>
              <p:nvPr/>
            </p:nvSpPr>
            <p:spPr>
              <a:xfrm>
                <a:off x="8760260" y="1940767"/>
                <a:ext cx="3080928" cy="21246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RK4 ODE Solver with 1000 Time Steps</a:t>
                </a:r>
              </a:p>
              <a:p>
                <a:pPr algn="ctr"/>
                <a:endParaRPr lang="en-US" sz="2400" dirty="0"/>
              </a:p>
              <a:p>
                <a:pPr algn="ctr"/>
                <a:r>
                  <a:rPr lang="en-US" sz="2400" dirty="0"/>
                  <a:t>Payoff Matrices Scaled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067665-E80D-9E7A-8CFD-A7B846563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0260" y="1940767"/>
                <a:ext cx="3080928" cy="2124684"/>
              </a:xfrm>
              <a:prstGeom prst="rect">
                <a:avLst/>
              </a:prstGeom>
              <a:blipFill>
                <a:blip r:embed="rId4"/>
                <a:stretch>
                  <a:fillRect t="-2292" r="-1782" b="-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0554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6EC0-1571-F208-7FC9-FCD469BEF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8F99A76-4BC7-0A72-F615-356D06B6F38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8DD7D-DDC9-FDAB-E5E3-4101F08808D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C3C89-57AE-34E4-0016-BB67081A37BE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780BE86-EDE6-E90D-4D4E-C5D7B5C080B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5271260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𝟏𝟏𝟓𝟎𝟒𝟓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𝟎𝟒𝟗𝟐𝟖𝟑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𝟎𝟎𝟗𝟕𝟎𝟏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𝟎𝟎𝟎𝟖𝟗𝟕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𝟏𝟐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𝟒𝟐𝟒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𝟐𝟖𝟒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𝟓𝟐𝟕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780BE86-EDE6-E90D-4D4E-C5D7B5C080B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5271260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105882" r="-100864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105882" r="-1082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208955" r="-100864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208955" r="-1082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304412" r="-100864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304412" r="-1082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404412" r="-100864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404412" r="-1082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504412" r="-100864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504412" r="-1082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04412" r="-100864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04412" r="-1082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94203" r="-100864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94203" r="-1082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782857" r="-100864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782857" r="-1082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882857" r="-100864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882857" r="-1082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997101" r="-100864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997101" r="-1082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8373BDFF-AE0D-7A65-C843-3DAB452255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4390115"/>
                  </p:ext>
                </p:extLst>
              </p:nvPr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8373BDFF-AE0D-7A65-C843-3DAB452255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4390115"/>
                  </p:ext>
                </p:extLst>
              </p:nvPr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105882" r="-100648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105882" r="-866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208955" r="-100648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208955" r="-866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304412" r="-100648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304412" r="-866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404412" r="-100648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404412" r="-866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504412" r="-100648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504412" r="-866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04412" r="-100648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04412" r="-866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94203" r="-100648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94203" r="-866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782857" r="-100648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782857" r="-866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882857" r="-100648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882857" r="-866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997101" r="-100648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997101" r="-866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72A935A-0E3F-40BA-6352-E67E59486091}"/>
                  </a:ext>
                </a:extLst>
              </p:cNvPr>
              <p:cNvSpPr txBox="1"/>
              <p:nvPr/>
            </p:nvSpPr>
            <p:spPr>
              <a:xfrm>
                <a:off x="6085114" y="1677396"/>
                <a:ext cx="6106886" cy="4834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800" dirty="0"/>
                  <a:t>Payoff Matrices Scaled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8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72A935A-0E3F-40BA-6352-E67E59486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5114" y="1677396"/>
                <a:ext cx="6106886" cy="483466"/>
              </a:xfrm>
              <a:prstGeom prst="rect">
                <a:avLst/>
              </a:prstGeom>
              <a:blipFill>
                <a:blip r:embed="rId5"/>
                <a:stretch>
                  <a:fillRect b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2B849A8-9FF5-136C-5F89-E74917C29ED7}"/>
              </a:ext>
            </a:extLst>
          </p:cNvPr>
          <p:cNvSpPr txBox="1"/>
          <p:nvPr/>
        </p:nvSpPr>
        <p:spPr>
          <a:xfrm>
            <a:off x="0" y="1751171"/>
            <a:ext cx="6106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Original Payoff Matrices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719A3-9020-756C-AD24-B296FE03DC33}"/>
              </a:ext>
            </a:extLst>
          </p:cNvPr>
          <p:cNvSpPr/>
          <p:nvPr/>
        </p:nvSpPr>
        <p:spPr>
          <a:xfrm>
            <a:off x="2997095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07CCD9-7217-AB3A-7C7F-0FDCBA8C449F}"/>
              </a:ext>
            </a:extLst>
          </p:cNvPr>
          <p:cNvSpPr/>
          <p:nvPr/>
        </p:nvSpPr>
        <p:spPr>
          <a:xfrm>
            <a:off x="2997096" y="4229744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B9B0B-B1A2-0D5D-D946-7F38728038AE}"/>
              </a:ext>
            </a:extLst>
          </p:cNvPr>
          <p:cNvSpPr/>
          <p:nvPr/>
        </p:nvSpPr>
        <p:spPr>
          <a:xfrm>
            <a:off x="9186402" y="6329986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8FC53A-1286-7F9B-2116-D75B6A063A4F}"/>
              </a:ext>
            </a:extLst>
          </p:cNvPr>
          <p:cNvSpPr/>
          <p:nvPr/>
        </p:nvSpPr>
        <p:spPr>
          <a:xfrm>
            <a:off x="9194904" y="463857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DD6F898-C5C8-3588-319E-776404FF38D1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5819193" y="4439733"/>
            <a:ext cx="3375711" cy="40882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758EA8-FC47-EEDB-958A-BE3DE2E8C353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819192" y="4859711"/>
            <a:ext cx="3367210" cy="16802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468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A0C21-6117-F0EC-1FAB-C247951A9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2BF0F9-FC49-120A-3F84-1654FF1A101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4CA9CC-DFFC-85C2-DA78-501D55CF484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334884-20F2-3A59-1D70-B35982A77115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BB757E6-A83C-FA22-AC64-170BC02D9E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2111245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𝟎𝟔𝟎𝟖𝟗𝟓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𝟎𝟏𝟏𝟎𝟎𝟑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𝟏𝟕𝟕</m:t>
                                </m:r>
                                <m:sSup>
                                  <m:sSupPr>
                                    <m:ctrlP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ar-AE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𝟐𝟖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𝟏𝟔𝟖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𝟓𝟐𝟒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𝟓𝟓𝟓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𝟔𝟓𝟎𝟐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BB757E6-A83C-FA22-AC64-170BC02D9E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2111245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105882" r="-100864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105882" r="-1082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208955" r="-100864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208955" r="-1082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304412" r="-100864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304412" r="-1082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404412" r="-100864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404412" r="-1082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504412" r="-100864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504412" r="-1082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04412" r="-100864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04412" r="-1082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94203" r="-100864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94203" r="-1082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782857" r="-100864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782857" r="-1082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882857" r="-100864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882857" r="-1082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997101" r="-100864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997101" r="-1082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D04E514-47AC-6ED1-24E0-86EBFCFE2BE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D04E514-47AC-6ED1-24E0-86EBFCFE2BE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105882" r="-100648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105882" r="-866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208955" r="-100648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208955" r="-866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304412" r="-100648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304412" r="-866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404412" r="-100648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404412" r="-866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504412" r="-100648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504412" r="-866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04412" r="-100648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04412" r="-866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94203" r="-100648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94203" r="-866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782857" r="-100648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782857" r="-866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882857" r="-100648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882857" r="-866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997101" r="-100648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997101" r="-866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99573B-4EA7-075D-7A4A-293E56F35D85}"/>
                  </a:ext>
                </a:extLst>
              </p:cNvPr>
              <p:cNvSpPr txBox="1"/>
              <p:nvPr/>
            </p:nvSpPr>
            <p:spPr>
              <a:xfrm>
                <a:off x="6096000" y="1738821"/>
                <a:ext cx="61068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800" dirty="0"/>
                  <a:t>Payoff Matrices Scaled by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99573B-4EA7-075D-7A4A-293E56F35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738821"/>
                <a:ext cx="6106886" cy="369332"/>
              </a:xfrm>
              <a:prstGeom prst="rect">
                <a:avLst/>
              </a:prstGeom>
              <a:blipFill>
                <a:blip r:embed="rId5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459AB7D-4D4A-A6B7-F8A4-83EA1F760E0D}"/>
              </a:ext>
            </a:extLst>
          </p:cNvPr>
          <p:cNvSpPr txBox="1"/>
          <p:nvPr/>
        </p:nvSpPr>
        <p:spPr>
          <a:xfrm>
            <a:off x="0" y="1751171"/>
            <a:ext cx="6106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Original Payoff Matrices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58B54E-4867-3750-2763-0DA8EBAE703A}"/>
              </a:ext>
            </a:extLst>
          </p:cNvPr>
          <p:cNvSpPr/>
          <p:nvPr/>
        </p:nvSpPr>
        <p:spPr>
          <a:xfrm>
            <a:off x="2997095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44E8F0-3C5B-98AE-23E3-FB5F0AFBB25A}"/>
              </a:ext>
            </a:extLst>
          </p:cNvPr>
          <p:cNvSpPr/>
          <p:nvPr/>
        </p:nvSpPr>
        <p:spPr>
          <a:xfrm>
            <a:off x="2997094" y="6339796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3AFCEF-D6F3-CFA8-8BA6-B98B59F66C03}"/>
              </a:ext>
            </a:extLst>
          </p:cNvPr>
          <p:cNvSpPr/>
          <p:nvPr/>
        </p:nvSpPr>
        <p:spPr>
          <a:xfrm>
            <a:off x="9190654" y="4239553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CB32AC-C6D3-2C47-4F4D-C9A6DEACF38B}"/>
              </a:ext>
            </a:extLst>
          </p:cNvPr>
          <p:cNvSpPr/>
          <p:nvPr/>
        </p:nvSpPr>
        <p:spPr>
          <a:xfrm>
            <a:off x="9190654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FC3EB4-E105-BB55-9237-EE75E2828846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 flipV="1">
            <a:off x="5819191" y="4859711"/>
            <a:ext cx="3371463" cy="169007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E56529-8D50-2952-CC54-EB15219A91A2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V="1">
            <a:off x="5819192" y="4449542"/>
            <a:ext cx="3371462" cy="4101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093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668A5-1420-E30E-FC99-2F973C236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71BD588-4F07-8F18-DD43-87C7F3C401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E7292-EE26-734A-70BF-A0FA8447EC0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02A7F5-A2A6-81B8-7AF7-1E49A1D2DBCB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078E86-99FC-0FA9-C64A-3D1130A08E7E}"/>
              </a:ext>
            </a:extLst>
          </p:cNvPr>
          <p:cNvSpPr txBox="1"/>
          <p:nvPr/>
        </p:nvSpPr>
        <p:spPr>
          <a:xfrm>
            <a:off x="222586" y="1834900"/>
            <a:ext cx="1020356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Since the system is time-homogeneous and depends linearly on the payoff matrices, scaling payoff matrices is equivalent to scaling time under the </a:t>
            </a:r>
            <a:r>
              <a:rPr lang="en-US" sz="2400" dirty="0" err="1"/>
              <a:t>ReLU</a:t>
            </a:r>
            <a:r>
              <a:rPr lang="en-US" sz="2400" dirty="0"/>
              <a:t> activation function</a:t>
            </a:r>
          </a:p>
          <a:p>
            <a:endParaRPr lang="en-US" sz="2400" dirty="0"/>
          </a:p>
          <a:p>
            <a:r>
              <a:rPr lang="en-US" sz="2400" dirty="0"/>
              <a:t>For the original set of payoff matrices, the ideal time step is approximately 1</a:t>
            </a:r>
          </a:p>
          <a:p>
            <a:endParaRPr lang="en-US" sz="2400" dirty="0"/>
          </a:p>
          <a:p>
            <a:r>
              <a:rPr lang="en-US" sz="2400" dirty="0"/>
              <a:t>Since the accuracy is heavily dependent on the time step, adaptive step size approaches like Runge – Kutta 45 (RK45) are preferred</a:t>
            </a:r>
          </a:p>
        </p:txBody>
      </p:sp>
    </p:spTree>
    <p:extLst>
      <p:ext uri="{BB962C8B-B14F-4D97-AF65-F5344CB8AC3E}">
        <p14:creationId xmlns:p14="http://schemas.microsoft.com/office/powerpoint/2010/main" val="2927176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E147-B9D1-4CC8-57CF-B08F9BB9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F197E1-E514-56DC-0829-7B33671AFEC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626F4A-4560-E841-33B1-45B7FD208D7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A412A1-E6B9-A9B6-E91C-9269B83CBDB8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An Experiment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E32A044-754B-9EB2-00DE-BF7BB2906B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71298781"/>
                  </p:ext>
                </p:extLst>
              </p:nvPr>
            </p:nvGraphicFramePr>
            <p:xfrm>
              <a:off x="221860" y="1940767"/>
              <a:ext cx="8128000" cy="470154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𝟏𝟑𝟐𝟓𝟒𝟓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𝟏𝟐𝟓𝟗𝟓𝟏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𝟏𝟎𝟓𝟐𝟐𝟏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𝟎𝟏𝟒𝟐𝟔𝟗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𝟑𝟖𝟖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𝟑𝟓𝟔𝟏𝟕𝟖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𝟑𝟔𝟔𝟗𝟐𝟕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𝟒𝟒𝟎𝟏𝟒𝟕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𝟓𝟔𝟔𝟏𝟓𝟖</m:t>
                                </m:r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𝐍𝐚𝐍</m:t>
                                </m:r>
                              </m:oMath>
                            </m:oMathPara>
                          </a14:m>
                          <a:endParaRPr lang="en-US" sz="2200" b="1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E32A044-754B-9EB2-00DE-BF7BB2906B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71298781"/>
                  </p:ext>
                </p:extLst>
              </p:nvPr>
            </p:nvGraphicFramePr>
            <p:xfrm>
              <a:off x="221860" y="1940767"/>
              <a:ext cx="8128000" cy="470154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94444" r="-100600" b="-4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94444" r="-600" b="-488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11429" r="-100600" b="-4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11429" r="-600" b="-4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11429" r="-100600" b="-3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11429" r="-600" b="-3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811429" r="-100600" b="-2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811429" r="-600" b="-2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911429" r="-100600" b="-1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911429" r="-600" b="-1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11429" r="-100600" b="-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11429" r="-600" b="-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BD61F7-465A-9322-53A1-BB811E094BB8}"/>
              </a:ext>
            </a:extLst>
          </p:cNvPr>
          <p:cNvSpPr txBox="1"/>
          <p:nvPr/>
        </p:nvSpPr>
        <p:spPr>
          <a:xfrm>
            <a:off x="8760260" y="1940767"/>
            <a:ext cx="308092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RK4 ODE Solver with 1000 Time Steps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Original Payoff Matrices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tanh Activation Function</a:t>
            </a:r>
          </a:p>
        </p:txBody>
      </p:sp>
    </p:spTree>
    <p:extLst>
      <p:ext uri="{BB962C8B-B14F-4D97-AF65-F5344CB8AC3E}">
        <p14:creationId xmlns:p14="http://schemas.microsoft.com/office/powerpoint/2010/main" val="2661158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82648-DC28-B3B6-1912-FD4C128C3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66D7266-5D3C-745F-C1EA-DA2D3EB7932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53834E-5F95-6306-C247-D9F12B396FC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EB532-FDBF-2751-D05C-3B475958063A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More Experiments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7D245-CC2D-872E-1087-ECD6BA534F9E}"/>
              </a:ext>
            </a:extLst>
          </p:cNvPr>
          <p:cNvSpPr txBox="1"/>
          <p:nvPr/>
        </p:nvSpPr>
        <p:spPr>
          <a:xfrm>
            <a:off x="7393327" y="1992890"/>
            <a:ext cx="4559188" cy="15696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All Experiments Done with: 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RK4 ODE Solver with 1000 Time Steps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Original Payoff Matrices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8A5CDB-34EC-EC09-9F59-D9CB86567771}"/>
                  </a:ext>
                </a:extLst>
              </p:cNvPr>
              <p:cNvSpPr txBox="1"/>
              <p:nvPr/>
            </p:nvSpPr>
            <p:spPr>
              <a:xfrm>
                <a:off x="239485" y="1881953"/>
                <a:ext cx="610688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Sigmoid Activation Function</a:t>
                </a:r>
              </a:p>
              <a:p>
                <a:pPr algn="ctr"/>
                <a:r>
                  <a:rPr lang="en-US" sz="2400" dirty="0"/>
                  <a:t>Lowest Error was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.083134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8A5CDB-34EC-EC09-9F59-D9CB86567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85" y="1881953"/>
                <a:ext cx="6106886" cy="830997"/>
              </a:xfrm>
              <a:prstGeom prst="rect">
                <a:avLst/>
              </a:prstGeom>
              <a:blipFill>
                <a:blip r:embed="rId3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F31683-262F-5192-34FC-D7BFC7EB67E4}"/>
                  </a:ext>
                </a:extLst>
              </p:cNvPr>
              <p:cNvSpPr txBox="1"/>
              <p:nvPr/>
            </p:nvSpPr>
            <p:spPr>
              <a:xfrm>
                <a:off x="0" y="2853989"/>
                <a:ext cx="6784911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Leaky </a:t>
                </a:r>
                <a:r>
                  <a:rPr lang="en-US" sz="2400" u="sng" dirty="0" err="1"/>
                  <a:t>ReLU</a:t>
                </a:r>
                <a:r>
                  <a:rPr lang="en-US" sz="2400" u="sng" dirty="0"/>
                  <a:t>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1100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1300</m:t>
                    </m:r>
                  </m:oMath>
                </a14:m>
                <a:r>
                  <a:rPr lang="en-US" sz="2400" dirty="0"/>
                  <a:t> </a:t>
                </a:r>
                <a:endParaRPr lang="ar-AE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F31683-262F-5192-34FC-D7BFC7EB6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53989"/>
                <a:ext cx="6784911" cy="1200329"/>
              </a:xfrm>
              <a:prstGeom prst="rect">
                <a:avLst/>
              </a:prstGeom>
              <a:blipFill>
                <a:blip r:embed="rId4"/>
                <a:stretch>
                  <a:fillRect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8627D8-9A5C-A923-E207-B46232FA826D}"/>
                  </a:ext>
                </a:extLst>
              </p:cNvPr>
              <p:cNvSpPr txBox="1"/>
              <p:nvPr/>
            </p:nvSpPr>
            <p:spPr>
              <a:xfrm>
                <a:off x="239485" y="3747217"/>
                <a:ext cx="610688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SoftMax Activation Function</a:t>
                </a:r>
              </a:p>
              <a:p>
                <a:pPr algn="ctr"/>
                <a:r>
                  <a:rPr lang="en-US" sz="2400" dirty="0"/>
                  <a:t>Lowest Error was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021497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8627D8-9A5C-A923-E207-B46232FA8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85" y="3747217"/>
                <a:ext cx="6106886" cy="830997"/>
              </a:xfrm>
              <a:prstGeom prst="rect">
                <a:avLst/>
              </a:prstGeom>
              <a:blipFill>
                <a:blip r:embed="rId5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EE0482-7F4A-A357-8533-CF005AA484B6}"/>
                  </a:ext>
                </a:extLst>
              </p:cNvPr>
              <p:cNvSpPr txBox="1"/>
              <p:nvPr/>
            </p:nvSpPr>
            <p:spPr>
              <a:xfrm>
                <a:off x="-99528" y="4663708"/>
                <a:ext cx="678491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 err="1"/>
                  <a:t>GeLU</a:t>
                </a:r>
                <a:r>
                  <a:rPr lang="en-US" sz="2400" u="sng" dirty="0"/>
                  <a:t>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206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17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EE0482-7F4A-A357-8533-CF005AA48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9528" y="4663708"/>
                <a:ext cx="6784911" cy="830997"/>
              </a:xfrm>
              <a:prstGeom prst="rect">
                <a:avLst/>
              </a:prstGeom>
              <a:blipFill>
                <a:blip r:embed="rId6"/>
                <a:stretch>
                  <a:fillRect t="-5882" b="-16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BBAE5D-3C27-16A1-B442-97037B373717}"/>
                  </a:ext>
                </a:extLst>
              </p:cNvPr>
              <p:cNvSpPr txBox="1"/>
              <p:nvPr/>
            </p:nvSpPr>
            <p:spPr>
              <a:xfrm>
                <a:off x="-1" y="5580199"/>
                <a:ext cx="6784911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ELU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327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17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500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ctr"/>
                <a:r>
                  <a:rPr lang="en-US" sz="2400" dirty="0" err="1"/>
                  <a:t>NaN</a:t>
                </a:r>
                <a:r>
                  <a:rPr lang="en-US" sz="2400" dirty="0"/>
                  <a:t> Errors for higher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values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BBAE5D-3C27-16A1-B442-97037B373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5580199"/>
                <a:ext cx="6784911" cy="1200329"/>
              </a:xfrm>
              <a:prstGeom prst="rect">
                <a:avLst/>
              </a:prstGeom>
              <a:blipFill>
                <a:blip r:embed="rId7"/>
                <a:stretch>
                  <a:fillRect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ight Brace 12">
            <a:extLst>
              <a:ext uri="{FF2B5EF4-FFF2-40B4-BE49-F238E27FC236}">
                <a16:creationId xmlns:a16="http://schemas.microsoft.com/office/drawing/2014/main" id="{58954B48-1727-017E-15C0-64F62FB0AB74}"/>
              </a:ext>
            </a:extLst>
          </p:cNvPr>
          <p:cNvSpPr/>
          <p:nvPr/>
        </p:nvSpPr>
        <p:spPr>
          <a:xfrm>
            <a:off x="5842424" y="4802012"/>
            <a:ext cx="507151" cy="1978516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D000AE-FA58-CDF3-2745-DAB87ECF09BE}"/>
              </a:ext>
            </a:extLst>
          </p:cNvPr>
          <p:cNvSpPr txBox="1"/>
          <p:nvPr/>
        </p:nvSpPr>
        <p:spPr>
          <a:xfrm>
            <a:off x="6137397" y="5121225"/>
            <a:ext cx="351571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Smooth 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More sensitive to choosing correct step size</a:t>
            </a:r>
          </a:p>
        </p:txBody>
      </p:sp>
    </p:spTree>
    <p:extLst>
      <p:ext uri="{BB962C8B-B14F-4D97-AF65-F5344CB8AC3E}">
        <p14:creationId xmlns:p14="http://schemas.microsoft.com/office/powerpoint/2010/main" val="3116248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107D-0AC3-CAD1-E160-A85A28E5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7A051C-6050-4111-09E5-21A88A9B68A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9C9B8-03A7-CFC2-7665-042446070C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2E0CF-5B13-8ACA-8AFE-42A998B7583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is a discrete variant of BNN dynamics introduced by Brown in 1951 and studied by Robinson in the same year. It’s also call Brown-Robinson learning</a:t>
                </a:r>
              </a:p>
              <a:p>
                <a:pPr>
                  <a:spcAft>
                    <a:spcPts val="600"/>
                  </a:spcAft>
                </a:pPr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dirty="0"/>
                  <a:t> is replaced by the ordinal potential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which satisfies the conditions:</a:t>
                </a: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Higher potentials indicate higher payoffs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ordinal potential essentially just stores the order of preferred strategies given the other player’s pure strategy</a:t>
                </a:r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blipFill>
                <a:blip r:embed="rId3"/>
                <a:stretch>
                  <a:fillRect l="-891" t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E4EAC8F-6000-10A4-B4B3-E83DA63C32BE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934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3A223-FA57-A05B-E283-8A76988FB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67B8386-E121-14E4-E970-07FAFF87A6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30CA49-6AD3-B901-4611-8474A786ECB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B4B3FC-B344-507F-6C60-18549F763171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3F1D4C-9BEA-AE59-35CA-555407795EF9}"/>
              </a:ext>
            </a:extLst>
          </p:cNvPr>
          <p:cNvSpPr txBox="1"/>
          <p:nvPr/>
        </p:nvSpPr>
        <p:spPr>
          <a:xfrm>
            <a:off x="170519" y="1807313"/>
            <a:ext cx="109515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Some games may not have ordinal potentials. Matching pennies example: </a:t>
            </a:r>
          </a:p>
          <a:p>
            <a:r>
              <a:rPr lang="en-US" sz="2400" dirty="0"/>
              <a:t>Note that non-degenerate zero sum games do not have an ordinal potential</a:t>
            </a:r>
          </a:p>
          <a:p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83924A-10C2-753A-2104-1786A5B6D082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Games without Ordinal Potentials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8701E-42D7-6564-396E-13EB21357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051178"/>
              </p:ext>
            </p:extLst>
          </p:nvPr>
        </p:nvGraphicFramePr>
        <p:xfrm>
          <a:off x="1304746" y="4617739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B4CECA3-0BCF-23BB-A5A5-641885E5DC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595221"/>
              </p:ext>
            </p:extLst>
          </p:nvPr>
        </p:nvGraphicFramePr>
        <p:xfrm>
          <a:off x="7308448" y="4617739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60CE6EB-AC10-438E-66B9-70ECFCCB1F39}"/>
              </a:ext>
            </a:extLst>
          </p:cNvPr>
          <p:cNvSpPr txBox="1"/>
          <p:nvPr/>
        </p:nvSpPr>
        <p:spPr>
          <a:xfrm rot="16200000">
            <a:off x="5439078" y="5183074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F9DB18-464C-24F4-B296-A62E214D0608}"/>
              </a:ext>
            </a:extLst>
          </p:cNvPr>
          <p:cNvSpPr txBox="1"/>
          <p:nvPr/>
        </p:nvSpPr>
        <p:spPr>
          <a:xfrm>
            <a:off x="6794301" y="474973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A25EF-7365-E63B-AB0F-4C7AA07A51B8}"/>
              </a:ext>
            </a:extLst>
          </p:cNvPr>
          <p:cNvSpPr txBox="1"/>
          <p:nvPr/>
        </p:nvSpPr>
        <p:spPr>
          <a:xfrm>
            <a:off x="6843996" y="57443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405614-59D3-A855-6A66-2AA6994D0548}"/>
              </a:ext>
            </a:extLst>
          </p:cNvPr>
          <p:cNvSpPr txBox="1"/>
          <p:nvPr/>
        </p:nvSpPr>
        <p:spPr>
          <a:xfrm>
            <a:off x="8083593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C4AD53-F618-6259-A2C4-5AF95E943959}"/>
              </a:ext>
            </a:extLst>
          </p:cNvPr>
          <p:cNvSpPr txBox="1"/>
          <p:nvPr/>
        </p:nvSpPr>
        <p:spPr>
          <a:xfrm>
            <a:off x="10100709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CA2F1-0E59-0CC7-99F0-BC31864100A0}"/>
              </a:ext>
            </a:extLst>
          </p:cNvPr>
          <p:cNvSpPr txBox="1"/>
          <p:nvPr/>
        </p:nvSpPr>
        <p:spPr>
          <a:xfrm>
            <a:off x="8315819" y="3489892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B7F153-82A6-2D0D-3439-DB266430C5B8}"/>
              </a:ext>
            </a:extLst>
          </p:cNvPr>
          <p:cNvSpPr txBox="1"/>
          <p:nvPr/>
        </p:nvSpPr>
        <p:spPr>
          <a:xfrm>
            <a:off x="605657" y="2819715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C49C94-572A-B71C-F8F3-EDBE863E782B}"/>
              </a:ext>
            </a:extLst>
          </p:cNvPr>
          <p:cNvSpPr txBox="1"/>
          <p:nvPr/>
        </p:nvSpPr>
        <p:spPr>
          <a:xfrm>
            <a:off x="6537993" y="2819714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73BCB-40EF-DB57-6C6E-0134467FF453}"/>
              </a:ext>
            </a:extLst>
          </p:cNvPr>
          <p:cNvSpPr txBox="1"/>
          <p:nvPr/>
        </p:nvSpPr>
        <p:spPr>
          <a:xfrm rot="16200000">
            <a:off x="-559052" y="5183074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AD080E-D1BE-28CF-0B4E-DF844C1DD079}"/>
              </a:ext>
            </a:extLst>
          </p:cNvPr>
          <p:cNvSpPr txBox="1"/>
          <p:nvPr/>
        </p:nvSpPr>
        <p:spPr>
          <a:xfrm>
            <a:off x="796171" y="474973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893CD0-D27C-1C71-020A-93875B7D5932}"/>
              </a:ext>
            </a:extLst>
          </p:cNvPr>
          <p:cNvSpPr txBox="1"/>
          <p:nvPr/>
        </p:nvSpPr>
        <p:spPr>
          <a:xfrm>
            <a:off x="845866" y="57443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798E47-2766-21C1-6D2A-209A1366B0B4}"/>
              </a:ext>
            </a:extLst>
          </p:cNvPr>
          <p:cNvSpPr txBox="1"/>
          <p:nvPr/>
        </p:nvSpPr>
        <p:spPr>
          <a:xfrm>
            <a:off x="2085463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H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F99AC9-F423-5A47-772D-5F8E7C9D89B2}"/>
              </a:ext>
            </a:extLst>
          </p:cNvPr>
          <p:cNvSpPr txBox="1"/>
          <p:nvPr/>
        </p:nvSpPr>
        <p:spPr>
          <a:xfrm>
            <a:off x="4102579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F63289-1405-8425-9921-B23C51BEBC4C}"/>
              </a:ext>
            </a:extLst>
          </p:cNvPr>
          <p:cNvSpPr txBox="1"/>
          <p:nvPr/>
        </p:nvSpPr>
        <p:spPr>
          <a:xfrm>
            <a:off x="2317689" y="3489892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</p:spTree>
    <p:extLst>
      <p:ext uri="{BB962C8B-B14F-4D97-AF65-F5344CB8AC3E}">
        <p14:creationId xmlns:p14="http://schemas.microsoft.com/office/powerpoint/2010/main" val="3843250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D9D28-A627-4EE0-C261-9AA770A1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6FB80D-92F9-D633-0AF5-B8C65EA2DB8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EEC7C-3D90-3C4C-7644-702F9737BB4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ED08B-3AD0-23F7-5C37-02088E071757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2358DF-3C50-EF31-8C86-2529B9C00244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FB307D2-5901-5B9E-A552-59AFF8CDE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365366"/>
              </p:ext>
            </p:extLst>
          </p:nvPr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7516732-AB60-925A-E474-19623CE84944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CDC322-C3E1-1C24-1C06-F032EA3A5BC6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E78E98-3023-46B9-FB5F-FE7D5AA85DFF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527A57-A1F1-9C14-D48C-103DF6D0805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9D5C40-FFD7-BACE-C46A-8A62DBFF012A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8D3ED7-0FFC-F5E3-A15C-DA898C2D320A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AF4B66-2137-F35D-8A6D-2E689F50AD96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FD1BA9-8D44-12B2-3465-DC744E72ABF9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3AB533E4-8D47-8C53-B134-1795593B2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9684631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B2FA74DE-9DA0-33F4-C5C8-814F0F5D185B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22901-21FA-572E-5DF6-4D3A6F5DE763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822C28-1A8E-2B5F-A15A-3489CFF64A06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C01B34-FBFE-4489-8CE9-11BCCF88532D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1CE074-8A20-337C-AC97-7E0325E455D9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DE9D3A-4BC1-2075-FE74-F146C7978E78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3DA6766-40C1-BF99-3989-343F2F3A794B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6C06F6-2959-F38F-C8D1-8FA7823F169C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2DA0C6-BBF0-C59D-8A96-ADB6ABF15E97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462BA6-5987-A0AA-C233-F61C1694C5AC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10946F1-F4F1-F1A1-B403-AB9203E62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374108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267C489E-708E-FA1C-21D3-0DB12ED85E57}"/>
              </a:ext>
            </a:extLst>
          </p:cNvPr>
          <p:cNvSpPr txBox="1"/>
          <p:nvPr/>
        </p:nvSpPr>
        <p:spPr>
          <a:xfrm>
            <a:off x="8416713" y="6125497"/>
            <a:ext cx="33882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Ordinal Potential</a:t>
            </a:r>
          </a:p>
        </p:txBody>
      </p:sp>
    </p:spTree>
    <p:extLst>
      <p:ext uri="{BB962C8B-B14F-4D97-AF65-F5344CB8AC3E}">
        <p14:creationId xmlns:p14="http://schemas.microsoft.com/office/powerpoint/2010/main" val="708349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0A996-BDEE-BA42-90AF-6F644C2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C6D6F0-18C3-F6E7-AA46-A79C6B3996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14D3BA-A2C2-BBFF-7FCC-3925AA0CFCC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742D6-15FE-C9A5-8ADF-FCF1209FC8A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565577-6A68-8DB7-5A3E-14C47583E643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DD41D-38C1-7926-B88C-80B1B5A599A2}"/>
              </a:ext>
            </a:extLst>
          </p:cNvPr>
          <p:cNvGraphicFramePr>
            <a:graphicFrameLocks noGrp="1"/>
          </p:cNvGraphicFramePr>
          <p:nvPr/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08D1A8-D31D-0531-88D7-B83053BB1A5F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B10272-DDE9-8ECD-526B-B377DF9B20DB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9C823B-9592-DB6E-7F5F-4DC624286C10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523D1E-9BEC-30D8-2CFC-441A9112217A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B9CA0D-A770-4F54-CFA8-413D00B732F9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2E2CA-7186-8647-600D-0C53B77EAD7A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79C5C6-EDB5-75FC-C930-B82E48670FB2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340AE7-56DE-CB95-5763-688F8B3A68C2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D5F28277-88A1-F1D1-5496-2E761E4FCA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984747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2BEA1597-C536-E699-59AD-E31421D5F88B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F1E64E-1E4E-24DE-8527-02B8003473E5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C8BED6-6F25-BD8F-6993-6309C2544F2C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A1C502-7869-7D51-A4D9-329F6D2F82F8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171477-1EA5-AE59-453B-C989A3FAAB5E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1B3E31-E859-8036-6933-40B930D54DE5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9C1F74-3F38-C101-9827-851C3908CE59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1E2CCA-CE30-FB30-EFEB-7B300D611B3B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DC8D44-25DD-73F9-7B80-536EED023C0F}"/>
              </a:ext>
            </a:extLst>
          </p:cNvPr>
          <p:cNvSpPr txBox="1"/>
          <p:nvPr/>
        </p:nvSpPr>
        <p:spPr>
          <a:xfrm>
            <a:off x="842843" y="4453085"/>
            <a:ext cx="5178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48FC04-3572-52D3-CAC8-F1A9117CE1A7}"/>
              </a:ext>
            </a:extLst>
          </p:cNvPr>
          <p:cNvSpPr txBox="1"/>
          <p:nvPr/>
        </p:nvSpPr>
        <p:spPr>
          <a:xfrm>
            <a:off x="6788028" y="4453085"/>
            <a:ext cx="471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4504CC-297A-4742-7E3A-676A80A9FD87}"/>
              </a:ext>
            </a:extLst>
          </p:cNvPr>
          <p:cNvSpPr/>
          <p:nvPr/>
        </p:nvSpPr>
        <p:spPr>
          <a:xfrm>
            <a:off x="1414506" y="5198978"/>
            <a:ext cx="1057716" cy="419978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76A6E8-BE9F-00F7-AA73-2E555DA57A31}"/>
              </a:ext>
            </a:extLst>
          </p:cNvPr>
          <p:cNvSpPr/>
          <p:nvPr/>
        </p:nvSpPr>
        <p:spPr>
          <a:xfrm>
            <a:off x="1426532" y="5705519"/>
            <a:ext cx="1057716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F87AAF-351F-9003-BFB9-7FF45855C987}"/>
              </a:ext>
            </a:extLst>
          </p:cNvPr>
          <p:cNvSpPr/>
          <p:nvPr/>
        </p:nvSpPr>
        <p:spPr>
          <a:xfrm>
            <a:off x="1426532" y="6212060"/>
            <a:ext cx="1057716" cy="419978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5E34-60D8-96F7-5B0E-3C75CFEB767C}"/>
              </a:ext>
            </a:extLst>
          </p:cNvPr>
          <p:cNvSpPr txBox="1"/>
          <p:nvPr/>
        </p:nvSpPr>
        <p:spPr>
          <a:xfrm>
            <a:off x="2472222" y="5187023"/>
            <a:ext cx="4587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Best Response to Other Player’s Strategy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AE1243-5CD9-BF68-7DEA-525ECD79120C}"/>
              </a:ext>
            </a:extLst>
          </p:cNvPr>
          <p:cNvSpPr txBox="1"/>
          <p:nvPr/>
        </p:nvSpPr>
        <p:spPr>
          <a:xfrm>
            <a:off x="2557782" y="6237383"/>
            <a:ext cx="4587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 Response to Other Player’s Strategy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BE61AF-7683-939E-645D-E75A9CE2475B}"/>
              </a:ext>
            </a:extLst>
          </p:cNvPr>
          <p:cNvSpPr txBox="1"/>
          <p:nvPr/>
        </p:nvSpPr>
        <p:spPr>
          <a:xfrm>
            <a:off x="2472222" y="5709783"/>
            <a:ext cx="4977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Medium Response to Other Player’s Strategy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CA8C1-4628-E72F-93EA-DC3306A07424}"/>
              </a:ext>
            </a:extLst>
          </p:cNvPr>
          <p:cNvSpPr/>
          <p:nvPr/>
        </p:nvSpPr>
        <p:spPr>
          <a:xfrm>
            <a:off x="1049227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18E36C-1F33-4219-0178-2A64C9CD2B85}"/>
              </a:ext>
            </a:extLst>
          </p:cNvPr>
          <p:cNvSpPr/>
          <p:nvPr/>
        </p:nvSpPr>
        <p:spPr>
          <a:xfrm>
            <a:off x="2588621" y="3181556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535352-E9E0-340B-AD7D-652A4B54B48B}"/>
              </a:ext>
            </a:extLst>
          </p:cNvPr>
          <p:cNvSpPr/>
          <p:nvPr/>
        </p:nvSpPr>
        <p:spPr>
          <a:xfrm>
            <a:off x="4179249" y="2569008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5EA35B-26BF-8C5A-9BC0-957713507E1E}"/>
              </a:ext>
            </a:extLst>
          </p:cNvPr>
          <p:cNvSpPr/>
          <p:nvPr/>
        </p:nvSpPr>
        <p:spPr>
          <a:xfrm>
            <a:off x="6918549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467D6E-18A2-2773-751F-735980A440CB}"/>
              </a:ext>
            </a:extLst>
          </p:cNvPr>
          <p:cNvSpPr/>
          <p:nvPr/>
        </p:nvSpPr>
        <p:spPr>
          <a:xfrm>
            <a:off x="8458641" y="3189363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D45CDC-183D-F24A-8A0C-62E69A817779}"/>
              </a:ext>
            </a:extLst>
          </p:cNvPr>
          <p:cNvSpPr/>
          <p:nvPr/>
        </p:nvSpPr>
        <p:spPr>
          <a:xfrm>
            <a:off x="10027867" y="3827326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B332F7-575F-987F-6F52-059E5FB3AA34}"/>
              </a:ext>
            </a:extLst>
          </p:cNvPr>
          <p:cNvSpPr/>
          <p:nvPr/>
        </p:nvSpPr>
        <p:spPr>
          <a:xfrm>
            <a:off x="4195208" y="3189363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C83BDA-AE0D-D02B-B261-7B58CF38A916}"/>
              </a:ext>
            </a:extLst>
          </p:cNvPr>
          <p:cNvSpPr/>
          <p:nvPr/>
        </p:nvSpPr>
        <p:spPr>
          <a:xfrm>
            <a:off x="10052070" y="3196994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980BB05-13B5-5A41-EAD8-347538AEE35D}"/>
              </a:ext>
            </a:extLst>
          </p:cNvPr>
          <p:cNvSpPr/>
          <p:nvPr/>
        </p:nvSpPr>
        <p:spPr>
          <a:xfrm>
            <a:off x="10041483" y="2562473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75FC359-7201-AC65-BCC8-CD2E33A66F42}"/>
              </a:ext>
            </a:extLst>
          </p:cNvPr>
          <p:cNvSpPr/>
          <p:nvPr/>
        </p:nvSpPr>
        <p:spPr>
          <a:xfrm>
            <a:off x="6912894" y="3199025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516046-E450-C01B-4234-78E7F2F57960}"/>
              </a:ext>
            </a:extLst>
          </p:cNvPr>
          <p:cNvSpPr/>
          <p:nvPr/>
        </p:nvSpPr>
        <p:spPr>
          <a:xfrm>
            <a:off x="4182870" y="3816432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EB78EF-C274-98F3-C8BA-1B4779C6EA04}"/>
              </a:ext>
            </a:extLst>
          </p:cNvPr>
          <p:cNvSpPr/>
          <p:nvPr/>
        </p:nvSpPr>
        <p:spPr>
          <a:xfrm>
            <a:off x="2588621" y="38095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1E1AB18-80C0-8657-F676-0FD8C3E8C186}"/>
              </a:ext>
            </a:extLst>
          </p:cNvPr>
          <p:cNvSpPr/>
          <p:nvPr/>
        </p:nvSpPr>
        <p:spPr>
          <a:xfrm>
            <a:off x="2586505" y="2561051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DC4120-4B1B-A019-1B3B-4ACCDC015BCC}"/>
              </a:ext>
            </a:extLst>
          </p:cNvPr>
          <p:cNvSpPr/>
          <p:nvPr/>
        </p:nvSpPr>
        <p:spPr>
          <a:xfrm>
            <a:off x="1033767" y="3189363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CA439E7-D8F2-E7EA-630D-3D3203334195}"/>
              </a:ext>
            </a:extLst>
          </p:cNvPr>
          <p:cNvSpPr/>
          <p:nvPr/>
        </p:nvSpPr>
        <p:spPr>
          <a:xfrm>
            <a:off x="1042057" y="3816255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0F54D7A-A879-FFFF-65DC-E80FCA8755ED}"/>
              </a:ext>
            </a:extLst>
          </p:cNvPr>
          <p:cNvSpPr/>
          <p:nvPr/>
        </p:nvSpPr>
        <p:spPr>
          <a:xfrm>
            <a:off x="8428213" y="25604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7DD6D4-DF10-9900-E187-D2F39A9B2604}"/>
              </a:ext>
            </a:extLst>
          </p:cNvPr>
          <p:cNvSpPr/>
          <p:nvPr/>
        </p:nvSpPr>
        <p:spPr>
          <a:xfrm>
            <a:off x="8458641" y="3816016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1DC0D8F-C21B-58FE-B416-0BB204EC2AE3}"/>
              </a:ext>
            </a:extLst>
          </p:cNvPr>
          <p:cNvSpPr/>
          <p:nvPr/>
        </p:nvSpPr>
        <p:spPr>
          <a:xfrm>
            <a:off x="6892695" y="3817032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131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BD7B6-0B05-208A-9C7E-02A4422C4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B3CA4A6-F4E2-3D12-3437-281004147EF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FE3F1E-B7C3-7DB3-C150-C800620309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0579F8-B535-1F1C-F541-1645A8605263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9E5A75-5971-B84E-F4E2-C19E623F688B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C150D3-BC70-C872-BAA8-5775779159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23537"/>
              </p:ext>
            </p:extLst>
          </p:nvPr>
        </p:nvGraphicFramePr>
        <p:xfrm>
          <a:off x="1193378" y="314226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D9DBA74-66DC-96A0-E6DA-E85EB01211B8}"/>
              </a:ext>
            </a:extLst>
          </p:cNvPr>
          <p:cNvSpPr txBox="1"/>
          <p:nvPr/>
        </p:nvSpPr>
        <p:spPr>
          <a:xfrm>
            <a:off x="8543924" y="21975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7FD927-B662-3D20-6D7F-5B7C9EEE604A}"/>
              </a:ext>
            </a:extLst>
          </p:cNvPr>
          <p:cNvSpPr txBox="1"/>
          <p:nvPr/>
        </p:nvSpPr>
        <p:spPr>
          <a:xfrm rot="16200000">
            <a:off x="-465591" y="3662905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1A8CB2-976A-CD8E-7EDD-7550ACF05026}"/>
              </a:ext>
            </a:extLst>
          </p:cNvPr>
          <p:cNvSpPr txBox="1"/>
          <p:nvPr/>
        </p:nvSpPr>
        <p:spPr>
          <a:xfrm>
            <a:off x="728926" y="31702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1283B0-0540-FC93-4DF4-1C6ECC0D4C06}"/>
              </a:ext>
            </a:extLst>
          </p:cNvPr>
          <p:cNvSpPr txBox="1"/>
          <p:nvPr/>
        </p:nvSpPr>
        <p:spPr>
          <a:xfrm>
            <a:off x="728926" y="376491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DE9D88-8C43-D424-F086-BD1F83E329A6}"/>
              </a:ext>
            </a:extLst>
          </p:cNvPr>
          <p:cNvSpPr txBox="1"/>
          <p:nvPr/>
        </p:nvSpPr>
        <p:spPr>
          <a:xfrm>
            <a:off x="728926" y="442689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3343D6-8F40-ACFC-7FD9-3E5EE1EEC32E}"/>
              </a:ext>
            </a:extLst>
          </p:cNvPr>
          <p:cNvSpPr txBox="1"/>
          <p:nvPr/>
        </p:nvSpPr>
        <p:spPr>
          <a:xfrm>
            <a:off x="1733948" y="2591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87CB96-FFDD-2D42-BF3C-70F9AB9D76C6}"/>
              </a:ext>
            </a:extLst>
          </p:cNvPr>
          <p:cNvSpPr txBox="1"/>
          <p:nvPr/>
        </p:nvSpPr>
        <p:spPr>
          <a:xfrm>
            <a:off x="3342509" y="258542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9EBE51-CDE5-CBC2-63E6-EE9650893E12}"/>
              </a:ext>
            </a:extLst>
          </p:cNvPr>
          <p:cNvSpPr txBox="1"/>
          <p:nvPr/>
        </p:nvSpPr>
        <p:spPr>
          <a:xfrm>
            <a:off x="4739149" y="258542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23274C3A-4211-3BAF-FBAF-89A8531DA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995803"/>
              </p:ext>
            </p:extLst>
          </p:nvPr>
        </p:nvGraphicFramePr>
        <p:xfrm>
          <a:off x="7064694" y="314226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AAA2631-C6AA-FF27-8CE4-C63AC1685DBF}"/>
              </a:ext>
            </a:extLst>
          </p:cNvPr>
          <p:cNvSpPr txBox="1"/>
          <p:nvPr/>
        </p:nvSpPr>
        <p:spPr>
          <a:xfrm>
            <a:off x="6569814" y="31702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A44A0B-83E2-B8E9-539A-5DE2A6C0D20A}"/>
              </a:ext>
            </a:extLst>
          </p:cNvPr>
          <p:cNvSpPr txBox="1"/>
          <p:nvPr/>
        </p:nvSpPr>
        <p:spPr>
          <a:xfrm>
            <a:off x="6569814" y="376491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075117-662E-2358-3E15-640CA30C7238}"/>
              </a:ext>
            </a:extLst>
          </p:cNvPr>
          <p:cNvSpPr txBox="1"/>
          <p:nvPr/>
        </p:nvSpPr>
        <p:spPr>
          <a:xfrm>
            <a:off x="6569814" y="442689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4E7C6B-C301-370D-EB7B-D1F32A23F470}"/>
              </a:ext>
            </a:extLst>
          </p:cNvPr>
          <p:cNvSpPr txBox="1"/>
          <p:nvPr/>
        </p:nvSpPr>
        <p:spPr>
          <a:xfrm>
            <a:off x="7627370" y="260265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56E62F-AB5D-3CBB-D236-93377E5C00CE}"/>
              </a:ext>
            </a:extLst>
          </p:cNvPr>
          <p:cNvSpPr txBox="1"/>
          <p:nvPr/>
        </p:nvSpPr>
        <p:spPr>
          <a:xfrm>
            <a:off x="9235931" y="259696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23EAE8-2167-469F-D8F1-364F18DBFD48}"/>
              </a:ext>
            </a:extLst>
          </p:cNvPr>
          <p:cNvSpPr txBox="1"/>
          <p:nvPr/>
        </p:nvSpPr>
        <p:spPr>
          <a:xfrm>
            <a:off x="10632571" y="259696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80A796-7ADE-1BFC-2A0C-D47DEE86DBC3}"/>
              </a:ext>
            </a:extLst>
          </p:cNvPr>
          <p:cNvSpPr txBox="1"/>
          <p:nvPr/>
        </p:nvSpPr>
        <p:spPr>
          <a:xfrm>
            <a:off x="2650502" y="220673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F99475-DAD7-AC92-8E07-0C0EB53634C0}"/>
              </a:ext>
            </a:extLst>
          </p:cNvPr>
          <p:cNvSpPr txBox="1"/>
          <p:nvPr/>
        </p:nvSpPr>
        <p:spPr>
          <a:xfrm rot="16200000">
            <a:off x="5403599" y="365514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E03311-FBED-F4AF-F15C-B337E9B59096}"/>
              </a:ext>
            </a:extLst>
          </p:cNvPr>
          <p:cNvSpPr txBox="1"/>
          <p:nvPr/>
        </p:nvSpPr>
        <p:spPr>
          <a:xfrm>
            <a:off x="4633715" y="1700482"/>
            <a:ext cx="33882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Ordinal Potential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175D41-E78A-1A11-64B6-B9760DBADAD6}"/>
              </a:ext>
            </a:extLst>
          </p:cNvPr>
          <p:cNvSpPr txBox="1"/>
          <p:nvPr/>
        </p:nvSpPr>
        <p:spPr>
          <a:xfrm>
            <a:off x="917489" y="5050874"/>
            <a:ext cx="5178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Perspective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ACC73-7CB6-44B5-4D73-2B44B131A0C1}"/>
              </a:ext>
            </a:extLst>
          </p:cNvPr>
          <p:cNvSpPr txBox="1"/>
          <p:nvPr/>
        </p:nvSpPr>
        <p:spPr>
          <a:xfrm>
            <a:off x="6862674" y="5050874"/>
            <a:ext cx="471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Perspective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FB898-FE21-1F7A-2AF0-8A87615C4AB0}"/>
              </a:ext>
            </a:extLst>
          </p:cNvPr>
          <p:cNvSpPr/>
          <p:nvPr/>
        </p:nvSpPr>
        <p:spPr>
          <a:xfrm>
            <a:off x="1223974" y="3143740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9760E1-C36D-B3AD-D66D-21523F8E5CEC}"/>
              </a:ext>
            </a:extLst>
          </p:cNvPr>
          <p:cNvSpPr/>
          <p:nvPr/>
        </p:nvSpPr>
        <p:spPr>
          <a:xfrm>
            <a:off x="2763368" y="3762823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BA9F9C5-C5FD-E13F-21AA-C6234B668DEE}"/>
              </a:ext>
            </a:extLst>
          </p:cNvPr>
          <p:cNvSpPr/>
          <p:nvPr/>
        </p:nvSpPr>
        <p:spPr>
          <a:xfrm>
            <a:off x="4353996" y="3150275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576B09-188A-0649-47A5-299CE48A24AC}"/>
              </a:ext>
            </a:extLst>
          </p:cNvPr>
          <p:cNvSpPr/>
          <p:nvPr/>
        </p:nvSpPr>
        <p:spPr>
          <a:xfrm>
            <a:off x="4369955" y="3770630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32292B-8CDE-7899-4029-26DB1BB241C1}"/>
              </a:ext>
            </a:extLst>
          </p:cNvPr>
          <p:cNvSpPr/>
          <p:nvPr/>
        </p:nvSpPr>
        <p:spPr>
          <a:xfrm>
            <a:off x="4357617" y="4397699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F9D408-7582-9588-6D08-CE64C64B6B50}"/>
              </a:ext>
            </a:extLst>
          </p:cNvPr>
          <p:cNvSpPr/>
          <p:nvPr/>
        </p:nvSpPr>
        <p:spPr>
          <a:xfrm>
            <a:off x="2763368" y="4390809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FB12F3-E0BA-C2D8-77B1-4B348871E8B2}"/>
              </a:ext>
            </a:extLst>
          </p:cNvPr>
          <p:cNvSpPr/>
          <p:nvPr/>
        </p:nvSpPr>
        <p:spPr>
          <a:xfrm>
            <a:off x="2761252" y="3142318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F109FD-A497-D013-66D0-9BC4F361E1FF}"/>
              </a:ext>
            </a:extLst>
          </p:cNvPr>
          <p:cNvSpPr/>
          <p:nvPr/>
        </p:nvSpPr>
        <p:spPr>
          <a:xfrm>
            <a:off x="1208514" y="3770630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649CFE-2A08-80D2-6069-83727FC40F84}"/>
              </a:ext>
            </a:extLst>
          </p:cNvPr>
          <p:cNvSpPr/>
          <p:nvPr/>
        </p:nvSpPr>
        <p:spPr>
          <a:xfrm>
            <a:off x="1216804" y="4397522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70A18C-9CEA-6389-9C1D-E0B52AA7D46F}"/>
              </a:ext>
            </a:extLst>
          </p:cNvPr>
          <p:cNvSpPr/>
          <p:nvPr/>
        </p:nvSpPr>
        <p:spPr>
          <a:xfrm>
            <a:off x="7085170" y="3153114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4AEBE4-F641-CBA0-A7F2-810CCD149E06}"/>
              </a:ext>
            </a:extLst>
          </p:cNvPr>
          <p:cNvSpPr/>
          <p:nvPr/>
        </p:nvSpPr>
        <p:spPr>
          <a:xfrm>
            <a:off x="8625262" y="3780004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E7ED3D1-3F56-A581-DC8B-26D02869BB77}"/>
              </a:ext>
            </a:extLst>
          </p:cNvPr>
          <p:cNvSpPr/>
          <p:nvPr/>
        </p:nvSpPr>
        <p:spPr>
          <a:xfrm>
            <a:off x="10194488" y="4417967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476A6E1-8FB5-0361-A8E5-5020C7002C0B}"/>
              </a:ext>
            </a:extLst>
          </p:cNvPr>
          <p:cNvSpPr/>
          <p:nvPr/>
        </p:nvSpPr>
        <p:spPr>
          <a:xfrm>
            <a:off x="10218691" y="3787635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848FD76-7368-060B-76A0-5BA5616EF9CF}"/>
              </a:ext>
            </a:extLst>
          </p:cNvPr>
          <p:cNvSpPr/>
          <p:nvPr/>
        </p:nvSpPr>
        <p:spPr>
          <a:xfrm>
            <a:off x="10208104" y="3153114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F92EBB-EA26-9047-C7CD-64B07E65951E}"/>
              </a:ext>
            </a:extLst>
          </p:cNvPr>
          <p:cNvSpPr/>
          <p:nvPr/>
        </p:nvSpPr>
        <p:spPr>
          <a:xfrm>
            <a:off x="7079515" y="3789666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53F5E39-5293-611B-96A2-C8D5EAE834F4}"/>
              </a:ext>
            </a:extLst>
          </p:cNvPr>
          <p:cNvSpPr/>
          <p:nvPr/>
        </p:nvSpPr>
        <p:spPr>
          <a:xfrm>
            <a:off x="8594834" y="3151083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6018E4F-9D01-6B94-A8B2-7421505E3749}"/>
              </a:ext>
            </a:extLst>
          </p:cNvPr>
          <p:cNvSpPr/>
          <p:nvPr/>
        </p:nvSpPr>
        <p:spPr>
          <a:xfrm>
            <a:off x="8625262" y="4406657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B6E839-BC58-6183-EAF4-2402C5A2F422}"/>
              </a:ext>
            </a:extLst>
          </p:cNvPr>
          <p:cNvSpPr/>
          <p:nvPr/>
        </p:nvSpPr>
        <p:spPr>
          <a:xfrm>
            <a:off x="7059316" y="4407673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3E72E1-8448-390D-E33C-3241B8B9652F}"/>
              </a:ext>
            </a:extLst>
          </p:cNvPr>
          <p:cNvSpPr txBox="1"/>
          <p:nvPr/>
        </p:nvSpPr>
        <p:spPr>
          <a:xfrm>
            <a:off x="1747088" y="6004270"/>
            <a:ext cx="916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Ordinal Potential preserves preferences of both players</a:t>
            </a:r>
          </a:p>
        </p:txBody>
      </p:sp>
    </p:spTree>
    <p:extLst>
      <p:ext uri="{BB962C8B-B14F-4D97-AF65-F5344CB8AC3E}">
        <p14:creationId xmlns:p14="http://schemas.microsoft.com/office/powerpoint/2010/main" val="785703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35D7D-56BB-8530-4921-2E4BE0DF3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7502523-8660-A4A9-E5A3-D186067F60B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E7BD85-0074-F4D0-0E3F-3A4583F656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A56C9-E596-0099-A223-9C7247504B41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BD70C-15F1-8C5E-D37E-6CCF5B3C1AB3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9AF37B-55C8-CFEE-C419-96BA929052E8}"/>
              </a:ext>
            </a:extLst>
          </p:cNvPr>
          <p:cNvGraphicFramePr>
            <a:graphicFrameLocks noGrp="1"/>
          </p:cNvGraphicFramePr>
          <p:nvPr/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C3BDC9D-417B-3693-2534-B281BC2B156F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528F44-A6F8-FB2D-7D50-CE96CB20588A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F4902-53FB-FF24-AFB6-5D3EF19B3EEC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9473E7-7A9B-0FC7-D8A6-37FC6394013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466E96-08BC-23DA-FB97-7391FEF75788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046738-D2B1-66D3-EB5C-CFDD5D2C92A7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1976B3-DF17-D7AF-22B6-E5E0D2B86DE6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DDF14A-0469-12B9-C409-477338CACDB8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6A6BE65E-F7BB-7F70-EB03-4B7733573B46}"/>
              </a:ext>
            </a:extLst>
          </p:cNvPr>
          <p:cNvGraphicFramePr>
            <a:graphicFrameLocks noGrp="1"/>
          </p:cNvGraphicFramePr>
          <p:nvPr/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CE05F09-6240-9C24-581E-95527CD7E63D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ADE8A5-BAE7-3C54-B5FB-C80FD767223E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26CC2A-47ED-6647-5146-80DF94FE53FA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8C4A3F-5539-A69F-E1D2-B5F04403BA51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BD9F78-9806-EAB2-FDB5-C28C5E6D2012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EBC20F-1FD6-7AB4-F8C1-54772EE9F013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A2DC1F-16A7-B4A5-C9E9-45E75ACCE07D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F36DB7-27CE-19E8-DEFC-DA9A11C925F4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2D472B-F259-F304-8F42-41A0B402975D}"/>
              </a:ext>
            </a:extLst>
          </p:cNvPr>
          <p:cNvSpPr/>
          <p:nvPr/>
        </p:nvSpPr>
        <p:spPr>
          <a:xfrm>
            <a:off x="1049227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313AF9-04A2-A7F3-3154-F170A0DD6B23}"/>
              </a:ext>
            </a:extLst>
          </p:cNvPr>
          <p:cNvSpPr/>
          <p:nvPr/>
        </p:nvSpPr>
        <p:spPr>
          <a:xfrm>
            <a:off x="2588621" y="3181556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3D4AD6-A33A-E504-DEA0-43B7459DF90A}"/>
              </a:ext>
            </a:extLst>
          </p:cNvPr>
          <p:cNvSpPr/>
          <p:nvPr/>
        </p:nvSpPr>
        <p:spPr>
          <a:xfrm>
            <a:off x="4179249" y="2569008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E0CEDD-A922-EBBF-9D9C-E79A02FA1A35}"/>
              </a:ext>
            </a:extLst>
          </p:cNvPr>
          <p:cNvSpPr/>
          <p:nvPr/>
        </p:nvSpPr>
        <p:spPr>
          <a:xfrm>
            <a:off x="6918549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35DBCF-A36D-31AB-C601-D46AB181B863}"/>
              </a:ext>
            </a:extLst>
          </p:cNvPr>
          <p:cNvSpPr/>
          <p:nvPr/>
        </p:nvSpPr>
        <p:spPr>
          <a:xfrm>
            <a:off x="8458641" y="3189363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CC4185-EBC0-96A4-B6C6-D60F38585736}"/>
              </a:ext>
            </a:extLst>
          </p:cNvPr>
          <p:cNvSpPr/>
          <p:nvPr/>
        </p:nvSpPr>
        <p:spPr>
          <a:xfrm>
            <a:off x="10027867" y="3827326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23C366-5DE9-D4C9-5529-513E232DC3C5}"/>
              </a:ext>
            </a:extLst>
          </p:cNvPr>
          <p:cNvSpPr/>
          <p:nvPr/>
        </p:nvSpPr>
        <p:spPr>
          <a:xfrm>
            <a:off x="4195208" y="3189363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CB9723-7AC4-80BB-97AD-7317A8AE92D2}"/>
              </a:ext>
            </a:extLst>
          </p:cNvPr>
          <p:cNvSpPr/>
          <p:nvPr/>
        </p:nvSpPr>
        <p:spPr>
          <a:xfrm>
            <a:off x="10052070" y="3196994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D703B-1580-3522-40F1-A81CA616F153}"/>
              </a:ext>
            </a:extLst>
          </p:cNvPr>
          <p:cNvSpPr/>
          <p:nvPr/>
        </p:nvSpPr>
        <p:spPr>
          <a:xfrm>
            <a:off x="10041483" y="2562473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1AC76F8-D26D-F514-372C-1FD568E3172B}"/>
              </a:ext>
            </a:extLst>
          </p:cNvPr>
          <p:cNvSpPr/>
          <p:nvPr/>
        </p:nvSpPr>
        <p:spPr>
          <a:xfrm>
            <a:off x="6912894" y="3199025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DACA56-6EE2-868E-F281-CECF2EA5117E}"/>
              </a:ext>
            </a:extLst>
          </p:cNvPr>
          <p:cNvSpPr/>
          <p:nvPr/>
        </p:nvSpPr>
        <p:spPr>
          <a:xfrm>
            <a:off x="4182870" y="3816432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38D1D9-F9BA-90E6-9B3E-7B1BBD0C51CB}"/>
              </a:ext>
            </a:extLst>
          </p:cNvPr>
          <p:cNvSpPr/>
          <p:nvPr/>
        </p:nvSpPr>
        <p:spPr>
          <a:xfrm>
            <a:off x="2588621" y="38095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58CC9E4-9410-F5B9-014F-0AAF02AA0C63}"/>
              </a:ext>
            </a:extLst>
          </p:cNvPr>
          <p:cNvSpPr/>
          <p:nvPr/>
        </p:nvSpPr>
        <p:spPr>
          <a:xfrm>
            <a:off x="2586505" y="2561051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685B44-094F-A06E-A610-683E0827D44D}"/>
              </a:ext>
            </a:extLst>
          </p:cNvPr>
          <p:cNvSpPr/>
          <p:nvPr/>
        </p:nvSpPr>
        <p:spPr>
          <a:xfrm>
            <a:off x="1033767" y="3189363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25F01A4-E74C-F89D-A97B-9384C061E244}"/>
              </a:ext>
            </a:extLst>
          </p:cNvPr>
          <p:cNvSpPr/>
          <p:nvPr/>
        </p:nvSpPr>
        <p:spPr>
          <a:xfrm>
            <a:off x="1042057" y="3816255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A586B0-FAEF-5E5B-35D4-DF88131C3923}"/>
              </a:ext>
            </a:extLst>
          </p:cNvPr>
          <p:cNvSpPr/>
          <p:nvPr/>
        </p:nvSpPr>
        <p:spPr>
          <a:xfrm>
            <a:off x="8428213" y="25604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60FEFE-0467-1AFF-6B0D-0A7FF8F2453A}"/>
              </a:ext>
            </a:extLst>
          </p:cNvPr>
          <p:cNvSpPr/>
          <p:nvPr/>
        </p:nvSpPr>
        <p:spPr>
          <a:xfrm>
            <a:off x="8458641" y="3816016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FDDAC6-6BBE-C2BB-85D6-4B256196AC0E}"/>
              </a:ext>
            </a:extLst>
          </p:cNvPr>
          <p:cNvSpPr/>
          <p:nvPr/>
        </p:nvSpPr>
        <p:spPr>
          <a:xfrm>
            <a:off x="6892695" y="3817032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0F20D1-9468-E65D-40AC-3EED1AB77517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3F8730-02BA-C921-2633-523B220310AD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A37D95E0-B41F-551D-DE81-20DB5A8504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277573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534DCA06-88BF-4AB2-7FEB-EBA2F17F3F59}"/>
              </a:ext>
            </a:extLst>
          </p:cNvPr>
          <p:cNvSpPr txBox="1"/>
          <p:nvPr/>
        </p:nvSpPr>
        <p:spPr>
          <a:xfrm>
            <a:off x="8511713" y="5503073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12458BE8-8E4A-FF2F-CE54-68B36A684BBC}"/>
              </a:ext>
            </a:extLst>
          </p:cNvPr>
          <p:cNvSpPr/>
          <p:nvPr/>
        </p:nvSpPr>
        <p:spPr>
          <a:xfrm rot="16200000">
            <a:off x="4505319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11C329BA-2958-DCCD-60B7-5CB23BB1B679}"/>
              </a:ext>
            </a:extLst>
          </p:cNvPr>
          <p:cNvSpPr/>
          <p:nvPr/>
        </p:nvSpPr>
        <p:spPr>
          <a:xfrm>
            <a:off x="9354097" y="608784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38626677-374C-D435-5BE5-0C88CCDCAB19}"/>
              </a:ext>
            </a:extLst>
          </p:cNvPr>
          <p:cNvSpPr/>
          <p:nvPr/>
        </p:nvSpPr>
        <p:spPr>
          <a:xfrm>
            <a:off x="9354096" y="651535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DC9C95-E1E8-3974-2C62-49F32FA8D506}"/>
              </a:ext>
            </a:extLst>
          </p:cNvPr>
          <p:cNvSpPr txBox="1"/>
          <p:nvPr/>
        </p:nvSpPr>
        <p:spPr>
          <a:xfrm>
            <a:off x="9687897" y="601244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138476-1764-DC4B-A2BA-F0978BE1537A}"/>
              </a:ext>
            </a:extLst>
          </p:cNvPr>
          <p:cNvSpPr txBox="1"/>
          <p:nvPr/>
        </p:nvSpPr>
        <p:spPr>
          <a:xfrm>
            <a:off x="9645620" y="644502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14E8137-2F53-25FA-D09C-987161834DA5}"/>
              </a:ext>
            </a:extLst>
          </p:cNvPr>
          <p:cNvSpPr/>
          <p:nvPr/>
        </p:nvSpPr>
        <p:spPr>
          <a:xfrm rot="5400000">
            <a:off x="4489359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D39FB1AF-B6DF-40B6-A5E8-6EB402B75721}"/>
              </a:ext>
            </a:extLst>
          </p:cNvPr>
          <p:cNvSpPr/>
          <p:nvPr/>
        </p:nvSpPr>
        <p:spPr>
          <a:xfrm rot="5400000">
            <a:off x="4505318" y="648310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20FB242-20BA-826A-EB9B-2E9344B2545C}"/>
              </a:ext>
            </a:extLst>
          </p:cNvPr>
          <p:cNvSpPr/>
          <p:nvPr/>
        </p:nvSpPr>
        <p:spPr>
          <a:xfrm rot="5400000">
            <a:off x="4505318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4EC375A5-2975-6611-EC97-D274C3D09184}"/>
              </a:ext>
            </a:extLst>
          </p:cNvPr>
          <p:cNvSpPr/>
          <p:nvPr/>
        </p:nvSpPr>
        <p:spPr>
          <a:xfrm rot="5400000">
            <a:off x="6001405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4D7F793C-FCBD-7091-FD32-87CF3442E36A}"/>
              </a:ext>
            </a:extLst>
          </p:cNvPr>
          <p:cNvSpPr/>
          <p:nvPr/>
        </p:nvSpPr>
        <p:spPr>
          <a:xfrm rot="5400000">
            <a:off x="5998405" y="649091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1F9B03D2-F449-C626-2738-FFD8249FA0E1}"/>
              </a:ext>
            </a:extLst>
          </p:cNvPr>
          <p:cNvSpPr/>
          <p:nvPr/>
        </p:nvSpPr>
        <p:spPr>
          <a:xfrm rot="16200000">
            <a:off x="5998406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C0191767-DC09-73F3-A98C-9F4C521112AD}"/>
              </a:ext>
            </a:extLst>
          </p:cNvPr>
          <p:cNvSpPr/>
          <p:nvPr/>
        </p:nvSpPr>
        <p:spPr>
          <a:xfrm rot="5400000">
            <a:off x="7476618" y="587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40D1FE4D-46BA-F380-626C-D05D92791694}"/>
              </a:ext>
            </a:extLst>
          </p:cNvPr>
          <p:cNvSpPr/>
          <p:nvPr/>
        </p:nvSpPr>
        <p:spPr>
          <a:xfrm rot="5400000">
            <a:off x="7476617" y="64721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30FB9921-6B0E-1EE8-1C58-93B34B907BCB}"/>
              </a:ext>
            </a:extLst>
          </p:cNvPr>
          <p:cNvSpPr/>
          <p:nvPr/>
        </p:nvSpPr>
        <p:spPr>
          <a:xfrm rot="16200000">
            <a:off x="7480878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C47B25DC-3946-7A8A-B979-BDC1B0EC34B6}"/>
              </a:ext>
            </a:extLst>
          </p:cNvPr>
          <p:cNvSpPr/>
          <p:nvPr/>
        </p:nvSpPr>
        <p:spPr>
          <a:xfrm rot="5400000">
            <a:off x="5997040" y="52390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D7F97CAA-F8AA-C945-0B16-0FD49CCD2C9A}"/>
              </a:ext>
            </a:extLst>
          </p:cNvPr>
          <p:cNvSpPr/>
          <p:nvPr/>
        </p:nvSpPr>
        <p:spPr>
          <a:xfrm rot="5400000">
            <a:off x="7485336" y="46682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BC026F3F-86BE-02BF-3105-27CCF8F8E498}"/>
              </a:ext>
            </a:extLst>
          </p:cNvPr>
          <p:cNvSpPr/>
          <p:nvPr/>
        </p:nvSpPr>
        <p:spPr>
          <a:xfrm rot="10800000">
            <a:off x="5235381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66FBD24E-90A7-7727-4F47-89A5390D76DE}"/>
              </a:ext>
            </a:extLst>
          </p:cNvPr>
          <p:cNvSpPr/>
          <p:nvPr/>
        </p:nvSpPr>
        <p:spPr>
          <a:xfrm>
            <a:off x="6860639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A915BFD-6996-B44D-4939-08357F578984}"/>
              </a:ext>
            </a:extLst>
          </p:cNvPr>
          <p:cNvSpPr/>
          <p:nvPr/>
        </p:nvSpPr>
        <p:spPr>
          <a:xfrm>
            <a:off x="8204562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366FD105-B532-14E2-2AD1-C911B2A7990A}"/>
              </a:ext>
            </a:extLst>
          </p:cNvPr>
          <p:cNvSpPr/>
          <p:nvPr/>
        </p:nvSpPr>
        <p:spPr>
          <a:xfrm>
            <a:off x="3711539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D9E130D5-7C7E-422F-1CBC-33390AD2A6BA}"/>
              </a:ext>
            </a:extLst>
          </p:cNvPr>
          <p:cNvSpPr/>
          <p:nvPr/>
        </p:nvSpPr>
        <p:spPr>
          <a:xfrm>
            <a:off x="524077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A0F77E84-D888-D5B2-F123-7DAF7E1AF57F}"/>
              </a:ext>
            </a:extLst>
          </p:cNvPr>
          <p:cNvSpPr/>
          <p:nvPr/>
        </p:nvSpPr>
        <p:spPr>
          <a:xfrm>
            <a:off x="372095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804A6EE0-D0D9-E5A6-AC58-2B87BD8F345D}"/>
              </a:ext>
            </a:extLst>
          </p:cNvPr>
          <p:cNvSpPr/>
          <p:nvPr/>
        </p:nvSpPr>
        <p:spPr>
          <a:xfrm rot="10800000">
            <a:off x="6812041" y="55081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E5118D69-16AA-8C9A-B491-E2F6E7AB15F2}"/>
              </a:ext>
            </a:extLst>
          </p:cNvPr>
          <p:cNvSpPr/>
          <p:nvPr/>
        </p:nvSpPr>
        <p:spPr>
          <a:xfrm>
            <a:off x="8214451" y="55063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8A8CA079-7697-7302-4711-5353008C08BF}"/>
              </a:ext>
            </a:extLst>
          </p:cNvPr>
          <p:cNvSpPr/>
          <p:nvPr/>
        </p:nvSpPr>
        <p:spPr>
          <a:xfrm>
            <a:off x="5240769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2575744F-ACFB-1009-682F-1DDC907F45A2}"/>
              </a:ext>
            </a:extLst>
          </p:cNvPr>
          <p:cNvSpPr/>
          <p:nvPr/>
        </p:nvSpPr>
        <p:spPr>
          <a:xfrm rot="10800000">
            <a:off x="3711538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8D28D3C4-9F32-FEE9-ACDC-1108FFBA215D}"/>
              </a:ext>
            </a:extLst>
          </p:cNvPr>
          <p:cNvSpPr/>
          <p:nvPr/>
        </p:nvSpPr>
        <p:spPr>
          <a:xfrm>
            <a:off x="6868012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F1F09600-05E2-2638-7746-81652E5FAABE}"/>
              </a:ext>
            </a:extLst>
          </p:cNvPr>
          <p:cNvSpPr/>
          <p:nvPr/>
        </p:nvSpPr>
        <p:spPr>
          <a:xfrm rot="10800000">
            <a:off x="8141194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9618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7E8C-4D08-3862-6961-A8C30159D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F169426-4FBA-C821-E5A6-18818AB751A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40F37D-F69B-2F08-E871-E113450CFC0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96A02-3F65-3DC1-557A-2DC558230A55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1CC83E-66F7-FB0D-3918-D70379529642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418208CC-B283-3899-CB8B-CA21FBE0C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599939"/>
              </p:ext>
            </p:extLst>
          </p:nvPr>
        </p:nvGraphicFramePr>
        <p:xfrm>
          <a:off x="584766" y="2049781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E9E12D4D-C083-32B9-A78C-CFBFCCEB3BE1}"/>
              </a:ext>
            </a:extLst>
          </p:cNvPr>
          <p:cNvSpPr txBox="1"/>
          <p:nvPr/>
        </p:nvSpPr>
        <p:spPr>
          <a:xfrm>
            <a:off x="5951845" y="1836994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B59FAB27-2E31-CAFD-5295-AA857AC935A2}"/>
              </a:ext>
            </a:extLst>
          </p:cNvPr>
          <p:cNvSpPr/>
          <p:nvPr/>
        </p:nvSpPr>
        <p:spPr>
          <a:xfrm rot="16200000">
            <a:off x="1168353" y="257383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AA35F319-5646-78B4-E364-B94BB7BE46A8}"/>
              </a:ext>
            </a:extLst>
          </p:cNvPr>
          <p:cNvSpPr/>
          <p:nvPr/>
        </p:nvSpPr>
        <p:spPr>
          <a:xfrm>
            <a:off x="6500697" y="247966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ECB93EA5-D511-307E-7BA6-64F251851FCE}"/>
              </a:ext>
            </a:extLst>
          </p:cNvPr>
          <p:cNvSpPr/>
          <p:nvPr/>
        </p:nvSpPr>
        <p:spPr>
          <a:xfrm>
            <a:off x="6500696" y="290717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31BFB25-F0CB-7E96-35F5-1AD95FCCF9AF}"/>
              </a:ext>
            </a:extLst>
          </p:cNvPr>
          <p:cNvSpPr txBox="1"/>
          <p:nvPr/>
        </p:nvSpPr>
        <p:spPr>
          <a:xfrm>
            <a:off x="6834497" y="240426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6458B0-DF58-5E13-DD31-EE2A72EBA410}"/>
              </a:ext>
            </a:extLst>
          </p:cNvPr>
          <p:cNvSpPr txBox="1"/>
          <p:nvPr/>
        </p:nvSpPr>
        <p:spPr>
          <a:xfrm>
            <a:off x="6792220" y="283684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ECF03A8E-E43B-DDCA-9846-097C4F6245A3}"/>
              </a:ext>
            </a:extLst>
          </p:cNvPr>
          <p:cNvSpPr/>
          <p:nvPr/>
        </p:nvSpPr>
        <p:spPr>
          <a:xfrm rot="5400000">
            <a:off x="1152393" y="199890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6E4F6607-D990-B81C-E294-0BB4F6A0847B}"/>
              </a:ext>
            </a:extLst>
          </p:cNvPr>
          <p:cNvSpPr/>
          <p:nvPr/>
        </p:nvSpPr>
        <p:spPr>
          <a:xfrm rot="5400000">
            <a:off x="1168352" y="382591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2801E28-9937-602C-C193-1F918F9C8A35}"/>
              </a:ext>
            </a:extLst>
          </p:cNvPr>
          <p:cNvSpPr/>
          <p:nvPr/>
        </p:nvSpPr>
        <p:spPr>
          <a:xfrm rot="5400000">
            <a:off x="1168352" y="320779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F76F085F-4A00-9F1E-6231-EC9BDCCE6E3E}"/>
              </a:ext>
            </a:extLst>
          </p:cNvPr>
          <p:cNvSpPr/>
          <p:nvPr/>
        </p:nvSpPr>
        <p:spPr>
          <a:xfrm rot="5400000">
            <a:off x="2664439" y="199890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3ABD9C72-7FF2-C025-4473-58EEC0B79C36}"/>
              </a:ext>
            </a:extLst>
          </p:cNvPr>
          <p:cNvSpPr/>
          <p:nvPr/>
        </p:nvSpPr>
        <p:spPr>
          <a:xfrm rot="5400000">
            <a:off x="2661439" y="383371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EA1B6B74-5F69-C421-4E55-1E33087F08D8}"/>
              </a:ext>
            </a:extLst>
          </p:cNvPr>
          <p:cNvSpPr/>
          <p:nvPr/>
        </p:nvSpPr>
        <p:spPr>
          <a:xfrm rot="16200000">
            <a:off x="2661440" y="320779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37C60A5A-5F32-9505-A81F-37F8261F6D2B}"/>
              </a:ext>
            </a:extLst>
          </p:cNvPr>
          <p:cNvSpPr/>
          <p:nvPr/>
        </p:nvSpPr>
        <p:spPr>
          <a:xfrm rot="5400000">
            <a:off x="4139652" y="321390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E3C81118-3D38-13F0-6E48-B6751B4C7009}"/>
              </a:ext>
            </a:extLst>
          </p:cNvPr>
          <p:cNvSpPr/>
          <p:nvPr/>
        </p:nvSpPr>
        <p:spPr>
          <a:xfrm rot="5400000">
            <a:off x="4139651" y="38149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58F9DAC5-9D9B-EE52-2ED1-71D6F4B35908}"/>
              </a:ext>
            </a:extLst>
          </p:cNvPr>
          <p:cNvSpPr/>
          <p:nvPr/>
        </p:nvSpPr>
        <p:spPr>
          <a:xfrm rot="16200000">
            <a:off x="4143912" y="257383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D917BDB-0D25-9A1B-C118-785F04E1B5C3}"/>
              </a:ext>
            </a:extLst>
          </p:cNvPr>
          <p:cNvSpPr/>
          <p:nvPr/>
        </p:nvSpPr>
        <p:spPr>
          <a:xfrm rot="5400000">
            <a:off x="2660074" y="258186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F094C46E-DB98-9831-3668-79EB52C1DBAC}"/>
              </a:ext>
            </a:extLst>
          </p:cNvPr>
          <p:cNvSpPr/>
          <p:nvPr/>
        </p:nvSpPr>
        <p:spPr>
          <a:xfrm rot="5400000">
            <a:off x="4148370" y="201108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12649134-2089-BBE4-F67E-66F931928D10}"/>
              </a:ext>
            </a:extLst>
          </p:cNvPr>
          <p:cNvSpPr/>
          <p:nvPr/>
        </p:nvSpPr>
        <p:spPr>
          <a:xfrm rot="10800000">
            <a:off x="1898415" y="223424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37E625B3-FE32-787F-43F6-2AE7CCC68E5B}"/>
              </a:ext>
            </a:extLst>
          </p:cNvPr>
          <p:cNvSpPr/>
          <p:nvPr/>
        </p:nvSpPr>
        <p:spPr>
          <a:xfrm>
            <a:off x="3523673" y="223424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50AD708E-7C57-3348-153F-D45817867B33}"/>
              </a:ext>
            </a:extLst>
          </p:cNvPr>
          <p:cNvSpPr/>
          <p:nvPr/>
        </p:nvSpPr>
        <p:spPr>
          <a:xfrm>
            <a:off x="4867596" y="223317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B104C1C7-09A0-6C10-9D9F-68A33DCD0A98}"/>
              </a:ext>
            </a:extLst>
          </p:cNvPr>
          <p:cNvSpPr/>
          <p:nvPr/>
        </p:nvSpPr>
        <p:spPr>
          <a:xfrm>
            <a:off x="374573" y="223317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5949F4B1-C6EA-7E83-306C-931B32D76212}"/>
              </a:ext>
            </a:extLst>
          </p:cNvPr>
          <p:cNvSpPr/>
          <p:nvPr/>
        </p:nvSpPr>
        <p:spPr>
          <a:xfrm>
            <a:off x="1903804" y="28368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A6E55871-DBE8-10AD-1960-8716EEE17BA7}"/>
              </a:ext>
            </a:extLst>
          </p:cNvPr>
          <p:cNvSpPr/>
          <p:nvPr/>
        </p:nvSpPr>
        <p:spPr>
          <a:xfrm>
            <a:off x="383984" y="28368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2780CAB3-E41B-5A2D-151A-FF9B9A95B4DD}"/>
              </a:ext>
            </a:extLst>
          </p:cNvPr>
          <p:cNvSpPr/>
          <p:nvPr/>
        </p:nvSpPr>
        <p:spPr>
          <a:xfrm rot="10800000">
            <a:off x="3475075" y="2850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422CE158-71C6-A086-D43E-2BA96907F79E}"/>
              </a:ext>
            </a:extLst>
          </p:cNvPr>
          <p:cNvSpPr/>
          <p:nvPr/>
        </p:nvSpPr>
        <p:spPr>
          <a:xfrm>
            <a:off x="4877485" y="28491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D146EF18-CB6C-03E4-BE39-93351343C400}"/>
              </a:ext>
            </a:extLst>
          </p:cNvPr>
          <p:cNvSpPr/>
          <p:nvPr/>
        </p:nvSpPr>
        <p:spPr>
          <a:xfrm>
            <a:off x="1903803" y="350115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F8660040-630D-F6C0-AED2-68B39B24231A}"/>
              </a:ext>
            </a:extLst>
          </p:cNvPr>
          <p:cNvSpPr/>
          <p:nvPr/>
        </p:nvSpPr>
        <p:spPr>
          <a:xfrm rot="10800000">
            <a:off x="374572" y="3513031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594CF46D-3472-A7D3-E488-4DE9E2D0AB83}"/>
              </a:ext>
            </a:extLst>
          </p:cNvPr>
          <p:cNvSpPr/>
          <p:nvPr/>
        </p:nvSpPr>
        <p:spPr>
          <a:xfrm>
            <a:off x="3531046" y="3513031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FAFB8A2D-A8F0-4316-8F1C-D8449AB64D0A}"/>
              </a:ext>
            </a:extLst>
          </p:cNvPr>
          <p:cNvSpPr/>
          <p:nvPr/>
        </p:nvSpPr>
        <p:spPr>
          <a:xfrm rot="10800000">
            <a:off x="4804228" y="350115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266354-BE78-6E76-A2BF-FCD56B2F40E0}"/>
              </a:ext>
            </a:extLst>
          </p:cNvPr>
          <p:cNvSpPr txBox="1"/>
          <p:nvPr/>
        </p:nvSpPr>
        <p:spPr>
          <a:xfrm>
            <a:off x="38220" y="4214897"/>
            <a:ext cx="24827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Iteratively: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D0FAFC-4E2B-61A8-F4CC-D71D2A311820}"/>
              </a:ext>
            </a:extLst>
          </p:cNvPr>
          <p:cNvSpPr txBox="1"/>
          <p:nvPr/>
        </p:nvSpPr>
        <p:spPr>
          <a:xfrm>
            <a:off x="786382" y="5619449"/>
            <a:ext cx="7178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Remove all outgoing arrows associated with that box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16F52-1771-72A4-BCEB-15F18B821A28}"/>
              </a:ext>
            </a:extLst>
          </p:cNvPr>
          <p:cNvSpPr txBox="1"/>
          <p:nvPr/>
        </p:nvSpPr>
        <p:spPr>
          <a:xfrm>
            <a:off x="807498" y="4632686"/>
            <a:ext cx="6165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Select a box with all arrows pointing outward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09D4FA-E61B-4152-D351-9A858922F937}"/>
              </a:ext>
            </a:extLst>
          </p:cNvPr>
          <p:cNvSpPr txBox="1"/>
          <p:nvPr/>
        </p:nvSpPr>
        <p:spPr>
          <a:xfrm>
            <a:off x="308601" y="5111467"/>
            <a:ext cx="7276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Label the box with the next number (start at 0)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CF3E2-F1F0-A6B0-B580-1DE570904279}"/>
              </a:ext>
            </a:extLst>
          </p:cNvPr>
          <p:cNvSpPr txBox="1"/>
          <p:nvPr/>
        </p:nvSpPr>
        <p:spPr>
          <a:xfrm>
            <a:off x="8398370" y="5511756"/>
            <a:ext cx="3643210" cy="12003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Similar to physics, we use gradients to uncover the underlying potential</a:t>
            </a:r>
          </a:p>
        </p:txBody>
      </p:sp>
    </p:spTree>
    <p:extLst>
      <p:ext uri="{BB962C8B-B14F-4D97-AF65-F5344CB8AC3E}">
        <p14:creationId xmlns:p14="http://schemas.microsoft.com/office/powerpoint/2010/main" val="5019253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6E5E3-D9D7-C5AB-831B-0DCAD105D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CC68B9A-E2D5-8A4F-5B70-AC9A7F4A9DF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D12DE7-BEB7-0DB0-8F64-BA37A5C7E7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85050F-84DF-C71A-A5F2-1B116624B0C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E316E-A4C5-1C79-58A3-A3FACFCC4ADF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A7668149-CAC5-6049-B1D5-29C7B13551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172291"/>
              </p:ext>
            </p:extLst>
          </p:nvPr>
        </p:nvGraphicFramePr>
        <p:xfrm>
          <a:off x="1068634" y="210979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4" name="Arrow: Right 53">
            <a:extLst>
              <a:ext uri="{FF2B5EF4-FFF2-40B4-BE49-F238E27FC236}">
                <a16:creationId xmlns:a16="http://schemas.microsoft.com/office/drawing/2014/main" id="{A6BE2680-0ABF-91FA-D242-3348FFBA4969}"/>
              </a:ext>
            </a:extLst>
          </p:cNvPr>
          <p:cNvSpPr/>
          <p:nvPr/>
        </p:nvSpPr>
        <p:spPr>
          <a:xfrm rot="16200000">
            <a:off x="1652221" y="263384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3C6B861D-6F70-CCFC-2BC3-8AB85BAEB637}"/>
              </a:ext>
            </a:extLst>
          </p:cNvPr>
          <p:cNvSpPr/>
          <p:nvPr/>
        </p:nvSpPr>
        <p:spPr>
          <a:xfrm rot="5400000">
            <a:off x="1636261" y="205892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9B7751B4-671E-54EC-18BF-D7901C3BDFC5}"/>
              </a:ext>
            </a:extLst>
          </p:cNvPr>
          <p:cNvSpPr/>
          <p:nvPr/>
        </p:nvSpPr>
        <p:spPr>
          <a:xfrm rot="5400000">
            <a:off x="1652220" y="388592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81180642-4D3A-9634-C73A-B66F398755BE}"/>
              </a:ext>
            </a:extLst>
          </p:cNvPr>
          <p:cNvSpPr/>
          <p:nvPr/>
        </p:nvSpPr>
        <p:spPr>
          <a:xfrm rot="5400000">
            <a:off x="1652220" y="326780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61A293C6-527E-4461-C6FF-8F54616A3E2C}"/>
              </a:ext>
            </a:extLst>
          </p:cNvPr>
          <p:cNvSpPr/>
          <p:nvPr/>
        </p:nvSpPr>
        <p:spPr>
          <a:xfrm rot="5400000">
            <a:off x="3148307" y="205892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D902938C-613A-8C97-C6FF-EFA6FA69FE4C}"/>
              </a:ext>
            </a:extLst>
          </p:cNvPr>
          <p:cNvSpPr/>
          <p:nvPr/>
        </p:nvSpPr>
        <p:spPr>
          <a:xfrm rot="5400000">
            <a:off x="3145307" y="389373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9EFBC1FA-B2F3-2539-370D-994EE4D4F534}"/>
              </a:ext>
            </a:extLst>
          </p:cNvPr>
          <p:cNvSpPr/>
          <p:nvPr/>
        </p:nvSpPr>
        <p:spPr>
          <a:xfrm rot="16200000">
            <a:off x="3145308" y="326780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C1F9428C-51CF-A24E-C37A-7BDC461B7CCB}"/>
              </a:ext>
            </a:extLst>
          </p:cNvPr>
          <p:cNvSpPr/>
          <p:nvPr/>
        </p:nvSpPr>
        <p:spPr>
          <a:xfrm rot="5400000">
            <a:off x="4623519" y="387494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A5292BFB-1B21-42C0-724F-8AC26B2F49D4}"/>
              </a:ext>
            </a:extLst>
          </p:cNvPr>
          <p:cNvSpPr/>
          <p:nvPr/>
        </p:nvSpPr>
        <p:spPr>
          <a:xfrm rot="5400000">
            <a:off x="3143942" y="26418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2A4C4469-6208-78EB-DEE5-A9BF42AC2D48}"/>
              </a:ext>
            </a:extLst>
          </p:cNvPr>
          <p:cNvSpPr/>
          <p:nvPr/>
        </p:nvSpPr>
        <p:spPr>
          <a:xfrm rot="5400000">
            <a:off x="4632238" y="207109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A878BD21-6435-EC42-3F3F-4D7744271A12}"/>
              </a:ext>
            </a:extLst>
          </p:cNvPr>
          <p:cNvSpPr/>
          <p:nvPr/>
        </p:nvSpPr>
        <p:spPr>
          <a:xfrm rot="10800000">
            <a:off x="2382283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613D89FC-6095-33A8-51C6-94CA07987723}"/>
              </a:ext>
            </a:extLst>
          </p:cNvPr>
          <p:cNvSpPr/>
          <p:nvPr/>
        </p:nvSpPr>
        <p:spPr>
          <a:xfrm>
            <a:off x="4007541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57138985-9E40-6E07-AF2E-EB304452CCA0}"/>
              </a:ext>
            </a:extLst>
          </p:cNvPr>
          <p:cNvSpPr/>
          <p:nvPr/>
        </p:nvSpPr>
        <p:spPr>
          <a:xfrm>
            <a:off x="5351464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54F275F2-8FA6-F836-80B9-A38EDA1DEB85}"/>
              </a:ext>
            </a:extLst>
          </p:cNvPr>
          <p:cNvSpPr/>
          <p:nvPr/>
        </p:nvSpPr>
        <p:spPr>
          <a:xfrm>
            <a:off x="858441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2AC538B3-C85C-3022-C59D-452B5A607A48}"/>
              </a:ext>
            </a:extLst>
          </p:cNvPr>
          <p:cNvSpPr/>
          <p:nvPr/>
        </p:nvSpPr>
        <p:spPr>
          <a:xfrm>
            <a:off x="2387672" y="289685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9AB8F392-09BE-C4AA-70F4-1EB881675263}"/>
              </a:ext>
            </a:extLst>
          </p:cNvPr>
          <p:cNvSpPr/>
          <p:nvPr/>
        </p:nvSpPr>
        <p:spPr>
          <a:xfrm>
            <a:off x="2387671" y="35611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DB2FA56D-586A-BA4C-FE93-996C62BFFAC3}"/>
              </a:ext>
            </a:extLst>
          </p:cNvPr>
          <p:cNvSpPr/>
          <p:nvPr/>
        </p:nvSpPr>
        <p:spPr>
          <a:xfrm rot="10800000">
            <a:off x="858440" y="35730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B123B2F4-BE35-CE0C-DC2B-9D7FA87C1E82}"/>
              </a:ext>
            </a:extLst>
          </p:cNvPr>
          <p:cNvSpPr/>
          <p:nvPr/>
        </p:nvSpPr>
        <p:spPr>
          <a:xfrm>
            <a:off x="4014914" y="35730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248340AD-92B6-9FC2-469B-DBCBA4C5CA8D}"/>
              </a:ext>
            </a:extLst>
          </p:cNvPr>
          <p:cNvSpPr/>
          <p:nvPr/>
        </p:nvSpPr>
        <p:spPr>
          <a:xfrm rot="10800000">
            <a:off x="5288096" y="35611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A44C75-A73F-9301-CE4C-26D6CF3FF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424375"/>
              </p:ext>
            </p:extLst>
          </p:nvPr>
        </p:nvGraphicFramePr>
        <p:xfrm>
          <a:off x="6597907" y="209761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3" name="Arrow: Right 12">
            <a:extLst>
              <a:ext uri="{FF2B5EF4-FFF2-40B4-BE49-F238E27FC236}">
                <a16:creationId xmlns:a16="http://schemas.microsoft.com/office/drawing/2014/main" id="{E9A53E7D-DE9A-401F-3C3B-8B98332B3EAC}"/>
              </a:ext>
            </a:extLst>
          </p:cNvPr>
          <p:cNvSpPr/>
          <p:nvPr/>
        </p:nvSpPr>
        <p:spPr>
          <a:xfrm rot="5400000">
            <a:off x="7165534" y="204674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2EF4005-43D2-5B01-B692-FE33A3809EB2}"/>
              </a:ext>
            </a:extLst>
          </p:cNvPr>
          <p:cNvSpPr/>
          <p:nvPr/>
        </p:nvSpPr>
        <p:spPr>
          <a:xfrm rot="5400000">
            <a:off x="7181493" y="387375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A081B040-F27C-6E97-4488-B6B322EE9B98}"/>
              </a:ext>
            </a:extLst>
          </p:cNvPr>
          <p:cNvSpPr/>
          <p:nvPr/>
        </p:nvSpPr>
        <p:spPr>
          <a:xfrm rot="5400000">
            <a:off x="8677580" y="204674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BE99430-26A2-6B80-AEEA-7C0429B04B56}"/>
              </a:ext>
            </a:extLst>
          </p:cNvPr>
          <p:cNvSpPr/>
          <p:nvPr/>
        </p:nvSpPr>
        <p:spPr>
          <a:xfrm rot="5400000">
            <a:off x="8674580" y="388155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79884C4-CF78-A0B5-B08E-065DC2E437D5}"/>
              </a:ext>
            </a:extLst>
          </p:cNvPr>
          <p:cNvSpPr/>
          <p:nvPr/>
        </p:nvSpPr>
        <p:spPr>
          <a:xfrm rot="16200000">
            <a:off x="8674581" y="325563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5DB73BA1-951A-26C0-717C-8D999E453391}"/>
              </a:ext>
            </a:extLst>
          </p:cNvPr>
          <p:cNvSpPr/>
          <p:nvPr/>
        </p:nvSpPr>
        <p:spPr>
          <a:xfrm rot="5400000">
            <a:off x="10152792" y="386276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4F9610D2-406E-88D8-290F-E3914D2EF270}"/>
              </a:ext>
            </a:extLst>
          </p:cNvPr>
          <p:cNvSpPr/>
          <p:nvPr/>
        </p:nvSpPr>
        <p:spPr>
          <a:xfrm rot="5400000">
            <a:off x="8673215" y="26297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E93D665-60E8-D02D-0A9C-714B32D011A4}"/>
              </a:ext>
            </a:extLst>
          </p:cNvPr>
          <p:cNvSpPr/>
          <p:nvPr/>
        </p:nvSpPr>
        <p:spPr>
          <a:xfrm rot="5400000">
            <a:off x="10161511" y="205892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7F43356-8F56-1B8F-0F86-51E7701B1C6D}"/>
              </a:ext>
            </a:extLst>
          </p:cNvPr>
          <p:cNvSpPr/>
          <p:nvPr/>
        </p:nvSpPr>
        <p:spPr>
          <a:xfrm rot="10800000">
            <a:off x="7911556" y="228208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18F5C5E-2C9D-86DC-BBAB-D7446DCEB355}"/>
              </a:ext>
            </a:extLst>
          </p:cNvPr>
          <p:cNvSpPr/>
          <p:nvPr/>
        </p:nvSpPr>
        <p:spPr>
          <a:xfrm>
            <a:off x="9536814" y="228208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4574EE2-F318-B768-6855-EFD647A2E762}"/>
              </a:ext>
            </a:extLst>
          </p:cNvPr>
          <p:cNvSpPr/>
          <p:nvPr/>
        </p:nvSpPr>
        <p:spPr>
          <a:xfrm>
            <a:off x="10880737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9F1708C-1043-9C06-D015-1325E6DB74B8}"/>
              </a:ext>
            </a:extLst>
          </p:cNvPr>
          <p:cNvSpPr/>
          <p:nvPr/>
        </p:nvSpPr>
        <p:spPr>
          <a:xfrm>
            <a:off x="6387714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9AAC266-85C0-5E7C-00C1-9EE3ED3E0B38}"/>
              </a:ext>
            </a:extLst>
          </p:cNvPr>
          <p:cNvSpPr/>
          <p:nvPr/>
        </p:nvSpPr>
        <p:spPr>
          <a:xfrm>
            <a:off x="7916944" y="3548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CFE94534-E634-D294-B96A-38ADD4908C19}"/>
              </a:ext>
            </a:extLst>
          </p:cNvPr>
          <p:cNvSpPr/>
          <p:nvPr/>
        </p:nvSpPr>
        <p:spPr>
          <a:xfrm rot="10800000">
            <a:off x="6387713" y="35608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DEB23E5-81E5-0032-BF55-82A9C6AA018F}"/>
              </a:ext>
            </a:extLst>
          </p:cNvPr>
          <p:cNvSpPr/>
          <p:nvPr/>
        </p:nvSpPr>
        <p:spPr>
          <a:xfrm>
            <a:off x="9544187" y="35608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88675136-3BFB-0DD9-EBE4-641D8930AA7D}"/>
              </a:ext>
            </a:extLst>
          </p:cNvPr>
          <p:cNvSpPr/>
          <p:nvPr/>
        </p:nvSpPr>
        <p:spPr>
          <a:xfrm rot="10800000">
            <a:off x="10817369" y="3548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269C1F4-11FF-14FA-DD4B-D0A9D266A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160232"/>
              </p:ext>
            </p:extLst>
          </p:nvPr>
        </p:nvGraphicFramePr>
        <p:xfrm>
          <a:off x="1099114" y="461595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1" name="Arrow: Right 40">
            <a:extLst>
              <a:ext uri="{FF2B5EF4-FFF2-40B4-BE49-F238E27FC236}">
                <a16:creationId xmlns:a16="http://schemas.microsoft.com/office/drawing/2014/main" id="{F855B4ED-1148-8776-ED3C-A03F96FF98A6}"/>
              </a:ext>
            </a:extLst>
          </p:cNvPr>
          <p:cNvSpPr/>
          <p:nvPr/>
        </p:nvSpPr>
        <p:spPr>
          <a:xfrm rot="5400000">
            <a:off x="3178787" y="456507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BB955AB0-C72B-B8DE-4FEC-5B27AE3293C0}"/>
              </a:ext>
            </a:extLst>
          </p:cNvPr>
          <p:cNvSpPr/>
          <p:nvPr/>
        </p:nvSpPr>
        <p:spPr>
          <a:xfrm rot="5400000">
            <a:off x="3175787" y="639988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0D8C2A6C-52EC-1E54-4634-03E186D9FEAD}"/>
              </a:ext>
            </a:extLst>
          </p:cNvPr>
          <p:cNvSpPr/>
          <p:nvPr/>
        </p:nvSpPr>
        <p:spPr>
          <a:xfrm rot="16200000">
            <a:off x="3175788" y="577396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C0E4F9F2-D33A-DC3A-63CD-B048D997473B}"/>
              </a:ext>
            </a:extLst>
          </p:cNvPr>
          <p:cNvSpPr/>
          <p:nvPr/>
        </p:nvSpPr>
        <p:spPr>
          <a:xfrm rot="5400000">
            <a:off x="4653999" y="638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9490852F-70EA-C9B2-6BE7-F6B207BBA16D}"/>
              </a:ext>
            </a:extLst>
          </p:cNvPr>
          <p:cNvSpPr/>
          <p:nvPr/>
        </p:nvSpPr>
        <p:spPr>
          <a:xfrm rot="5400000">
            <a:off x="3174422" y="514803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86C206A3-FCC6-4802-0DB0-72CE54B17F2D}"/>
              </a:ext>
            </a:extLst>
          </p:cNvPr>
          <p:cNvSpPr/>
          <p:nvPr/>
        </p:nvSpPr>
        <p:spPr>
          <a:xfrm rot="5400000">
            <a:off x="4662718" y="457725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7291FC67-A613-0765-0D47-AC68D82C2BDE}"/>
              </a:ext>
            </a:extLst>
          </p:cNvPr>
          <p:cNvSpPr/>
          <p:nvPr/>
        </p:nvSpPr>
        <p:spPr>
          <a:xfrm rot="10800000">
            <a:off x="2412763" y="480041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0B7E0871-D762-80B1-A639-4FEF943E7D20}"/>
              </a:ext>
            </a:extLst>
          </p:cNvPr>
          <p:cNvSpPr/>
          <p:nvPr/>
        </p:nvSpPr>
        <p:spPr>
          <a:xfrm>
            <a:off x="4038021" y="480041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557A8A72-7C73-0B87-AEBE-7C1879360D72}"/>
              </a:ext>
            </a:extLst>
          </p:cNvPr>
          <p:cNvSpPr/>
          <p:nvPr/>
        </p:nvSpPr>
        <p:spPr>
          <a:xfrm>
            <a:off x="5381944" y="479934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Arrow: Right 81">
            <a:extLst>
              <a:ext uri="{FF2B5EF4-FFF2-40B4-BE49-F238E27FC236}">
                <a16:creationId xmlns:a16="http://schemas.microsoft.com/office/drawing/2014/main" id="{CF99BB71-FC25-38C7-1868-37880C08554A}"/>
              </a:ext>
            </a:extLst>
          </p:cNvPr>
          <p:cNvSpPr/>
          <p:nvPr/>
        </p:nvSpPr>
        <p:spPr>
          <a:xfrm>
            <a:off x="888921" y="479934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Arrow: Right 88">
            <a:extLst>
              <a:ext uri="{FF2B5EF4-FFF2-40B4-BE49-F238E27FC236}">
                <a16:creationId xmlns:a16="http://schemas.microsoft.com/office/drawing/2014/main" id="{37760C07-4CD9-BD3E-8BC9-F7B8BDBB894B}"/>
              </a:ext>
            </a:extLst>
          </p:cNvPr>
          <p:cNvSpPr/>
          <p:nvPr/>
        </p:nvSpPr>
        <p:spPr>
          <a:xfrm>
            <a:off x="4045394" y="607920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1" name="Table 90">
            <a:extLst>
              <a:ext uri="{FF2B5EF4-FFF2-40B4-BE49-F238E27FC236}">
                <a16:creationId xmlns:a16="http://schemas.microsoft.com/office/drawing/2014/main" id="{C6A4BD45-D8A5-5DF3-846C-E266E2BEE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7942372"/>
              </p:ext>
            </p:extLst>
          </p:nvPr>
        </p:nvGraphicFramePr>
        <p:xfrm>
          <a:off x="6628387" y="46037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0" name="Arrow: Right 99">
            <a:extLst>
              <a:ext uri="{FF2B5EF4-FFF2-40B4-BE49-F238E27FC236}">
                <a16:creationId xmlns:a16="http://schemas.microsoft.com/office/drawing/2014/main" id="{A299FD85-ED1A-A58A-989C-5B45D88ED4D0}"/>
              </a:ext>
            </a:extLst>
          </p:cNvPr>
          <p:cNvSpPr/>
          <p:nvPr/>
        </p:nvSpPr>
        <p:spPr>
          <a:xfrm rot="5400000">
            <a:off x="10183272" y="63689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Arrow: Right 101">
            <a:extLst>
              <a:ext uri="{FF2B5EF4-FFF2-40B4-BE49-F238E27FC236}">
                <a16:creationId xmlns:a16="http://schemas.microsoft.com/office/drawing/2014/main" id="{2942F646-C3A4-787A-22A8-C8C3C75D7E7B}"/>
              </a:ext>
            </a:extLst>
          </p:cNvPr>
          <p:cNvSpPr/>
          <p:nvPr/>
        </p:nvSpPr>
        <p:spPr>
          <a:xfrm rot="5400000">
            <a:off x="8703695" y="51358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CA95E7F8-A56E-44B2-39BF-8F302D8B6B5D}"/>
              </a:ext>
            </a:extLst>
          </p:cNvPr>
          <p:cNvSpPr/>
          <p:nvPr/>
        </p:nvSpPr>
        <p:spPr>
          <a:xfrm rot="5400000">
            <a:off x="10191991" y="45650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Arrow: Right 103">
            <a:extLst>
              <a:ext uri="{FF2B5EF4-FFF2-40B4-BE49-F238E27FC236}">
                <a16:creationId xmlns:a16="http://schemas.microsoft.com/office/drawing/2014/main" id="{00CC5286-4EC4-EDFA-9544-921F4236C9E8}"/>
              </a:ext>
            </a:extLst>
          </p:cNvPr>
          <p:cNvSpPr/>
          <p:nvPr/>
        </p:nvSpPr>
        <p:spPr>
          <a:xfrm rot="10800000">
            <a:off x="7942036" y="47882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Arrow: Right 104">
            <a:extLst>
              <a:ext uri="{FF2B5EF4-FFF2-40B4-BE49-F238E27FC236}">
                <a16:creationId xmlns:a16="http://schemas.microsoft.com/office/drawing/2014/main" id="{359D0351-3ACC-7193-F1F8-01C33A78FA5F}"/>
              </a:ext>
            </a:extLst>
          </p:cNvPr>
          <p:cNvSpPr/>
          <p:nvPr/>
        </p:nvSpPr>
        <p:spPr>
          <a:xfrm>
            <a:off x="9567294" y="47882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Arrow: Right 105">
            <a:extLst>
              <a:ext uri="{FF2B5EF4-FFF2-40B4-BE49-F238E27FC236}">
                <a16:creationId xmlns:a16="http://schemas.microsoft.com/office/drawing/2014/main" id="{5A32565B-C8E9-75ED-764E-958CC6DC8D57}"/>
              </a:ext>
            </a:extLst>
          </p:cNvPr>
          <p:cNvSpPr/>
          <p:nvPr/>
        </p:nvSpPr>
        <p:spPr>
          <a:xfrm>
            <a:off x="10911217" y="47871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Arrow: Right 106">
            <a:extLst>
              <a:ext uri="{FF2B5EF4-FFF2-40B4-BE49-F238E27FC236}">
                <a16:creationId xmlns:a16="http://schemas.microsoft.com/office/drawing/2014/main" id="{87E8268E-08D7-7B03-AE0B-26BAD7006CDD}"/>
              </a:ext>
            </a:extLst>
          </p:cNvPr>
          <p:cNvSpPr/>
          <p:nvPr/>
        </p:nvSpPr>
        <p:spPr>
          <a:xfrm>
            <a:off x="6418194" y="47871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6329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6DF3-DFCE-0A36-62CE-D831B66B5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B51D3D-8727-F8BE-35A9-F969558F14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5EA13-0B9E-AE8C-B770-FDECA508938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F3F74C-9CC1-9132-B742-F10DEF235F2B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2705D5-5E77-57FB-72A0-7AF8B98C4C95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7993DEBA-414F-A1F4-04AA-3E2BDC984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116833"/>
              </p:ext>
            </p:extLst>
          </p:nvPr>
        </p:nvGraphicFramePr>
        <p:xfrm>
          <a:off x="1068634" y="210979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68" name="Arrow: Right 67">
            <a:extLst>
              <a:ext uri="{FF2B5EF4-FFF2-40B4-BE49-F238E27FC236}">
                <a16:creationId xmlns:a16="http://schemas.microsoft.com/office/drawing/2014/main" id="{4B49F8B6-3C93-8A03-646A-20A6923A1BD4}"/>
              </a:ext>
            </a:extLst>
          </p:cNvPr>
          <p:cNvSpPr/>
          <p:nvPr/>
        </p:nvSpPr>
        <p:spPr>
          <a:xfrm rot="5400000">
            <a:off x="3143942" y="26418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91E4408B-F8F2-5A9E-A804-4DC83F379D02}"/>
              </a:ext>
            </a:extLst>
          </p:cNvPr>
          <p:cNvSpPr/>
          <p:nvPr/>
        </p:nvSpPr>
        <p:spPr>
          <a:xfrm rot="10800000">
            <a:off x="2382283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7DD7D9D1-7D7F-8616-1623-73DFB8EFC1A5}"/>
              </a:ext>
            </a:extLst>
          </p:cNvPr>
          <p:cNvSpPr/>
          <p:nvPr/>
        </p:nvSpPr>
        <p:spPr>
          <a:xfrm>
            <a:off x="4007541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CCEE7BDB-4B21-A368-9B00-F06321614359}"/>
              </a:ext>
            </a:extLst>
          </p:cNvPr>
          <p:cNvSpPr/>
          <p:nvPr/>
        </p:nvSpPr>
        <p:spPr>
          <a:xfrm>
            <a:off x="5351464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DEE5DC50-DB4C-253D-252F-B4ACFD05A580}"/>
              </a:ext>
            </a:extLst>
          </p:cNvPr>
          <p:cNvSpPr/>
          <p:nvPr/>
        </p:nvSpPr>
        <p:spPr>
          <a:xfrm>
            <a:off x="858441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2DC2C7-723D-9E64-B817-6F14917AC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326759"/>
              </p:ext>
            </p:extLst>
          </p:nvPr>
        </p:nvGraphicFramePr>
        <p:xfrm>
          <a:off x="6597907" y="209761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6" name="Arrow: Right 25">
            <a:extLst>
              <a:ext uri="{FF2B5EF4-FFF2-40B4-BE49-F238E27FC236}">
                <a16:creationId xmlns:a16="http://schemas.microsoft.com/office/drawing/2014/main" id="{83AF7841-9AEB-A456-DB1F-636B5510426A}"/>
              </a:ext>
            </a:extLst>
          </p:cNvPr>
          <p:cNvSpPr/>
          <p:nvPr/>
        </p:nvSpPr>
        <p:spPr>
          <a:xfrm>
            <a:off x="10880737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6FFE8F7-CE0C-5187-7E1A-96AFB5379F59}"/>
              </a:ext>
            </a:extLst>
          </p:cNvPr>
          <p:cNvSpPr/>
          <p:nvPr/>
        </p:nvSpPr>
        <p:spPr>
          <a:xfrm>
            <a:off x="6387714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DC282A5-5636-3CEC-8C7D-2C9F5F9F6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101474"/>
              </p:ext>
            </p:extLst>
          </p:nvPr>
        </p:nvGraphicFramePr>
        <p:xfrm>
          <a:off x="1099114" y="461595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91" name="Table 90">
            <a:extLst>
              <a:ext uri="{FF2B5EF4-FFF2-40B4-BE49-F238E27FC236}">
                <a16:creationId xmlns:a16="http://schemas.microsoft.com/office/drawing/2014/main" id="{9B56DBB0-9250-3D22-CAB9-FFF60F889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191860"/>
              </p:ext>
            </p:extLst>
          </p:nvPr>
        </p:nvGraphicFramePr>
        <p:xfrm>
          <a:off x="6628387" y="46037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8078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4E6C3-B27D-4023-2E73-4F80C87A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2CEA0B-ECBA-6E9B-A836-2021621857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DAE611-6CDD-CBFE-3A0E-DB510316BEE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B14CF-627F-45A1-22DF-98F94C6D38F5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A54D0B-4487-92F6-0BEC-279C1F670005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50AB1F-0CE8-B0AB-2D54-C1527EEEA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874782"/>
              </p:ext>
            </p:extLst>
          </p:nvPr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BCD72B91-BAF1-0EFD-A5C3-6CC4B70773B6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60EE8D-4BEA-6A20-DF08-540F4D4CDB99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69A1E3-377F-1E5F-2654-24BC533776C3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CB8D9C-E06D-7107-99F4-DE1A371E67A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C83B1D-ED46-90E0-4DED-5FB79C849A40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9692EC-5174-0649-9AE0-DA6248E45BB6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747568-2902-6AFC-B043-B33000D0DC60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E66354-85E0-4AC8-9BB3-8320C31082BC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089C003-390A-4BD0-1428-A11371A43F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938024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D658B477-2473-781C-8CCE-D94893FF0D99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DA2420-C972-2588-4C30-C6ABA66CEB26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1C4B62-970F-C727-6A87-25B02FEEEE31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8E5AB5-28D8-96ED-763C-F3D78449B437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E06103-6E37-1E13-7940-8011EED2C1E8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071E83-C812-6B73-18A2-49E92916ACE3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921FCB-4A64-8700-268E-3DC03CCEDF45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E209C8-2628-B812-F457-067E4EE7808A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4602D0-6FB5-B1FD-37FC-960FE386D18E}"/>
              </a:ext>
            </a:extLst>
          </p:cNvPr>
          <p:cNvSpPr txBox="1"/>
          <p:nvPr/>
        </p:nvSpPr>
        <p:spPr>
          <a:xfrm>
            <a:off x="551111" y="4388876"/>
            <a:ext cx="5495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BE026E-AA6F-0989-A361-82102AD5441D}"/>
              </a:ext>
            </a:extLst>
          </p:cNvPr>
          <p:cNvSpPr txBox="1"/>
          <p:nvPr/>
        </p:nvSpPr>
        <p:spPr>
          <a:xfrm>
            <a:off x="6696043" y="4388876"/>
            <a:ext cx="4944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0031AC-24D7-46C6-45FB-E6012F459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310311"/>
              </p:ext>
            </p:extLst>
          </p:nvPr>
        </p:nvGraphicFramePr>
        <p:xfrm>
          <a:off x="1027123" y="4883888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E36B3C-83AE-6263-8350-8B62EBF28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131596"/>
              </p:ext>
            </p:extLst>
          </p:nvPr>
        </p:nvGraphicFramePr>
        <p:xfrm>
          <a:off x="6898440" y="4880551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5F511F1-1D5F-9498-7C0A-C1890C4F0247}"/>
              </a:ext>
            </a:extLst>
          </p:cNvPr>
          <p:cNvSpPr/>
          <p:nvPr/>
        </p:nvSpPr>
        <p:spPr>
          <a:xfrm>
            <a:off x="2607833" y="5506814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94624E-2D15-1C6C-5637-3F1117CCEDD1}"/>
              </a:ext>
            </a:extLst>
          </p:cNvPr>
          <p:cNvSpPr/>
          <p:nvPr/>
        </p:nvSpPr>
        <p:spPr>
          <a:xfrm>
            <a:off x="1027123" y="4872620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52D7CE-7828-8624-61CB-AFC45B11D926}"/>
              </a:ext>
            </a:extLst>
          </p:cNvPr>
          <p:cNvSpPr/>
          <p:nvPr/>
        </p:nvSpPr>
        <p:spPr>
          <a:xfrm>
            <a:off x="4149563" y="6134959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CBAD8E-1274-45EB-D5CB-809D0DEDB620}"/>
              </a:ext>
            </a:extLst>
          </p:cNvPr>
          <p:cNvSpPr/>
          <p:nvPr/>
        </p:nvSpPr>
        <p:spPr>
          <a:xfrm>
            <a:off x="4164793" y="5512381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597645-AD27-D0D5-1AF1-F40B48565A88}"/>
              </a:ext>
            </a:extLst>
          </p:cNvPr>
          <p:cNvSpPr/>
          <p:nvPr/>
        </p:nvSpPr>
        <p:spPr>
          <a:xfrm>
            <a:off x="4206529" y="4880551"/>
            <a:ext cx="135618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EC9126-0133-2545-49A9-154A966A7FCC}"/>
              </a:ext>
            </a:extLst>
          </p:cNvPr>
          <p:cNvSpPr/>
          <p:nvPr/>
        </p:nvSpPr>
        <p:spPr>
          <a:xfrm>
            <a:off x="2589847" y="6136555"/>
            <a:ext cx="1541730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3C16E3-58FB-B490-499B-9E348101E7EF}"/>
              </a:ext>
            </a:extLst>
          </p:cNvPr>
          <p:cNvSpPr/>
          <p:nvPr/>
        </p:nvSpPr>
        <p:spPr>
          <a:xfrm>
            <a:off x="10054088" y="5522587"/>
            <a:ext cx="133933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28D614-4736-4A0A-A14B-979503A81A43}"/>
              </a:ext>
            </a:extLst>
          </p:cNvPr>
          <p:cNvSpPr/>
          <p:nvPr/>
        </p:nvSpPr>
        <p:spPr>
          <a:xfrm>
            <a:off x="10014589" y="4903269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EDE02C-8F1D-D056-CC04-CB510ACB8464}"/>
              </a:ext>
            </a:extLst>
          </p:cNvPr>
          <p:cNvSpPr/>
          <p:nvPr/>
        </p:nvSpPr>
        <p:spPr>
          <a:xfrm>
            <a:off x="2605666" y="4890801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E75C9D-085E-1CD1-5A82-A61968F56EC9}"/>
              </a:ext>
            </a:extLst>
          </p:cNvPr>
          <p:cNvSpPr/>
          <p:nvPr/>
        </p:nvSpPr>
        <p:spPr>
          <a:xfrm>
            <a:off x="1024956" y="5532168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EFE011-1EC4-F4D2-663F-4106698AF5C0}"/>
              </a:ext>
            </a:extLst>
          </p:cNvPr>
          <p:cNvSpPr/>
          <p:nvPr/>
        </p:nvSpPr>
        <p:spPr>
          <a:xfrm>
            <a:off x="1033949" y="6146228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0185E5-5201-31BA-D6C4-23437F76C1A8}"/>
              </a:ext>
            </a:extLst>
          </p:cNvPr>
          <p:cNvSpPr/>
          <p:nvPr/>
        </p:nvSpPr>
        <p:spPr>
          <a:xfrm>
            <a:off x="8450437" y="4890801"/>
            <a:ext cx="1603651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96AFF5-DCCB-42EA-3A75-AFB734F3651F}"/>
              </a:ext>
            </a:extLst>
          </p:cNvPr>
          <p:cNvSpPr/>
          <p:nvPr/>
        </p:nvSpPr>
        <p:spPr>
          <a:xfrm>
            <a:off x="6909036" y="4880551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E31779-681A-C0C9-7048-63B2FDA5A219}"/>
              </a:ext>
            </a:extLst>
          </p:cNvPr>
          <p:cNvSpPr/>
          <p:nvPr/>
        </p:nvSpPr>
        <p:spPr>
          <a:xfrm>
            <a:off x="6887844" y="5549259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4A6FE81-1091-5A0B-24C8-3A72A9265150}"/>
              </a:ext>
            </a:extLst>
          </p:cNvPr>
          <p:cNvSpPr/>
          <p:nvPr/>
        </p:nvSpPr>
        <p:spPr>
          <a:xfrm>
            <a:off x="6887844" y="6134959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C9240B1-5A02-615B-BC2C-EDEFAB5F490E}"/>
              </a:ext>
            </a:extLst>
          </p:cNvPr>
          <p:cNvSpPr/>
          <p:nvPr/>
        </p:nvSpPr>
        <p:spPr>
          <a:xfrm>
            <a:off x="8496190" y="5517005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C39C407-381F-3CF1-510F-180E249173F5}"/>
              </a:ext>
            </a:extLst>
          </p:cNvPr>
          <p:cNvSpPr/>
          <p:nvPr/>
        </p:nvSpPr>
        <p:spPr>
          <a:xfrm>
            <a:off x="8461907" y="6135948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6A9283D-DEAE-5969-C8C4-879623E635D1}"/>
              </a:ext>
            </a:extLst>
          </p:cNvPr>
          <p:cNvSpPr/>
          <p:nvPr/>
        </p:nvSpPr>
        <p:spPr>
          <a:xfrm>
            <a:off x="10037920" y="6143329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53853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1E4C-71EA-71B0-FDDF-1195B6E7C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35B1DD7-57B7-735C-0FE8-97C271D240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842D34-210C-E44C-14BA-48F3A16CFD6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D6B0BF-CB78-79BD-BA75-6FBA16773097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6CBE7-4C2A-5DD2-696D-4DD62501EEF5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919BE1-C6BA-B160-59C5-62B7FBB4FB80}"/>
              </a:ext>
            </a:extLst>
          </p:cNvPr>
          <p:cNvSpPr txBox="1"/>
          <p:nvPr/>
        </p:nvSpPr>
        <p:spPr>
          <a:xfrm>
            <a:off x="503609" y="1726192"/>
            <a:ext cx="5495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565D27-7A49-7AA4-0BB4-C3D21451A2C2}"/>
              </a:ext>
            </a:extLst>
          </p:cNvPr>
          <p:cNvSpPr txBox="1"/>
          <p:nvPr/>
        </p:nvSpPr>
        <p:spPr>
          <a:xfrm>
            <a:off x="6648541" y="1726192"/>
            <a:ext cx="4944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D344307-F2C0-3AB8-869B-53E194AF9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28200"/>
              </p:ext>
            </p:extLst>
          </p:nvPr>
        </p:nvGraphicFramePr>
        <p:xfrm>
          <a:off x="979621" y="222120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3ACAD4F-DDBB-4601-F3BF-2235D3E9F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05343"/>
              </p:ext>
            </p:extLst>
          </p:nvPr>
        </p:nvGraphicFramePr>
        <p:xfrm>
          <a:off x="6850938" y="2217867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1F08347-8366-BB67-2631-52C496562A8F}"/>
              </a:ext>
            </a:extLst>
          </p:cNvPr>
          <p:cNvSpPr/>
          <p:nvPr/>
        </p:nvSpPr>
        <p:spPr>
          <a:xfrm>
            <a:off x="2560331" y="2844130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EFA3A2-2194-C1B0-8A1E-D05CE5406012}"/>
              </a:ext>
            </a:extLst>
          </p:cNvPr>
          <p:cNvSpPr/>
          <p:nvPr/>
        </p:nvSpPr>
        <p:spPr>
          <a:xfrm>
            <a:off x="979621" y="2209936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B4DAB0-545A-5335-821B-6B1D30A12CC8}"/>
              </a:ext>
            </a:extLst>
          </p:cNvPr>
          <p:cNvSpPr/>
          <p:nvPr/>
        </p:nvSpPr>
        <p:spPr>
          <a:xfrm>
            <a:off x="4102061" y="3472275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90814F-CC5A-2EC7-D4C8-2A15B6E12469}"/>
              </a:ext>
            </a:extLst>
          </p:cNvPr>
          <p:cNvSpPr/>
          <p:nvPr/>
        </p:nvSpPr>
        <p:spPr>
          <a:xfrm>
            <a:off x="4117291" y="2849697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06757F-4B57-C31E-0164-B7C7021263E8}"/>
              </a:ext>
            </a:extLst>
          </p:cNvPr>
          <p:cNvSpPr/>
          <p:nvPr/>
        </p:nvSpPr>
        <p:spPr>
          <a:xfrm>
            <a:off x="4159027" y="2217867"/>
            <a:ext cx="135618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DAB28A-8B8E-9CF3-0F52-83AF4E306E1E}"/>
              </a:ext>
            </a:extLst>
          </p:cNvPr>
          <p:cNvSpPr/>
          <p:nvPr/>
        </p:nvSpPr>
        <p:spPr>
          <a:xfrm>
            <a:off x="2542345" y="3473871"/>
            <a:ext cx="1541730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766831-624A-89F2-06B3-ADD3FBFD9ADE}"/>
              </a:ext>
            </a:extLst>
          </p:cNvPr>
          <p:cNvSpPr/>
          <p:nvPr/>
        </p:nvSpPr>
        <p:spPr>
          <a:xfrm>
            <a:off x="10006586" y="2859903"/>
            <a:ext cx="133933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0CA5CB-2129-FFCB-F289-25117C31AA68}"/>
              </a:ext>
            </a:extLst>
          </p:cNvPr>
          <p:cNvSpPr/>
          <p:nvPr/>
        </p:nvSpPr>
        <p:spPr>
          <a:xfrm>
            <a:off x="9967087" y="2240585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5F9529-C79F-91C5-2185-4BE5EC61A2F3}"/>
              </a:ext>
            </a:extLst>
          </p:cNvPr>
          <p:cNvSpPr/>
          <p:nvPr/>
        </p:nvSpPr>
        <p:spPr>
          <a:xfrm>
            <a:off x="2558164" y="2228117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13D52B-27BB-D80A-5B3A-7AA3969BEC76}"/>
              </a:ext>
            </a:extLst>
          </p:cNvPr>
          <p:cNvSpPr/>
          <p:nvPr/>
        </p:nvSpPr>
        <p:spPr>
          <a:xfrm>
            <a:off x="977454" y="2869484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B3F4F6-3A6A-48A6-2A07-60E5355607CB}"/>
              </a:ext>
            </a:extLst>
          </p:cNvPr>
          <p:cNvSpPr/>
          <p:nvPr/>
        </p:nvSpPr>
        <p:spPr>
          <a:xfrm>
            <a:off x="986447" y="3483544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9D153D-3396-8CE8-4B88-6217B2A03931}"/>
              </a:ext>
            </a:extLst>
          </p:cNvPr>
          <p:cNvSpPr/>
          <p:nvPr/>
        </p:nvSpPr>
        <p:spPr>
          <a:xfrm>
            <a:off x="8402935" y="2228117"/>
            <a:ext cx="1603651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CDC6A8-6D6F-B3C0-CA86-5A86A04FAE59}"/>
              </a:ext>
            </a:extLst>
          </p:cNvPr>
          <p:cNvSpPr/>
          <p:nvPr/>
        </p:nvSpPr>
        <p:spPr>
          <a:xfrm>
            <a:off x="6861534" y="2217867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175E45-880A-7772-6C86-F137FB72ECCF}"/>
              </a:ext>
            </a:extLst>
          </p:cNvPr>
          <p:cNvSpPr/>
          <p:nvPr/>
        </p:nvSpPr>
        <p:spPr>
          <a:xfrm>
            <a:off x="6840342" y="2886575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C02227-489C-2DA0-864B-1D82948AA3AB}"/>
              </a:ext>
            </a:extLst>
          </p:cNvPr>
          <p:cNvSpPr/>
          <p:nvPr/>
        </p:nvSpPr>
        <p:spPr>
          <a:xfrm>
            <a:off x="6840342" y="3472275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C0794BB-1401-3B20-C47E-9B2A6113D699}"/>
              </a:ext>
            </a:extLst>
          </p:cNvPr>
          <p:cNvSpPr/>
          <p:nvPr/>
        </p:nvSpPr>
        <p:spPr>
          <a:xfrm>
            <a:off x="8448688" y="2854321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996D0F-4A70-2332-9DD1-BDD6B4671A41}"/>
              </a:ext>
            </a:extLst>
          </p:cNvPr>
          <p:cNvSpPr/>
          <p:nvPr/>
        </p:nvSpPr>
        <p:spPr>
          <a:xfrm>
            <a:off x="8414405" y="3473264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1649A42-B550-CDFA-9171-36828E0182A2}"/>
              </a:ext>
            </a:extLst>
          </p:cNvPr>
          <p:cNvSpPr/>
          <p:nvPr/>
        </p:nvSpPr>
        <p:spPr>
          <a:xfrm>
            <a:off x="9990418" y="3480645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661FB3-A2C4-52A1-B7D5-7F62FDFADE45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3D2FD8-6534-6C86-B092-545C407B28D9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0B4CD8FD-D06A-D822-C264-0C82C24E71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074207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D8AC1854-14B7-BD27-36D1-A7F33AACDD38}"/>
              </a:ext>
            </a:extLst>
          </p:cNvPr>
          <p:cNvSpPr txBox="1"/>
          <p:nvPr/>
        </p:nvSpPr>
        <p:spPr>
          <a:xfrm>
            <a:off x="8511713" y="5503073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1E6851AC-A4CF-614C-72B5-108D72DD2D28}"/>
              </a:ext>
            </a:extLst>
          </p:cNvPr>
          <p:cNvSpPr/>
          <p:nvPr/>
        </p:nvSpPr>
        <p:spPr>
          <a:xfrm rot="5400000" flipV="1">
            <a:off x="4505319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BFFF5FDE-F2E8-8B98-E9AE-F791F991BF84}"/>
              </a:ext>
            </a:extLst>
          </p:cNvPr>
          <p:cNvSpPr/>
          <p:nvPr/>
        </p:nvSpPr>
        <p:spPr>
          <a:xfrm>
            <a:off x="9354097" y="608784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656AA111-88FF-B140-5F31-DC90605CF192}"/>
              </a:ext>
            </a:extLst>
          </p:cNvPr>
          <p:cNvSpPr/>
          <p:nvPr/>
        </p:nvSpPr>
        <p:spPr>
          <a:xfrm>
            <a:off x="9354096" y="651535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0E5D20-D859-1AC5-0F24-5332B3300761}"/>
              </a:ext>
            </a:extLst>
          </p:cNvPr>
          <p:cNvSpPr txBox="1"/>
          <p:nvPr/>
        </p:nvSpPr>
        <p:spPr>
          <a:xfrm>
            <a:off x="9687897" y="601244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58D7A3-92C2-D384-B914-DE6B7F4FFD48}"/>
              </a:ext>
            </a:extLst>
          </p:cNvPr>
          <p:cNvSpPr txBox="1"/>
          <p:nvPr/>
        </p:nvSpPr>
        <p:spPr>
          <a:xfrm>
            <a:off x="9645620" y="644502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F9924229-807A-1B62-A0BA-FA9CAB4DE9FF}"/>
              </a:ext>
            </a:extLst>
          </p:cNvPr>
          <p:cNvSpPr/>
          <p:nvPr/>
        </p:nvSpPr>
        <p:spPr>
          <a:xfrm rot="5400000">
            <a:off x="4489359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A8B95779-ED46-8D95-1A85-38F36CF0C57F}"/>
              </a:ext>
            </a:extLst>
          </p:cNvPr>
          <p:cNvSpPr/>
          <p:nvPr/>
        </p:nvSpPr>
        <p:spPr>
          <a:xfrm rot="5400000">
            <a:off x="4505318" y="648310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18C51F1C-103E-DDD0-566C-608869553A52}"/>
              </a:ext>
            </a:extLst>
          </p:cNvPr>
          <p:cNvSpPr/>
          <p:nvPr/>
        </p:nvSpPr>
        <p:spPr>
          <a:xfrm rot="16200000" flipV="1">
            <a:off x="4505318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B5216202-1121-E8B2-19BA-27B802867570}"/>
              </a:ext>
            </a:extLst>
          </p:cNvPr>
          <p:cNvSpPr/>
          <p:nvPr/>
        </p:nvSpPr>
        <p:spPr>
          <a:xfrm rot="16200000" flipV="1">
            <a:off x="6001405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5349FBA-BB99-7286-4952-1F232473A548}"/>
              </a:ext>
            </a:extLst>
          </p:cNvPr>
          <p:cNvSpPr/>
          <p:nvPr/>
        </p:nvSpPr>
        <p:spPr>
          <a:xfrm rot="16200000" flipV="1">
            <a:off x="5998405" y="649091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EF195092-6F28-7ABF-E3A8-5BDBC0A44443}"/>
              </a:ext>
            </a:extLst>
          </p:cNvPr>
          <p:cNvSpPr/>
          <p:nvPr/>
        </p:nvSpPr>
        <p:spPr>
          <a:xfrm rot="5400000" flipV="1">
            <a:off x="5998406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38AE314-6547-5D16-7097-88459D769229}"/>
              </a:ext>
            </a:extLst>
          </p:cNvPr>
          <p:cNvSpPr/>
          <p:nvPr/>
        </p:nvSpPr>
        <p:spPr>
          <a:xfrm rot="5400000">
            <a:off x="7476618" y="587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1D48790F-2C69-1FC0-054B-15D24FBF99A8}"/>
              </a:ext>
            </a:extLst>
          </p:cNvPr>
          <p:cNvSpPr/>
          <p:nvPr/>
        </p:nvSpPr>
        <p:spPr>
          <a:xfrm rot="5400000">
            <a:off x="7476617" y="64721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DBFFBA92-B9FB-8362-5DB1-3EA7B03EB2FB}"/>
              </a:ext>
            </a:extLst>
          </p:cNvPr>
          <p:cNvSpPr/>
          <p:nvPr/>
        </p:nvSpPr>
        <p:spPr>
          <a:xfrm rot="16200000">
            <a:off x="7480878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D1E5D2F8-77A1-8734-9892-283EFA05C68D}"/>
              </a:ext>
            </a:extLst>
          </p:cNvPr>
          <p:cNvSpPr/>
          <p:nvPr/>
        </p:nvSpPr>
        <p:spPr>
          <a:xfrm rot="5400000">
            <a:off x="5997040" y="52390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D550E68B-2461-F609-F170-9798F9B2775A}"/>
              </a:ext>
            </a:extLst>
          </p:cNvPr>
          <p:cNvSpPr/>
          <p:nvPr/>
        </p:nvSpPr>
        <p:spPr>
          <a:xfrm rot="5400000">
            <a:off x="7485336" y="46682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A69A64A3-2061-E19A-8939-6F9F830958FF}"/>
              </a:ext>
            </a:extLst>
          </p:cNvPr>
          <p:cNvSpPr/>
          <p:nvPr/>
        </p:nvSpPr>
        <p:spPr>
          <a:xfrm rot="10800000" flipH="1">
            <a:off x="5235381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42444C62-04EE-5C07-5190-F6873FCD8A2A}"/>
              </a:ext>
            </a:extLst>
          </p:cNvPr>
          <p:cNvSpPr/>
          <p:nvPr/>
        </p:nvSpPr>
        <p:spPr>
          <a:xfrm flipH="1">
            <a:off x="6860639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219BEFA-1545-84DC-C6C4-26E0F332B8A3}"/>
              </a:ext>
            </a:extLst>
          </p:cNvPr>
          <p:cNvSpPr/>
          <p:nvPr/>
        </p:nvSpPr>
        <p:spPr>
          <a:xfrm>
            <a:off x="8204562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6E1AD61F-8E8D-9F1E-7772-4F51B32052BB}"/>
              </a:ext>
            </a:extLst>
          </p:cNvPr>
          <p:cNvSpPr/>
          <p:nvPr/>
        </p:nvSpPr>
        <p:spPr>
          <a:xfrm>
            <a:off x="3711539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E0CEBF1C-5321-958A-8D78-D146B4CF2453}"/>
              </a:ext>
            </a:extLst>
          </p:cNvPr>
          <p:cNvSpPr/>
          <p:nvPr/>
        </p:nvSpPr>
        <p:spPr>
          <a:xfrm>
            <a:off x="524077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C34B1C1C-2D7F-7C5C-535F-0A32C9E78093}"/>
              </a:ext>
            </a:extLst>
          </p:cNvPr>
          <p:cNvSpPr/>
          <p:nvPr/>
        </p:nvSpPr>
        <p:spPr>
          <a:xfrm flipH="1">
            <a:off x="372095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520E65E-00F0-0A8C-7247-7456994418FB}"/>
              </a:ext>
            </a:extLst>
          </p:cNvPr>
          <p:cNvSpPr/>
          <p:nvPr/>
        </p:nvSpPr>
        <p:spPr>
          <a:xfrm rot="10800000" flipH="1">
            <a:off x="6812041" y="55081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EC318340-3566-DCA3-AE30-FA205BE0A48E}"/>
              </a:ext>
            </a:extLst>
          </p:cNvPr>
          <p:cNvSpPr/>
          <p:nvPr/>
        </p:nvSpPr>
        <p:spPr>
          <a:xfrm flipH="1">
            <a:off x="8214451" y="55063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E3BE55F8-0CFA-2010-3EB5-0BC2AC870B0F}"/>
              </a:ext>
            </a:extLst>
          </p:cNvPr>
          <p:cNvSpPr/>
          <p:nvPr/>
        </p:nvSpPr>
        <p:spPr>
          <a:xfrm flipH="1">
            <a:off x="5240769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460B3C2C-3C65-12C7-8D35-3E9CB138FEE3}"/>
              </a:ext>
            </a:extLst>
          </p:cNvPr>
          <p:cNvSpPr/>
          <p:nvPr/>
        </p:nvSpPr>
        <p:spPr>
          <a:xfrm rot="10800000" flipH="1">
            <a:off x="3711538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541B9046-0D09-877D-1202-79E636548D22}"/>
              </a:ext>
            </a:extLst>
          </p:cNvPr>
          <p:cNvSpPr/>
          <p:nvPr/>
        </p:nvSpPr>
        <p:spPr>
          <a:xfrm>
            <a:off x="6868012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583292E3-BE91-D00E-78C0-ED9C2E156BE0}"/>
              </a:ext>
            </a:extLst>
          </p:cNvPr>
          <p:cNvSpPr/>
          <p:nvPr/>
        </p:nvSpPr>
        <p:spPr>
          <a:xfrm rot="10800000" flipH="1">
            <a:off x="8141194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170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E4153-018D-CC4B-BEF4-656DEDF5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EF25563-3376-32CD-F805-C215FE41723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9EB47A-3427-1A9B-7F34-D0A4D7C167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9A62DE-DAF6-C66C-2601-2B9CCE1B8F3B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5BA19-DA64-F0AC-3307-4B35EAD46FC0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C1817F8B-147A-6FA0-62D4-0C463CEEC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224550"/>
              </p:ext>
            </p:extLst>
          </p:nvPr>
        </p:nvGraphicFramePr>
        <p:xfrm>
          <a:off x="442262" y="2071952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483603C6-B33E-DE3A-A121-FBA783FCD203}"/>
              </a:ext>
            </a:extLst>
          </p:cNvPr>
          <p:cNvSpPr txBox="1"/>
          <p:nvPr/>
        </p:nvSpPr>
        <p:spPr>
          <a:xfrm>
            <a:off x="5809341" y="1917064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3FB891FD-D525-F144-F592-AFC911F5EEF1}"/>
              </a:ext>
            </a:extLst>
          </p:cNvPr>
          <p:cNvSpPr/>
          <p:nvPr/>
        </p:nvSpPr>
        <p:spPr>
          <a:xfrm rot="5400000" flipV="1">
            <a:off x="1025849" y="25960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E4A5EAA1-1C55-25D3-E846-BDC406609031}"/>
              </a:ext>
            </a:extLst>
          </p:cNvPr>
          <p:cNvSpPr/>
          <p:nvPr/>
        </p:nvSpPr>
        <p:spPr>
          <a:xfrm>
            <a:off x="6232696" y="250183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1B1CE061-5D0C-F17F-CA7F-90C4B381CA1A}"/>
              </a:ext>
            </a:extLst>
          </p:cNvPr>
          <p:cNvSpPr/>
          <p:nvPr/>
        </p:nvSpPr>
        <p:spPr>
          <a:xfrm>
            <a:off x="6232695" y="292934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8456B1-8B60-84AB-A308-E373D85B0AA5}"/>
              </a:ext>
            </a:extLst>
          </p:cNvPr>
          <p:cNvSpPr txBox="1"/>
          <p:nvPr/>
        </p:nvSpPr>
        <p:spPr>
          <a:xfrm>
            <a:off x="6566496" y="2426436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EBE772-20CB-C4DE-AE8F-80874836D067}"/>
              </a:ext>
            </a:extLst>
          </p:cNvPr>
          <p:cNvSpPr txBox="1"/>
          <p:nvPr/>
        </p:nvSpPr>
        <p:spPr>
          <a:xfrm>
            <a:off x="6524219" y="2859015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BA0A8457-A1CB-40A7-ED8A-3BAF31AA3C45}"/>
              </a:ext>
            </a:extLst>
          </p:cNvPr>
          <p:cNvSpPr/>
          <p:nvPr/>
        </p:nvSpPr>
        <p:spPr>
          <a:xfrm rot="5400000">
            <a:off x="1009889" y="202108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F153FF9C-D932-C714-D68D-967B15C85C89}"/>
              </a:ext>
            </a:extLst>
          </p:cNvPr>
          <p:cNvSpPr/>
          <p:nvPr/>
        </p:nvSpPr>
        <p:spPr>
          <a:xfrm rot="5400000">
            <a:off x="1025848" y="384808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8CCB4A7C-4697-F388-9884-1B6557027EFE}"/>
              </a:ext>
            </a:extLst>
          </p:cNvPr>
          <p:cNvSpPr/>
          <p:nvPr/>
        </p:nvSpPr>
        <p:spPr>
          <a:xfrm rot="16200000" flipV="1">
            <a:off x="1025848" y="322996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03483E7F-6750-5421-0BB3-8EA7C37A64C7}"/>
              </a:ext>
            </a:extLst>
          </p:cNvPr>
          <p:cNvSpPr/>
          <p:nvPr/>
        </p:nvSpPr>
        <p:spPr>
          <a:xfrm rot="16200000" flipV="1">
            <a:off x="2521935" y="202108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80BE602-2392-FC87-E4D0-78BE6CF561CC}"/>
              </a:ext>
            </a:extLst>
          </p:cNvPr>
          <p:cNvSpPr/>
          <p:nvPr/>
        </p:nvSpPr>
        <p:spPr>
          <a:xfrm rot="16200000" flipV="1">
            <a:off x="2518935" y="385589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6C19A622-7C83-7234-7414-5221A7893EF4}"/>
              </a:ext>
            </a:extLst>
          </p:cNvPr>
          <p:cNvSpPr/>
          <p:nvPr/>
        </p:nvSpPr>
        <p:spPr>
          <a:xfrm rot="5400000" flipV="1">
            <a:off x="2518936" y="322996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A3D6664D-11AD-AB0D-E65A-74934D5B1003}"/>
              </a:ext>
            </a:extLst>
          </p:cNvPr>
          <p:cNvSpPr/>
          <p:nvPr/>
        </p:nvSpPr>
        <p:spPr>
          <a:xfrm rot="5400000">
            <a:off x="3997148" y="323607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E1FA8A99-A801-0F1D-B334-A95AF255F84D}"/>
              </a:ext>
            </a:extLst>
          </p:cNvPr>
          <p:cNvSpPr/>
          <p:nvPr/>
        </p:nvSpPr>
        <p:spPr>
          <a:xfrm rot="5400000">
            <a:off x="3997147" y="383709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F5BACD54-99ED-CD07-6841-747573ECF1C0}"/>
              </a:ext>
            </a:extLst>
          </p:cNvPr>
          <p:cNvSpPr/>
          <p:nvPr/>
        </p:nvSpPr>
        <p:spPr>
          <a:xfrm rot="16200000">
            <a:off x="4001408" y="25960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D63C012F-B27E-B482-02D0-7F55EA3745C5}"/>
              </a:ext>
            </a:extLst>
          </p:cNvPr>
          <p:cNvSpPr/>
          <p:nvPr/>
        </p:nvSpPr>
        <p:spPr>
          <a:xfrm rot="5400000">
            <a:off x="2517570" y="260403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51DB5C72-8BB0-511D-93F7-8F6E8C0DB677}"/>
              </a:ext>
            </a:extLst>
          </p:cNvPr>
          <p:cNvSpPr/>
          <p:nvPr/>
        </p:nvSpPr>
        <p:spPr>
          <a:xfrm rot="5400000">
            <a:off x="4005866" y="203325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CD7D09FD-ED5C-F16B-9478-BA00A1A3F188}"/>
              </a:ext>
            </a:extLst>
          </p:cNvPr>
          <p:cNvSpPr/>
          <p:nvPr/>
        </p:nvSpPr>
        <p:spPr>
          <a:xfrm rot="10800000" flipH="1">
            <a:off x="1755911" y="225642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1AC1BC22-E25D-E68F-7078-13B56F4B05A2}"/>
              </a:ext>
            </a:extLst>
          </p:cNvPr>
          <p:cNvSpPr/>
          <p:nvPr/>
        </p:nvSpPr>
        <p:spPr>
          <a:xfrm flipH="1">
            <a:off x="3381169" y="225642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AEE8ED11-FEC7-9C01-7021-291DB545A9D5}"/>
              </a:ext>
            </a:extLst>
          </p:cNvPr>
          <p:cNvSpPr/>
          <p:nvPr/>
        </p:nvSpPr>
        <p:spPr>
          <a:xfrm>
            <a:off x="4725092" y="225534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5571BE06-01FE-1C3D-BB08-204BEF794F75}"/>
              </a:ext>
            </a:extLst>
          </p:cNvPr>
          <p:cNvSpPr/>
          <p:nvPr/>
        </p:nvSpPr>
        <p:spPr>
          <a:xfrm>
            <a:off x="232069" y="225534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D23014C1-2898-CBB1-380C-27F876CE5478}"/>
              </a:ext>
            </a:extLst>
          </p:cNvPr>
          <p:cNvSpPr/>
          <p:nvPr/>
        </p:nvSpPr>
        <p:spPr>
          <a:xfrm>
            <a:off x="1761300" y="285901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BFE24F22-5CE4-6D44-4B1F-24787081A76E}"/>
              </a:ext>
            </a:extLst>
          </p:cNvPr>
          <p:cNvSpPr/>
          <p:nvPr/>
        </p:nvSpPr>
        <p:spPr>
          <a:xfrm flipH="1">
            <a:off x="241480" y="285901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70C12769-CC8E-FCE3-4F90-5EB5BB9EE414}"/>
              </a:ext>
            </a:extLst>
          </p:cNvPr>
          <p:cNvSpPr/>
          <p:nvPr/>
        </p:nvSpPr>
        <p:spPr>
          <a:xfrm rot="10800000" flipH="1">
            <a:off x="3332571" y="287316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0268BAF0-5C5D-C9B9-E3F1-4B24EA3776E6}"/>
              </a:ext>
            </a:extLst>
          </p:cNvPr>
          <p:cNvSpPr/>
          <p:nvPr/>
        </p:nvSpPr>
        <p:spPr>
          <a:xfrm flipH="1">
            <a:off x="4734981" y="287136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E9D8E990-826D-8A2A-4194-52B20256301C}"/>
              </a:ext>
            </a:extLst>
          </p:cNvPr>
          <p:cNvSpPr/>
          <p:nvPr/>
        </p:nvSpPr>
        <p:spPr>
          <a:xfrm flipH="1">
            <a:off x="1761299" y="352332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664C196B-1B24-4DBB-BCAB-293CAC7B1D83}"/>
              </a:ext>
            </a:extLst>
          </p:cNvPr>
          <p:cNvSpPr/>
          <p:nvPr/>
        </p:nvSpPr>
        <p:spPr>
          <a:xfrm rot="10800000" flipH="1">
            <a:off x="232068" y="353520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7AA87709-51F4-EA22-AAF7-2CCDCB5A94A5}"/>
              </a:ext>
            </a:extLst>
          </p:cNvPr>
          <p:cNvSpPr/>
          <p:nvPr/>
        </p:nvSpPr>
        <p:spPr>
          <a:xfrm>
            <a:off x="3388542" y="353520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B1D72873-40AF-C31B-6017-3EA92A173FFE}"/>
              </a:ext>
            </a:extLst>
          </p:cNvPr>
          <p:cNvSpPr/>
          <p:nvPr/>
        </p:nvSpPr>
        <p:spPr>
          <a:xfrm rot="10800000" flipH="1">
            <a:off x="4661724" y="352332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D17AAD-2C91-F90F-39CD-C7C2202EA7C5}"/>
              </a:ext>
            </a:extLst>
          </p:cNvPr>
          <p:cNvSpPr txBox="1"/>
          <p:nvPr/>
        </p:nvSpPr>
        <p:spPr>
          <a:xfrm>
            <a:off x="-144379" y="4415977"/>
            <a:ext cx="70658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There is no box with each arrow pointing outward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We have saddle points, not minimums</a:t>
            </a:r>
          </a:p>
        </p:txBody>
      </p:sp>
    </p:spTree>
    <p:extLst>
      <p:ext uri="{BB962C8B-B14F-4D97-AF65-F5344CB8AC3E}">
        <p14:creationId xmlns:p14="http://schemas.microsoft.com/office/powerpoint/2010/main" val="704777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9D47-3214-B33A-294E-58CF2D2D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17C558-BAE7-C399-5CF9-21E27CF8559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94D0AC-A0FB-3899-B41F-9100F8494A5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39515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can involve either alternating turns (AFP) or simultaneous turns (SFP). SFP has been more extensively studied, but global convergence in non-degenerate ordinal games has only been proven for AFP</a:t>
                </a:r>
              </a:p>
              <a:p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Global convergence of SFP has been proven for weighted potential games, where there exist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such that:</a:t>
                </a:r>
              </a:p>
              <a:p>
                <a:pPr>
                  <a:spcBef>
                    <a:spcPts val="600"/>
                  </a:spcBef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600"/>
                  </a:spcBef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3951595"/>
              </a:xfrm>
              <a:prstGeom prst="rect">
                <a:avLst/>
              </a:prstGeom>
              <a:blipFill>
                <a:blip r:embed="rId3"/>
                <a:stretch>
                  <a:fillRect l="-891" t="-1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86CE88-29DD-7378-09E1-D30DB46F890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D721-12F6-5915-2A56-3BBEF1EA4F89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vs SFP</a:t>
            </a:r>
          </a:p>
        </p:txBody>
      </p:sp>
    </p:spTree>
    <p:extLst>
      <p:ext uri="{BB962C8B-B14F-4D97-AF65-F5344CB8AC3E}">
        <p14:creationId xmlns:p14="http://schemas.microsoft.com/office/powerpoint/2010/main" val="4044502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7D916-266B-885B-A56A-3EB37224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DACBB3-7960-B10C-585D-65D831A8BD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3DAB5-2A1D-18CB-162F-EF776A7D00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83289-F3DA-730F-BE93-6D1E94A2D0F3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Degenerate Games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game will now called degenerate if at least one of the two properties hold: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1 strategies provide the same payoff for a given Player 2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2 strategies provide the same payoff for a given Player 1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r>
                  <a:rPr lang="en-US" sz="2400" dirty="0"/>
                  <a:t>Mathematically speaking, this is equivalent to: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blipFill>
                <a:blip r:embed="rId3"/>
                <a:stretch>
                  <a:fillRect l="-891" t="-982" b="-1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42C04C6-4436-DB06-7F5F-8E2BF915BD04}"/>
              </a:ext>
            </a:extLst>
          </p:cNvPr>
          <p:cNvSpPr txBox="1"/>
          <p:nvPr/>
        </p:nvSpPr>
        <p:spPr>
          <a:xfrm>
            <a:off x="8618140" y="5495629"/>
            <a:ext cx="3403341" cy="12003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This ensures that the ordering stored in the ordinal potential is strict</a:t>
            </a:r>
          </a:p>
        </p:txBody>
      </p:sp>
    </p:spTree>
    <p:extLst>
      <p:ext uri="{BB962C8B-B14F-4D97-AF65-F5344CB8AC3E}">
        <p14:creationId xmlns:p14="http://schemas.microsoft.com/office/powerpoint/2010/main" val="3630575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0ED4-B274-8267-B121-80505C81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C8008E2-0869-095C-1F65-8385DE2503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E0C42B-F89D-C44D-063E-971AC6C0AAC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/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8BDF3AD-10E2-8B32-2991-E9F6DBEAE74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FBF55-3309-9692-CE96-0A1330D87BBD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Iterations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/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We initialize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(could use pure strategies or uniform distribution)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At each iteration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, we determine: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  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endParaRPr lang="en-US" sz="2400" dirty="0"/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We then update each probability vector using the new pure strategy: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blipFill>
                <a:blip r:embed="rId4"/>
                <a:stretch>
                  <a:fillRect l="-907" t="-1161" b="-2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32928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36FAC-3A51-1B82-28D7-637BC017D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A8F0B0-4837-1615-2E92-1B661B43C45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8B656F-A729-E42C-8193-0A795399235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7D690B-F183-DDEB-F5EF-418CDEE466EE}"/>
              </a:ext>
            </a:extLst>
          </p:cNvPr>
          <p:cNvSpPr txBox="1"/>
          <p:nvPr/>
        </p:nvSpPr>
        <p:spPr>
          <a:xfrm>
            <a:off x="1430862" y="354928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CA5464-875D-EB0B-E683-6A5C1F52DD22}"/>
                  </a:ext>
                </a:extLst>
              </p:cNvPr>
              <p:cNvSpPr txBox="1"/>
              <p:nvPr/>
            </p:nvSpPr>
            <p:spPr>
              <a:xfrm>
                <a:off x="369302" y="2688827"/>
                <a:ext cx="10951571" cy="138499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Theorem (Berger, 2005)</a:t>
                </a:r>
              </a:p>
              <a:p>
                <a:r>
                  <a:rPr lang="en-US" sz="2800" b="1" dirty="0"/>
                  <a:t> </a:t>
                </a:r>
                <a:r>
                  <a:rPr lang="en-US" sz="2800" dirty="0"/>
                  <a:t>Let</a:t>
                </a:r>
                <a14:m>
                  <m:oMath xmlns:m="http://schemas.openxmlformats.org/officeDocument/2006/math">
                    <m:r>
                      <a:rPr lang="en-US" sz="28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correspond to a nondegenerate ordinal potential game. Then every AFP process converges to a pure Nash equilibrium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CA5464-875D-EB0B-E683-6A5C1F52D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02" y="2688827"/>
                <a:ext cx="10951571" cy="1384995"/>
              </a:xfrm>
              <a:prstGeom prst="rect">
                <a:avLst/>
              </a:prstGeom>
              <a:blipFill>
                <a:blip r:embed="rId3"/>
                <a:stretch>
                  <a:fillRect l="-1055" t="-3448" b="-9914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741BAA6-4A99-6CBC-B918-CA1F97C4DB4A}"/>
              </a:ext>
            </a:extLst>
          </p:cNvPr>
          <p:cNvSpPr txBox="1"/>
          <p:nvPr/>
        </p:nvSpPr>
        <p:spPr>
          <a:xfrm>
            <a:off x="488199" y="4191729"/>
            <a:ext cx="43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Proof on Latex Notes</a:t>
            </a:r>
          </a:p>
        </p:txBody>
      </p:sp>
    </p:spTree>
    <p:extLst>
      <p:ext uri="{BB962C8B-B14F-4D97-AF65-F5344CB8AC3E}">
        <p14:creationId xmlns:p14="http://schemas.microsoft.com/office/powerpoint/2010/main" val="14060730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0881B4-737A-CB88-6A8A-CF2967A43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942059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1F5C11-4B19-39BA-1F09-616536D5D646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633A6-9293-ED7A-44DA-4A958C6F7249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8514E3-C825-023B-C76A-CCDEC10D7338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460DD-675E-0F6E-D4A5-7ECA621406F7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6DD23A-297A-E7D4-6C7D-7785AC45E6CA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91807D-0D2C-301B-0568-DC2611B0D18D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43E43-AAFF-BB80-8E37-0F24F19AFE1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67B0B4-27D8-600D-5B18-B3DB1E319A17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29BEE-85B7-9305-315D-517B236298F7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296F28-D7C8-F039-9557-F9CE60415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913042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35FAE71-208B-47A0-9311-4EFF36C6B9D8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F2A2A5-5E69-2F5B-AC90-7991C435723C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E4BE1D-2103-8448-1223-14E7EDBBAFA4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2AC2AB-D437-6424-A1FB-7B3F5D67B90B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71A7AF-5039-E6A3-4B62-A1D498C77E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4CEDD8-2994-D939-AAE7-AE64F7667565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A2AF2C-0C47-DEC3-7179-0873769610C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6321A-1F2E-5AD2-68B7-4713EDDDBC39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3F73A5-6D9F-F9A7-A2D7-2C9843590285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A1FE12-DE48-30B4-A05F-451359B76A0A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1D0582-078B-AAC2-3041-B3B72C7F45D5}"/>
              </a:ext>
            </a:extLst>
          </p:cNvPr>
          <p:cNvSpPr txBox="1"/>
          <p:nvPr/>
        </p:nvSpPr>
        <p:spPr>
          <a:xfrm>
            <a:off x="2160576" y="141567"/>
            <a:ext cx="81401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 Howson with Negative Expectation</a:t>
            </a:r>
          </a:p>
        </p:txBody>
      </p:sp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C597-328F-1EB2-3ACE-882E936A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F9D5791-BAFF-5FEC-69FC-3591E36A59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59B908-7572-D9D0-A6A8-F3105E7285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66F4D8A-0643-2E7E-0533-B667808E1CB9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07ACBB85-838A-561B-95F8-E24BDD450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408854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6732884-BCAA-3D66-47B1-66323D22B7D4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D318D-0F5F-EF88-0305-488646CE21E8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2465BE-C438-B66D-18E7-AF6D606DCEFE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B3604D-2453-7FAA-78A0-3108B7F6368F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98C57D-0702-F5DC-79E6-C90AD7C587AE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2CDE72-A4CD-7FC9-CCB7-AFBBB1D9B4E2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536F72-B7DB-1C0E-D07F-C57031F65778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79DC2-C3F7-BE61-896D-3E49AC85D2CC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0282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3F04-66D6-5642-1F62-1C0248FE2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C317D41-89A8-798E-81E8-ABF9779D44F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5A10FB-A2CD-E03F-2A74-DDFEE49179F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DEA7FA8-57E5-8E1C-5CFF-E155E4257410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DEA7FA8-57E5-8E1C-5CFF-E155E4257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7F491F1-66D3-7C73-E623-E4A0E9279E25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7F491F1-66D3-7C73-E623-E4A0E927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B0F618-1721-618A-D67D-E731218D826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B0F618-1721-618A-D67D-E731218D8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C05FD6-5FBB-46DD-F037-AE9F35E69D75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C05FD6-5FBB-46DD-F037-AE9F35E69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C0AF9E-E07B-6272-BC32-7F555E2ACC95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C0AF9E-E07B-6272-BC32-7F555E2ACC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4AA6D20-2332-E4CF-6736-F52E6D044EA8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4AA6D20-2332-E4CF-6736-F52E6D044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BF379A-43D9-97F7-C76C-9BE82FA80FD8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BF379A-43D9-97F7-C76C-9BE82FA80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9728FA3-2472-DBD5-0661-913234D18D93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9728FA3-2472-DBD5-0661-913234D18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F425A1D-0C67-8DA1-FC88-1E58DE9A2D53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F425A1D-0C67-8DA1-FC88-1E58DE9A2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D57F67-0B4D-B6CD-BBE8-4311D86BBCC0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D57F67-0B4D-B6CD-BBE8-4311D86BB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8B1B70B-7B99-FBE7-FF78-888FE0EBE17D}"/>
              </a:ext>
            </a:extLst>
          </p:cNvPr>
          <p:cNvSpPr txBox="1"/>
          <p:nvPr/>
        </p:nvSpPr>
        <p:spPr>
          <a:xfrm>
            <a:off x="7901608" y="3086329"/>
            <a:ext cx="3558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hlinkClick r:id="rId13"/>
              </a:rPr>
              <a:t>Player 1 Polytope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3057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BF4E0-40A1-6046-B50B-C1A059C5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B559CD-ACA1-9C45-DCB8-32F3665C2B6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7A108F-F968-7B29-658F-153EF503CB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3A9E26-EFF1-A421-979E-E55468B9E6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75815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7D46566-5464-E474-B4D2-32150BE28EBA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1179B-C585-9B9B-F67A-A507A916DFDB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57C9E-D6FC-C485-2B21-A077CE465DB5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27BC1-F914-EA1B-3663-EE55D75C1F39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100A60-879D-7D4A-AB43-A40D28DA05F7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35768-BB1A-A09C-C899-FE4A9DA36DD7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209B33-1A3D-563B-0E96-1CE4A30D8564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17646-3A2E-FB40-F163-8E379B466273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A9D9F7-236B-1CB7-3443-AFE1288B03B8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400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FCDC3-715A-2D78-78A9-79F6A796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4238A5-AEE4-D1B6-96A0-0FBDB031CA7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779155-0671-F077-622F-72C67A4F132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079319-1DA5-70E1-F91B-EFA4A2CBAEEB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079319-1DA5-70E1-F91B-EFA4A2CBA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E43FAC-1BEC-9D4D-8424-C705B205D94A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E43FAC-1BEC-9D4D-8424-C705B205D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5C2BD-C07B-728C-BC9C-F0F0EFAC1105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5C2BD-C07B-728C-BC9C-F0F0EFAC1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E6F53E-3F52-0D11-F985-1BC5B87BBF44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E6F53E-3F52-0D11-F985-1BC5B87B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3B75B-1FAA-3766-6BCF-2140C8E1CC14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3B75B-1FAA-3766-6BCF-2140C8E1C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321B816-F443-FEE0-1B2C-B93C56BE3204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69945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321B816-F443-FEE0-1B2C-B93C56BE3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699457" cy="430887"/>
              </a:xfrm>
              <a:prstGeom prst="rect">
                <a:avLst/>
              </a:prstGeom>
              <a:blipFill>
                <a:blip r:embed="rId8"/>
                <a:stretch>
                  <a:fillRect r="-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E47728-3F3D-FF44-7726-418124923DF9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E47728-3F3D-FF44-7726-418124923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3EE4D8D-C906-1ECF-335D-382D5A0C3831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3EE4D8D-C906-1ECF-335D-382D5A0C3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901642-D54B-6D3A-CD02-8839D52C317B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901642-D54B-6D3A-CD02-8839D52C3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97585D-D46C-DB02-7638-2E607997F77E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97585D-D46C-DB02-7638-2E607997F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191FBE-0C1A-6FAC-497C-C7DFE7648111}"/>
              </a:ext>
            </a:extLst>
          </p:cNvPr>
          <p:cNvSpPr txBox="1"/>
          <p:nvPr/>
        </p:nvSpPr>
        <p:spPr>
          <a:xfrm>
            <a:off x="914399" y="3298579"/>
            <a:ext cx="3558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hlinkClick r:id="rId13"/>
              </a:rPr>
              <a:t>Player 2 Polytope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404492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E72C-B18E-BDBD-9F12-460A14E5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480BBB-CF11-93AD-411C-0B74116DBE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1AEC3-D342-AB19-74F3-D6E982FE10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5CC9E58-638E-C1A4-32A5-24154A5933E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174CA6-61BF-32F2-0C61-034C008AF497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8F7E2-F41E-3150-6348-423A9A80E206}"/>
              </a:ext>
            </a:extLst>
          </p:cNvPr>
          <p:cNvSpPr txBox="1"/>
          <p:nvPr/>
        </p:nvSpPr>
        <p:spPr>
          <a:xfrm>
            <a:off x="9428504" y="2468445"/>
            <a:ext cx="26335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values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Note that this is not a vertex since we are not enforcing non-negativity constraints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BFE242-83FD-4B2F-E403-617303EBD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342931-E168-2682-31BB-1C32C119DB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19751" y="2400941"/>
            <a:ext cx="3908753" cy="3401830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4E2651A-6C17-A558-6AF1-18B823EC7862}"/>
              </a:ext>
            </a:extLst>
          </p:cNvPr>
          <p:cNvSpPr/>
          <p:nvPr/>
        </p:nvSpPr>
        <p:spPr>
          <a:xfrm>
            <a:off x="7205870" y="412193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44E562-D49F-BD8B-E46B-6DB4257CAADB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0B13CF-7B31-940B-BEE6-3196E191F5C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805D29-6FA5-2C76-82E2-B023EBA22E4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02516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93888-FA47-2239-E8BC-C3D01082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224CFD-C94E-28DE-273E-62A5E22FDD5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1DF5B-26A3-D439-CF9C-F0CE4B55D1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BF62A90-ABA8-9B08-B1EC-5BBB2E3DD7F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78810-184B-821F-455C-16F93749C335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F58C0-6769-D323-807E-587FD9D4EF87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from Player 1’s Polytope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3972-716B-386B-E4EC-8D4C92C5FF7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90FA52-F93A-3E4D-F218-FABE7620046C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9A238-ACB2-779A-E628-CDDC72DA8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A44D20-021D-5E98-22BC-1149FC2E3E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19751" y="2400941"/>
            <a:ext cx="3908753" cy="340183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B8C56A21-666C-23F7-43DD-1BB74541B212}"/>
              </a:ext>
            </a:extLst>
          </p:cNvPr>
          <p:cNvSpPr/>
          <p:nvPr/>
        </p:nvSpPr>
        <p:spPr>
          <a:xfrm>
            <a:off x="7205870" y="412193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FBA6F7-D4F0-D45B-29C5-C2E488595403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0191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BF2C-2C87-DF4A-0150-CB1A7B90E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8D3EBB-A16E-B2C4-9181-3DB14107C8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080146-E6DA-317B-F8AD-B9B29B2E988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1958ECF-AEB6-24FF-FF04-6FDBBB019E99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9076C-425C-992E-7F93-4B8A6C609B1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5F6C42-5547-63A6-5189-0169E10D884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18684E-2AE4-DEA1-4836-F2B7A6133C3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DEADA4-CC06-7DD9-3641-DB01E43F3CF7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using Player 2’s Polytope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30CC2-5721-A9EB-9DD6-0853A92361A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D9A32C-5A13-8808-6877-50EA0ED7F982}"/>
              </a:ext>
            </a:extLst>
          </p:cNvPr>
          <p:cNvSpPr txBox="1"/>
          <p:nvPr/>
        </p:nvSpPr>
        <p:spPr>
          <a:xfrm>
            <a:off x="9334726" y="5354730"/>
            <a:ext cx="2763496" cy="830997"/>
          </a:xfrm>
          <a:prstGeom prst="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have to make a decision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571BAE-2C94-C508-F9F4-289E780BDB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39127"/>
            <a:ext cx="3907688" cy="3532620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AB1327C7-818E-BAA0-5A9D-51449DC86C8F}"/>
              </a:ext>
            </a:extLst>
          </p:cNvPr>
          <p:cNvSpPr/>
          <p:nvPr/>
        </p:nvSpPr>
        <p:spPr>
          <a:xfrm>
            <a:off x="6950679" y="4064090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424322-1F85-C47D-C2B8-8D93B991A9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869CF263-044B-E8B8-79A5-9AB5D8954DA9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71F329-1459-E77B-0EB7-8148A9002B1C}"/>
                  </a:ext>
                </a:extLst>
              </p:cNvPr>
              <p:cNvSpPr txBox="1"/>
              <p:nvPr/>
            </p:nvSpPr>
            <p:spPr>
              <a:xfrm>
                <a:off x="9293008" y="3919236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71F329-1459-E77B-0EB7-8148A9002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3008" y="3919236"/>
                <a:ext cx="284693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D78017-E7D8-5902-58DC-8E530EEC11A1}"/>
                  </a:ext>
                </a:extLst>
              </p:cNvPr>
              <p:cNvSpPr txBox="1"/>
              <p:nvPr/>
            </p:nvSpPr>
            <p:spPr>
              <a:xfrm>
                <a:off x="9077365" y="4686429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D78017-E7D8-5902-58DC-8E530EEC1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7365" y="4686429"/>
                <a:ext cx="311463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DFCA8044-8DB8-34C4-BCD5-E1056E64CAEF}"/>
              </a:ext>
            </a:extLst>
          </p:cNvPr>
          <p:cNvSpPr txBox="1"/>
          <p:nvPr/>
        </p:nvSpPr>
        <p:spPr>
          <a:xfrm>
            <a:off x="9293008" y="4284576"/>
            <a:ext cx="31573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or:</a:t>
            </a:r>
          </a:p>
        </p:txBody>
      </p:sp>
    </p:spTree>
    <p:extLst>
      <p:ext uri="{BB962C8B-B14F-4D97-AF65-F5344CB8AC3E}">
        <p14:creationId xmlns:p14="http://schemas.microsoft.com/office/powerpoint/2010/main" val="42228377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DFD9A-940F-7333-E78A-108C4A3E9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128205E-D303-75E4-DA65-ED142CD0380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4E093-4BEF-4E3A-8D49-3643827C710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DBD8FD-CF9F-98BD-F390-7D6BDBF3891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DBD8FD-CF9F-98BD-F390-7D6BDBF38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DE5E675-7DF7-BE39-34A6-ACE5F2D19608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66CBCAF-1D27-DB34-1E54-ECF2FBC644D4}"/>
                  </a:ext>
                </a:extLst>
              </p:cNvPr>
              <p:cNvSpPr txBox="1"/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66CBCAF-1D27-DB34-1E54-ECF2FBC64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D7C00B5-6C1A-DDF0-1681-760C4DC65BB2}"/>
              </a:ext>
            </a:extLst>
          </p:cNvPr>
          <p:cNvSpPr txBox="1"/>
          <p:nvPr/>
        </p:nvSpPr>
        <p:spPr>
          <a:xfrm>
            <a:off x="-10438" y="222166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831DE2-40A8-F582-4B9C-51A53C4F0A14}"/>
              </a:ext>
            </a:extLst>
          </p:cNvPr>
          <p:cNvSpPr txBox="1"/>
          <p:nvPr/>
        </p:nvSpPr>
        <p:spPr>
          <a:xfrm>
            <a:off x="7291950" y="220891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1C096A-997D-7B65-310E-A830355E4EA4}"/>
                  </a:ext>
                </a:extLst>
              </p:cNvPr>
              <p:cNvSpPr txBox="1"/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1C096A-997D-7B65-310E-A830355E4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A18579-EF82-3DBD-1A61-1C4396E91033}"/>
                  </a:ext>
                </a:extLst>
              </p:cNvPr>
              <p:cNvSpPr txBox="1"/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800" dirty="0"/>
                  <a:t> 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A18579-EF82-3DBD-1A61-1C4396E91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F25A7C-C3A0-8949-58A9-E0B375EB5880}"/>
                  </a:ext>
                </a:extLst>
              </p:cNvPr>
              <p:cNvSpPr txBox="1"/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F25A7C-C3A0-8949-58A9-E0B375EB5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53E1220-7D26-3AE1-07D5-07D931F83CBB}"/>
                  </a:ext>
                </a:extLst>
              </p:cNvPr>
              <p:cNvSpPr txBox="1"/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53E1220-7D26-3AE1-07D5-07D931F83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8AA2DE-FFDD-1A76-E2E3-FA632DFA7ECD}"/>
                  </a:ext>
                </a:extLst>
              </p:cNvPr>
              <p:cNvSpPr txBox="1"/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8AA2DE-FFDD-1A76-E2E3-FA632DFA7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2D4C0F-6E47-A35E-39E6-2FBCA8B5C718}"/>
                  </a:ext>
                </a:extLst>
              </p:cNvPr>
              <p:cNvSpPr txBox="1"/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2D4C0F-6E47-A35E-39E6-2FBCA8B5C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1C3E48-FB97-31CE-9268-5A7722980005}"/>
                  </a:ext>
                </a:extLst>
              </p:cNvPr>
              <p:cNvSpPr txBox="1"/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1C3E48-FB97-31CE-9268-5A7722980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A83044-EEF2-15AE-4389-FBD63884D3A6}"/>
                  </a:ext>
                </a:extLst>
              </p:cNvPr>
              <p:cNvSpPr txBox="1"/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A83044-EEF2-15AE-4389-FBD63884D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420A1D9-0180-7357-BA11-BCC0A45D7A66}"/>
                  </a:ext>
                </a:extLst>
              </p:cNvPr>
              <p:cNvSpPr txBox="1"/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420A1D9-0180-7357-BA11-BCC0A45D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2C5C46-DC17-B738-1CFE-40FF6749B4F9}"/>
                  </a:ext>
                </a:extLst>
              </p:cNvPr>
              <p:cNvSpPr txBox="1"/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2C5C46-DC17-B738-1CFE-40FF6749B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2A24191-C102-37FB-1368-8A65C7F78611}"/>
                  </a:ext>
                </a:extLst>
              </p:cNvPr>
              <p:cNvSpPr txBox="1"/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2A24191-C102-37FB-1368-8A65C7F78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E47C050-55E3-AFB8-B5AC-8AAC1068ADB2}"/>
                  </a:ext>
                </a:extLst>
              </p:cNvPr>
              <p:cNvSpPr txBox="1"/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E47C050-55E3-AFB8-B5AC-8AAC1068A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71D5F05-2BF4-6AC1-F4D4-B33F6110D217}"/>
                  </a:ext>
                </a:extLst>
              </p:cNvPr>
              <p:cNvSpPr txBox="1"/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71D5F05-2BF4-6AC1-F4D4-B33F6110D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966605-B389-508B-E8D5-F7ECAE04FCCF}"/>
                  </a:ext>
                </a:extLst>
              </p:cNvPr>
              <p:cNvSpPr txBox="1"/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966605-B389-508B-E8D5-F7ECAE04F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F970AF7-8555-CEB3-6741-E774C5FB2069}"/>
                  </a:ext>
                </a:extLst>
              </p:cNvPr>
              <p:cNvSpPr txBox="1"/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F970AF7-8555-CEB3-6741-E774C5FB2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5035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E48EB-2109-ED88-0FEC-B56F5E279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1487B74-F17E-7DFC-0D83-CB5F724666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D47709-FB43-265B-97EE-98B9E3977C1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CA8984-A774-7BCE-2372-2FC574381F7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CA8984-A774-7BCE-2372-2FC574381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760CBD7-47E3-E059-B746-10A427747EF2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3D7FA8-E78E-82E0-A02D-4C6AAC3CF6D2}"/>
                  </a:ext>
                </a:extLst>
              </p:cNvPr>
              <p:cNvSpPr txBox="1"/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3D7FA8-E78E-82E0-A02D-4C6AAC3CF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6E36669-9237-E56D-B5C5-228F58F10D65}"/>
              </a:ext>
            </a:extLst>
          </p:cNvPr>
          <p:cNvSpPr txBox="1"/>
          <p:nvPr/>
        </p:nvSpPr>
        <p:spPr>
          <a:xfrm>
            <a:off x="-10438" y="222166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01C448-496F-3BE7-454E-839AE820C9A9}"/>
              </a:ext>
            </a:extLst>
          </p:cNvPr>
          <p:cNvSpPr txBox="1"/>
          <p:nvPr/>
        </p:nvSpPr>
        <p:spPr>
          <a:xfrm>
            <a:off x="7291950" y="220891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589953D-D4AF-13B7-744F-B9275101D15C}"/>
                  </a:ext>
                </a:extLst>
              </p:cNvPr>
              <p:cNvSpPr txBox="1"/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589953D-D4AF-13B7-744F-B9275101D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B2667F8-E29F-8E7B-BAB8-373264D2B425}"/>
                  </a:ext>
                </a:extLst>
              </p:cNvPr>
              <p:cNvSpPr txBox="1"/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800" dirty="0"/>
                  <a:t> 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B2667F8-E29F-8E7B-BAB8-373264D2B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277EEE-6FDE-4B39-37CA-2850D969EF47}"/>
                  </a:ext>
                </a:extLst>
              </p:cNvPr>
              <p:cNvSpPr txBox="1"/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277EEE-6FDE-4B39-37CA-2850D969E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A31574-679E-DD8D-2E9A-36CE86A26881}"/>
                  </a:ext>
                </a:extLst>
              </p:cNvPr>
              <p:cNvSpPr txBox="1"/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A31574-679E-DD8D-2E9A-36CE86A26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B474AD-792F-0AB7-731D-F64CF4B2DCF0}"/>
                  </a:ext>
                </a:extLst>
              </p:cNvPr>
              <p:cNvSpPr txBox="1"/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B474AD-792F-0AB7-731D-F64CF4B2D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AFB48D-86C7-A193-92CE-39C1834B666D}"/>
                  </a:ext>
                </a:extLst>
              </p:cNvPr>
              <p:cNvSpPr txBox="1"/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AFB48D-86C7-A193-92CE-39C1834B6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9FC4CA-E74B-4377-A931-805B63A79ADE}"/>
                  </a:ext>
                </a:extLst>
              </p:cNvPr>
              <p:cNvSpPr txBox="1"/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9FC4CA-E74B-4377-A931-805B63A79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9FBB611-F975-675C-6659-D5C3ECE1E726}"/>
                  </a:ext>
                </a:extLst>
              </p:cNvPr>
              <p:cNvSpPr txBox="1"/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9FBB611-F975-675C-6659-D5C3ECE1E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6ABA447-1B23-CE53-92B5-B1AF02E80D53}"/>
                  </a:ext>
                </a:extLst>
              </p:cNvPr>
              <p:cNvSpPr txBox="1"/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6ABA447-1B23-CE53-92B5-B1AF02E80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3D2780B-F47D-81E5-8CE0-3E82355E51B0}"/>
                  </a:ext>
                </a:extLst>
              </p:cNvPr>
              <p:cNvSpPr txBox="1"/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3D2780B-F47D-81E5-8CE0-3E82355E5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3DDCF27-CD03-59E5-D0A3-689DCB41F59A}"/>
                  </a:ext>
                </a:extLst>
              </p:cNvPr>
              <p:cNvSpPr txBox="1"/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3DDCF27-CD03-59E5-D0A3-689DCB41F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52DDE10-70E8-C8B8-CA85-74F4EA28A689}"/>
                  </a:ext>
                </a:extLst>
              </p:cNvPr>
              <p:cNvSpPr txBox="1"/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52DDE10-70E8-C8B8-CA85-74F4EA28A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F5EBE57-4C59-31CE-02FB-E1EE126ABBC6}"/>
                  </a:ext>
                </a:extLst>
              </p:cNvPr>
              <p:cNvSpPr txBox="1"/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F5EBE57-4C59-31CE-02FB-E1EE126AB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B266F88-6B6A-F335-BCB9-DCB05EF9D531}"/>
                  </a:ext>
                </a:extLst>
              </p:cNvPr>
              <p:cNvSpPr txBox="1"/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B266F88-6B6A-F335-BCB9-DCB05EF9D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286455-D5B8-5C1C-D3E6-283CA17EBC7A}"/>
                  </a:ext>
                </a:extLst>
              </p:cNvPr>
              <p:cNvSpPr txBox="1"/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286455-D5B8-5C1C-D3E6-283CA17EB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3D3129B0-7411-035B-452A-439E546031A5}"/>
              </a:ext>
            </a:extLst>
          </p:cNvPr>
          <p:cNvSpPr/>
          <p:nvPr/>
        </p:nvSpPr>
        <p:spPr>
          <a:xfrm>
            <a:off x="6917636" y="3106398"/>
            <a:ext cx="2698988" cy="564465"/>
          </a:xfrm>
          <a:prstGeom prst="mathMultiply">
            <a:avLst/>
          </a:prstGeom>
          <a:solidFill>
            <a:srgbClr val="FF0000">
              <a:alpha val="28000"/>
            </a:srgbClr>
          </a:solidFill>
          <a:ln>
            <a:solidFill>
              <a:schemeClr val="accent1">
                <a:shade val="15000"/>
                <a:alpha val="4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90D007D-E572-3967-9906-AA5B50FC4098}"/>
              </a:ext>
            </a:extLst>
          </p:cNvPr>
          <p:cNvCxnSpPr>
            <a:cxnSpLocks/>
          </p:cNvCxnSpPr>
          <p:nvPr/>
        </p:nvCxnSpPr>
        <p:spPr>
          <a:xfrm flipH="1">
            <a:off x="6917636" y="4929809"/>
            <a:ext cx="7509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C24A50-4813-948C-699C-73EE8B7EDD14}"/>
              </a:ext>
            </a:extLst>
          </p:cNvPr>
          <p:cNvCxnSpPr/>
          <p:nvPr/>
        </p:nvCxnSpPr>
        <p:spPr>
          <a:xfrm flipV="1">
            <a:off x="6917636" y="3713006"/>
            <a:ext cx="596347" cy="12267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98C43D-9C50-8158-0EB9-05EFA429B0B5}"/>
              </a:ext>
            </a:extLst>
          </p:cNvPr>
          <p:cNvCxnSpPr>
            <a:cxnSpLocks/>
          </p:cNvCxnSpPr>
          <p:nvPr/>
        </p:nvCxnSpPr>
        <p:spPr>
          <a:xfrm flipH="1">
            <a:off x="10784774" y="4495800"/>
            <a:ext cx="7509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5EF641-71ED-788A-FE3D-D4785ADE2449}"/>
              </a:ext>
            </a:extLst>
          </p:cNvPr>
          <p:cNvCxnSpPr>
            <a:cxnSpLocks/>
            <a:endCxn id="25" idx="3"/>
          </p:cNvCxnSpPr>
          <p:nvPr/>
        </p:nvCxnSpPr>
        <p:spPr>
          <a:xfrm flipH="1" flipV="1">
            <a:off x="10704381" y="3377248"/>
            <a:ext cx="831293" cy="1118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3E4FAA62-77DD-3CA9-F6D9-AC5D79DD822D}"/>
              </a:ext>
            </a:extLst>
          </p:cNvPr>
          <p:cNvSpPr/>
          <p:nvPr/>
        </p:nvSpPr>
        <p:spPr>
          <a:xfrm>
            <a:off x="8898093" y="3068696"/>
            <a:ext cx="2698988" cy="564465"/>
          </a:xfrm>
          <a:prstGeom prst="mathMultiply">
            <a:avLst/>
          </a:prstGeom>
          <a:solidFill>
            <a:srgbClr val="FF0000">
              <a:alpha val="28000"/>
            </a:srgbClr>
          </a:solidFill>
          <a:ln>
            <a:solidFill>
              <a:schemeClr val="accent1">
                <a:shade val="15000"/>
                <a:alpha val="4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4E7306-6716-183F-3D0B-97849713B926}"/>
              </a:ext>
            </a:extLst>
          </p:cNvPr>
          <p:cNvSpPr txBox="1"/>
          <p:nvPr/>
        </p:nvSpPr>
        <p:spPr>
          <a:xfrm>
            <a:off x="4395869" y="3013377"/>
            <a:ext cx="3213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b="1" dirty="0"/>
              <a:t>Pick another starting label to drop</a:t>
            </a:r>
          </a:p>
        </p:txBody>
      </p:sp>
    </p:spTree>
    <p:extLst>
      <p:ext uri="{BB962C8B-B14F-4D97-AF65-F5344CB8AC3E}">
        <p14:creationId xmlns:p14="http://schemas.microsoft.com/office/powerpoint/2010/main" val="13331924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3FE88-A960-58E9-0B1C-C96D5B884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FD7D581-B893-060A-3BA3-0A70835DF73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51BBB0-ECF4-9295-C6B2-BE55F2BF997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85425FF-3EBE-0F9C-2988-BB2D35293FEA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85425FF-3EBE-0F9C-2988-BB2D35293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14DAFE5-084F-1F0E-A937-3B0A29165A6E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988B290-053D-C6DA-060E-9D130BDAC5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48" y="2967760"/>
            <a:ext cx="3472983" cy="31249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65F057-248F-A713-D6BC-93F9E2BC66E5}"/>
              </a:ext>
            </a:extLst>
          </p:cNvPr>
          <p:cNvSpPr txBox="1"/>
          <p:nvPr/>
        </p:nvSpPr>
        <p:spPr>
          <a:xfrm>
            <a:off x="551259" y="6211669"/>
            <a:ext cx="27634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5"/>
              </a:rPr>
              <a:t>Positive Expectation Player 2 Polytope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23AB4AA-2FC9-F556-B184-1F28E3A93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7490" y="2901179"/>
            <a:ext cx="3215064" cy="3258088"/>
          </a:xfrm>
          <a:prstGeom prst="rect">
            <a:avLst/>
          </a:prstGeom>
        </p:spPr>
      </p:pic>
      <p:sp>
        <p:nvSpPr>
          <p:cNvPr id="19" name="TextBox 18">
            <a:hlinkClick r:id="rId7"/>
            <a:extLst>
              <a:ext uri="{FF2B5EF4-FFF2-40B4-BE49-F238E27FC236}">
                <a16:creationId xmlns:a16="http://schemas.microsoft.com/office/drawing/2014/main" id="{5772B49A-B538-B678-3F35-78609126E673}"/>
              </a:ext>
            </a:extLst>
          </p:cNvPr>
          <p:cNvSpPr txBox="1"/>
          <p:nvPr/>
        </p:nvSpPr>
        <p:spPr>
          <a:xfrm>
            <a:off x="8245669" y="6211669"/>
            <a:ext cx="25387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7"/>
              </a:rPr>
              <a:t>Negative Expectation Player 2 Polytope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FC1EB0-487C-8170-3C55-BA4235A7B263}"/>
              </a:ext>
            </a:extLst>
          </p:cNvPr>
          <p:cNvSpPr txBox="1"/>
          <p:nvPr/>
        </p:nvSpPr>
        <p:spPr>
          <a:xfrm>
            <a:off x="0" y="250609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8D627-3319-B2FD-3199-2B5702074B6A}"/>
              </a:ext>
            </a:extLst>
          </p:cNvPr>
          <p:cNvSpPr txBox="1"/>
          <p:nvPr/>
        </p:nvSpPr>
        <p:spPr>
          <a:xfrm>
            <a:off x="7422382" y="250609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</p:spTree>
    <p:extLst>
      <p:ext uri="{BB962C8B-B14F-4D97-AF65-F5344CB8AC3E}">
        <p14:creationId xmlns:p14="http://schemas.microsoft.com/office/powerpoint/2010/main" val="3057006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5634</TotalTime>
  <Words>2722</Words>
  <Application>Microsoft Office PowerPoint</Application>
  <PresentationFormat>Widescreen</PresentationFormat>
  <Paragraphs>876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57</cp:revision>
  <cp:lastPrinted>2025-08-21T02:00:35Z</cp:lastPrinted>
  <dcterms:created xsi:type="dcterms:W3CDTF">2025-08-20T23:47:39Z</dcterms:created>
  <dcterms:modified xsi:type="dcterms:W3CDTF">2026-03-31T18:02:03Z</dcterms:modified>
</cp:coreProperties>
</file>