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91" r:id="rId2"/>
    <p:sldId id="376" r:id="rId3"/>
    <p:sldId id="405" r:id="rId4"/>
    <p:sldId id="408" r:id="rId5"/>
    <p:sldId id="377" r:id="rId6"/>
    <p:sldId id="409" r:id="rId7"/>
    <p:sldId id="410" r:id="rId8"/>
    <p:sldId id="411" r:id="rId9"/>
    <p:sldId id="412" r:id="rId10"/>
    <p:sldId id="413" r:id="rId11"/>
    <p:sldId id="414" r:id="rId12"/>
    <p:sldId id="415" r:id="rId13"/>
    <p:sldId id="416" r:id="rId14"/>
    <p:sldId id="417" r:id="rId15"/>
    <p:sldId id="364" r:id="rId16"/>
    <p:sldId id="420" r:id="rId17"/>
    <p:sldId id="430" r:id="rId18"/>
    <p:sldId id="431" r:id="rId19"/>
    <p:sldId id="432" r:id="rId20"/>
    <p:sldId id="433" r:id="rId21"/>
    <p:sldId id="434" r:id="rId22"/>
    <p:sldId id="435" r:id="rId23"/>
    <p:sldId id="436" r:id="rId24"/>
    <p:sldId id="437" r:id="rId25"/>
    <p:sldId id="438" r:id="rId26"/>
    <p:sldId id="439" r:id="rId27"/>
    <p:sldId id="367" r:id="rId28"/>
    <p:sldId id="365" r:id="rId29"/>
    <p:sldId id="368" r:id="rId30"/>
    <p:sldId id="421" r:id="rId31"/>
    <p:sldId id="363" r:id="rId32"/>
    <p:sldId id="374" r:id="rId33"/>
    <p:sldId id="424" r:id="rId34"/>
    <p:sldId id="373" r:id="rId35"/>
    <p:sldId id="425" r:id="rId36"/>
    <p:sldId id="426" r:id="rId37"/>
    <p:sldId id="378" r:id="rId38"/>
    <p:sldId id="379" r:id="rId39"/>
    <p:sldId id="427" r:id="rId40"/>
    <p:sldId id="429" r:id="rId41"/>
    <p:sldId id="428" r:id="rId42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F39275-EBC5-482E-91FF-BD97E1A2EA7A}" v="100" dt="2026-03-31T17:24:14.422"/>
    <p1510:client id="{F6870C43-C615-4316-8ED8-C3E8555B69DE}" v="1137" dt="2026-04-01T02:11:30.0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8" autoAdjust="0"/>
    <p:restoredTop sz="93462" autoAdjust="0"/>
  </p:normalViewPr>
  <p:slideViewPr>
    <p:cSldViewPr snapToGrid="0">
      <p:cViewPr varScale="1">
        <p:scale>
          <a:sx n="50" d="100"/>
          <a:sy n="50" d="100"/>
        </p:scale>
        <p:origin x="48" y="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7EA86D2-93A7-4E95-BD02-C750FACBB632}"/>
    <pc:docChg chg="undo custSel addSld delSld modSld sldOrd">
      <pc:chgData name="Jacob Wyngaard" userId="6181fcd471e98458" providerId="LiveId" clId="{77EA86D2-93A7-4E95-BD02-C750FACBB632}" dt="2026-03-31T17:26:25.451" v="1629" actId="197"/>
      <pc:docMkLst>
        <pc:docMk/>
      </pc:docMkLst>
      <pc:sldChg chg="del">
        <pc:chgData name="Jacob Wyngaard" userId="6181fcd471e98458" providerId="LiveId" clId="{77EA86D2-93A7-4E95-BD02-C750FACBB632}" dt="2026-03-31T16:07:32.490" v="201" actId="47"/>
        <pc:sldMkLst>
          <pc:docMk/>
          <pc:sldMk cId="3615985843" sldId="369"/>
        </pc:sldMkLst>
      </pc:sldChg>
      <pc:sldChg chg="modSp mod">
        <pc:chgData name="Jacob Wyngaard" userId="6181fcd471e98458" providerId="LiveId" clId="{77EA86D2-93A7-4E95-BD02-C750FACBB632}" dt="2026-03-31T16:07:29.850" v="200" actId="20577"/>
        <pc:sldMkLst>
          <pc:docMk/>
          <pc:sldMk cId="1406073072" sldId="421"/>
        </pc:sldMkLst>
        <pc:spChg chg="mod">
          <ac:chgData name="Jacob Wyngaard" userId="6181fcd471e98458" providerId="LiveId" clId="{77EA86D2-93A7-4E95-BD02-C750FACBB632}" dt="2026-03-31T16:07:29.850" v="200" actId="20577"/>
          <ac:spMkLst>
            <pc:docMk/>
            <pc:sldMk cId="1406073072" sldId="421"/>
            <ac:spMk id="3" creationId="{2741BAA6-4A99-6CBC-B918-CA1F97C4DB4A}"/>
          </ac:spMkLst>
        </pc:spChg>
      </pc:sldChg>
      <pc:sldChg chg="del">
        <pc:chgData name="Jacob Wyngaard" userId="6181fcd471e98458" providerId="LiveId" clId="{77EA86D2-93A7-4E95-BD02-C750FACBB632}" dt="2026-03-31T16:07:32.490" v="201" actId="47"/>
        <pc:sldMkLst>
          <pc:docMk/>
          <pc:sldMk cId="4015365321" sldId="422"/>
        </pc:sldMkLst>
      </pc:sldChg>
      <pc:sldChg chg="addSp modSp mod">
        <pc:chgData name="Jacob Wyngaard" userId="6181fcd471e98458" providerId="LiveId" clId="{77EA86D2-93A7-4E95-BD02-C750FACBB632}" dt="2026-03-31T16:07:15.603" v="189" actId="1076"/>
        <pc:sldMkLst>
          <pc:docMk/>
          <pc:sldMk cId="1333192470" sldId="429"/>
        </pc:sldMkLst>
        <pc:spChg chg="add mod">
          <ac:chgData name="Jacob Wyngaard" userId="6181fcd471e98458" providerId="LiveId" clId="{77EA86D2-93A7-4E95-BD02-C750FACBB632}" dt="2026-03-31T16:07:15.603" v="189" actId="1076"/>
          <ac:spMkLst>
            <pc:docMk/>
            <pc:sldMk cId="1333192470" sldId="429"/>
            <ac:spMk id="3" creationId="{4A4E7306-6716-183F-3D0B-97849713B926}"/>
          </ac:spMkLst>
        </pc:spChg>
      </pc:sldChg>
      <pc:sldChg chg="addSp delSp modSp add mod">
        <pc:chgData name="Jacob Wyngaard" userId="6181fcd471e98458" providerId="LiveId" clId="{77EA86D2-93A7-4E95-BD02-C750FACBB632}" dt="2026-03-31T16:11:59.445" v="330" actId="6549"/>
        <pc:sldMkLst>
          <pc:docMk/>
          <pc:sldMk cId="708349437" sldId="430"/>
        </pc:sldMkLst>
        <pc:spChg chg="del">
          <ac:chgData name="Jacob Wyngaard" userId="6181fcd471e98458" providerId="LiveId" clId="{77EA86D2-93A7-4E95-BD02-C750FACBB632}" dt="2026-03-31T14:41:33.604" v="2" actId="478"/>
          <ac:spMkLst>
            <pc:docMk/>
            <pc:sldMk cId="708349437" sldId="430"/>
            <ac:spMk id="2" creationId="{94E1046C-831D-DDD9-EEAC-CDBF18AAAADA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7" creationId="{530B86CF-A7DC-0051-2FF3-A310146A14FF}"/>
          </ac:spMkLst>
        </pc:spChg>
        <pc:spChg chg="mod">
          <ac:chgData name="Jacob Wyngaard" userId="6181fcd471e98458" providerId="LiveId" clId="{77EA86D2-93A7-4E95-BD02-C750FACBB632}" dt="2026-03-31T14:41:13.283" v="1" actId="20577"/>
          <ac:spMkLst>
            <pc:docMk/>
            <pc:sldMk cId="708349437" sldId="430"/>
            <ac:spMk id="10" creationId="{6F2358DF-3C50-EF31-8C86-2529B9C00244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1" creationId="{358FD0E8-CDA6-9948-02C4-A7839D172F60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3" creationId="{1F30FDDE-892D-CB55-4AF5-490561A69408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4" creationId="{AD993510-FFD4-9933-A9E9-7CCFE69844CB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5" creationId="{9EA82392-7399-4AAB-47D9-CF710F4D74C4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7" creationId="{DF1F34F5-7B35-CB90-23ED-3A98FF1CD0AB}"/>
          </ac:spMkLst>
        </pc:spChg>
        <pc:spChg chg="add mod">
          <ac:chgData name="Jacob Wyngaard" userId="6181fcd471e98458" providerId="LiveId" clId="{77EA86D2-93A7-4E95-BD02-C750FACBB632}" dt="2026-03-31T16:05:03.968" v="70" actId="1076"/>
          <ac:spMkLst>
            <pc:docMk/>
            <pc:sldMk cId="708349437" sldId="430"/>
            <ac:spMk id="18" creationId="{A7516732-AB60-925A-E474-19623CE84944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19" creationId="{5987EFD8-859A-AB08-5D02-D7703AB2E852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20" creationId="{E7385D9C-E303-8636-5E6F-D476429D681D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21" creationId="{61E056BD-3671-DD0B-B741-94F2CFEDC7AD}"/>
          </ac:spMkLst>
        </pc:spChg>
        <pc:spChg chg="del">
          <ac:chgData name="Jacob Wyngaard" userId="6181fcd471e98458" providerId="LiveId" clId="{77EA86D2-93A7-4E95-BD02-C750FACBB632}" dt="2026-03-31T14:41:35.916" v="3" actId="478"/>
          <ac:spMkLst>
            <pc:docMk/>
            <pc:sldMk cId="708349437" sldId="430"/>
            <ac:spMk id="24" creationId="{EDC1EE24-23FA-E8F8-4DB0-CD672EE71407}"/>
          </ac:spMkLst>
        </pc:spChg>
        <pc:spChg chg="add mod">
          <ac:chgData name="Jacob Wyngaard" userId="6181fcd471e98458" providerId="LiveId" clId="{77EA86D2-93A7-4E95-BD02-C750FACBB632}" dt="2026-03-31T16:04:28.422" v="33" actId="1076"/>
          <ac:spMkLst>
            <pc:docMk/>
            <pc:sldMk cId="708349437" sldId="430"/>
            <ac:spMk id="25" creationId="{B9CDC322-C3E1-1C24-1C06-F032EA3A5BC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26" creationId="{35E78E98-3023-46B9-FB5F-FE7D5AA85DFF}"/>
          </ac:spMkLst>
        </pc:spChg>
        <pc:spChg chg="add mod">
          <ac:chgData name="Jacob Wyngaard" userId="6181fcd471e98458" providerId="LiveId" clId="{77EA86D2-93A7-4E95-BD02-C750FACBB632}" dt="2026-03-31T16:04:28.422" v="33" actId="1076"/>
          <ac:spMkLst>
            <pc:docMk/>
            <pc:sldMk cId="708349437" sldId="430"/>
            <ac:spMk id="27" creationId="{9D527A57-A1F1-9C14-D48C-103DF6D08058}"/>
          </ac:spMkLst>
        </pc:spChg>
        <pc:spChg chg="mod">
          <ac:chgData name="Jacob Wyngaard" userId="6181fcd471e98458" providerId="LiveId" clId="{77EA86D2-93A7-4E95-BD02-C750FACBB632}" dt="2026-03-31T16:05:55.555" v="99" actId="1035"/>
          <ac:spMkLst>
            <pc:docMk/>
            <pc:sldMk cId="708349437" sldId="430"/>
            <ac:spMk id="28" creationId="{549D5C40-FFD7-BACE-C46A-8A62DBFF012A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29" creationId="{438D3ED7-0FFC-F5E3-A15C-DA898C2D320A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0" creationId="{B9AF4B66-2137-F35D-8A6D-2E689F50AD9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1" creationId="{D5FD1BA9-8D44-12B2-3465-DC744E72ABF9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3" creationId="{B2FA74DE-9DA0-33F4-C5C8-814F0F5D185B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4" creationId="{CD922901-21FA-572E-5DF6-4D3A6F5DE763}"/>
          </ac:spMkLst>
        </pc:spChg>
        <pc:spChg chg="add mod">
          <ac:chgData name="Jacob Wyngaard" userId="6181fcd471e98458" providerId="LiveId" clId="{77EA86D2-93A7-4E95-BD02-C750FACBB632}" dt="2026-03-31T16:05:55.555" v="99" actId="1035"/>
          <ac:spMkLst>
            <pc:docMk/>
            <pc:sldMk cId="708349437" sldId="430"/>
            <ac:spMk id="35" creationId="{17822C28-1A8E-2B5F-A15A-3489CFF64A0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6" creationId="{3AC01B34-FBFE-4489-8CE9-11BCCF88532D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7" creationId="{EA1CE074-8A20-337C-AC97-7E0325E455D9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8" creationId="{63DE9D3A-4BC1-2075-FE74-F146C7978E78}"/>
          </ac:spMkLst>
        </pc:spChg>
        <pc:spChg chg="add mod">
          <ac:chgData name="Jacob Wyngaard" userId="6181fcd471e98458" providerId="LiveId" clId="{77EA86D2-93A7-4E95-BD02-C750FACBB632}" dt="2026-03-31T16:05:15.170" v="71" actId="1076"/>
          <ac:spMkLst>
            <pc:docMk/>
            <pc:sldMk cId="708349437" sldId="430"/>
            <ac:spMk id="39" creationId="{F3DA6766-40C1-BF99-3989-343F2F3A794B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40" creationId="{576C06F6-2959-F38F-C8D1-8FA7823F169C}"/>
          </ac:spMkLst>
        </pc:spChg>
        <pc:spChg chg="add mod">
          <ac:chgData name="Jacob Wyngaard" userId="6181fcd471e98458" providerId="LiveId" clId="{77EA86D2-93A7-4E95-BD02-C750FACBB632}" dt="2026-03-31T16:05:44.260" v="79" actId="1076"/>
          <ac:spMkLst>
            <pc:docMk/>
            <pc:sldMk cId="708349437" sldId="430"/>
            <ac:spMk id="41" creationId="{802DA0C6-BBF0-C59D-8A96-ADB6ABF15E97}"/>
          </ac:spMkLst>
        </pc:spChg>
        <pc:spChg chg="add mod">
          <ac:chgData name="Jacob Wyngaard" userId="6181fcd471e98458" providerId="LiveId" clId="{77EA86D2-93A7-4E95-BD02-C750FACBB632}" dt="2026-03-31T16:05:28.418" v="76" actId="1076"/>
          <ac:spMkLst>
            <pc:docMk/>
            <pc:sldMk cId="708349437" sldId="430"/>
            <ac:spMk id="42" creationId="{4C462BA6-5987-A0AA-C233-F61C1694C5AC}"/>
          </ac:spMkLst>
        </pc:spChg>
        <pc:spChg chg="add mod">
          <ac:chgData name="Jacob Wyngaard" userId="6181fcd471e98458" providerId="LiveId" clId="{77EA86D2-93A7-4E95-BD02-C750FACBB632}" dt="2026-03-31T16:06:14.725" v="121" actId="207"/>
          <ac:spMkLst>
            <pc:docMk/>
            <pc:sldMk cId="708349437" sldId="430"/>
            <ac:spMk id="44" creationId="{267C489E-708E-FA1C-21D3-0DB12ED85E57}"/>
          </ac:spMkLst>
        </pc:spChg>
        <pc:graphicFrameChg chg="modGraphic">
          <ac:chgData name="Jacob Wyngaard" userId="6181fcd471e98458" providerId="LiveId" clId="{77EA86D2-93A7-4E95-BD02-C750FACBB632}" dt="2026-03-31T16:03:33.760" v="20" actId="20577"/>
          <ac:graphicFrameMkLst>
            <pc:docMk/>
            <pc:sldMk cId="708349437" sldId="430"/>
            <ac:graphicFrameMk id="4" creationId="{1FB307D2-5901-5B9E-A552-59AFF8CDE367}"/>
          </ac:graphicFrameMkLst>
        </pc:graphicFrameChg>
        <pc:graphicFrameChg chg="modGraphic">
          <ac:chgData name="Jacob Wyngaard" userId="6181fcd471e98458" providerId="LiveId" clId="{77EA86D2-93A7-4E95-BD02-C750FACBB632}" dt="2026-03-31T16:11:59.445" v="330" actId="6549"/>
          <ac:graphicFrameMkLst>
            <pc:docMk/>
            <pc:sldMk cId="708349437" sldId="430"/>
            <ac:graphicFrameMk id="32" creationId="{3AB533E4-8D47-8C53-B134-1795593B2744}"/>
          </ac:graphicFrameMkLst>
        </pc:graphicFrameChg>
        <pc:graphicFrameChg chg="add mod modGraphic">
          <ac:chgData name="Jacob Wyngaard" userId="6181fcd471e98458" providerId="LiveId" clId="{77EA86D2-93A7-4E95-BD02-C750FACBB632}" dt="2026-03-31T16:06:40.829" v="130" actId="20577"/>
          <ac:graphicFrameMkLst>
            <pc:docMk/>
            <pc:sldMk cId="708349437" sldId="430"/>
            <ac:graphicFrameMk id="43" creationId="{510946F1-F4F1-F1A1-B403-AB9203E623A2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35:46.846" v="384" actId="14100"/>
        <pc:sldMkLst>
          <pc:docMk/>
          <pc:sldMk cId="2263131395" sldId="431"/>
        </pc:sldMkLst>
        <pc:spChg chg="add mod">
          <ac:chgData name="Jacob Wyngaard" userId="6181fcd471e98458" providerId="LiveId" clId="{77EA86D2-93A7-4E95-BD02-C750FACBB632}" dt="2026-03-31T16:08:41.697" v="219" actId="207"/>
          <ac:spMkLst>
            <pc:docMk/>
            <pc:sldMk cId="2263131395" sldId="431"/>
            <ac:spMk id="2" creationId="{C54504CC-297A-4742-7E3A-676A80A9FD87}"/>
          </ac:spMkLst>
        </pc:spChg>
        <pc:spChg chg="add mod">
          <ac:chgData name="Jacob Wyngaard" userId="6181fcd471e98458" providerId="LiveId" clId="{77EA86D2-93A7-4E95-BD02-C750FACBB632}" dt="2026-03-31T16:08:23.653" v="215" actId="1076"/>
          <ac:spMkLst>
            <pc:docMk/>
            <pc:sldMk cId="2263131395" sldId="431"/>
            <ac:spMk id="3" creationId="{4D76A6E8-BE9F-00F7-AA73-2E555DA57A31}"/>
          </ac:spMkLst>
        </pc:spChg>
        <pc:spChg chg="add mod">
          <ac:chgData name="Jacob Wyngaard" userId="6181fcd471e98458" providerId="LiveId" clId="{77EA86D2-93A7-4E95-BD02-C750FACBB632}" dt="2026-03-31T16:08:44.587" v="220" actId="207"/>
          <ac:spMkLst>
            <pc:docMk/>
            <pc:sldMk cId="2263131395" sldId="431"/>
            <ac:spMk id="5" creationId="{C4F87AAF-351F-9003-BFB9-7FF45855C987}"/>
          </ac:spMkLst>
        </pc:spChg>
        <pc:spChg chg="add mod">
          <ac:chgData name="Jacob Wyngaard" userId="6181fcd471e98458" providerId="LiveId" clId="{77EA86D2-93A7-4E95-BD02-C750FACBB632}" dt="2026-03-31T16:09:14.629" v="289" actId="1076"/>
          <ac:spMkLst>
            <pc:docMk/>
            <pc:sldMk cId="2263131395" sldId="431"/>
            <ac:spMk id="7" creationId="{9B325E34-60D8-96F7-5B0E-3C75CFEB767C}"/>
          </ac:spMkLst>
        </pc:spChg>
        <pc:spChg chg="add mod">
          <ac:chgData name="Jacob Wyngaard" userId="6181fcd471e98458" providerId="LiveId" clId="{77EA86D2-93A7-4E95-BD02-C750FACBB632}" dt="2026-03-31T16:09:47.296" v="312" actId="1038"/>
          <ac:spMkLst>
            <pc:docMk/>
            <pc:sldMk cId="2263131395" sldId="431"/>
            <ac:spMk id="11" creationId="{76AE1243-5CD9-BF68-7DEA-525ECD79120C}"/>
          </ac:spMkLst>
        </pc:spChg>
        <pc:spChg chg="add mod">
          <ac:chgData name="Jacob Wyngaard" userId="6181fcd471e98458" providerId="LiveId" clId="{77EA86D2-93A7-4E95-BD02-C750FACBB632}" dt="2026-03-31T16:09:35.375" v="306" actId="1076"/>
          <ac:spMkLst>
            <pc:docMk/>
            <pc:sldMk cId="2263131395" sldId="431"/>
            <ac:spMk id="12" creationId="{B6BE61AF-7683-939E-645D-E75A9CE2475B}"/>
          </ac:spMkLst>
        </pc:spChg>
        <pc:spChg chg="add mod">
          <ac:chgData name="Jacob Wyngaard" userId="6181fcd471e98458" providerId="LiveId" clId="{77EA86D2-93A7-4E95-BD02-C750FACBB632}" dt="2026-03-31T16:10:33.382" v="319" actId="14100"/>
          <ac:spMkLst>
            <pc:docMk/>
            <pc:sldMk cId="2263131395" sldId="431"/>
            <ac:spMk id="13" creationId="{FF8CA8C1-4628-E72F-93EA-DC3306A07424}"/>
          </ac:spMkLst>
        </pc:spChg>
        <pc:spChg chg="add mod">
          <ac:chgData name="Jacob Wyngaard" userId="6181fcd471e98458" providerId="LiveId" clId="{77EA86D2-93A7-4E95-BD02-C750FACBB632}" dt="2026-03-31T16:33:48.219" v="361" actId="14100"/>
          <ac:spMkLst>
            <pc:docMk/>
            <pc:sldMk cId="2263131395" sldId="431"/>
            <ac:spMk id="14" creationId="{DF18E36C-1F33-4219-0178-2A64C9CD2B85}"/>
          </ac:spMkLst>
        </pc:spChg>
        <pc:spChg chg="add mod">
          <ac:chgData name="Jacob Wyngaard" userId="6181fcd471e98458" providerId="LiveId" clId="{77EA86D2-93A7-4E95-BD02-C750FACBB632}" dt="2026-03-31T16:10:48.084" v="324" actId="14100"/>
          <ac:spMkLst>
            <pc:docMk/>
            <pc:sldMk cId="2263131395" sldId="431"/>
            <ac:spMk id="15" creationId="{E9535352-E9E0-340B-AD7D-652A4B54B48B}"/>
          </ac:spMkLst>
        </pc:spChg>
        <pc:spChg chg="add mod">
          <ac:chgData name="Jacob Wyngaard" userId="6181fcd471e98458" providerId="LiveId" clId="{77EA86D2-93A7-4E95-BD02-C750FACBB632}" dt="2026-03-31T16:11:43.151" v="326" actId="1076"/>
          <ac:spMkLst>
            <pc:docMk/>
            <pc:sldMk cId="2263131395" sldId="431"/>
            <ac:spMk id="16" creationId="{6C5EA35B-26BF-8C5A-9BC0-957713507E1E}"/>
          </ac:spMkLst>
        </pc:spChg>
        <pc:spChg chg="add mod">
          <ac:chgData name="Jacob Wyngaard" userId="6181fcd471e98458" providerId="LiveId" clId="{77EA86D2-93A7-4E95-BD02-C750FACBB632}" dt="2026-03-31T16:22:18.586" v="352" actId="14100"/>
          <ac:spMkLst>
            <pc:docMk/>
            <pc:sldMk cId="2263131395" sldId="431"/>
            <ac:spMk id="17" creationId="{02467D6E-18A2-2773-751F-735980A440CB}"/>
          </ac:spMkLst>
        </pc:spChg>
        <pc:spChg chg="add mod">
          <ac:chgData name="Jacob Wyngaard" userId="6181fcd471e98458" providerId="LiveId" clId="{77EA86D2-93A7-4E95-BD02-C750FACBB632}" dt="2026-03-31T16:33:36.843" v="358" actId="1076"/>
          <ac:spMkLst>
            <pc:docMk/>
            <pc:sldMk cId="2263131395" sldId="431"/>
            <ac:spMk id="19" creationId="{7F516046-E450-C01B-4234-78E7F2F57960}"/>
          </ac:spMkLst>
        </pc:spChg>
        <pc:spChg chg="add del mod">
          <ac:chgData name="Jacob Wyngaard" userId="6181fcd471e98458" providerId="LiveId" clId="{77EA86D2-93A7-4E95-BD02-C750FACBB632}" dt="2026-03-31T16:12:09.272" v="336" actId="478"/>
          <ac:spMkLst>
            <pc:docMk/>
            <pc:sldMk cId="2263131395" sldId="431"/>
            <ac:spMk id="19" creationId="{89050CB6-6AD3-C0E7-2EB9-535100CBB38C}"/>
          </ac:spMkLst>
        </pc:spChg>
        <pc:spChg chg="add mod">
          <ac:chgData name="Jacob Wyngaard" userId="6181fcd471e98458" providerId="LiveId" clId="{77EA86D2-93A7-4E95-BD02-C750FACBB632}" dt="2026-03-31T16:12:14.006" v="338" actId="1076"/>
          <ac:spMkLst>
            <pc:docMk/>
            <pc:sldMk cId="2263131395" sldId="431"/>
            <ac:spMk id="20" creationId="{1DD45CDC-183D-F24A-8A0C-62E69A817779}"/>
          </ac:spMkLst>
        </pc:spChg>
        <pc:spChg chg="add mod">
          <ac:chgData name="Jacob Wyngaard" userId="6181fcd471e98458" providerId="LiveId" clId="{77EA86D2-93A7-4E95-BD02-C750FACBB632}" dt="2026-03-31T16:12:26.371" v="342" actId="1076"/>
          <ac:spMkLst>
            <pc:docMk/>
            <pc:sldMk cId="2263131395" sldId="431"/>
            <ac:spMk id="21" creationId="{51B332F7-575F-987F-6F52-059E5FB3AA34}"/>
          </ac:spMkLst>
        </pc:spChg>
        <pc:spChg chg="add mod">
          <ac:chgData name="Jacob Wyngaard" userId="6181fcd471e98458" providerId="LiveId" clId="{77EA86D2-93A7-4E95-BD02-C750FACBB632}" dt="2026-03-31T16:34:01.545" v="365" actId="207"/>
          <ac:spMkLst>
            <pc:docMk/>
            <pc:sldMk cId="2263131395" sldId="431"/>
            <ac:spMk id="22" creationId="{54EB78EF-C274-98F3-C8BA-1B4779C6EA04}"/>
          </ac:spMkLst>
        </pc:spChg>
        <pc:spChg chg="add del mod">
          <ac:chgData name="Jacob Wyngaard" userId="6181fcd471e98458" providerId="LiveId" clId="{77EA86D2-93A7-4E95-BD02-C750FACBB632}" dt="2026-03-31T16:12:35.941" v="344" actId="478"/>
          <ac:spMkLst>
            <pc:docMk/>
            <pc:sldMk cId="2263131395" sldId="431"/>
            <ac:spMk id="22" creationId="{E5192060-9782-FD9A-DDFD-286DA5532F7A}"/>
          </ac:spMkLst>
        </pc:spChg>
        <pc:spChg chg="add mod">
          <ac:chgData name="Jacob Wyngaard" userId="6181fcd471e98458" providerId="LiveId" clId="{77EA86D2-93A7-4E95-BD02-C750FACBB632}" dt="2026-03-31T16:12:41.987" v="346" actId="1076"/>
          <ac:spMkLst>
            <pc:docMk/>
            <pc:sldMk cId="2263131395" sldId="431"/>
            <ac:spMk id="23" creationId="{58C83BDA-AE0D-D02B-B261-7B58CF38A916}"/>
          </ac:spMkLst>
        </pc:spChg>
        <pc:spChg chg="add mod">
          <ac:chgData name="Jacob Wyngaard" userId="6181fcd471e98458" providerId="LiveId" clId="{77EA86D2-93A7-4E95-BD02-C750FACBB632}" dt="2026-03-31T16:22:08.447" v="350" actId="207"/>
          <ac:spMkLst>
            <pc:docMk/>
            <pc:sldMk cId="2263131395" sldId="431"/>
            <ac:spMk id="24" creationId="{8980BB05-13B5-5A41-EAD8-347538AEE35D}"/>
          </ac:spMkLst>
        </pc:spChg>
        <pc:spChg chg="mod">
          <ac:chgData name="Jacob Wyngaard" userId="6181fcd471e98458" providerId="LiveId" clId="{77EA86D2-93A7-4E95-BD02-C750FACBB632}" dt="2026-03-31T16:07:59.626" v="207" actId="1076"/>
          <ac:spMkLst>
            <pc:docMk/>
            <pc:sldMk cId="2263131395" sldId="431"/>
            <ac:spMk id="41" creationId="{4CDC8D44-25DD-73F9-7B80-536EED023C0F}"/>
          </ac:spMkLst>
        </pc:spChg>
        <pc:spChg chg="mod">
          <ac:chgData name="Jacob Wyngaard" userId="6181fcd471e98458" providerId="LiveId" clId="{77EA86D2-93A7-4E95-BD02-C750FACBB632}" dt="2026-03-31T16:08:03.250" v="209" actId="1076"/>
          <ac:spMkLst>
            <pc:docMk/>
            <pc:sldMk cId="2263131395" sldId="431"/>
            <ac:spMk id="42" creationId="{4448FC04-3572-52D3-CAC8-F1A9117CE1A7}"/>
          </ac:spMkLst>
        </pc:spChg>
        <pc:spChg chg="add mod">
          <ac:chgData name="Jacob Wyngaard" userId="6181fcd471e98458" providerId="LiveId" clId="{77EA86D2-93A7-4E95-BD02-C750FACBB632}" dt="2026-03-31T16:34:12.856" v="368" actId="207"/>
          <ac:spMkLst>
            <pc:docMk/>
            <pc:sldMk cId="2263131395" sldId="431"/>
            <ac:spMk id="43" creationId="{41E1AB18-80C0-8657-F676-0FD8C3E8C186}"/>
          </ac:spMkLst>
        </pc:spChg>
        <pc:spChg chg="add mod">
          <ac:chgData name="Jacob Wyngaard" userId="6181fcd471e98458" providerId="LiveId" clId="{77EA86D2-93A7-4E95-BD02-C750FACBB632}" dt="2026-03-31T16:34:31.134" v="374" actId="207"/>
          <ac:spMkLst>
            <pc:docMk/>
            <pc:sldMk cId="2263131395" sldId="431"/>
            <ac:spMk id="44" creationId="{41DC4120-4B1B-A019-1B3B-4ACCDC015BCC}"/>
          </ac:spMkLst>
        </pc:spChg>
        <pc:spChg chg="del">
          <ac:chgData name="Jacob Wyngaard" userId="6181fcd471e98458" providerId="LiveId" clId="{77EA86D2-93A7-4E95-BD02-C750FACBB632}" dt="2026-03-31T16:07:53.643" v="205" actId="478"/>
          <ac:spMkLst>
            <pc:docMk/>
            <pc:sldMk cId="2263131395" sldId="431"/>
            <ac:spMk id="44" creationId="{7A5C42AE-CCD6-C480-3EBB-1950AC06DDAD}"/>
          </ac:spMkLst>
        </pc:spChg>
        <pc:spChg chg="add mod">
          <ac:chgData name="Jacob Wyngaard" userId="6181fcd471e98458" providerId="LiveId" clId="{77EA86D2-93A7-4E95-BD02-C750FACBB632}" dt="2026-03-31T16:22:29.802" v="356" actId="207"/>
          <ac:spMkLst>
            <pc:docMk/>
            <pc:sldMk cId="2263131395" sldId="431"/>
            <ac:spMk id="45" creationId="{775FC359-7201-AC65-BCC8-CD2E33A66F42}"/>
          </ac:spMkLst>
        </pc:spChg>
        <pc:spChg chg="add mod">
          <ac:chgData name="Jacob Wyngaard" userId="6181fcd471e98458" providerId="LiveId" clId="{77EA86D2-93A7-4E95-BD02-C750FACBB632}" dt="2026-03-31T16:34:33.259" v="376" actId="1038"/>
          <ac:spMkLst>
            <pc:docMk/>
            <pc:sldMk cId="2263131395" sldId="431"/>
            <ac:spMk id="46" creationId="{CCA439E7-D8F2-E7EA-630D-3D3203334195}"/>
          </ac:spMkLst>
        </pc:spChg>
        <pc:spChg chg="add mod">
          <ac:chgData name="Jacob Wyngaard" userId="6181fcd471e98458" providerId="LiveId" clId="{77EA86D2-93A7-4E95-BD02-C750FACBB632}" dt="2026-03-31T16:34:51.428" v="378" actId="1076"/>
          <ac:spMkLst>
            <pc:docMk/>
            <pc:sldMk cId="2263131395" sldId="431"/>
            <ac:spMk id="47" creationId="{90F54D7A-A879-FFFF-65DC-E80FCA8755ED}"/>
          </ac:spMkLst>
        </pc:spChg>
        <pc:spChg chg="add mod">
          <ac:chgData name="Jacob Wyngaard" userId="6181fcd471e98458" providerId="LiveId" clId="{77EA86D2-93A7-4E95-BD02-C750FACBB632}" dt="2026-03-31T16:35:20.706" v="381" actId="14100"/>
          <ac:spMkLst>
            <pc:docMk/>
            <pc:sldMk cId="2263131395" sldId="431"/>
            <ac:spMk id="48" creationId="{1C7DD6D4-DF10-9900-E187-D2F39A9B2604}"/>
          </ac:spMkLst>
        </pc:spChg>
        <pc:spChg chg="add mod">
          <ac:chgData name="Jacob Wyngaard" userId="6181fcd471e98458" providerId="LiveId" clId="{77EA86D2-93A7-4E95-BD02-C750FACBB632}" dt="2026-03-31T16:35:46.846" v="384" actId="14100"/>
          <ac:spMkLst>
            <pc:docMk/>
            <pc:sldMk cId="2263131395" sldId="431"/>
            <ac:spMk id="49" creationId="{11DC0D8F-C21B-58FE-B416-0BB204EC2AE3}"/>
          </ac:spMkLst>
        </pc:spChg>
        <pc:graphicFrameChg chg="modGraphic">
          <ac:chgData name="Jacob Wyngaard" userId="6181fcd471e98458" providerId="LiveId" clId="{77EA86D2-93A7-4E95-BD02-C750FACBB632}" dt="2026-03-31T16:11:54.306" v="329" actId="20577"/>
          <ac:graphicFrameMkLst>
            <pc:docMk/>
            <pc:sldMk cId="2263131395" sldId="431"/>
            <ac:graphicFrameMk id="32" creationId="{D5F28277-88A1-F1D1-5496-2E761E4FCAFC}"/>
          </ac:graphicFrameMkLst>
        </pc:graphicFrameChg>
        <pc:graphicFrameChg chg="del">
          <ac:chgData name="Jacob Wyngaard" userId="6181fcd471e98458" providerId="LiveId" clId="{77EA86D2-93A7-4E95-BD02-C750FACBB632}" dt="2026-03-31T16:07:52.502" v="204" actId="478"/>
          <ac:graphicFrameMkLst>
            <pc:docMk/>
            <pc:sldMk cId="2263131395" sldId="431"/>
            <ac:graphicFrameMk id="43" creationId="{7A0694B3-3DE6-F6C3-1F94-2D8A1A617A63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39:41.859" v="486" actId="1076"/>
        <pc:sldMkLst>
          <pc:docMk/>
          <pc:sldMk cId="785703458" sldId="432"/>
        </pc:sldMkLst>
        <pc:spChg chg="add mod">
          <ac:chgData name="Jacob Wyngaard" userId="6181fcd471e98458" providerId="LiveId" clId="{77EA86D2-93A7-4E95-BD02-C750FACBB632}" dt="2026-03-31T16:37:10.104" v="396" actId="1076"/>
          <ac:spMkLst>
            <pc:docMk/>
            <pc:sldMk cId="785703458" sldId="432"/>
            <ac:spMk id="3" creationId="{D0E03311-FBED-F4AF-F15C-B337E9B59096}"/>
          </ac:spMkLst>
        </pc:spChg>
        <pc:spChg chg="add mod">
          <ac:chgData name="Jacob Wyngaard" userId="6181fcd471e98458" providerId="LiveId" clId="{77EA86D2-93A7-4E95-BD02-C750FACBB632}" dt="2026-03-31T16:37:28.041" v="409" actId="20577"/>
          <ac:spMkLst>
            <pc:docMk/>
            <pc:sldMk cId="785703458" sldId="432"/>
            <ac:spMk id="5" creationId="{24175D41-E78A-1A11-64B6-B9760DBADAD6}"/>
          </ac:spMkLst>
        </pc:spChg>
        <pc:spChg chg="add mod">
          <ac:chgData name="Jacob Wyngaard" userId="6181fcd471e98458" providerId="LiveId" clId="{77EA86D2-93A7-4E95-BD02-C750FACBB632}" dt="2026-03-31T16:37:32.462" v="420" actId="20577"/>
          <ac:spMkLst>
            <pc:docMk/>
            <pc:sldMk cId="785703458" sldId="432"/>
            <ac:spMk id="7" creationId="{A31ACC73-7CB6-44B5-4D73-2B44B131A0C1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1" creationId="{EEFFB898-FE21-1F7A-2AF0-8A87615C4AB0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2" creationId="{EF9760E1-C36D-B3AD-D66D-21523F8E5CEC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3" creationId="{BBA9F9C5-C5FD-E13F-21AA-C6234B668DEE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4" creationId="{D9576B09-188A-0649-47A5-299CE48A24AC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5" creationId="{1132292B-8CDE-7899-4029-26DB1BB241C1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6" creationId="{DDF9D408-7582-9588-6D08-CE64C64B6B50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7" creationId="{4DFB12F3-E0BA-C2D8-77B1-4B348871E8B2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18" creationId="{9D9DBA74-66DC-96A0-E6DA-E85EB01211B8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9" creationId="{7FF109FD-A497-D013-66D0-9BC4F361E1FF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20" creationId="{28649CFE-2A08-80D2-6069-83727FC40F84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1" creationId="{6870A18C-9CEA-6389-9C1D-E0B52AA7D46F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2" creationId="{1B4AEBE4-F641-CBA0-A7F2-810CCD149E06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3" creationId="{AE7ED3D1-3F56-A581-DC8B-26D02869BB77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4" creationId="{3476A6E1-8FB5-0361-A8E5-5020C7002C0B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26" creationId="{101A8CB2-976A-CD8E-7EDD-7550ACF05026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29" creationId="{AD3343D6-8F40-ACFC-7FD9-3E5EE1EEC32E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0" creationId="{9E87CB96-FFDD-2D42-BF3C-70F9AB9D76C6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1" creationId="{6B9EBE51-CDE5-CBC2-63E6-EE9650893E12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3" creationId="{4AAA2631-C6AA-FF27-8CE4-C63AC1685DBF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5" creationId="{47075117-662E-2358-3E15-640CA30C7238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7" creationId="{3856E62F-AB5D-3CBB-D236-93377E5C00CE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8" creationId="{9423EAE8-2167-469F-D8F1-364F18DBFD48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9" creationId="{5F80A796-7ADE-1BFC-2A0C-D47DEE86DBC3}"/>
          </ac:spMkLst>
        </pc:spChg>
        <pc:spChg chg="del">
          <ac:chgData name="Jacob Wyngaard" userId="6181fcd471e98458" providerId="LiveId" clId="{77EA86D2-93A7-4E95-BD02-C750FACBB632}" dt="2026-03-31T16:36:30.063" v="386" actId="478"/>
          <ac:spMkLst>
            <pc:docMk/>
            <pc:sldMk cId="785703458" sldId="432"/>
            <ac:spMk id="41" creationId="{918C2B46-6EA2-FB5D-EAA2-0E3F5FE5668D}"/>
          </ac:spMkLst>
        </pc:spChg>
        <pc:spChg chg="del">
          <ac:chgData name="Jacob Wyngaard" userId="6181fcd471e98458" providerId="LiveId" clId="{77EA86D2-93A7-4E95-BD02-C750FACBB632}" dt="2026-03-31T16:36:42.358" v="390" actId="478"/>
          <ac:spMkLst>
            <pc:docMk/>
            <pc:sldMk cId="785703458" sldId="432"/>
            <ac:spMk id="42" creationId="{25490C54-757C-4C13-E3CF-14629C9B6C1F}"/>
          </ac:spMkLst>
        </pc:spChg>
        <pc:spChg chg="del">
          <ac:chgData name="Jacob Wyngaard" userId="6181fcd471e98458" providerId="LiveId" clId="{77EA86D2-93A7-4E95-BD02-C750FACBB632}" dt="2026-03-31T16:36:44.483" v="391" actId="478"/>
          <ac:spMkLst>
            <pc:docMk/>
            <pc:sldMk cId="785703458" sldId="432"/>
            <ac:spMk id="44" creationId="{4E111837-5115-10AE-E6B9-3BF546D28AB4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5" creationId="{6848FD76-7368-060B-76A0-5BA5616EF9CF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6" creationId="{60F92EBB-EA26-9047-C7CD-64B07E65951E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7" creationId="{C53F5E39-5293-611B-96A2-C8D5EAE834F4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8" creationId="{D6018E4F-9D01-6B94-A8B2-7421505E3749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9" creationId="{ECB6E839-BC58-6183-EAF4-2402C5A2F422}"/>
          </ac:spMkLst>
        </pc:spChg>
        <pc:spChg chg="add mod">
          <ac:chgData name="Jacob Wyngaard" userId="6181fcd471e98458" providerId="LiveId" clId="{77EA86D2-93A7-4E95-BD02-C750FACBB632}" dt="2026-03-31T16:39:41.859" v="486" actId="1076"/>
          <ac:spMkLst>
            <pc:docMk/>
            <pc:sldMk cId="785703458" sldId="432"/>
            <ac:spMk id="50" creationId="{BF3E72E1-8448-390D-E33C-3241B8B9652F}"/>
          </ac:spMkLst>
        </pc:spChg>
        <pc:graphicFrameChg chg="add">
          <ac:chgData name="Jacob Wyngaard" userId="6181fcd471e98458" providerId="LiveId" clId="{77EA86D2-93A7-4E95-BD02-C750FACBB632}" dt="2026-03-31T16:36:47.234" v="392"/>
          <ac:graphicFrameMkLst>
            <pc:docMk/>
            <pc:sldMk cId="785703458" sldId="432"/>
            <ac:graphicFrameMk id="2" creationId="{8A93A2C9-0435-B344-F3CE-8565EEFC6529}"/>
          </ac:graphicFrameMkLst>
        </pc:graphicFrameChg>
        <pc:graphicFrameChg chg="mod">
          <ac:chgData name="Jacob Wyngaard" userId="6181fcd471e98458" providerId="LiveId" clId="{77EA86D2-93A7-4E95-BD02-C750FACBB632}" dt="2026-03-31T16:36:35.828" v="387"/>
          <ac:graphicFrameMkLst>
            <pc:docMk/>
            <pc:sldMk cId="785703458" sldId="432"/>
            <ac:graphicFrameMk id="4" creationId="{06C150D3-BC70-C872-BAA8-577577915943}"/>
          </ac:graphicFrameMkLst>
        </pc:graphicFrameChg>
        <pc:graphicFrameChg chg="mod">
          <ac:chgData name="Jacob Wyngaard" userId="6181fcd471e98458" providerId="LiveId" clId="{77EA86D2-93A7-4E95-BD02-C750FACBB632}" dt="2026-03-31T16:36:37.718" v="388"/>
          <ac:graphicFrameMkLst>
            <pc:docMk/>
            <pc:sldMk cId="785703458" sldId="432"/>
            <ac:graphicFrameMk id="32" creationId="{23274C3A-4211-3BAF-FBAF-89A8531DAD58}"/>
          </ac:graphicFrameMkLst>
        </pc:graphicFrameChg>
        <pc:graphicFrameChg chg="del">
          <ac:chgData name="Jacob Wyngaard" userId="6181fcd471e98458" providerId="LiveId" clId="{77EA86D2-93A7-4E95-BD02-C750FACBB632}" dt="2026-03-31T16:36:40.124" v="389" actId="478"/>
          <ac:graphicFrameMkLst>
            <pc:docMk/>
            <pc:sldMk cId="785703458" sldId="432"/>
            <ac:graphicFrameMk id="43" creationId="{FF139E9A-E73B-9937-AD52-ED578C0673C6}"/>
          </ac:graphicFrameMkLst>
        </pc:graphicFrameChg>
      </pc:sldChg>
      <pc:sldChg chg="add del">
        <pc:chgData name="Jacob Wyngaard" userId="6181fcd471e98458" providerId="LiveId" clId="{77EA86D2-93A7-4E95-BD02-C750FACBB632}" dt="2026-03-31T16:37:00.967" v="394" actId="47"/>
        <pc:sldMkLst>
          <pc:docMk/>
          <pc:sldMk cId="4033729040" sldId="433"/>
        </pc:sldMkLst>
      </pc:sldChg>
      <pc:sldChg chg="addSp delSp modSp add mod ord">
        <pc:chgData name="Jacob Wyngaard" userId="6181fcd471e98458" providerId="LiveId" clId="{77EA86D2-93A7-4E95-BD02-C750FACBB632}" dt="2026-03-31T16:52:30.982" v="1028" actId="20577"/>
        <pc:sldMkLst>
          <pc:docMk/>
          <pc:sldMk cId="4173961855" sldId="433"/>
        </pc:sldMkLst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2" creationId="{42E6E720-4B7C-2C61-C677-F9454B78C339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3" creationId="{F6FC317C-36A5-B0C9-FEAE-42712E8BB779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5" creationId="{8F6782E7-BF73-90A7-FFFE-F633FA4D6052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7" creationId="{14DF4DAC-C4F8-307F-1451-46EE6B3C787E}"/>
          </ac:spMkLst>
        </pc:spChg>
        <pc:spChg chg="mod">
          <ac:chgData name="Jacob Wyngaard" userId="6181fcd471e98458" providerId="LiveId" clId="{77EA86D2-93A7-4E95-BD02-C750FACBB632}" dt="2026-03-31T16:52:30.982" v="1028" actId="20577"/>
          <ac:spMkLst>
            <pc:docMk/>
            <pc:sldMk cId="4173961855" sldId="433"/>
            <ac:spMk id="10" creationId="{1A1BD70C-15F1-8C5E-D37E-6CCF5B3C1AB3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11" creationId="{B3F97302-20DE-D04B-3A27-F7733E8898DA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12" creationId="{4DF6BFFF-FB74-C740-D046-A15535D52F93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41" creationId="{8B5F59BA-44C6-3E11-2E95-A6492FEEF40C}"/>
          </ac:spMkLst>
        </pc:spChg>
        <pc:spChg chg="del">
          <ac:chgData name="Jacob Wyngaard" userId="6181fcd471e98458" providerId="LiveId" clId="{77EA86D2-93A7-4E95-BD02-C750FACBB632}" dt="2026-03-31T16:40:12.683" v="501" actId="478"/>
          <ac:spMkLst>
            <pc:docMk/>
            <pc:sldMk cId="4173961855" sldId="433"/>
            <ac:spMk id="42" creationId="{B539241E-2EA8-3769-E72F-E65072819AAA}"/>
          </ac:spMkLst>
        </pc:spChg>
        <pc:spChg chg="add mod">
          <ac:chgData name="Jacob Wyngaard" userId="6181fcd471e98458" providerId="LiveId" clId="{77EA86D2-93A7-4E95-BD02-C750FACBB632}" dt="2026-03-31T16:40:13.059" v="502"/>
          <ac:spMkLst>
            <pc:docMk/>
            <pc:sldMk cId="4173961855" sldId="433"/>
            <ac:spMk id="50" creationId="{1F0F20D1-9468-E65D-40AC-3EED1AB77517}"/>
          </ac:spMkLst>
        </pc:spChg>
        <pc:spChg chg="add mod">
          <ac:chgData name="Jacob Wyngaard" userId="6181fcd471e98458" providerId="LiveId" clId="{77EA86D2-93A7-4E95-BD02-C750FACBB632}" dt="2026-03-31T16:40:13.059" v="502"/>
          <ac:spMkLst>
            <pc:docMk/>
            <pc:sldMk cId="4173961855" sldId="433"/>
            <ac:spMk id="51" creationId="{373F8730-02BA-C921-2633-523B220310AD}"/>
          </ac:spMkLst>
        </pc:spChg>
        <pc:spChg chg="add mod">
          <ac:chgData name="Jacob Wyngaard" userId="6181fcd471e98458" providerId="LiveId" clId="{77EA86D2-93A7-4E95-BD02-C750FACBB632}" dt="2026-03-31T16:48:02.498" v="659" actId="1038"/>
          <ac:spMkLst>
            <pc:docMk/>
            <pc:sldMk cId="4173961855" sldId="433"/>
            <ac:spMk id="53" creationId="{534DCA06-88BF-4AB2-7FEB-EBA2F17F3F59}"/>
          </ac:spMkLst>
        </pc:spChg>
        <pc:spChg chg="add mod">
          <ac:chgData name="Jacob Wyngaard" userId="6181fcd471e98458" providerId="LiveId" clId="{77EA86D2-93A7-4E95-BD02-C750FACBB632}" dt="2026-03-31T16:41:10.740" v="543" actId="688"/>
          <ac:spMkLst>
            <pc:docMk/>
            <pc:sldMk cId="4173961855" sldId="433"/>
            <ac:spMk id="54" creationId="{12458BE8-8E4A-FF2F-CE54-68B36A684BBC}"/>
          </ac:spMkLst>
        </pc:spChg>
        <pc:spChg chg="add mod">
          <ac:chgData name="Jacob Wyngaard" userId="6181fcd471e98458" providerId="LiveId" clId="{77EA86D2-93A7-4E95-BD02-C750FACBB632}" dt="2026-03-31T16:47:56.280" v="651" actId="1076"/>
          <ac:spMkLst>
            <pc:docMk/>
            <pc:sldMk cId="4173961855" sldId="433"/>
            <ac:spMk id="55" creationId="{11C329BA-2958-DCCD-60B7-5CB23BB1B679}"/>
          </ac:spMkLst>
        </pc:spChg>
        <pc:spChg chg="add mod">
          <ac:chgData name="Jacob Wyngaard" userId="6181fcd471e98458" providerId="LiveId" clId="{77EA86D2-93A7-4E95-BD02-C750FACBB632}" dt="2026-03-31T16:47:56.280" v="651" actId="1076"/>
          <ac:spMkLst>
            <pc:docMk/>
            <pc:sldMk cId="4173961855" sldId="433"/>
            <ac:spMk id="56" creationId="{38626677-374C-D435-5BE5-0C88CCDCAB19}"/>
          </ac:spMkLst>
        </pc:spChg>
        <pc:spChg chg="add mod">
          <ac:chgData name="Jacob Wyngaard" userId="6181fcd471e98458" providerId="LiveId" clId="{77EA86D2-93A7-4E95-BD02-C750FACBB632}" dt="2026-03-31T16:47:53.155" v="650" actId="14100"/>
          <ac:spMkLst>
            <pc:docMk/>
            <pc:sldMk cId="4173961855" sldId="433"/>
            <ac:spMk id="57" creationId="{29DC9C95-E1E8-3974-2C62-49F32FA8D506}"/>
          </ac:spMkLst>
        </pc:spChg>
        <pc:spChg chg="add mod">
          <ac:chgData name="Jacob Wyngaard" userId="6181fcd471e98458" providerId="LiveId" clId="{77EA86D2-93A7-4E95-BD02-C750FACBB632}" dt="2026-03-31T16:47:49.343" v="649" actId="14100"/>
          <ac:spMkLst>
            <pc:docMk/>
            <pc:sldMk cId="4173961855" sldId="433"/>
            <ac:spMk id="58" creationId="{01138476-1764-DC4B-A2BA-F0978BE1537A}"/>
          </ac:spMkLst>
        </pc:spChg>
        <pc:spChg chg="add mod">
          <ac:chgData name="Jacob Wyngaard" userId="6181fcd471e98458" providerId="LiveId" clId="{77EA86D2-93A7-4E95-BD02-C750FACBB632}" dt="2026-03-31T16:42:14.609" v="581" actId="1076"/>
          <ac:spMkLst>
            <pc:docMk/>
            <pc:sldMk cId="4173961855" sldId="433"/>
            <ac:spMk id="59" creationId="{C14E8137-2F53-25FA-D09C-987161834DA5}"/>
          </ac:spMkLst>
        </pc:spChg>
        <pc:spChg chg="add mod">
          <ac:chgData name="Jacob Wyngaard" userId="6181fcd471e98458" providerId="LiveId" clId="{77EA86D2-93A7-4E95-BD02-C750FACBB632}" dt="2026-03-31T16:42:19.061" v="583" actId="1076"/>
          <ac:spMkLst>
            <pc:docMk/>
            <pc:sldMk cId="4173961855" sldId="433"/>
            <ac:spMk id="60" creationId="{D39FB1AF-B6DF-40B6-A5E8-6EB402B75721}"/>
          </ac:spMkLst>
        </pc:spChg>
        <pc:spChg chg="add mod">
          <ac:chgData name="Jacob Wyngaard" userId="6181fcd471e98458" providerId="LiveId" clId="{77EA86D2-93A7-4E95-BD02-C750FACBB632}" dt="2026-03-31T16:42:24.701" v="585" actId="1076"/>
          <ac:spMkLst>
            <pc:docMk/>
            <pc:sldMk cId="4173961855" sldId="433"/>
            <ac:spMk id="61" creationId="{D20FB242-20BA-826A-EB9B-2E9344B2545C}"/>
          </ac:spMkLst>
        </pc:spChg>
        <pc:spChg chg="add mod">
          <ac:chgData name="Jacob Wyngaard" userId="6181fcd471e98458" providerId="LiveId" clId="{77EA86D2-93A7-4E95-BD02-C750FACBB632}" dt="2026-03-31T16:42:34.886" v="587" actId="1076"/>
          <ac:spMkLst>
            <pc:docMk/>
            <pc:sldMk cId="4173961855" sldId="433"/>
            <ac:spMk id="62" creationId="{4EC375A5-2975-6611-EC97-D274C3D09184}"/>
          </ac:spMkLst>
        </pc:spChg>
        <pc:spChg chg="add mod">
          <ac:chgData name="Jacob Wyngaard" userId="6181fcd471e98458" providerId="LiveId" clId="{77EA86D2-93A7-4E95-BD02-C750FACBB632}" dt="2026-03-31T16:42:47.261" v="589" actId="1076"/>
          <ac:spMkLst>
            <pc:docMk/>
            <pc:sldMk cId="4173961855" sldId="433"/>
            <ac:spMk id="63" creationId="{4D7F793C-FCBD-7091-FD32-87CF3442E36A}"/>
          </ac:spMkLst>
        </pc:spChg>
        <pc:spChg chg="add mod">
          <ac:chgData name="Jacob Wyngaard" userId="6181fcd471e98458" providerId="LiveId" clId="{77EA86D2-93A7-4E95-BD02-C750FACBB632}" dt="2026-03-31T16:42:58.431" v="591" actId="1076"/>
          <ac:spMkLst>
            <pc:docMk/>
            <pc:sldMk cId="4173961855" sldId="433"/>
            <ac:spMk id="64" creationId="{1F9B03D2-F449-C626-2738-FFD8249FA0E1}"/>
          </ac:spMkLst>
        </pc:spChg>
        <pc:spChg chg="add mod">
          <ac:chgData name="Jacob Wyngaard" userId="6181fcd471e98458" providerId="LiveId" clId="{77EA86D2-93A7-4E95-BD02-C750FACBB632}" dt="2026-03-31T16:43:33.925" v="600" actId="1035"/>
          <ac:spMkLst>
            <pc:docMk/>
            <pc:sldMk cId="4173961855" sldId="433"/>
            <ac:spMk id="65" creationId="{C0191767-DC09-73F3-A98C-9F4C521112AD}"/>
          </ac:spMkLst>
        </pc:spChg>
        <pc:spChg chg="add mod">
          <ac:chgData name="Jacob Wyngaard" userId="6181fcd471e98458" providerId="LiveId" clId="{77EA86D2-93A7-4E95-BD02-C750FACBB632}" dt="2026-03-31T16:43:31.192" v="597" actId="1076"/>
          <ac:spMkLst>
            <pc:docMk/>
            <pc:sldMk cId="4173961855" sldId="433"/>
            <ac:spMk id="66" creationId="{40D1FE4D-46BA-F380-626C-D05D92791694}"/>
          </ac:spMkLst>
        </pc:spChg>
        <pc:spChg chg="add mod">
          <ac:chgData name="Jacob Wyngaard" userId="6181fcd471e98458" providerId="LiveId" clId="{77EA86D2-93A7-4E95-BD02-C750FACBB632}" dt="2026-03-31T16:43:48.611" v="602" actId="1076"/>
          <ac:spMkLst>
            <pc:docMk/>
            <pc:sldMk cId="4173961855" sldId="433"/>
            <ac:spMk id="67" creationId="{30FB9921-6B0E-1EE8-1C58-93B34B907BCB}"/>
          </ac:spMkLst>
        </pc:spChg>
        <pc:spChg chg="add mod">
          <ac:chgData name="Jacob Wyngaard" userId="6181fcd471e98458" providerId="LiveId" clId="{77EA86D2-93A7-4E95-BD02-C750FACBB632}" dt="2026-03-31T16:43:58.890" v="606" actId="1038"/>
          <ac:spMkLst>
            <pc:docMk/>
            <pc:sldMk cId="4173961855" sldId="433"/>
            <ac:spMk id="68" creationId="{C47B25DC-3946-7A8A-B979-BDC1B0EC34B6}"/>
          </ac:spMkLst>
        </pc:spChg>
        <pc:spChg chg="add mod">
          <ac:chgData name="Jacob Wyngaard" userId="6181fcd471e98458" providerId="LiveId" clId="{77EA86D2-93A7-4E95-BD02-C750FACBB632}" dt="2026-03-31T16:44:09.654" v="608" actId="1076"/>
          <ac:spMkLst>
            <pc:docMk/>
            <pc:sldMk cId="4173961855" sldId="433"/>
            <ac:spMk id="69" creationId="{D7F97CAA-F8AA-C945-0B16-0FD49CCD2C9A}"/>
          </ac:spMkLst>
        </pc:spChg>
        <pc:spChg chg="add mod">
          <ac:chgData name="Jacob Wyngaard" userId="6181fcd471e98458" providerId="LiveId" clId="{77EA86D2-93A7-4E95-BD02-C750FACBB632}" dt="2026-03-31T16:45:16.978" v="623" actId="1037"/>
          <ac:spMkLst>
            <pc:docMk/>
            <pc:sldMk cId="4173961855" sldId="433"/>
            <ac:spMk id="70" creationId="{BC026F3F-86BE-02BF-3105-27CCF8F8E498}"/>
          </ac:spMkLst>
        </pc:spChg>
        <pc:spChg chg="add mod">
          <ac:chgData name="Jacob Wyngaard" userId="6181fcd471e98458" providerId="LiveId" clId="{77EA86D2-93A7-4E95-BD02-C750FACBB632}" dt="2026-03-31T16:45:12.776" v="619" actId="1038"/>
          <ac:spMkLst>
            <pc:docMk/>
            <pc:sldMk cId="4173961855" sldId="433"/>
            <ac:spMk id="71" creationId="{66FBD24E-90A7-7727-4F47-89A5390D76DE}"/>
          </ac:spMkLst>
        </pc:spChg>
        <pc:spChg chg="add mod">
          <ac:chgData name="Jacob Wyngaard" userId="6181fcd471e98458" providerId="LiveId" clId="{77EA86D2-93A7-4E95-BD02-C750FACBB632}" dt="2026-03-31T16:45:36.491" v="628" actId="1035"/>
          <ac:spMkLst>
            <pc:docMk/>
            <pc:sldMk cId="4173961855" sldId="433"/>
            <ac:spMk id="72" creationId="{FA915BFD-6996-B44D-4939-08357F578984}"/>
          </ac:spMkLst>
        </pc:spChg>
        <pc:spChg chg="add mod">
          <ac:chgData name="Jacob Wyngaard" userId="6181fcd471e98458" providerId="LiveId" clId="{77EA86D2-93A7-4E95-BD02-C750FACBB632}" dt="2026-03-31T16:45:59.583" v="630" actId="1076"/>
          <ac:spMkLst>
            <pc:docMk/>
            <pc:sldMk cId="4173961855" sldId="433"/>
            <ac:spMk id="73" creationId="{366FD105-B532-14E2-2AD1-C911B2A7990A}"/>
          </ac:spMkLst>
        </pc:spChg>
        <pc:spChg chg="add mod">
          <ac:chgData name="Jacob Wyngaard" userId="6181fcd471e98458" providerId="LiveId" clId="{77EA86D2-93A7-4E95-BD02-C750FACBB632}" dt="2026-03-31T16:46:12.457" v="632" actId="1076"/>
          <ac:spMkLst>
            <pc:docMk/>
            <pc:sldMk cId="4173961855" sldId="433"/>
            <ac:spMk id="74" creationId="{D9E130D5-7C7E-422F-1CBC-33390AD2A6BA}"/>
          </ac:spMkLst>
        </pc:spChg>
        <pc:spChg chg="add mod">
          <ac:chgData name="Jacob Wyngaard" userId="6181fcd471e98458" providerId="LiveId" clId="{77EA86D2-93A7-4E95-BD02-C750FACBB632}" dt="2026-03-31T16:46:21.049" v="634" actId="1076"/>
          <ac:spMkLst>
            <pc:docMk/>
            <pc:sldMk cId="4173961855" sldId="433"/>
            <ac:spMk id="75" creationId="{A0F77E84-D888-D5B2-F123-7DAF7E1AF57F}"/>
          </ac:spMkLst>
        </pc:spChg>
        <pc:spChg chg="add mod">
          <ac:chgData name="Jacob Wyngaard" userId="6181fcd471e98458" providerId="LiveId" clId="{77EA86D2-93A7-4E95-BD02-C750FACBB632}" dt="2026-03-31T16:46:29.548" v="636" actId="1076"/>
          <ac:spMkLst>
            <pc:docMk/>
            <pc:sldMk cId="4173961855" sldId="433"/>
            <ac:spMk id="76" creationId="{804A6EE0-D0D9-E5A6-AC58-2B87BD8F345D}"/>
          </ac:spMkLst>
        </pc:spChg>
        <pc:spChg chg="add mod">
          <ac:chgData name="Jacob Wyngaard" userId="6181fcd471e98458" providerId="LiveId" clId="{77EA86D2-93A7-4E95-BD02-C750FACBB632}" dt="2026-03-31T16:46:37.813" v="638" actId="1076"/>
          <ac:spMkLst>
            <pc:docMk/>
            <pc:sldMk cId="4173961855" sldId="433"/>
            <ac:spMk id="77" creationId="{E5118D69-16AA-8C9A-B491-E2F6E7AB15F2}"/>
          </ac:spMkLst>
        </pc:spChg>
        <pc:spChg chg="add mod">
          <ac:chgData name="Jacob Wyngaard" userId="6181fcd471e98458" providerId="LiveId" clId="{77EA86D2-93A7-4E95-BD02-C750FACBB632}" dt="2026-03-31T16:47:05.735" v="640" actId="1076"/>
          <ac:spMkLst>
            <pc:docMk/>
            <pc:sldMk cId="4173961855" sldId="433"/>
            <ac:spMk id="78" creationId="{8A8CA079-7697-7302-4711-5353008C08BF}"/>
          </ac:spMkLst>
        </pc:spChg>
        <pc:spChg chg="add mod">
          <ac:chgData name="Jacob Wyngaard" userId="6181fcd471e98458" providerId="LiveId" clId="{77EA86D2-93A7-4E95-BD02-C750FACBB632}" dt="2026-03-31T16:47:21.921" v="643" actId="1036"/>
          <ac:spMkLst>
            <pc:docMk/>
            <pc:sldMk cId="4173961855" sldId="433"/>
            <ac:spMk id="79" creationId="{2575744F-ACFB-1009-682F-1DDC907F45A2}"/>
          </ac:spMkLst>
        </pc:spChg>
        <pc:spChg chg="add mod">
          <ac:chgData name="Jacob Wyngaard" userId="6181fcd471e98458" providerId="LiveId" clId="{77EA86D2-93A7-4E95-BD02-C750FACBB632}" dt="2026-03-31T16:47:29.109" v="645" actId="1076"/>
          <ac:spMkLst>
            <pc:docMk/>
            <pc:sldMk cId="4173961855" sldId="433"/>
            <ac:spMk id="80" creationId="{8D28D3C4-9F32-FEE9-ACDC-1108FFBA215D}"/>
          </ac:spMkLst>
        </pc:spChg>
        <pc:spChg chg="add mod">
          <ac:chgData name="Jacob Wyngaard" userId="6181fcd471e98458" providerId="LiveId" clId="{77EA86D2-93A7-4E95-BD02-C750FACBB632}" dt="2026-03-31T16:47:42.921" v="647" actId="1076"/>
          <ac:spMkLst>
            <pc:docMk/>
            <pc:sldMk cId="4173961855" sldId="433"/>
            <ac:spMk id="81" creationId="{F1F09600-05E2-2638-7746-81652E5FAABE}"/>
          </ac:spMkLst>
        </pc:spChg>
        <pc:graphicFrameChg chg="add mod modGraphic">
          <ac:chgData name="Jacob Wyngaard" userId="6181fcd471e98458" providerId="LiveId" clId="{77EA86D2-93A7-4E95-BD02-C750FACBB632}" dt="2026-03-31T16:40:40.570" v="535" actId="20577"/>
          <ac:graphicFrameMkLst>
            <pc:docMk/>
            <pc:sldMk cId="4173961855" sldId="433"/>
            <ac:graphicFrameMk id="52" creationId="{A37D95E0-B41F-551D-DE81-20DB5A85046F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56:52.115" v="1230" actId="14100"/>
        <pc:sldMkLst>
          <pc:docMk/>
          <pc:sldMk cId="501925371" sldId="434"/>
        </pc:sldMkLst>
        <pc:spChg chg="add mod">
          <ac:chgData name="Jacob Wyngaard" userId="6181fcd471e98458" providerId="LiveId" clId="{77EA86D2-93A7-4E95-BD02-C750FACBB632}" dt="2026-03-31T16:51:53.535" v="970" actId="1076"/>
          <ac:spMkLst>
            <pc:docMk/>
            <pc:sldMk cId="501925371" sldId="434"/>
            <ac:spMk id="2" creationId="{99266354-BE78-6E76-A2BF-FCD56B2F40E0}"/>
          </ac:spMkLst>
        </pc:spChg>
        <pc:spChg chg="add mod">
          <ac:chgData name="Jacob Wyngaard" userId="6181fcd471e98458" providerId="LiveId" clId="{77EA86D2-93A7-4E95-BD02-C750FACBB632}" dt="2026-03-31T16:52:23.264" v="1025" actId="1076"/>
          <ac:spMkLst>
            <pc:docMk/>
            <pc:sldMk cId="501925371" sldId="434"/>
            <ac:spMk id="3" creationId="{FFD0FAFC-4E2B-61A8-F4CC-D71D2A311820}"/>
          </ac:spMkLst>
        </pc:spChg>
        <pc:spChg chg="add mod">
          <ac:chgData name="Jacob Wyngaard" userId="6181fcd471e98458" providerId="LiveId" clId="{77EA86D2-93A7-4E95-BD02-C750FACBB632}" dt="2026-03-31T16:56:52.115" v="1230" actId="14100"/>
          <ac:spMkLst>
            <pc:docMk/>
            <pc:sldMk cId="501925371" sldId="434"/>
            <ac:spMk id="5" creationId="{FE016F52-1771-72A4-BCEB-15F18B821A28}"/>
          </ac:spMkLst>
        </pc:spChg>
        <pc:spChg chg="add mod">
          <ac:chgData name="Jacob Wyngaard" userId="6181fcd471e98458" providerId="LiveId" clId="{77EA86D2-93A7-4E95-BD02-C750FACBB632}" dt="2026-03-31T16:52:18.750" v="1024" actId="1076"/>
          <ac:spMkLst>
            <pc:docMk/>
            <pc:sldMk cId="501925371" sldId="434"/>
            <ac:spMk id="7" creationId="{7F09D4FA-E61B-4152-D351-9A858922F937}"/>
          </ac:spMkLst>
        </pc:spChg>
        <pc:spChg chg="mod">
          <ac:chgData name="Jacob Wyngaard" userId="6181fcd471e98458" providerId="LiveId" clId="{77EA86D2-93A7-4E95-BD02-C750FACBB632}" dt="2026-03-31T16:52:35.231" v="1031" actId="20577"/>
          <ac:spMkLst>
            <pc:docMk/>
            <pc:sldMk cId="501925371" sldId="434"/>
            <ac:spMk id="10" creationId="{951CC83E-66F7-FB0D-3918-D70379529642}"/>
          </ac:spMkLst>
        </pc:spChg>
        <pc:spChg chg="add mod">
          <ac:chgData name="Jacob Wyngaard" userId="6181fcd471e98458" providerId="LiveId" clId="{77EA86D2-93A7-4E95-BD02-C750FACBB632}" dt="2026-03-31T16:54:23.356" v="1143" actId="1076"/>
          <ac:spMkLst>
            <pc:docMk/>
            <pc:sldMk cId="501925371" sldId="434"/>
            <ac:spMk id="11" creationId="{57BCF3E2-F1F0-A6B0-B580-1DE570904279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13" creationId="{196902C4-005E-5B5E-7A26-EFBE8A4DBF63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15" creationId="{26A90501-1FA3-FFED-7509-1B3E0D65A821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18" creationId="{7B08161A-6EB7-8666-025C-F0B9A83410BB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20" creationId="{AC76EBAB-14AE-3542-BF30-11581CE4A2C8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21" creationId="{7C436E7C-063F-9911-BED1-F041EFE5DD46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22" creationId="{E1450A52-8ED3-7AEF-6C05-A164924D9E7F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23" creationId="{6AE0EAC1-395E-2F21-19AF-8884D5062574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24" creationId="{FD9F267B-5207-4A20-EF00-6EFFBE195355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25" creationId="{07684B07-6E37-EEF9-4F70-8C6A7370BC7D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26" creationId="{A04A1822-6A09-F08E-C8D8-C23A5777F61E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35" creationId="{EF11FAE5-1208-83F1-13B6-064058E369AF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36" creationId="{1334B29C-E409-B3AC-F3DE-E223D1487797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39" creationId="{CB69CF69-5F41-F9EF-2F83-0CD6D7705401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40" creationId="{BDCFD6D5-9661-6076-A4A6-8EB802EF8612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43" creationId="{57E8E63C-53F9-AF57-9472-BF29A3501374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44" creationId="{24F8487D-91EB-A089-650D-A94FF802C750}"/>
          </ac:spMkLst>
        </pc:spChg>
        <pc:spChg chg="del">
          <ac:chgData name="Jacob Wyngaard" userId="6181fcd471e98458" providerId="LiveId" clId="{77EA86D2-93A7-4E95-BD02-C750FACBB632}" dt="2026-03-31T16:48:31.010" v="662" actId="478"/>
          <ac:spMkLst>
            <pc:docMk/>
            <pc:sldMk cId="501925371" sldId="434"/>
            <ac:spMk id="46" creationId="{2C1721DE-813D-49A4-429D-E08B86731632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47" creationId="{5012C663-088D-2266-AFBB-977FD507B7F4}"/>
          </ac:spMkLst>
        </pc:spChg>
        <pc:spChg chg="del">
          <ac:chgData name="Jacob Wyngaard" userId="6181fcd471e98458" providerId="LiveId" clId="{77EA86D2-93A7-4E95-BD02-C750FACBB632}" dt="2026-03-31T16:48:25.917" v="661" actId="478"/>
          <ac:spMkLst>
            <pc:docMk/>
            <pc:sldMk cId="501925371" sldId="434"/>
            <ac:spMk id="49" creationId="{1777CCF9-594A-E0EC-3816-FFDCCE69AE0D}"/>
          </ac:spMkLst>
        </pc:spChg>
        <pc:spChg chg="del">
          <ac:chgData name="Jacob Wyngaard" userId="6181fcd471e98458" providerId="LiveId" clId="{77EA86D2-93A7-4E95-BD02-C750FACBB632}" dt="2026-03-31T16:48:34.025" v="663" actId="478"/>
          <ac:spMkLst>
            <pc:docMk/>
            <pc:sldMk cId="501925371" sldId="434"/>
            <ac:spMk id="51" creationId="{C91E0492-996B-94C9-E9CD-F912D1B5D1C4}"/>
          </ac:spMkLst>
        </pc:spChg>
        <pc:spChg chg="mod">
          <ac:chgData name="Jacob Wyngaard" userId="6181fcd471e98458" providerId="LiveId" clId="{77EA86D2-93A7-4E95-BD02-C750FACBB632}" dt="2026-03-31T16:48:46.632" v="665" actId="1076"/>
          <ac:spMkLst>
            <pc:docMk/>
            <pc:sldMk cId="501925371" sldId="434"/>
            <ac:spMk id="53" creationId="{E9E12D4D-C083-32B9-A78C-CFBFCCEB3BE1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5" creationId="{AA35F319-5646-78B4-E364-B94BB7BE46A8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6" creationId="{ECB93EA5-D511-307E-7BA6-64F251851FCE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7" creationId="{831BFB25-F0CB-7E96-35F5-1AD95FCCF9AF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8" creationId="{416458B0-DF58-5E13-DD31-EE2A72EBA410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0" creationId="{6E4F6607-D990-B81C-E294-0BB4F6A0847B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2" creationId="{F76F085F-4A00-9F1E-6231-EC9BDCCE6E3E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3" creationId="{3ABD9C72-7FF2-C025-4473-58EEC0B79C36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6" creationId="{E3C81118-3D38-13F0-6E48-B6751B4C7009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1" creationId="{37E625B3-FE32-787F-43F6-2AE7CCC68E5B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2" creationId="{50AD708E-7C57-3348-153F-D45817867B33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3" creationId="{B104C1C7-09A0-6C10-9D9F-68A33DCD0A98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4" creationId="{5949F4B1-C6EA-7E83-306C-931B32D76212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81" creationId="{FAFB8A2D-A8F0-4316-8F1C-D8449AB64D0A}"/>
          </ac:spMkLst>
        </pc:spChg>
      </pc:sldChg>
      <pc:sldChg chg="addSp delSp modSp add mod">
        <pc:chgData name="Jacob Wyngaard" userId="6181fcd471e98458" providerId="LiveId" clId="{77EA86D2-93A7-4E95-BD02-C750FACBB632}" dt="2026-03-31T17:00:28.445" v="1317" actId="478"/>
        <pc:sldMkLst>
          <pc:docMk/>
          <pc:sldMk cId="1148632963" sldId="435"/>
        </pc:sldMkLst>
        <pc:spChg chg="del">
          <ac:chgData name="Jacob Wyngaard" userId="6181fcd471e98458" providerId="LiveId" clId="{77EA86D2-93A7-4E95-BD02-C750FACBB632}" dt="2026-03-31T16:54:43.868" v="1151" actId="478"/>
          <ac:spMkLst>
            <pc:docMk/>
            <pc:sldMk cId="1148632963" sldId="435"/>
            <ac:spMk id="2" creationId="{EFAE82F4-D014-2A14-8713-272E0B420E5E}"/>
          </ac:spMkLst>
        </pc:spChg>
        <pc:spChg chg="del">
          <ac:chgData name="Jacob Wyngaard" userId="6181fcd471e98458" providerId="LiveId" clId="{77EA86D2-93A7-4E95-BD02-C750FACBB632}" dt="2026-03-31T16:54:48.055" v="1154" actId="478"/>
          <ac:spMkLst>
            <pc:docMk/>
            <pc:sldMk cId="1148632963" sldId="435"/>
            <ac:spMk id="3" creationId="{3F9388B1-C626-A1DC-C639-A7FDC2B40FF9}"/>
          </ac:spMkLst>
        </pc:spChg>
        <pc:spChg chg="del">
          <ac:chgData name="Jacob Wyngaard" userId="6181fcd471e98458" providerId="LiveId" clId="{77EA86D2-93A7-4E95-BD02-C750FACBB632}" dt="2026-03-31T16:54:45.086" v="1152" actId="478"/>
          <ac:spMkLst>
            <pc:docMk/>
            <pc:sldMk cId="1148632963" sldId="435"/>
            <ac:spMk id="5" creationId="{EE66176A-FDA7-AECD-AF6D-61D25CA53673}"/>
          </ac:spMkLst>
        </pc:spChg>
        <pc:spChg chg="del">
          <ac:chgData name="Jacob Wyngaard" userId="6181fcd471e98458" providerId="LiveId" clId="{77EA86D2-93A7-4E95-BD02-C750FACBB632}" dt="2026-03-31T16:54:46.117" v="1153" actId="478"/>
          <ac:spMkLst>
            <pc:docMk/>
            <pc:sldMk cId="1148632963" sldId="435"/>
            <ac:spMk id="7" creationId="{5A204662-5E21-CA6D-F1DD-0874C0C76F24}"/>
          </ac:spMkLst>
        </pc:spChg>
        <pc:spChg chg="del">
          <ac:chgData name="Jacob Wyngaard" userId="6181fcd471e98458" providerId="LiveId" clId="{77EA86D2-93A7-4E95-BD02-C750FACBB632}" dt="2026-03-31T16:54:36.634" v="1145" actId="478"/>
          <ac:spMkLst>
            <pc:docMk/>
            <pc:sldMk cId="1148632963" sldId="435"/>
            <ac:spMk id="11" creationId="{2988B2FE-3F83-2493-4CC0-E1EF6C5C194D}"/>
          </ac:spMkLst>
        </pc:spChg>
        <pc:spChg chg="del">
          <ac:chgData name="Jacob Wyngaard" userId="6181fcd471e98458" providerId="LiveId" clId="{77EA86D2-93A7-4E95-BD02-C750FACBB632}" dt="2026-03-31T16:55:53.813" v="1189" actId="478"/>
          <ac:spMkLst>
            <pc:docMk/>
            <pc:sldMk cId="1148632963" sldId="435"/>
            <ac:spMk id="12" creationId="{F8D18F97-6670-47E4-2957-F8ABF5F29A33}"/>
          </ac:spMkLst>
        </pc:spChg>
        <pc:spChg chg="add 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3" creationId="{E9A53E7D-DE9A-401F-3C3B-8B98332B3EAC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14" creationId="{42EF4005-43D2-5B01-B692-FE33A3809EB2}"/>
          </ac:spMkLst>
        </pc:spChg>
        <pc:spChg chg="del">
          <ac:chgData name="Jacob Wyngaard" userId="6181fcd471e98458" providerId="LiveId" clId="{77EA86D2-93A7-4E95-BD02-C750FACBB632}" dt="2026-03-31T16:55:55.016" v="1191" actId="478"/>
          <ac:spMkLst>
            <pc:docMk/>
            <pc:sldMk cId="1148632963" sldId="435"/>
            <ac:spMk id="15" creationId="{82F7B5BF-793B-ECBC-61E0-0C9E31616099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7" creationId="{8BE99430-26A2-6B80-AEEA-7C0429B04B56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8" creationId="{079884C4-CF78-A0B5-B08E-065DC2E437D5}"/>
          </ac:spMkLst>
        </pc:spChg>
        <pc:spChg chg="del">
          <ac:chgData name="Jacob Wyngaard" userId="6181fcd471e98458" providerId="LiveId" clId="{77EA86D2-93A7-4E95-BD02-C750FACBB632}" dt="2026-03-31T16:55:46.453" v="1183" actId="478"/>
          <ac:spMkLst>
            <pc:docMk/>
            <pc:sldMk cId="1148632963" sldId="435"/>
            <ac:spMk id="19" creationId="{4AC29840-3BA2-D87A-EFC9-92E7EF33C60F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20" creationId="{5DB73BA1-951A-26C0-717C-8D999E453391}"/>
          </ac:spMkLst>
        </pc:spChg>
        <pc:spChg chg="del">
          <ac:chgData name="Jacob Wyngaard" userId="6181fcd471e98458" providerId="LiveId" clId="{77EA86D2-93A7-4E95-BD02-C750FACBB632}" dt="2026-03-31T16:55:47.782" v="1185" actId="478"/>
          <ac:spMkLst>
            <pc:docMk/>
            <pc:sldMk cId="1148632963" sldId="435"/>
            <ac:spMk id="21" creationId="{4C28599D-B12A-1563-2E31-FB74E7A7AE9E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24" creationId="{E7F43356-8F56-1B8F-0F86-51E7701B1C6D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26" creationId="{04574EE2-F318-B768-6855-EFD647A2E762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27" creationId="{79F1708C-1043-9C06-D015-1325E6DB74B8}"/>
          </ac:spMkLst>
        </pc:spChg>
        <pc:spChg chg="add del mod">
          <ac:chgData name="Jacob Wyngaard" userId="6181fcd471e98458" providerId="LiveId" clId="{77EA86D2-93A7-4E95-BD02-C750FACBB632}" dt="2026-03-31T16:55:54.406" v="1190" actId="478"/>
          <ac:spMkLst>
            <pc:docMk/>
            <pc:sldMk cId="1148632963" sldId="435"/>
            <ac:spMk id="28" creationId="{BBC5567F-392B-A8B8-107F-659747CA2A29}"/>
          </ac:spMkLst>
        </pc:spChg>
        <pc:spChg chg="add del mod">
          <ac:chgData name="Jacob Wyngaard" userId="6181fcd471e98458" providerId="LiveId" clId="{77EA86D2-93A7-4E95-BD02-C750FACBB632}" dt="2026-03-31T16:55:49.767" v="1187" actId="478"/>
          <ac:spMkLst>
            <pc:docMk/>
            <pc:sldMk cId="1148632963" sldId="435"/>
            <ac:spMk id="29" creationId="{55F2DDE9-5613-0CAF-E15E-ACE8DD1D43F2}"/>
          </ac:spMkLst>
        </pc:spChg>
        <pc:spChg chg="add del mod">
          <ac:chgData name="Jacob Wyngaard" userId="6181fcd471e98458" providerId="LiveId" clId="{77EA86D2-93A7-4E95-BD02-C750FACBB632}" dt="2026-03-31T16:55:47.047" v="1184" actId="478"/>
          <ac:spMkLst>
            <pc:docMk/>
            <pc:sldMk cId="1148632963" sldId="435"/>
            <ac:spMk id="30" creationId="{1EF56DCD-F061-959A-8C04-6DE69F6E846E}"/>
          </ac:spMkLst>
        </pc:spChg>
        <pc:spChg chg="del">
          <ac:chgData name="Jacob Wyngaard" userId="6181fcd471e98458" providerId="LiveId" clId="{77EA86D2-93A7-4E95-BD02-C750FACBB632}" dt="2026-03-31T16:55:48.360" v="1186" actId="478"/>
          <ac:spMkLst>
            <pc:docMk/>
            <pc:sldMk cId="1148632963" sldId="435"/>
            <ac:spMk id="31" creationId="{E0E5AEE1-892C-5611-55A1-312EACDEBD7B}"/>
          </ac:spMkLst>
        </pc:spChg>
        <pc:spChg chg="add 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33" creationId="{CFE94534-E634-D294-B96A-38ADD4908C19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34" creationId="{9DEB23E5-81E5-0032-BF55-82A9C6AA018F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35" creationId="{88675136-3BFB-0DD9-EBE4-641D8930AA7D}"/>
          </ac:spMkLst>
        </pc:spChg>
        <pc:spChg chg="del">
          <ac:chgData name="Jacob Wyngaard" userId="6181fcd471e98458" providerId="LiveId" clId="{77EA86D2-93A7-4E95-BD02-C750FACBB632}" dt="2026-03-31T16:56:05.576" v="1198" actId="478"/>
          <ac:spMkLst>
            <pc:docMk/>
            <pc:sldMk cId="1148632963" sldId="435"/>
            <ac:spMk id="37" creationId="{36FD137A-71FB-BD90-9C3D-9B8A0AA67BA9}"/>
          </ac:spMkLst>
        </pc:spChg>
        <pc:spChg chg="add del mod">
          <ac:chgData name="Jacob Wyngaard" userId="6181fcd471e98458" providerId="LiveId" clId="{77EA86D2-93A7-4E95-BD02-C750FACBB632}" dt="2026-03-31T16:56:25.213" v="1207" actId="478"/>
          <ac:spMkLst>
            <pc:docMk/>
            <pc:sldMk cId="1148632963" sldId="435"/>
            <ac:spMk id="38" creationId="{E994040A-68B7-3A68-A0CB-F92F02E56591}"/>
          </ac:spMkLst>
        </pc:spChg>
        <pc:spChg chg="del">
          <ac:chgData name="Jacob Wyngaard" userId="6181fcd471e98458" providerId="LiveId" clId="{77EA86D2-93A7-4E95-BD02-C750FACBB632}" dt="2026-03-31T16:56:12.621" v="1204" actId="478"/>
          <ac:spMkLst>
            <pc:docMk/>
            <pc:sldMk cId="1148632963" sldId="435"/>
            <ac:spMk id="39" creationId="{167DF3A3-9F68-5BF1-692B-9C6EA02B466B}"/>
          </ac:spMkLst>
        </pc:spChg>
        <pc:spChg chg="del">
          <ac:chgData name="Jacob Wyngaard" userId="6181fcd471e98458" providerId="LiveId" clId="{77EA86D2-93A7-4E95-BD02-C750FACBB632}" dt="2026-03-31T16:56:06.310" v="1199" actId="478"/>
          <ac:spMkLst>
            <pc:docMk/>
            <pc:sldMk cId="1148632963" sldId="435"/>
            <ac:spMk id="40" creationId="{E0A0DBC8-1DE3-3E9E-329D-8934619F1D1E}"/>
          </ac:spMkLst>
        </pc:spChg>
        <pc:spChg chg="del">
          <ac:chgData name="Jacob Wyngaard" userId="6181fcd471e98458" providerId="LiveId" clId="{77EA86D2-93A7-4E95-BD02-C750FACBB632}" dt="2026-03-31T16:56:02.452" v="1195" actId="478"/>
          <ac:spMkLst>
            <pc:docMk/>
            <pc:sldMk cId="1148632963" sldId="435"/>
            <ac:spMk id="44" creationId="{525B47A6-5B96-022C-BB32-653C1A69F6BF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45" creationId="{C0E4F9F2-D33A-DC3A-63CD-B048D997473B}"/>
          </ac:spMkLst>
        </pc:spChg>
        <pc:spChg chg="del">
          <ac:chgData name="Jacob Wyngaard" userId="6181fcd471e98458" providerId="LiveId" clId="{77EA86D2-93A7-4E95-BD02-C750FACBB632}" dt="2026-03-31T16:56:01.264" v="1194" actId="478"/>
          <ac:spMkLst>
            <pc:docMk/>
            <pc:sldMk cId="1148632963" sldId="435"/>
            <ac:spMk id="46" creationId="{8DC82C4F-910E-5E13-5AAA-D5D87D6691D4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49" creationId="{7291FC67-A613-0765-0D47-AC68D82C2BDE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51" creationId="{557A8A72-7C73-0B87-AEBE-7C1879360D72}"/>
          </ac:spMkLst>
        </pc:spChg>
        <pc:spChg chg="del">
          <ac:chgData name="Jacob Wyngaard" userId="6181fcd471e98458" providerId="LiveId" clId="{77EA86D2-93A7-4E95-BD02-C750FACBB632}" dt="2026-03-31T16:54:42.243" v="1150" actId="478"/>
          <ac:spMkLst>
            <pc:docMk/>
            <pc:sldMk cId="1148632963" sldId="435"/>
            <ac:spMk id="53" creationId="{0A1304A8-F726-10C7-7D92-170082259489}"/>
          </ac:spMkLst>
        </pc:spChg>
        <pc:spChg chg="del">
          <ac:chgData name="Jacob Wyngaard" userId="6181fcd471e98458" providerId="LiveId" clId="{77EA86D2-93A7-4E95-BD02-C750FACBB632}" dt="2026-03-31T16:54:39.337" v="1147" actId="478"/>
          <ac:spMkLst>
            <pc:docMk/>
            <pc:sldMk cId="1148632963" sldId="435"/>
            <ac:spMk id="55" creationId="{8F02F1CD-B02C-83BF-8072-C8128B0749B0}"/>
          </ac:spMkLst>
        </pc:spChg>
        <pc:spChg chg="del">
          <ac:chgData name="Jacob Wyngaard" userId="6181fcd471e98458" providerId="LiveId" clId="{77EA86D2-93A7-4E95-BD02-C750FACBB632}" dt="2026-03-31T16:54:38.165" v="1146" actId="478"/>
          <ac:spMkLst>
            <pc:docMk/>
            <pc:sldMk cId="1148632963" sldId="435"/>
            <ac:spMk id="56" creationId="{9DFF87EA-1BBA-45BE-ACBC-19F75959A334}"/>
          </ac:spMkLst>
        </pc:spChg>
        <pc:spChg chg="del">
          <ac:chgData name="Jacob Wyngaard" userId="6181fcd471e98458" providerId="LiveId" clId="{77EA86D2-93A7-4E95-BD02-C750FACBB632}" dt="2026-03-31T16:54:40.384" v="1148" actId="478"/>
          <ac:spMkLst>
            <pc:docMk/>
            <pc:sldMk cId="1148632963" sldId="435"/>
            <ac:spMk id="57" creationId="{15F8499C-F02B-B977-273E-7E13501EF5C5}"/>
          </ac:spMkLst>
        </pc:spChg>
        <pc:spChg chg="del">
          <ac:chgData name="Jacob Wyngaard" userId="6181fcd471e98458" providerId="LiveId" clId="{77EA86D2-93A7-4E95-BD02-C750FACBB632}" dt="2026-03-31T16:54:41.321" v="1149" actId="478"/>
          <ac:spMkLst>
            <pc:docMk/>
            <pc:sldMk cId="1148632963" sldId="435"/>
            <ac:spMk id="58" creationId="{3BC5E5FF-C42C-35D8-4EDC-8BBD5B5579A7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59" creationId="{3C6B861D-6F70-CCFC-2BC3-8AB85BAEB637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1" creationId="{81180642-4D3A-9634-C73A-B66F398755BE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2" creationId="{61A293C6-527E-4461-C6FF-8F54616A3E2C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63" creationId="{D902938C-613A-8C97-C6FF-EFA6FA69FE4C}"/>
          </ac:spMkLst>
        </pc:spChg>
        <pc:spChg chg="del">
          <ac:chgData name="Jacob Wyngaard" userId="6181fcd471e98458" providerId="LiveId" clId="{77EA86D2-93A7-4E95-BD02-C750FACBB632}" dt="2026-03-31T16:55:33.890" v="1177" actId="478"/>
          <ac:spMkLst>
            <pc:docMk/>
            <pc:sldMk cId="1148632963" sldId="435"/>
            <ac:spMk id="65" creationId="{69676317-B8A4-A0E5-51C0-966E6059D49E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66" creationId="{C1F9428C-51CF-A24E-C37A-7BDC461B7CCB}"/>
          </ac:spMkLst>
        </pc:spChg>
        <pc:spChg chg="del">
          <ac:chgData name="Jacob Wyngaard" userId="6181fcd471e98458" providerId="LiveId" clId="{77EA86D2-93A7-4E95-BD02-C750FACBB632}" dt="2026-03-31T16:55:35.483" v="1179" actId="478"/>
          <ac:spMkLst>
            <pc:docMk/>
            <pc:sldMk cId="1148632963" sldId="435"/>
            <ac:spMk id="67" creationId="{1EE7909B-4BEE-6F91-66FB-A0ECE45B5B30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9" creationId="{2A4C4469-6208-78EB-DEE5-A9BF42AC2D48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71" creationId="{613D89FC-6095-33A8-51C6-94CA07987723}"/>
          </ac:spMkLst>
        </pc:spChg>
        <pc:spChg chg="del">
          <ac:chgData name="Jacob Wyngaard" userId="6181fcd471e98458" providerId="LiveId" clId="{77EA86D2-93A7-4E95-BD02-C750FACBB632}" dt="2026-03-31T16:55:44.688" v="1182" actId="478"/>
          <ac:spMkLst>
            <pc:docMk/>
            <pc:sldMk cId="1148632963" sldId="435"/>
            <ac:spMk id="75" creationId="{A132292B-BA35-B2ED-9DF2-8F9149B96DE5}"/>
          </ac:spMkLst>
        </pc:spChg>
        <pc:spChg chg="del mod">
          <ac:chgData name="Jacob Wyngaard" userId="6181fcd471e98458" providerId="LiveId" clId="{77EA86D2-93A7-4E95-BD02-C750FACBB632}" dt="2026-03-31T16:55:36.202" v="1180" actId="478"/>
          <ac:spMkLst>
            <pc:docMk/>
            <pc:sldMk cId="1148632963" sldId="435"/>
            <ac:spMk id="76" creationId="{7E4C0984-4461-7ED8-CFCA-5622848BCDFA}"/>
          </ac:spMkLst>
        </pc:spChg>
        <pc:spChg chg="del mod">
          <ac:chgData name="Jacob Wyngaard" userId="6181fcd471e98458" providerId="LiveId" clId="{77EA86D2-93A7-4E95-BD02-C750FACBB632}" dt="2026-03-31T16:55:34.843" v="1178" actId="478"/>
          <ac:spMkLst>
            <pc:docMk/>
            <pc:sldMk cId="1148632963" sldId="435"/>
            <ac:spMk id="77" creationId="{555CD81A-0582-4AFB-DC2D-589C8580B3E7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78" creationId="{9AB8F392-09BE-C4AA-70F4-1EB881675263}"/>
          </ac:spMkLst>
        </pc:spChg>
        <pc:spChg chg="del">
          <ac:chgData name="Jacob Wyngaard" userId="6181fcd471e98458" providerId="LiveId" clId="{77EA86D2-93A7-4E95-BD02-C750FACBB632}" dt="2026-03-31T16:56:04.436" v="1197" actId="478"/>
          <ac:spMkLst>
            <pc:docMk/>
            <pc:sldMk cId="1148632963" sldId="435"/>
            <ac:spMk id="83" creationId="{F9846F87-53E2-ACAA-3AC9-E75F1F0F4CB8}"/>
          </ac:spMkLst>
        </pc:spChg>
        <pc:spChg chg="del">
          <ac:chgData name="Jacob Wyngaard" userId="6181fcd471e98458" providerId="LiveId" clId="{77EA86D2-93A7-4E95-BD02-C750FACBB632}" dt="2026-03-31T16:56:07.013" v="1200" actId="478"/>
          <ac:spMkLst>
            <pc:docMk/>
            <pc:sldMk cId="1148632963" sldId="435"/>
            <ac:spMk id="84" creationId="{46CD6EE4-06D0-5DC0-98C0-8DAA20DDC99E}"/>
          </ac:spMkLst>
        </pc:spChg>
        <pc:spChg chg="del">
          <ac:chgData name="Jacob Wyngaard" userId="6181fcd471e98458" providerId="LiveId" clId="{77EA86D2-93A7-4E95-BD02-C750FACBB632}" dt="2026-03-31T16:56:03.201" v="1196" actId="478"/>
          <ac:spMkLst>
            <pc:docMk/>
            <pc:sldMk cId="1148632963" sldId="435"/>
            <ac:spMk id="85" creationId="{2BFA93C2-7A0A-9AC8-1F92-1830D18AC43F}"/>
          </ac:spMkLst>
        </pc:spChg>
        <pc:spChg chg="del">
          <ac:chgData name="Jacob Wyngaard" userId="6181fcd471e98458" providerId="LiveId" clId="{77EA86D2-93A7-4E95-BD02-C750FACBB632}" dt="2026-03-31T16:56:00.093" v="1193" actId="478"/>
          <ac:spMkLst>
            <pc:docMk/>
            <pc:sldMk cId="1148632963" sldId="435"/>
            <ac:spMk id="86" creationId="{5908A3E5-866B-9971-F16B-A5CC6527102F}"/>
          </ac:spMkLst>
        </pc:spChg>
        <pc:spChg chg="del">
          <ac:chgData name="Jacob Wyngaard" userId="6181fcd471e98458" providerId="LiveId" clId="{77EA86D2-93A7-4E95-BD02-C750FACBB632}" dt="2026-03-31T16:56:11.356" v="1203" actId="478"/>
          <ac:spMkLst>
            <pc:docMk/>
            <pc:sldMk cId="1148632963" sldId="435"/>
            <ac:spMk id="87" creationId="{92721B43-1E91-9DEA-52DD-46132A7664AA}"/>
          </ac:spMkLst>
        </pc:spChg>
        <pc:spChg chg="del">
          <ac:chgData name="Jacob Wyngaard" userId="6181fcd471e98458" providerId="LiveId" clId="{77EA86D2-93A7-4E95-BD02-C750FACBB632}" dt="2026-03-31T16:56:13.684" v="1205" actId="478"/>
          <ac:spMkLst>
            <pc:docMk/>
            <pc:sldMk cId="1148632963" sldId="435"/>
            <ac:spMk id="88" creationId="{FC4CD06E-F106-4A02-D15B-7213508B2273}"/>
          </ac:spMkLst>
        </pc:spChg>
        <pc:spChg chg="del">
          <ac:chgData name="Jacob Wyngaard" userId="6181fcd471e98458" providerId="LiveId" clId="{77EA86D2-93A7-4E95-BD02-C750FACBB632}" dt="2026-03-31T16:57:21.283" v="1249" actId="478"/>
          <ac:spMkLst>
            <pc:docMk/>
            <pc:sldMk cId="1148632963" sldId="435"/>
            <ac:spMk id="90" creationId="{6AABC195-8E96-5F35-2F1D-8F6FB03EE107}"/>
          </ac:spMkLst>
        </pc:spChg>
        <pc:spChg chg="del">
          <ac:chgData name="Jacob Wyngaard" userId="6181fcd471e98458" providerId="LiveId" clId="{77EA86D2-93A7-4E95-BD02-C750FACBB632}" dt="2026-03-31T16:57:03.270" v="1236" actId="478"/>
          <ac:spMkLst>
            <pc:docMk/>
            <pc:sldMk cId="1148632963" sldId="435"/>
            <ac:spMk id="92" creationId="{29C48BF6-B054-51E2-0C2C-39BE67CC914D}"/>
          </ac:spMkLst>
        </pc:spChg>
        <pc:spChg chg="del">
          <ac:chgData name="Jacob Wyngaard" userId="6181fcd471e98458" providerId="LiveId" clId="{77EA86D2-93A7-4E95-BD02-C750FACBB632}" dt="2026-03-31T17:00:28.445" v="1317" actId="478"/>
          <ac:spMkLst>
            <pc:docMk/>
            <pc:sldMk cId="1148632963" sldId="435"/>
            <ac:spMk id="93" creationId="{15AEA850-96B7-780A-DB7C-EC6A896625DB}"/>
          </ac:spMkLst>
        </pc:spChg>
        <pc:spChg chg="del">
          <ac:chgData name="Jacob Wyngaard" userId="6181fcd471e98458" providerId="LiveId" clId="{77EA86D2-93A7-4E95-BD02-C750FACBB632}" dt="2026-03-31T16:57:09.222" v="1242" actId="478"/>
          <ac:spMkLst>
            <pc:docMk/>
            <pc:sldMk cId="1148632963" sldId="435"/>
            <ac:spMk id="94" creationId="{6A47E482-B349-070E-D634-1BD5F85CF745}"/>
          </ac:spMkLst>
        </pc:spChg>
        <pc:spChg chg="del">
          <ac:chgData name="Jacob Wyngaard" userId="6181fcd471e98458" providerId="LiveId" clId="{77EA86D2-93A7-4E95-BD02-C750FACBB632}" dt="2026-03-31T16:57:05.036" v="1238" actId="478"/>
          <ac:spMkLst>
            <pc:docMk/>
            <pc:sldMk cId="1148632963" sldId="435"/>
            <ac:spMk id="95" creationId="{30B96476-1E1A-AE4F-1C97-D3C480736D99}"/>
          </ac:spMkLst>
        </pc:spChg>
        <pc:spChg chg="add del mod">
          <ac:chgData name="Jacob Wyngaard" userId="6181fcd471e98458" providerId="LiveId" clId="{77EA86D2-93A7-4E95-BD02-C750FACBB632}" dt="2026-03-31T16:57:45.515" v="1251" actId="478"/>
          <ac:spMkLst>
            <pc:docMk/>
            <pc:sldMk cId="1148632963" sldId="435"/>
            <ac:spMk id="96" creationId="{AA76C59E-78D9-6394-9EC0-6B57BB96689A}"/>
          </ac:spMkLst>
        </pc:spChg>
        <pc:spChg chg="add del mod">
          <ac:chgData name="Jacob Wyngaard" userId="6181fcd471e98458" providerId="LiveId" clId="{77EA86D2-93A7-4E95-BD02-C750FACBB632}" dt="2026-03-31T16:57:14.003" v="1247" actId="478"/>
          <ac:spMkLst>
            <pc:docMk/>
            <pc:sldMk cId="1148632963" sldId="435"/>
            <ac:spMk id="97" creationId="{C1ECE293-C643-4A26-6E03-DE634A64DA4A}"/>
          </ac:spMkLst>
        </pc:spChg>
        <pc:spChg chg="del">
          <ac:chgData name="Jacob Wyngaard" userId="6181fcd471e98458" providerId="LiveId" clId="{77EA86D2-93A7-4E95-BD02-C750FACBB632}" dt="2026-03-31T16:57:12.409" v="1245" actId="478"/>
          <ac:spMkLst>
            <pc:docMk/>
            <pc:sldMk cId="1148632963" sldId="435"/>
            <ac:spMk id="98" creationId="{C397E373-6ADF-6F14-EA41-E85FCC9DCA0F}"/>
          </ac:spMkLst>
        </pc:spChg>
        <pc:spChg chg="del">
          <ac:chgData name="Jacob Wyngaard" userId="6181fcd471e98458" providerId="LiveId" clId="{77EA86D2-93A7-4E95-BD02-C750FACBB632}" dt="2026-03-31T16:56:59.942" v="1234" actId="478"/>
          <ac:spMkLst>
            <pc:docMk/>
            <pc:sldMk cId="1148632963" sldId="435"/>
            <ac:spMk id="99" creationId="{CB02E4F4-304D-201E-8242-FF6D3A9AB715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100" creationId="{A299FD85-ED1A-A58A-989C-5B45D88ED4D0}"/>
          </ac:spMkLst>
        </pc:spChg>
        <pc:spChg chg="del">
          <ac:chgData name="Jacob Wyngaard" userId="6181fcd471e98458" providerId="LiveId" clId="{77EA86D2-93A7-4E95-BD02-C750FACBB632}" dt="2026-03-31T16:56:58.286" v="1232" actId="478"/>
          <ac:spMkLst>
            <pc:docMk/>
            <pc:sldMk cId="1148632963" sldId="435"/>
            <ac:spMk id="101" creationId="{0D727A7A-5555-1B6C-CBD5-F2AF8B7BE765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106" creationId="{5A32565B-C8E9-75ED-764E-958CC6DC8D57}"/>
          </ac:spMkLst>
        </pc:spChg>
        <pc:spChg chg="del">
          <ac:chgData name="Jacob Wyngaard" userId="6181fcd471e98458" providerId="LiveId" clId="{77EA86D2-93A7-4E95-BD02-C750FACBB632}" dt="2026-03-31T16:57:04.364" v="1237" actId="478"/>
          <ac:spMkLst>
            <pc:docMk/>
            <pc:sldMk cId="1148632963" sldId="435"/>
            <ac:spMk id="108" creationId="{6E8C393C-906C-62AD-8EFB-E0FF73974165}"/>
          </ac:spMkLst>
        </pc:spChg>
        <pc:spChg chg="del">
          <ac:chgData name="Jacob Wyngaard" userId="6181fcd471e98458" providerId="LiveId" clId="{77EA86D2-93A7-4E95-BD02-C750FACBB632}" dt="2026-03-31T16:57:05.723" v="1239" actId="478"/>
          <ac:spMkLst>
            <pc:docMk/>
            <pc:sldMk cId="1148632963" sldId="435"/>
            <ac:spMk id="109" creationId="{95667552-A349-A28D-F4D3-D31C0FBC3115}"/>
          </ac:spMkLst>
        </pc:spChg>
        <pc:spChg chg="del">
          <ac:chgData name="Jacob Wyngaard" userId="6181fcd471e98458" providerId="LiveId" clId="{77EA86D2-93A7-4E95-BD02-C750FACBB632}" dt="2026-03-31T16:56:59.271" v="1233" actId="478"/>
          <ac:spMkLst>
            <pc:docMk/>
            <pc:sldMk cId="1148632963" sldId="435"/>
            <ac:spMk id="110" creationId="{36DBE27D-204E-2190-C87B-333A08979515}"/>
          </ac:spMkLst>
        </pc:spChg>
        <pc:spChg chg="del">
          <ac:chgData name="Jacob Wyngaard" userId="6181fcd471e98458" providerId="LiveId" clId="{77EA86D2-93A7-4E95-BD02-C750FACBB632}" dt="2026-03-31T16:56:57.162" v="1231" actId="478"/>
          <ac:spMkLst>
            <pc:docMk/>
            <pc:sldMk cId="1148632963" sldId="435"/>
            <ac:spMk id="111" creationId="{F30EE6D6-7275-747F-2E17-E03C9E8CACD9}"/>
          </ac:spMkLst>
        </pc:spChg>
        <pc:spChg chg="del">
          <ac:chgData name="Jacob Wyngaard" userId="6181fcd471e98458" providerId="LiveId" clId="{77EA86D2-93A7-4E95-BD02-C750FACBB632}" dt="2026-03-31T16:57:08.300" v="1241" actId="478"/>
          <ac:spMkLst>
            <pc:docMk/>
            <pc:sldMk cId="1148632963" sldId="435"/>
            <ac:spMk id="112" creationId="{ECC5464A-B4F5-4C34-8727-269D9F850127}"/>
          </ac:spMkLst>
        </pc:spChg>
        <pc:spChg chg="add del mod">
          <ac:chgData name="Jacob Wyngaard" userId="6181fcd471e98458" providerId="LiveId" clId="{77EA86D2-93A7-4E95-BD02-C750FACBB632}" dt="2026-03-31T16:57:09.956" v="1243" actId="478"/>
          <ac:spMkLst>
            <pc:docMk/>
            <pc:sldMk cId="1148632963" sldId="435"/>
            <ac:spMk id="113" creationId="{A34CBDCC-C6CA-7C63-B78E-E6524DC3BD89}"/>
          </ac:spMkLst>
        </pc:spChg>
        <pc:spChg chg="add del mod">
          <ac:chgData name="Jacob Wyngaard" userId="6181fcd471e98458" providerId="LiveId" clId="{77EA86D2-93A7-4E95-BD02-C750FACBB632}" dt="2026-03-31T16:57:13.206" v="1246" actId="478"/>
          <ac:spMkLst>
            <pc:docMk/>
            <pc:sldMk cId="1148632963" sldId="435"/>
            <ac:spMk id="114" creationId="{99A310CE-7F80-4B0E-21D9-C6C1DB0868B2}"/>
          </ac:spMkLst>
        </pc:spChg>
        <pc:spChg chg="del">
          <ac:chgData name="Jacob Wyngaard" userId="6181fcd471e98458" providerId="LiveId" clId="{77EA86D2-93A7-4E95-BD02-C750FACBB632}" dt="2026-03-31T16:57:25.548" v="1250" actId="478"/>
          <ac:spMkLst>
            <pc:docMk/>
            <pc:sldMk cId="1148632963" sldId="435"/>
            <ac:spMk id="115" creationId="{B7EB63A8-4608-0693-C2BD-DA890DE22A7C}"/>
          </ac:spMkLst>
        </pc:spChg>
        <pc:graphicFrameChg chg="modGraphic">
          <ac:chgData name="Jacob Wyngaard" userId="6181fcd471e98458" providerId="LiveId" clId="{77EA86D2-93A7-4E95-BD02-C750FACBB632}" dt="2026-03-31T16:55:56.312" v="1192" actId="20577"/>
          <ac:graphicFrameMkLst>
            <pc:docMk/>
            <pc:sldMk cId="1148632963" sldId="435"/>
            <ac:graphicFrameMk id="4" creationId="{14A44C75-A73F-9301-CE4C-26D6CF3FFC5F}"/>
          </ac:graphicFrameMkLst>
        </pc:graphicFrameChg>
        <pc:graphicFrameChg chg="modGraphic">
          <ac:chgData name="Jacob Wyngaard" userId="6181fcd471e98458" providerId="LiveId" clId="{77EA86D2-93A7-4E95-BD02-C750FACBB632}" dt="2026-03-31T16:56:14.840" v="1206" actId="20577"/>
          <ac:graphicFrameMkLst>
            <pc:docMk/>
            <pc:sldMk cId="1148632963" sldId="435"/>
            <ac:graphicFrameMk id="36" creationId="{2269C1F4-11FF-14FA-DD4B-D0A9D266A612}"/>
          </ac:graphicFrameMkLst>
        </pc:graphicFrameChg>
        <pc:graphicFrameChg chg="modGraphic">
          <ac:chgData name="Jacob Wyngaard" userId="6181fcd471e98458" providerId="LiveId" clId="{77EA86D2-93A7-4E95-BD02-C750FACBB632}" dt="2026-03-31T16:55:37.329" v="1181" actId="20577"/>
          <ac:graphicFrameMkLst>
            <pc:docMk/>
            <pc:sldMk cId="1148632963" sldId="435"/>
            <ac:graphicFrameMk id="52" creationId="{A7668149-CAC5-6049-B1D5-29C7B1355143}"/>
          </ac:graphicFrameMkLst>
        </pc:graphicFrameChg>
        <pc:graphicFrameChg chg="modGraphic">
          <ac:chgData name="Jacob Wyngaard" userId="6181fcd471e98458" providerId="LiveId" clId="{77EA86D2-93A7-4E95-BD02-C750FACBB632}" dt="2026-03-31T16:57:18.065" v="1248" actId="20577"/>
          <ac:graphicFrameMkLst>
            <pc:docMk/>
            <pc:sldMk cId="1148632963" sldId="435"/>
            <ac:graphicFrameMk id="91" creationId="{C6A4BD45-D8A5-5DF3-846C-E266E2BEE3FE}"/>
          </ac:graphicFrameMkLst>
        </pc:graphicFrameChg>
      </pc:sldChg>
      <pc:sldChg chg="delSp modSp add mod">
        <pc:chgData name="Jacob Wyngaard" userId="6181fcd471e98458" providerId="LiveId" clId="{77EA86D2-93A7-4E95-BD02-C750FACBB632}" dt="2026-03-31T17:02:17.354" v="1360" actId="20577"/>
        <pc:sldMkLst>
          <pc:docMk/>
          <pc:sldMk cId="3038078900" sldId="436"/>
        </pc:sldMkLst>
        <pc:spChg chg="del">
          <ac:chgData name="Jacob Wyngaard" userId="6181fcd471e98458" providerId="LiveId" clId="{77EA86D2-93A7-4E95-BD02-C750FACBB632}" dt="2026-03-31T16:58:44.225" v="1282" actId="478"/>
          <ac:spMkLst>
            <pc:docMk/>
            <pc:sldMk cId="3038078900" sldId="436"/>
            <ac:spMk id="12" creationId="{CDE8DA44-9A63-3436-35D7-FE68FEE81A48}"/>
          </ac:spMkLst>
        </pc:spChg>
        <pc:spChg chg="del">
          <ac:chgData name="Jacob Wyngaard" userId="6181fcd471e98458" providerId="LiveId" clId="{77EA86D2-93A7-4E95-BD02-C750FACBB632}" dt="2026-03-31T17:00:41.428" v="1319" actId="478"/>
          <ac:spMkLst>
            <pc:docMk/>
            <pc:sldMk cId="3038078900" sldId="436"/>
            <ac:spMk id="13" creationId="{D0332291-6BF5-A5C4-2357-4B5F80C18708}"/>
          </ac:spMkLst>
        </pc:spChg>
        <pc:spChg chg="del">
          <ac:chgData name="Jacob Wyngaard" userId="6181fcd471e98458" providerId="LiveId" clId="{77EA86D2-93A7-4E95-BD02-C750FACBB632}" dt="2026-03-31T16:58:39.507" v="1276" actId="478"/>
          <ac:spMkLst>
            <pc:docMk/>
            <pc:sldMk cId="3038078900" sldId="436"/>
            <ac:spMk id="14" creationId="{6D8F9046-9D7C-C97E-149C-20BB993A69B4}"/>
          </ac:spMkLst>
        </pc:spChg>
        <pc:spChg chg="del">
          <ac:chgData name="Jacob Wyngaard" userId="6181fcd471e98458" providerId="LiveId" clId="{77EA86D2-93A7-4E95-BD02-C750FACBB632}" dt="2026-03-31T16:58:42.772" v="1280" actId="478"/>
          <ac:spMkLst>
            <pc:docMk/>
            <pc:sldMk cId="3038078900" sldId="436"/>
            <ac:spMk id="15" creationId="{86548772-E09E-102A-C898-59F43CB87A15}"/>
          </ac:spMkLst>
        </pc:spChg>
        <pc:spChg chg="del">
          <ac:chgData name="Jacob Wyngaard" userId="6181fcd471e98458" providerId="LiveId" clId="{77EA86D2-93A7-4E95-BD02-C750FACBB632}" dt="2026-03-31T17:00:43.068" v="1320" actId="478"/>
          <ac:spMkLst>
            <pc:docMk/>
            <pc:sldMk cId="3038078900" sldId="436"/>
            <ac:spMk id="16" creationId="{D614B873-A4A2-6244-06D5-C1008A089D46}"/>
          </ac:spMkLst>
        </pc:spChg>
        <pc:spChg chg="del">
          <ac:chgData name="Jacob Wyngaard" userId="6181fcd471e98458" providerId="LiveId" clId="{77EA86D2-93A7-4E95-BD02-C750FACBB632}" dt="2026-03-31T16:58:40.272" v="1277" actId="478"/>
          <ac:spMkLst>
            <pc:docMk/>
            <pc:sldMk cId="3038078900" sldId="436"/>
            <ac:spMk id="17" creationId="{482ABB78-8FF5-C7DF-3FD5-D14BC4984EC4}"/>
          </ac:spMkLst>
        </pc:spChg>
        <pc:spChg chg="del">
          <ac:chgData name="Jacob Wyngaard" userId="6181fcd471e98458" providerId="LiveId" clId="{77EA86D2-93A7-4E95-BD02-C750FACBB632}" dt="2026-03-31T16:58:40.866" v="1278" actId="478"/>
          <ac:spMkLst>
            <pc:docMk/>
            <pc:sldMk cId="3038078900" sldId="436"/>
            <ac:spMk id="18" creationId="{C4968774-6383-E4F6-59A1-0D1CB4B861AD}"/>
          </ac:spMkLst>
        </pc:spChg>
        <pc:spChg chg="del">
          <ac:chgData name="Jacob Wyngaard" userId="6181fcd471e98458" providerId="LiveId" clId="{77EA86D2-93A7-4E95-BD02-C750FACBB632}" dt="2026-03-31T17:00:11.121" v="1309" actId="478"/>
          <ac:spMkLst>
            <pc:docMk/>
            <pc:sldMk cId="3038078900" sldId="436"/>
            <ac:spMk id="19" creationId="{18307C31-EA4D-0DEB-5944-FCBBECD55C26}"/>
          </ac:spMkLst>
        </pc:spChg>
        <pc:spChg chg="del">
          <ac:chgData name="Jacob Wyngaard" userId="6181fcd471e98458" providerId="LiveId" clId="{77EA86D2-93A7-4E95-BD02-C750FACBB632}" dt="2026-03-31T17:00:10.683" v="1308" actId="478"/>
          <ac:spMkLst>
            <pc:docMk/>
            <pc:sldMk cId="3038078900" sldId="436"/>
            <ac:spMk id="20" creationId="{2314F0DA-B5BF-699D-7E0F-CC96E18EF973}"/>
          </ac:spMkLst>
        </pc:spChg>
        <pc:spChg chg="del">
          <ac:chgData name="Jacob Wyngaard" userId="6181fcd471e98458" providerId="LiveId" clId="{77EA86D2-93A7-4E95-BD02-C750FACBB632}" dt="2026-03-31T17:00:16.588" v="1314" actId="478"/>
          <ac:spMkLst>
            <pc:docMk/>
            <pc:sldMk cId="3038078900" sldId="436"/>
            <ac:spMk id="21" creationId="{6B428B17-AC51-94DC-DD8B-DC33EC5DA722}"/>
          </ac:spMkLst>
        </pc:spChg>
        <pc:spChg chg="del">
          <ac:chgData name="Jacob Wyngaard" userId="6181fcd471e98458" providerId="LiveId" clId="{77EA86D2-93A7-4E95-BD02-C750FACBB632}" dt="2026-03-31T17:01:05.377" v="1329" actId="478"/>
          <ac:spMkLst>
            <pc:docMk/>
            <pc:sldMk cId="3038078900" sldId="436"/>
            <ac:spMk id="22" creationId="{C8FE03B7-3606-D960-32F6-ED8DC8205176}"/>
          </ac:spMkLst>
        </pc:spChg>
        <pc:spChg chg="del">
          <ac:chgData name="Jacob Wyngaard" userId="6181fcd471e98458" providerId="LiveId" clId="{77EA86D2-93A7-4E95-BD02-C750FACBB632}" dt="2026-03-31T17:00:44.053" v="1321" actId="478"/>
          <ac:spMkLst>
            <pc:docMk/>
            <pc:sldMk cId="3038078900" sldId="436"/>
            <ac:spMk id="23" creationId="{A4B3EE99-5520-03CE-396E-27325475D1DB}"/>
          </ac:spMkLst>
        </pc:spChg>
        <pc:spChg chg="del">
          <ac:chgData name="Jacob Wyngaard" userId="6181fcd471e98458" providerId="LiveId" clId="{77EA86D2-93A7-4E95-BD02-C750FACBB632}" dt="2026-03-31T17:01:11.345" v="1331" actId="478"/>
          <ac:spMkLst>
            <pc:docMk/>
            <pc:sldMk cId="3038078900" sldId="436"/>
            <ac:spMk id="24" creationId="{AE24A640-338E-652E-ED6F-1289E8891AEF}"/>
          </ac:spMkLst>
        </pc:spChg>
        <pc:spChg chg="del">
          <ac:chgData name="Jacob Wyngaard" userId="6181fcd471e98458" providerId="LiveId" clId="{77EA86D2-93A7-4E95-BD02-C750FACBB632}" dt="2026-03-31T17:01:08.939" v="1330" actId="478"/>
          <ac:spMkLst>
            <pc:docMk/>
            <pc:sldMk cId="3038078900" sldId="436"/>
            <ac:spMk id="25" creationId="{A27C35B5-FD9E-BA95-5BF8-805AAFDF8864}"/>
          </ac:spMkLst>
        </pc:spChg>
        <pc:spChg chg="del">
          <ac:chgData name="Jacob Wyngaard" userId="6181fcd471e98458" providerId="LiveId" clId="{77EA86D2-93A7-4E95-BD02-C750FACBB632}" dt="2026-03-31T16:58:43.366" v="1281" actId="478"/>
          <ac:spMkLst>
            <pc:docMk/>
            <pc:sldMk cId="3038078900" sldId="436"/>
            <ac:spMk id="28" creationId="{8EE5137E-B805-E167-84A4-6A364DBB4354}"/>
          </ac:spMkLst>
        </pc:spChg>
        <pc:spChg chg="del">
          <ac:chgData name="Jacob Wyngaard" userId="6181fcd471e98458" providerId="LiveId" clId="{77EA86D2-93A7-4E95-BD02-C750FACBB632}" dt="2026-03-31T16:58:44.897" v="1283" actId="478"/>
          <ac:spMkLst>
            <pc:docMk/>
            <pc:sldMk cId="3038078900" sldId="436"/>
            <ac:spMk id="29" creationId="{9FCC8ACE-DEC3-7021-1AF3-0FD99F101E86}"/>
          </ac:spMkLst>
        </pc:spChg>
        <pc:spChg chg="del">
          <ac:chgData name="Jacob Wyngaard" userId="6181fcd471e98458" providerId="LiveId" clId="{77EA86D2-93A7-4E95-BD02-C750FACBB632}" dt="2026-03-31T17:00:17.182" v="1315" actId="478"/>
          <ac:spMkLst>
            <pc:docMk/>
            <pc:sldMk cId="3038078900" sldId="436"/>
            <ac:spMk id="30" creationId="{51C37AA7-D061-BE81-0E69-DF14899D151F}"/>
          </ac:spMkLst>
        </pc:spChg>
        <pc:spChg chg="del">
          <ac:chgData name="Jacob Wyngaard" userId="6181fcd471e98458" providerId="LiveId" clId="{77EA86D2-93A7-4E95-BD02-C750FACBB632}" dt="2026-03-31T17:00:09.152" v="1306" actId="478"/>
          <ac:spMkLst>
            <pc:docMk/>
            <pc:sldMk cId="3038078900" sldId="436"/>
            <ac:spMk id="31" creationId="{A33986C0-5E86-D66A-B08C-43F3A5A972D1}"/>
          </ac:spMkLst>
        </pc:spChg>
        <pc:spChg chg="del">
          <ac:chgData name="Jacob Wyngaard" userId="6181fcd471e98458" providerId="LiveId" clId="{77EA86D2-93A7-4E95-BD02-C750FACBB632}" dt="2026-03-31T16:58:42.069" v="1279" actId="478"/>
          <ac:spMkLst>
            <pc:docMk/>
            <pc:sldMk cId="3038078900" sldId="436"/>
            <ac:spMk id="32" creationId="{505A9830-E573-D47D-C92B-331FD70EEAFC}"/>
          </ac:spMkLst>
        </pc:spChg>
        <pc:spChg chg="del">
          <ac:chgData name="Jacob Wyngaard" userId="6181fcd471e98458" providerId="LiveId" clId="{77EA86D2-93A7-4E95-BD02-C750FACBB632}" dt="2026-03-31T16:58:38.538" v="1275" actId="478"/>
          <ac:spMkLst>
            <pc:docMk/>
            <pc:sldMk cId="3038078900" sldId="436"/>
            <ac:spMk id="33" creationId="{AE3E4B1E-FB7C-5F6B-CE2A-523E70976FCB}"/>
          </ac:spMkLst>
        </pc:spChg>
        <pc:spChg chg="del">
          <ac:chgData name="Jacob Wyngaard" userId="6181fcd471e98458" providerId="LiveId" clId="{77EA86D2-93A7-4E95-BD02-C750FACBB632}" dt="2026-03-31T17:00:12.136" v="1310" actId="478"/>
          <ac:spMkLst>
            <pc:docMk/>
            <pc:sldMk cId="3038078900" sldId="436"/>
            <ac:spMk id="34" creationId="{9AC1B222-82EF-79AA-EF68-90E758ED36C4}"/>
          </ac:spMkLst>
        </pc:spChg>
        <pc:spChg chg="del">
          <ac:chgData name="Jacob Wyngaard" userId="6181fcd471e98458" providerId="LiveId" clId="{77EA86D2-93A7-4E95-BD02-C750FACBB632}" dt="2026-03-31T17:00:09.840" v="1307" actId="478"/>
          <ac:spMkLst>
            <pc:docMk/>
            <pc:sldMk cId="3038078900" sldId="436"/>
            <ac:spMk id="35" creationId="{ACE18A26-216F-6942-ABF0-A30FD935BA9F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37" creationId="{E86F175F-3F51-753F-FD95-F972E16D1D89}"/>
          </ac:spMkLst>
        </pc:spChg>
        <pc:spChg chg="del">
          <ac:chgData name="Jacob Wyngaard" userId="6181fcd471e98458" providerId="LiveId" clId="{77EA86D2-93A7-4E95-BD02-C750FACBB632}" dt="2026-03-31T17:01:53.965" v="1342" actId="478"/>
          <ac:spMkLst>
            <pc:docMk/>
            <pc:sldMk cId="3038078900" sldId="436"/>
            <ac:spMk id="38" creationId="{8540B9A2-6253-91DD-D649-C45F8BF96266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40" creationId="{3799E748-87BD-9128-1AA8-E790D0F3CADB}"/>
          </ac:spMkLst>
        </pc:spChg>
        <pc:spChg chg="del">
          <ac:chgData name="Jacob Wyngaard" userId="6181fcd471e98458" providerId="LiveId" clId="{77EA86D2-93A7-4E95-BD02-C750FACBB632}" dt="2026-03-31T17:01:43.762" v="1338" actId="478"/>
          <ac:spMkLst>
            <pc:docMk/>
            <pc:sldMk cId="3038078900" sldId="436"/>
            <ac:spMk id="41" creationId="{B42C7068-AF24-BEA7-0DB5-2928D09695BD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42" creationId="{2907A52F-2987-08F9-26BC-1940A431414A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43" creationId="{CEA9A99A-80B9-6686-296C-8C4BC700E1AD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45" creationId="{61CB0A44-C384-28A5-4B76-3423AC2E877F}"/>
          </ac:spMkLst>
        </pc:spChg>
        <pc:spChg chg="del">
          <ac:chgData name="Jacob Wyngaard" userId="6181fcd471e98458" providerId="LiveId" clId="{77EA86D2-93A7-4E95-BD02-C750FACBB632}" dt="2026-03-31T16:59:15.239" v="1300" actId="478"/>
          <ac:spMkLst>
            <pc:docMk/>
            <pc:sldMk cId="3038078900" sldId="436"/>
            <ac:spMk id="46" creationId="{B998B0D7-51C6-EFFA-30CC-3AABE8097FE3}"/>
          </ac:spMkLst>
        </pc:spChg>
        <pc:spChg chg="del">
          <ac:chgData name="Jacob Wyngaard" userId="6181fcd471e98458" providerId="LiveId" clId="{77EA86D2-93A7-4E95-BD02-C750FACBB632}" dt="2026-03-31T17:01:38.684" v="1332" actId="478"/>
          <ac:spMkLst>
            <pc:docMk/>
            <pc:sldMk cId="3038078900" sldId="436"/>
            <ac:spMk id="47" creationId="{B308434D-5851-C284-1E35-DB1AA9E5B38F}"/>
          </ac:spMkLst>
        </pc:spChg>
        <pc:spChg chg="del">
          <ac:chgData name="Jacob Wyngaard" userId="6181fcd471e98458" providerId="LiveId" clId="{77EA86D2-93A7-4E95-BD02-C750FACBB632}" dt="2026-03-31T17:01:42.371" v="1336" actId="478"/>
          <ac:spMkLst>
            <pc:docMk/>
            <pc:sldMk cId="3038078900" sldId="436"/>
            <ac:spMk id="48" creationId="{3404019F-A7BF-9501-C840-98E6AE89813E}"/>
          </ac:spMkLst>
        </pc:spChg>
        <pc:spChg chg="del">
          <ac:chgData name="Jacob Wyngaard" userId="6181fcd471e98458" providerId="LiveId" clId="{77EA86D2-93A7-4E95-BD02-C750FACBB632}" dt="2026-03-31T17:01:44.387" v="1339" actId="478"/>
          <ac:spMkLst>
            <pc:docMk/>
            <pc:sldMk cId="3038078900" sldId="436"/>
            <ac:spMk id="49" creationId="{671E5A87-7F3D-A01E-67A9-4EA3EF63A05A}"/>
          </ac:spMkLst>
        </pc:spChg>
        <pc:spChg chg="del">
          <ac:chgData name="Jacob Wyngaard" userId="6181fcd471e98458" providerId="LiveId" clId="{77EA86D2-93A7-4E95-BD02-C750FACBB632}" dt="2026-03-31T17:01:43.215" v="1337" actId="478"/>
          <ac:spMkLst>
            <pc:docMk/>
            <pc:sldMk cId="3038078900" sldId="436"/>
            <ac:spMk id="50" creationId="{ABDDD5B5-6A2A-A7BC-94F7-C7891B347231}"/>
          </ac:spMkLst>
        </pc:spChg>
        <pc:spChg chg="del">
          <ac:chgData name="Jacob Wyngaard" userId="6181fcd471e98458" providerId="LiveId" clId="{77EA86D2-93A7-4E95-BD02-C750FACBB632}" dt="2026-03-31T17:01:39.309" v="1333" actId="478"/>
          <ac:spMkLst>
            <pc:docMk/>
            <pc:sldMk cId="3038078900" sldId="436"/>
            <ac:spMk id="51" creationId="{48FC0CBA-6023-ABFF-8881-F08DD6CB3E8C}"/>
          </ac:spMkLst>
        </pc:spChg>
        <pc:spChg chg="del">
          <ac:chgData name="Jacob Wyngaard" userId="6181fcd471e98458" providerId="LiveId" clId="{77EA86D2-93A7-4E95-BD02-C750FACBB632}" dt="2026-03-31T16:58:11.870" v="1260" actId="478"/>
          <ac:spMkLst>
            <pc:docMk/>
            <pc:sldMk cId="3038078900" sldId="436"/>
            <ac:spMk id="54" creationId="{D2A69943-654C-9D93-3B43-F6FA35B1E3FE}"/>
          </ac:spMkLst>
        </pc:spChg>
        <pc:spChg chg="del">
          <ac:chgData name="Jacob Wyngaard" userId="6181fcd471e98458" providerId="LiveId" clId="{77EA86D2-93A7-4E95-BD02-C750FACBB632}" dt="2026-03-31T17:00:40.053" v="1318" actId="478"/>
          <ac:spMkLst>
            <pc:docMk/>
            <pc:sldMk cId="3038078900" sldId="436"/>
            <ac:spMk id="59" creationId="{47FCB750-186B-98AB-D3A4-F0AAFF6BAE58}"/>
          </ac:spMkLst>
        </pc:spChg>
        <pc:spChg chg="del">
          <ac:chgData name="Jacob Wyngaard" userId="6181fcd471e98458" providerId="LiveId" clId="{77EA86D2-93A7-4E95-BD02-C750FACBB632}" dt="2026-03-31T16:58:07.231" v="1255" actId="478"/>
          <ac:spMkLst>
            <pc:docMk/>
            <pc:sldMk cId="3038078900" sldId="436"/>
            <ac:spMk id="60" creationId="{CDB3677E-CECB-F561-F3A8-DCD6689AA2A6}"/>
          </ac:spMkLst>
        </pc:spChg>
        <pc:spChg chg="del">
          <ac:chgData name="Jacob Wyngaard" userId="6181fcd471e98458" providerId="LiveId" clId="{77EA86D2-93A7-4E95-BD02-C750FACBB632}" dt="2026-03-31T16:58:07.902" v="1256" actId="478"/>
          <ac:spMkLst>
            <pc:docMk/>
            <pc:sldMk cId="3038078900" sldId="436"/>
            <ac:spMk id="61" creationId="{350C0035-69E3-9574-F3C9-D14B3DA21C90}"/>
          </ac:spMkLst>
        </pc:spChg>
        <pc:spChg chg="del">
          <ac:chgData name="Jacob Wyngaard" userId="6181fcd471e98458" providerId="LiveId" clId="{77EA86D2-93A7-4E95-BD02-C750FACBB632}" dt="2026-03-31T16:58:23.338" v="1269" actId="478"/>
          <ac:spMkLst>
            <pc:docMk/>
            <pc:sldMk cId="3038078900" sldId="436"/>
            <ac:spMk id="62" creationId="{B702B08C-6563-77C3-BC80-1C7AA1F994BC}"/>
          </ac:spMkLst>
        </pc:spChg>
        <pc:spChg chg="del">
          <ac:chgData name="Jacob Wyngaard" userId="6181fcd471e98458" providerId="LiveId" clId="{77EA86D2-93A7-4E95-BD02-C750FACBB632}" dt="2026-03-31T16:58:04.794" v="1252" actId="478"/>
          <ac:spMkLst>
            <pc:docMk/>
            <pc:sldMk cId="3038078900" sldId="436"/>
            <ac:spMk id="63" creationId="{C852846D-8D71-3C98-F801-5365CCF70311}"/>
          </ac:spMkLst>
        </pc:spChg>
        <pc:spChg chg="del">
          <ac:chgData name="Jacob Wyngaard" userId="6181fcd471e98458" providerId="LiveId" clId="{77EA86D2-93A7-4E95-BD02-C750FACBB632}" dt="2026-03-31T16:58:05.668" v="1253" actId="478"/>
          <ac:spMkLst>
            <pc:docMk/>
            <pc:sldMk cId="3038078900" sldId="436"/>
            <ac:spMk id="64" creationId="{1A4EDCE1-7514-C07D-7C68-586BD49C0B15}"/>
          </ac:spMkLst>
        </pc:spChg>
        <pc:spChg chg="del">
          <ac:chgData name="Jacob Wyngaard" userId="6181fcd471e98458" providerId="LiveId" clId="{77EA86D2-93A7-4E95-BD02-C750FACBB632}" dt="2026-03-31T16:58:12.526" v="1261" actId="478"/>
          <ac:spMkLst>
            <pc:docMk/>
            <pc:sldMk cId="3038078900" sldId="436"/>
            <ac:spMk id="65" creationId="{D67230AC-1142-267A-D375-C9B0DD752E8C}"/>
          </ac:spMkLst>
        </pc:spChg>
        <pc:spChg chg="del">
          <ac:chgData name="Jacob Wyngaard" userId="6181fcd471e98458" providerId="LiveId" clId="{77EA86D2-93A7-4E95-BD02-C750FACBB632}" dt="2026-03-31T16:58:27.197" v="1272" actId="478"/>
          <ac:spMkLst>
            <pc:docMk/>
            <pc:sldMk cId="3038078900" sldId="436"/>
            <ac:spMk id="66" creationId="{013E49C9-49F0-DD88-1FC7-797F8F09ED25}"/>
          </ac:spMkLst>
        </pc:spChg>
        <pc:spChg chg="del">
          <ac:chgData name="Jacob Wyngaard" userId="6181fcd471e98458" providerId="LiveId" clId="{77EA86D2-93A7-4E95-BD02-C750FACBB632}" dt="2026-03-31T16:58:13.730" v="1263" actId="478"/>
          <ac:spMkLst>
            <pc:docMk/>
            <pc:sldMk cId="3038078900" sldId="436"/>
            <ac:spMk id="67" creationId="{1A2C3D2A-772F-B40C-E787-6BA9FA00762C}"/>
          </ac:spMkLst>
        </pc:spChg>
        <pc:spChg chg="del">
          <ac:chgData name="Jacob Wyngaard" userId="6181fcd471e98458" providerId="LiveId" clId="{77EA86D2-93A7-4E95-BD02-C750FACBB632}" dt="2026-03-31T16:58:33.914" v="1274" actId="478"/>
          <ac:spMkLst>
            <pc:docMk/>
            <pc:sldMk cId="3038078900" sldId="436"/>
            <ac:spMk id="69" creationId="{C5843987-5C59-824C-5CBA-FE645C6A06B1}"/>
          </ac:spMkLst>
        </pc:spChg>
        <pc:spChg chg="del">
          <ac:chgData name="Jacob Wyngaard" userId="6181fcd471e98458" providerId="LiveId" clId="{77EA86D2-93A7-4E95-BD02-C750FACBB632}" dt="2026-03-31T16:58:09.933" v="1259" actId="478"/>
          <ac:spMkLst>
            <pc:docMk/>
            <pc:sldMk cId="3038078900" sldId="436"/>
            <ac:spMk id="74" creationId="{F8008664-CA54-2537-E125-18DD76B8613E}"/>
          </ac:spMkLst>
        </pc:spChg>
        <pc:spChg chg="del">
          <ac:chgData name="Jacob Wyngaard" userId="6181fcd471e98458" providerId="LiveId" clId="{77EA86D2-93A7-4E95-BD02-C750FACBB632}" dt="2026-03-31T16:58:09.449" v="1258" actId="478"/>
          <ac:spMkLst>
            <pc:docMk/>
            <pc:sldMk cId="3038078900" sldId="436"/>
            <ac:spMk id="75" creationId="{CCD87455-D34D-69F4-9EC0-B28463425A7F}"/>
          </ac:spMkLst>
        </pc:spChg>
        <pc:spChg chg="del">
          <ac:chgData name="Jacob Wyngaard" userId="6181fcd471e98458" providerId="LiveId" clId="{77EA86D2-93A7-4E95-BD02-C750FACBB632}" dt="2026-03-31T16:58:12.995" v="1262" actId="478"/>
          <ac:spMkLst>
            <pc:docMk/>
            <pc:sldMk cId="3038078900" sldId="436"/>
            <ac:spMk id="76" creationId="{12F5FD4E-337B-8D4B-C44C-45603E09B799}"/>
          </ac:spMkLst>
        </pc:spChg>
        <pc:spChg chg="del">
          <ac:chgData name="Jacob Wyngaard" userId="6181fcd471e98458" providerId="LiveId" clId="{77EA86D2-93A7-4E95-BD02-C750FACBB632}" dt="2026-03-31T16:58:14.386" v="1264" actId="478"/>
          <ac:spMkLst>
            <pc:docMk/>
            <pc:sldMk cId="3038078900" sldId="436"/>
            <ac:spMk id="77" creationId="{144C31D0-2071-64A7-E2A4-B8282D9ACAA4}"/>
          </ac:spMkLst>
        </pc:spChg>
        <pc:spChg chg="del">
          <ac:chgData name="Jacob Wyngaard" userId="6181fcd471e98458" providerId="LiveId" clId="{77EA86D2-93A7-4E95-BD02-C750FACBB632}" dt="2026-03-31T16:58:06.340" v="1254" actId="478"/>
          <ac:spMkLst>
            <pc:docMk/>
            <pc:sldMk cId="3038078900" sldId="436"/>
            <ac:spMk id="78" creationId="{E01B03FC-2942-6B48-802F-1BEE57E9858F}"/>
          </ac:spMkLst>
        </pc:spChg>
        <pc:spChg chg="del">
          <ac:chgData name="Jacob Wyngaard" userId="6181fcd471e98458" providerId="LiveId" clId="{77EA86D2-93A7-4E95-BD02-C750FACBB632}" dt="2026-03-31T16:58:08.715" v="1257" actId="478"/>
          <ac:spMkLst>
            <pc:docMk/>
            <pc:sldMk cId="3038078900" sldId="436"/>
            <ac:spMk id="79" creationId="{E04585B4-3489-77CD-7863-DDFB1850F334}"/>
          </ac:spMkLst>
        </pc:spChg>
        <pc:spChg chg="del">
          <ac:chgData name="Jacob Wyngaard" userId="6181fcd471e98458" providerId="LiveId" clId="{77EA86D2-93A7-4E95-BD02-C750FACBB632}" dt="2026-03-31T16:58:25.479" v="1270" actId="478"/>
          <ac:spMkLst>
            <pc:docMk/>
            <pc:sldMk cId="3038078900" sldId="436"/>
            <ac:spMk id="80" creationId="{B6FFF97C-3C8C-7911-8F31-4AF37A9F4CB5}"/>
          </ac:spMkLst>
        </pc:spChg>
        <pc:spChg chg="del">
          <ac:chgData name="Jacob Wyngaard" userId="6181fcd471e98458" providerId="LiveId" clId="{77EA86D2-93A7-4E95-BD02-C750FACBB632}" dt="2026-03-31T16:58:26.603" v="1271" actId="478"/>
          <ac:spMkLst>
            <pc:docMk/>
            <pc:sldMk cId="3038078900" sldId="436"/>
            <ac:spMk id="81" creationId="{DBF1E0C3-5EE9-79C6-7199-DA3B858E197E}"/>
          </ac:spMkLst>
        </pc:spChg>
        <pc:spChg chg="del">
          <ac:chgData name="Jacob Wyngaard" userId="6181fcd471e98458" providerId="LiveId" clId="{77EA86D2-93A7-4E95-BD02-C750FACBB632}" dt="2026-03-31T17:01:56.357" v="1343" actId="478"/>
          <ac:spMkLst>
            <pc:docMk/>
            <pc:sldMk cId="3038078900" sldId="436"/>
            <ac:spMk id="82" creationId="{19293F90-5AF0-6E0E-F619-475722B1D02E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83" creationId="{12F5238A-67DF-FCC8-B405-91CFB9E38C05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84" creationId="{60FBC198-8D15-95BB-838D-8A145D6687DC}"/>
          </ac:spMkLst>
        </pc:spChg>
        <pc:spChg chg="del">
          <ac:chgData name="Jacob Wyngaard" userId="6181fcd471e98458" providerId="LiveId" clId="{77EA86D2-93A7-4E95-BD02-C750FACBB632}" dt="2026-03-31T16:59:13.286" v="1298" actId="478"/>
          <ac:spMkLst>
            <pc:docMk/>
            <pc:sldMk cId="3038078900" sldId="436"/>
            <ac:spMk id="85" creationId="{FA3130A2-6699-E059-31A2-907E2B4E1729}"/>
          </ac:spMkLst>
        </pc:spChg>
        <pc:spChg chg="del">
          <ac:chgData name="Jacob Wyngaard" userId="6181fcd471e98458" providerId="LiveId" clId="{77EA86D2-93A7-4E95-BD02-C750FACBB632}" dt="2026-03-31T16:59:14.427" v="1299" actId="478"/>
          <ac:spMkLst>
            <pc:docMk/>
            <pc:sldMk cId="3038078900" sldId="436"/>
            <ac:spMk id="86" creationId="{C8C4774B-E2A4-872E-396D-E53205802610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87" creationId="{CE6B705F-E0C3-B3A3-D3A5-5B2075636EFA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88" creationId="{200C1E22-F5DF-EB6E-E3B4-FCDD043E9C7C}"/>
          </ac:spMkLst>
        </pc:spChg>
        <pc:spChg chg="del">
          <ac:chgData name="Jacob Wyngaard" userId="6181fcd471e98458" providerId="LiveId" clId="{77EA86D2-93A7-4E95-BD02-C750FACBB632}" dt="2026-03-31T16:59:10.206" v="1297" actId="478"/>
          <ac:spMkLst>
            <pc:docMk/>
            <pc:sldMk cId="3038078900" sldId="436"/>
            <ac:spMk id="90" creationId="{F46F47EA-5320-2F0C-B818-241EFB3CCC9D}"/>
          </ac:spMkLst>
        </pc:spChg>
        <pc:spChg chg="del">
          <ac:chgData name="Jacob Wyngaard" userId="6181fcd471e98458" providerId="LiveId" clId="{77EA86D2-93A7-4E95-BD02-C750FACBB632}" dt="2026-03-31T16:58:53.864" v="1294" actId="478"/>
          <ac:spMkLst>
            <pc:docMk/>
            <pc:sldMk cId="3038078900" sldId="436"/>
            <ac:spMk id="92" creationId="{C81F3371-14D8-440E-93C0-BA2EBCAB0B82}"/>
          </ac:spMkLst>
        </pc:spChg>
        <pc:spChg chg="del">
          <ac:chgData name="Jacob Wyngaard" userId="6181fcd471e98458" providerId="LiveId" clId="{77EA86D2-93A7-4E95-BD02-C750FACBB632}" dt="2026-03-31T17:01:59.388" v="1345" actId="478"/>
          <ac:spMkLst>
            <pc:docMk/>
            <pc:sldMk cId="3038078900" sldId="436"/>
            <ac:spMk id="93" creationId="{F74D1CF4-3450-F833-0648-21D6D50C0F98}"/>
          </ac:spMkLst>
        </pc:spChg>
        <pc:spChg chg="del">
          <ac:chgData name="Jacob Wyngaard" userId="6181fcd471e98458" providerId="LiveId" clId="{77EA86D2-93A7-4E95-BD02-C750FACBB632}" dt="2026-03-31T16:58:45.866" v="1284" actId="478"/>
          <ac:spMkLst>
            <pc:docMk/>
            <pc:sldMk cId="3038078900" sldId="436"/>
            <ac:spMk id="94" creationId="{65D99E60-CE4C-5E2F-916D-307B17AD5794}"/>
          </ac:spMkLst>
        </pc:spChg>
        <pc:spChg chg="del">
          <ac:chgData name="Jacob Wyngaard" userId="6181fcd471e98458" providerId="LiveId" clId="{77EA86D2-93A7-4E95-BD02-C750FACBB632}" dt="2026-03-31T16:58:52.615" v="1292" actId="478"/>
          <ac:spMkLst>
            <pc:docMk/>
            <pc:sldMk cId="3038078900" sldId="436"/>
            <ac:spMk id="95" creationId="{CB6B0629-2E0C-5C29-6380-B705E65B5B9C}"/>
          </ac:spMkLst>
        </pc:spChg>
        <pc:spChg chg="del">
          <ac:chgData name="Jacob Wyngaard" userId="6181fcd471e98458" providerId="LiveId" clId="{77EA86D2-93A7-4E95-BD02-C750FACBB632}" dt="2026-03-31T17:02:01.278" v="1346" actId="478"/>
          <ac:spMkLst>
            <pc:docMk/>
            <pc:sldMk cId="3038078900" sldId="436"/>
            <ac:spMk id="96" creationId="{C6486117-C49C-121B-9B4E-E31266E5436E}"/>
          </ac:spMkLst>
        </pc:spChg>
        <pc:spChg chg="del">
          <ac:chgData name="Jacob Wyngaard" userId="6181fcd471e98458" providerId="LiveId" clId="{77EA86D2-93A7-4E95-BD02-C750FACBB632}" dt="2026-03-31T16:58:47.178" v="1286" actId="478"/>
          <ac:spMkLst>
            <pc:docMk/>
            <pc:sldMk cId="3038078900" sldId="436"/>
            <ac:spMk id="97" creationId="{839C3CEF-C960-484A-4485-53595ECA18A4}"/>
          </ac:spMkLst>
        </pc:spChg>
        <pc:spChg chg="del">
          <ac:chgData name="Jacob Wyngaard" userId="6181fcd471e98458" providerId="LiveId" clId="{77EA86D2-93A7-4E95-BD02-C750FACBB632}" dt="2026-03-31T16:58:51.615" v="1291" actId="478"/>
          <ac:spMkLst>
            <pc:docMk/>
            <pc:sldMk cId="3038078900" sldId="436"/>
            <ac:spMk id="98" creationId="{18C434B0-2A77-AEA6-5397-215E0089E5A2}"/>
          </ac:spMkLst>
        </pc:spChg>
        <pc:spChg chg="del">
          <ac:chgData name="Jacob Wyngaard" userId="6181fcd471e98458" providerId="LiveId" clId="{77EA86D2-93A7-4E95-BD02-C750FACBB632}" dt="2026-03-31T16:58:50.646" v="1290" actId="478"/>
          <ac:spMkLst>
            <pc:docMk/>
            <pc:sldMk cId="3038078900" sldId="436"/>
            <ac:spMk id="99" creationId="{400DA082-799E-04F6-A0EB-3697F5C90CF2}"/>
          </ac:spMkLst>
        </pc:spChg>
        <pc:spChg chg="del">
          <ac:chgData name="Jacob Wyngaard" userId="6181fcd471e98458" providerId="LiveId" clId="{77EA86D2-93A7-4E95-BD02-C750FACBB632}" dt="2026-03-31T16:58:48.866" v="1288" actId="478"/>
          <ac:spMkLst>
            <pc:docMk/>
            <pc:sldMk cId="3038078900" sldId="436"/>
            <ac:spMk id="100" creationId="{4294ED0D-C503-6EED-BD91-2557626748BF}"/>
          </ac:spMkLst>
        </pc:spChg>
        <pc:spChg chg="del">
          <ac:chgData name="Jacob Wyngaard" userId="6181fcd471e98458" providerId="LiveId" clId="{77EA86D2-93A7-4E95-BD02-C750FACBB632}" dt="2026-03-31T17:00:14.807" v="1312" actId="478"/>
          <ac:spMkLst>
            <pc:docMk/>
            <pc:sldMk cId="3038078900" sldId="436"/>
            <ac:spMk id="101" creationId="{E7D8ADC3-DEC8-3060-F525-8D9357A80FBA}"/>
          </ac:spMkLst>
        </pc:spChg>
        <pc:spChg chg="del">
          <ac:chgData name="Jacob Wyngaard" userId="6181fcd471e98458" providerId="LiveId" clId="{77EA86D2-93A7-4E95-BD02-C750FACBB632}" dt="2026-03-31T17:02:03.246" v="1348" actId="478"/>
          <ac:spMkLst>
            <pc:docMk/>
            <pc:sldMk cId="3038078900" sldId="436"/>
            <ac:spMk id="102" creationId="{D61F7C2F-536B-1E64-0263-428AE3B595E1}"/>
          </ac:spMkLst>
        </pc:spChg>
        <pc:spChg chg="del">
          <ac:chgData name="Jacob Wyngaard" userId="6181fcd471e98458" providerId="LiveId" clId="{77EA86D2-93A7-4E95-BD02-C750FACBB632}" dt="2026-03-31T17:02:04.527" v="1350" actId="478"/>
          <ac:spMkLst>
            <pc:docMk/>
            <pc:sldMk cId="3038078900" sldId="436"/>
            <ac:spMk id="103" creationId="{82063027-160E-B29A-33A7-C90FF5C6899C}"/>
          </ac:spMkLst>
        </pc:spChg>
        <pc:spChg chg="del">
          <ac:chgData name="Jacob Wyngaard" userId="6181fcd471e98458" providerId="LiveId" clId="{77EA86D2-93A7-4E95-BD02-C750FACBB632}" dt="2026-03-31T17:02:01.856" v="1347" actId="478"/>
          <ac:spMkLst>
            <pc:docMk/>
            <pc:sldMk cId="3038078900" sldId="436"/>
            <ac:spMk id="104" creationId="{F0DC31DC-B632-F7E4-3E85-CA78353BC2B4}"/>
          </ac:spMkLst>
        </pc:spChg>
        <pc:spChg chg="del">
          <ac:chgData name="Jacob Wyngaard" userId="6181fcd471e98458" providerId="LiveId" clId="{77EA86D2-93A7-4E95-BD02-C750FACBB632}" dt="2026-03-31T17:02:03.996" v="1349" actId="478"/>
          <ac:spMkLst>
            <pc:docMk/>
            <pc:sldMk cId="3038078900" sldId="436"/>
            <ac:spMk id="105" creationId="{88C57D06-01EC-76F5-E268-FC886A233C0A}"/>
          </ac:spMkLst>
        </pc:spChg>
        <pc:spChg chg="del">
          <ac:chgData name="Jacob Wyngaard" userId="6181fcd471e98458" providerId="LiveId" clId="{77EA86D2-93A7-4E95-BD02-C750FACBB632}" dt="2026-03-31T17:02:07.308" v="1351" actId="478"/>
          <ac:spMkLst>
            <pc:docMk/>
            <pc:sldMk cId="3038078900" sldId="436"/>
            <ac:spMk id="106" creationId="{5E579608-6BB0-7996-BC01-EE2EA39FCA24}"/>
          </ac:spMkLst>
        </pc:spChg>
        <pc:spChg chg="del">
          <ac:chgData name="Jacob Wyngaard" userId="6181fcd471e98458" providerId="LiveId" clId="{77EA86D2-93A7-4E95-BD02-C750FACBB632}" dt="2026-03-31T17:01:58.497" v="1344" actId="478"/>
          <ac:spMkLst>
            <pc:docMk/>
            <pc:sldMk cId="3038078900" sldId="436"/>
            <ac:spMk id="107" creationId="{534C3F69-E388-FDEB-97AC-D472FC2FE465}"/>
          </ac:spMkLst>
        </pc:spChg>
        <pc:spChg chg="del">
          <ac:chgData name="Jacob Wyngaard" userId="6181fcd471e98458" providerId="LiveId" clId="{77EA86D2-93A7-4E95-BD02-C750FACBB632}" dt="2026-03-31T16:58:54.442" v="1295" actId="478"/>
          <ac:spMkLst>
            <pc:docMk/>
            <pc:sldMk cId="3038078900" sldId="436"/>
            <ac:spMk id="108" creationId="{E7FD1D7F-1E22-9203-2528-45E968B9697B}"/>
          </ac:spMkLst>
        </pc:spChg>
        <pc:spChg chg="del">
          <ac:chgData name="Jacob Wyngaard" userId="6181fcd471e98458" providerId="LiveId" clId="{77EA86D2-93A7-4E95-BD02-C750FACBB632}" dt="2026-03-31T16:58:53.177" v="1293" actId="478"/>
          <ac:spMkLst>
            <pc:docMk/>
            <pc:sldMk cId="3038078900" sldId="436"/>
            <ac:spMk id="109" creationId="{C1B81647-7D86-F260-6612-4F27D9106EBF}"/>
          </ac:spMkLst>
        </pc:spChg>
        <pc:spChg chg="del">
          <ac:chgData name="Jacob Wyngaard" userId="6181fcd471e98458" providerId="LiveId" clId="{77EA86D2-93A7-4E95-BD02-C750FACBB632}" dt="2026-03-31T17:00:15.479" v="1313" actId="478"/>
          <ac:spMkLst>
            <pc:docMk/>
            <pc:sldMk cId="3038078900" sldId="436"/>
            <ac:spMk id="110" creationId="{2E707179-7C4D-4B93-7B87-39F1B6FCC868}"/>
          </ac:spMkLst>
        </pc:spChg>
        <pc:spChg chg="del">
          <ac:chgData name="Jacob Wyngaard" userId="6181fcd471e98458" providerId="LiveId" clId="{77EA86D2-93A7-4E95-BD02-C750FACBB632}" dt="2026-03-31T17:00:13.886" v="1311" actId="478"/>
          <ac:spMkLst>
            <pc:docMk/>
            <pc:sldMk cId="3038078900" sldId="436"/>
            <ac:spMk id="111" creationId="{B355D6EA-599D-2F49-7347-0D034612212B}"/>
          </ac:spMkLst>
        </pc:spChg>
        <pc:spChg chg="del">
          <ac:chgData name="Jacob Wyngaard" userId="6181fcd471e98458" providerId="LiveId" clId="{77EA86D2-93A7-4E95-BD02-C750FACBB632}" dt="2026-03-31T16:58:46.443" v="1285" actId="478"/>
          <ac:spMkLst>
            <pc:docMk/>
            <pc:sldMk cId="3038078900" sldId="436"/>
            <ac:spMk id="112" creationId="{57575703-D60D-6681-7B93-1B4B9620A234}"/>
          </ac:spMkLst>
        </pc:spChg>
        <pc:spChg chg="del">
          <ac:chgData name="Jacob Wyngaard" userId="6181fcd471e98458" providerId="LiveId" clId="{77EA86D2-93A7-4E95-BD02-C750FACBB632}" dt="2026-03-31T16:58:55.036" v="1296" actId="478"/>
          <ac:spMkLst>
            <pc:docMk/>
            <pc:sldMk cId="3038078900" sldId="436"/>
            <ac:spMk id="113" creationId="{D1F78C8E-DE1A-7351-63C1-70950B3B82E4}"/>
          </ac:spMkLst>
        </pc:spChg>
        <pc:spChg chg="del">
          <ac:chgData name="Jacob Wyngaard" userId="6181fcd471e98458" providerId="LiveId" clId="{77EA86D2-93A7-4E95-BD02-C750FACBB632}" dt="2026-03-31T16:58:47.756" v="1287" actId="478"/>
          <ac:spMkLst>
            <pc:docMk/>
            <pc:sldMk cId="3038078900" sldId="436"/>
            <ac:spMk id="114" creationId="{1B7D26D0-1C45-23EB-7E40-8FF4365E5D05}"/>
          </ac:spMkLst>
        </pc:spChg>
        <pc:spChg chg="del">
          <ac:chgData name="Jacob Wyngaard" userId="6181fcd471e98458" providerId="LiveId" clId="{77EA86D2-93A7-4E95-BD02-C750FACBB632}" dt="2026-03-31T16:58:49.412" v="1289" actId="478"/>
          <ac:spMkLst>
            <pc:docMk/>
            <pc:sldMk cId="3038078900" sldId="436"/>
            <ac:spMk id="115" creationId="{BF24F7C9-4547-6E17-0A68-21F87B4D58D1}"/>
          </ac:spMkLst>
        </pc:spChg>
        <pc:graphicFrameChg chg="modGraphic">
          <ac:chgData name="Jacob Wyngaard" userId="6181fcd471e98458" providerId="LiveId" clId="{77EA86D2-93A7-4E95-BD02-C750FACBB632}" dt="2026-03-31T17:01:03.956" v="1328" actId="20577"/>
          <ac:graphicFrameMkLst>
            <pc:docMk/>
            <pc:sldMk cId="3038078900" sldId="436"/>
            <ac:graphicFrameMk id="4" creationId="{AB2DC2C7-723D-9E64-B817-6F14917ACCAF}"/>
          </ac:graphicFrameMkLst>
        </pc:graphicFrameChg>
        <pc:graphicFrameChg chg="mod modGraphic">
          <ac:chgData name="Jacob Wyngaard" userId="6181fcd471e98458" providerId="LiveId" clId="{77EA86D2-93A7-4E95-BD02-C750FACBB632}" dt="2026-03-31T17:01:51.512" v="1341" actId="20577"/>
          <ac:graphicFrameMkLst>
            <pc:docMk/>
            <pc:sldMk cId="3038078900" sldId="436"/>
            <ac:graphicFrameMk id="36" creationId="{2DC282A5-5636-3CEC-8C7D-2C9F5F9F61C7}"/>
          </ac:graphicFrameMkLst>
        </pc:graphicFrameChg>
        <pc:graphicFrameChg chg="modGraphic">
          <ac:chgData name="Jacob Wyngaard" userId="6181fcd471e98458" providerId="LiveId" clId="{77EA86D2-93A7-4E95-BD02-C750FACBB632}" dt="2026-03-31T16:58:28.384" v="1273" actId="20577"/>
          <ac:graphicFrameMkLst>
            <pc:docMk/>
            <pc:sldMk cId="3038078900" sldId="436"/>
            <ac:graphicFrameMk id="52" creationId="{7993DEBA-414F-A1F4-04AA-3E2BDC984775}"/>
          </ac:graphicFrameMkLst>
        </pc:graphicFrameChg>
        <pc:graphicFrameChg chg="modGraphic">
          <ac:chgData name="Jacob Wyngaard" userId="6181fcd471e98458" providerId="LiveId" clId="{77EA86D2-93A7-4E95-BD02-C750FACBB632}" dt="2026-03-31T17:02:17.354" v="1360" actId="20577"/>
          <ac:graphicFrameMkLst>
            <pc:docMk/>
            <pc:sldMk cId="3038078900" sldId="436"/>
            <ac:graphicFrameMk id="91" creationId="{9B56DBB0-9250-3D22-CAB9-FFF60F889E82}"/>
          </ac:graphicFrameMkLst>
        </pc:graphicFrameChg>
      </pc:sldChg>
      <pc:sldChg chg="addSp delSp modSp add mod ord">
        <pc:chgData name="Jacob Wyngaard" userId="6181fcd471e98458" providerId="LiveId" clId="{77EA86D2-93A7-4E95-BD02-C750FACBB632}" dt="2026-03-31T17:20:19.389" v="1489" actId="1076"/>
        <pc:sldMkLst>
          <pc:docMk/>
          <pc:sldMk cId="2325385339" sldId="437"/>
        </pc:sldMkLst>
        <pc:spChg chg="add mod">
          <ac:chgData name="Jacob Wyngaard" userId="6181fcd471e98458" providerId="LiveId" clId="{77EA86D2-93A7-4E95-BD02-C750FACBB632}" dt="2026-03-31T17:17:11.952" v="1433" actId="14100"/>
          <ac:spMkLst>
            <pc:docMk/>
            <pc:sldMk cId="2325385339" sldId="437"/>
            <ac:spMk id="5" creationId="{B5F511F1-1D5F-9498-7C0A-C1890C4F0247}"/>
          </ac:spMkLst>
        </pc:spChg>
        <pc:spChg chg="add mod">
          <ac:chgData name="Jacob Wyngaard" userId="6181fcd471e98458" providerId="LiveId" clId="{77EA86D2-93A7-4E95-BD02-C750FACBB632}" dt="2026-03-31T17:17:21.655" v="1436" actId="14100"/>
          <ac:spMkLst>
            <pc:docMk/>
            <pc:sldMk cId="2325385339" sldId="437"/>
            <ac:spMk id="7" creationId="{8394624E-2D15-1C6C-5637-3F1117CCEDD1}"/>
          </ac:spMkLst>
        </pc:spChg>
        <pc:spChg chg="mod">
          <ac:chgData name="Jacob Wyngaard" userId="6181fcd471e98458" providerId="LiveId" clId="{77EA86D2-93A7-4E95-BD02-C750FACBB632}" dt="2026-03-31T17:13:54.187" v="1383" actId="20577"/>
          <ac:spMkLst>
            <pc:docMk/>
            <pc:sldMk cId="2325385339" sldId="437"/>
            <ac:spMk id="10" creationId="{3FA54D0B-4487-92F6-0BEC-279C1F670005}"/>
          </ac:spMkLst>
        </pc:spChg>
        <pc:spChg chg="add mod">
          <ac:chgData name="Jacob Wyngaard" userId="6181fcd471e98458" providerId="LiveId" clId="{77EA86D2-93A7-4E95-BD02-C750FACBB632}" dt="2026-03-31T17:17:33.248" v="1439" actId="14100"/>
          <ac:spMkLst>
            <pc:docMk/>
            <pc:sldMk cId="2325385339" sldId="437"/>
            <ac:spMk id="11" creationId="{CD52D7CE-7828-8624-61CB-AFC45B11D926}"/>
          </ac:spMkLst>
        </pc:spChg>
        <pc:spChg chg="add mod">
          <ac:chgData name="Jacob Wyngaard" userId="6181fcd471e98458" providerId="LiveId" clId="{77EA86D2-93A7-4E95-BD02-C750FACBB632}" dt="2026-03-31T17:17:56.546" v="1449" actId="14100"/>
          <ac:spMkLst>
            <pc:docMk/>
            <pc:sldMk cId="2325385339" sldId="437"/>
            <ac:spMk id="12" creationId="{01CBAD8E-1274-45EB-D5CB-809D0DEDB620}"/>
          </ac:spMkLst>
        </pc:spChg>
        <pc:spChg chg="add mod">
          <ac:chgData name="Jacob Wyngaard" userId="6181fcd471e98458" providerId="LiveId" clId="{77EA86D2-93A7-4E95-BD02-C750FACBB632}" dt="2026-03-31T17:19:33.374" v="1470" actId="1076"/>
          <ac:spMkLst>
            <pc:docMk/>
            <pc:sldMk cId="2325385339" sldId="437"/>
            <ac:spMk id="13" creationId="{7F597645-AD27-D0D5-1AF1-F40B48565A88}"/>
          </ac:spMkLst>
        </pc:spChg>
        <pc:spChg chg="add mod">
          <ac:chgData name="Jacob Wyngaard" userId="6181fcd471e98458" providerId="LiveId" clId="{77EA86D2-93A7-4E95-BD02-C750FACBB632}" dt="2026-03-31T17:18:09.531" v="1454" actId="14100"/>
          <ac:spMkLst>
            <pc:docMk/>
            <pc:sldMk cId="2325385339" sldId="437"/>
            <ac:spMk id="14" creationId="{5FEC9126-0133-2545-49A9-154A966A7FCC}"/>
          </ac:spMkLst>
        </pc:spChg>
        <pc:spChg chg="add mod">
          <ac:chgData name="Jacob Wyngaard" userId="6181fcd471e98458" providerId="LiveId" clId="{77EA86D2-93A7-4E95-BD02-C750FACBB632}" dt="2026-03-31T17:18:17.998" v="1457" actId="14100"/>
          <ac:spMkLst>
            <pc:docMk/>
            <pc:sldMk cId="2325385339" sldId="437"/>
            <ac:spMk id="15" creationId="{C33C16E3-58FB-B490-499B-9E348101E7EF}"/>
          </ac:spMkLst>
        </pc:spChg>
        <pc:spChg chg="add mod">
          <ac:chgData name="Jacob Wyngaard" userId="6181fcd471e98458" providerId="LiveId" clId="{77EA86D2-93A7-4E95-BD02-C750FACBB632}" dt="2026-03-31T17:18:26.826" v="1459" actId="1076"/>
          <ac:spMkLst>
            <pc:docMk/>
            <pc:sldMk cId="2325385339" sldId="437"/>
            <ac:spMk id="16" creationId="{8C28D614-4736-4A0A-A14B-979503A81A43}"/>
          </ac:spMkLst>
        </pc:spChg>
        <pc:spChg chg="add mod">
          <ac:chgData name="Jacob Wyngaard" userId="6181fcd471e98458" providerId="LiveId" clId="{77EA86D2-93A7-4E95-BD02-C750FACBB632}" dt="2026-03-31T17:18:37.296" v="1462" actId="14100"/>
          <ac:spMkLst>
            <pc:docMk/>
            <pc:sldMk cId="2325385339" sldId="437"/>
            <ac:spMk id="17" creationId="{CCEDE02C-8F1D-D056-CC04-CB510ACB8464}"/>
          </ac:spMkLst>
        </pc:spChg>
        <pc:spChg chg="add mod">
          <ac:chgData name="Jacob Wyngaard" userId="6181fcd471e98458" providerId="LiveId" clId="{77EA86D2-93A7-4E95-BD02-C750FACBB632}" dt="2026-03-31T17:19:23.514" v="1469" actId="207"/>
          <ac:spMkLst>
            <pc:docMk/>
            <pc:sldMk cId="2325385339" sldId="437"/>
            <ac:spMk id="19" creationId="{FCE75C9D-085E-1CD1-5A82-A61968F56EC9}"/>
          </ac:spMkLst>
        </pc:spChg>
        <pc:spChg chg="add mod">
          <ac:chgData name="Jacob Wyngaard" userId="6181fcd471e98458" providerId="LiveId" clId="{77EA86D2-93A7-4E95-BD02-C750FACBB632}" dt="2026-03-31T17:19:53.796" v="1479" actId="14100"/>
          <ac:spMkLst>
            <pc:docMk/>
            <pc:sldMk cId="2325385339" sldId="437"/>
            <ac:spMk id="20" creationId="{9DEFE011-1EC4-F4D2-663F-4106698AF5C0}"/>
          </ac:spMkLst>
        </pc:spChg>
        <pc:spChg chg="add mod">
          <ac:chgData name="Jacob Wyngaard" userId="6181fcd471e98458" providerId="LiveId" clId="{77EA86D2-93A7-4E95-BD02-C750FACBB632}" dt="2026-03-31T17:19:38.450" v="1473" actId="14100"/>
          <ac:spMkLst>
            <pc:docMk/>
            <pc:sldMk cId="2325385339" sldId="437"/>
            <ac:spMk id="21" creationId="{5C0185E5-5201-31BA-D6C4-23437F76C1A8}"/>
          </ac:spMkLst>
        </pc:spChg>
        <pc:spChg chg="add mod">
          <ac:chgData name="Jacob Wyngaard" userId="6181fcd471e98458" providerId="LiveId" clId="{77EA86D2-93A7-4E95-BD02-C750FACBB632}" dt="2026-03-31T17:19:48.421" v="1475" actId="1076"/>
          <ac:spMkLst>
            <pc:docMk/>
            <pc:sldMk cId="2325385339" sldId="437"/>
            <ac:spMk id="22" creationId="{8696AFF5-DCCB-42EA-3A75-AFB734F3651F}"/>
          </ac:spMkLst>
        </pc:spChg>
        <pc:spChg chg="add mod">
          <ac:chgData name="Jacob Wyngaard" userId="6181fcd471e98458" providerId="LiveId" clId="{77EA86D2-93A7-4E95-BD02-C750FACBB632}" dt="2026-03-31T17:19:57.999" v="1481" actId="1076"/>
          <ac:spMkLst>
            <pc:docMk/>
            <pc:sldMk cId="2325385339" sldId="437"/>
            <ac:spMk id="23" creationId="{99E31779-681A-C0C9-7048-63B2FDA5A219}"/>
          </ac:spMkLst>
        </pc:spChg>
        <pc:spChg chg="add mod">
          <ac:chgData name="Jacob Wyngaard" userId="6181fcd471e98458" providerId="LiveId" clId="{77EA86D2-93A7-4E95-BD02-C750FACBB632}" dt="2026-03-31T17:20:03.529" v="1483" actId="1076"/>
          <ac:spMkLst>
            <pc:docMk/>
            <pc:sldMk cId="2325385339" sldId="437"/>
            <ac:spMk id="24" creationId="{14A6FE81-1091-5A0B-24C8-3A72A9265150}"/>
          </ac:spMkLst>
        </pc:spChg>
        <pc:spChg chg="mod">
          <ac:chgData name="Jacob Wyngaard" userId="6181fcd471e98458" providerId="LiveId" clId="{77EA86D2-93A7-4E95-BD02-C750FACBB632}" dt="2026-03-31T17:16:34.687" v="1425" actId="1076"/>
          <ac:spMkLst>
            <pc:docMk/>
            <pc:sldMk cId="2325385339" sldId="437"/>
            <ac:spMk id="41" creationId="{BC4602D0-6FB5-B1FD-37FC-960FE386D18E}"/>
          </ac:spMkLst>
        </pc:spChg>
        <pc:spChg chg="mod">
          <ac:chgData name="Jacob Wyngaard" userId="6181fcd471e98458" providerId="LiveId" clId="{77EA86D2-93A7-4E95-BD02-C750FACBB632}" dt="2026-03-31T17:16:44.701" v="1427" actId="1076"/>
          <ac:spMkLst>
            <pc:docMk/>
            <pc:sldMk cId="2325385339" sldId="437"/>
            <ac:spMk id="42" creationId="{FABE026E-AA6F-0989-A361-82102AD5441D}"/>
          </ac:spMkLst>
        </pc:spChg>
        <pc:spChg chg="del">
          <ac:chgData name="Jacob Wyngaard" userId="6181fcd471e98458" providerId="LiveId" clId="{77EA86D2-93A7-4E95-BD02-C750FACBB632}" dt="2026-03-31T17:14:09.056" v="1385" actId="478"/>
          <ac:spMkLst>
            <pc:docMk/>
            <pc:sldMk cId="2325385339" sldId="437"/>
            <ac:spMk id="44" creationId="{624BC3F9-82BE-B569-DBDF-518095010EC8}"/>
          </ac:spMkLst>
        </pc:spChg>
        <pc:spChg chg="add mod">
          <ac:chgData name="Jacob Wyngaard" userId="6181fcd471e98458" providerId="LiveId" clId="{77EA86D2-93A7-4E95-BD02-C750FACBB632}" dt="2026-03-31T17:20:10.014" v="1485" actId="1076"/>
          <ac:spMkLst>
            <pc:docMk/>
            <pc:sldMk cId="2325385339" sldId="437"/>
            <ac:spMk id="45" creationId="{BC9240B1-5A02-615B-BC2C-EDEFAB5F490E}"/>
          </ac:spMkLst>
        </pc:spChg>
        <pc:spChg chg="add mod">
          <ac:chgData name="Jacob Wyngaard" userId="6181fcd471e98458" providerId="LiveId" clId="{77EA86D2-93A7-4E95-BD02-C750FACBB632}" dt="2026-03-31T17:20:13.905" v="1487" actId="1076"/>
          <ac:spMkLst>
            <pc:docMk/>
            <pc:sldMk cId="2325385339" sldId="437"/>
            <ac:spMk id="46" creationId="{6C39C407-381F-3CF1-510F-180E249173F5}"/>
          </ac:spMkLst>
        </pc:spChg>
        <pc:spChg chg="add mod">
          <ac:chgData name="Jacob Wyngaard" userId="6181fcd471e98458" providerId="LiveId" clId="{77EA86D2-93A7-4E95-BD02-C750FACBB632}" dt="2026-03-31T17:20:19.389" v="1489" actId="1076"/>
          <ac:spMkLst>
            <pc:docMk/>
            <pc:sldMk cId="2325385339" sldId="437"/>
            <ac:spMk id="47" creationId="{66A9283D-DEAE-5969-C8C4-879623E635D1}"/>
          </ac:spMkLst>
        </pc:spChg>
        <pc:graphicFrameChg chg="add mod">
          <ac:chgData name="Jacob Wyngaard" userId="6181fcd471e98458" providerId="LiveId" clId="{77EA86D2-93A7-4E95-BD02-C750FACBB632}" dt="2026-03-31T17:16:23.858" v="1422" actId="1076"/>
          <ac:graphicFrameMkLst>
            <pc:docMk/>
            <pc:sldMk cId="2325385339" sldId="437"/>
            <ac:graphicFrameMk id="2" creationId="{D80031AC-24D7-46C6-45FB-E6012F459C4E}"/>
          </ac:graphicFrameMkLst>
        </pc:graphicFrameChg>
        <pc:graphicFrameChg chg="add mod">
          <ac:chgData name="Jacob Wyngaard" userId="6181fcd471e98458" providerId="LiveId" clId="{77EA86D2-93A7-4E95-BD02-C750FACBB632}" dt="2026-03-31T17:16:55.280" v="1430" actId="1076"/>
          <ac:graphicFrameMkLst>
            <pc:docMk/>
            <pc:sldMk cId="2325385339" sldId="437"/>
            <ac:graphicFrameMk id="3" creationId="{3EE36B3C-83AE-6263-8350-8B62EBF28E14}"/>
          </ac:graphicFrameMkLst>
        </pc:graphicFrameChg>
        <pc:graphicFrameChg chg="modGraphic">
          <ac:chgData name="Jacob Wyngaard" userId="6181fcd471e98458" providerId="LiveId" clId="{77EA86D2-93A7-4E95-BD02-C750FACBB632}" dt="2026-03-31T17:16:12.702" v="1420" actId="20577"/>
          <ac:graphicFrameMkLst>
            <pc:docMk/>
            <pc:sldMk cId="2325385339" sldId="437"/>
            <ac:graphicFrameMk id="4" creationId="{DE50AB1F-0CE8-B0AB-2D54-C1527EEEA690}"/>
          </ac:graphicFrameMkLst>
        </pc:graphicFrameChg>
        <pc:graphicFrameChg chg="mod modGraphic">
          <ac:chgData name="Jacob Wyngaard" userId="6181fcd471e98458" providerId="LiveId" clId="{77EA86D2-93A7-4E95-BD02-C750FACBB632}" dt="2026-03-31T17:16:49.175" v="1428"/>
          <ac:graphicFrameMkLst>
            <pc:docMk/>
            <pc:sldMk cId="2325385339" sldId="437"/>
            <ac:graphicFrameMk id="32" creationId="{0089C003-390A-4BD0-1428-A11371A43FE6}"/>
          </ac:graphicFrameMkLst>
        </pc:graphicFrameChg>
        <pc:graphicFrameChg chg="del">
          <ac:chgData name="Jacob Wyngaard" userId="6181fcd471e98458" providerId="LiveId" clId="{77EA86D2-93A7-4E95-BD02-C750FACBB632}" dt="2026-03-31T17:14:06.842" v="1384" actId="478"/>
          <ac:graphicFrameMkLst>
            <pc:docMk/>
            <pc:sldMk cId="2325385339" sldId="437"/>
            <ac:graphicFrameMk id="43" creationId="{3E0ECF50-B762-F630-C2FA-13567729852A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7:26:25.451" v="1629" actId="197"/>
        <pc:sldMkLst>
          <pc:docMk/>
          <pc:sldMk cId="4273170851" sldId="438"/>
        </pc:sldMkLst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5" creationId="{F1F08347-8366-BB67-2631-52C496562A8F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1" creationId="{C2B4DAB0-545A-5335-821B-6B1D30A12CC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2" creationId="{7D90814F-CC5A-2EC7-D4C8-2A15B6E1246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3" creationId="{3806757F-4B57-C31E-0164-B7C7021263E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6" creationId="{4E0CA5CB-2129-FFCB-F289-25117C31AA6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7" creationId="{6A5F9529-C79F-91C5-2185-4BE5EC61A2F3}"/>
          </ac:spMkLst>
        </pc:spChg>
        <pc:spChg chg="del">
          <ac:chgData name="Jacob Wyngaard" userId="6181fcd471e98458" providerId="LiveId" clId="{77EA86D2-93A7-4E95-BD02-C750FACBB632}" dt="2026-03-31T17:20:43.544" v="1492" actId="478"/>
          <ac:spMkLst>
            <pc:docMk/>
            <pc:sldMk cId="4273170851" sldId="438"/>
            <ac:spMk id="18" creationId="{2A5BD781-4FE3-0DE1-D298-75B15A4591BD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22" creationId="{11CDC6A8-6D6F-B3C0-CA86-5A86A04FAE59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26" creationId="{1A024668-1968-F93B-888B-B21DC4C9B5AC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27" creationId="{5244EAC3-F978-DC6A-FBD1-76F936E8C316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28" creationId="{FF8EEC52-CD51-B670-C135-2E80C50DBD52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1" creationId="{F5955707-6236-F92D-C2F7-E15593384419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4" creationId="{055C4FA9-A37E-8FAD-4A80-B8359AD6967A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5" creationId="{791C143C-D74F-40A3-AE98-2BA9559AE56A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6" creationId="{B465385D-0D49-8C46-CDFE-02E41FF613E3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7" creationId="{24FD0AEE-F88D-42F0-A8BB-C22829005703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8" creationId="{9BF3A569-24A0-6980-00FB-CF8CD8AD8924}"/>
          </ac:spMkLst>
        </pc:spChg>
        <pc:spChg chg="del">
          <ac:chgData name="Jacob Wyngaard" userId="6181fcd471e98458" providerId="LiveId" clId="{77EA86D2-93A7-4E95-BD02-C750FACBB632}" dt="2026-03-31T17:20:41.811" v="1491" actId="478"/>
          <ac:spMkLst>
            <pc:docMk/>
            <pc:sldMk cId="4273170851" sldId="438"/>
            <ac:spMk id="39" creationId="{476FB924-7763-2D44-0CA8-4DD913FBC760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2" creationId="{35565D27-7A49-7AA4-0BB4-C3D21451A2C2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43" creationId="{33661FB3-A2C4-52A1-B7D5-7F62FDFADE45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44" creationId="{303D2FD8-6534-6C86-B092-545C407B28D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5" creationId="{0C0794BB-1401-3B20-C47E-9B2A6113D69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7" creationId="{21649A42-B550-CDFA-9171-36828E0182A2}"/>
          </ac:spMkLst>
        </pc:spChg>
        <pc:spChg chg="mod">
          <ac:chgData name="Jacob Wyngaard" userId="6181fcd471e98458" providerId="LiveId" clId="{77EA86D2-93A7-4E95-BD02-C750FACBB632}" dt="2026-03-31T17:21:12.319" v="1495" actId="197"/>
          <ac:spMkLst>
            <pc:docMk/>
            <pc:sldMk cId="4273170851" sldId="438"/>
            <ac:spMk id="50" creationId="{1E6851AC-A4CF-614C-72B5-108D72DD2D28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51" creationId="{BFFF5FDE-F2E8-8B98-E9AE-F791F991BF84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56" creationId="{A8B95779-ED46-8D95-1A85-38F36CF0C57F}"/>
          </ac:spMkLst>
        </pc:spChg>
        <pc:spChg chg="mod">
          <ac:chgData name="Jacob Wyngaard" userId="6181fcd471e98458" providerId="LiveId" clId="{77EA86D2-93A7-4E95-BD02-C750FACBB632}" dt="2026-03-31T17:21:17.717" v="1496" actId="197"/>
          <ac:spMkLst>
            <pc:docMk/>
            <pc:sldMk cId="4273170851" sldId="438"/>
            <ac:spMk id="57" creationId="{18C51F1C-103E-DDD0-566C-608869553A52}"/>
          </ac:spMkLst>
        </pc:spChg>
        <pc:spChg chg="mod">
          <ac:chgData name="Jacob Wyngaard" userId="6181fcd471e98458" providerId="LiveId" clId="{77EA86D2-93A7-4E95-BD02-C750FACBB632}" dt="2026-03-31T17:21:32.795" v="1499" actId="197"/>
          <ac:spMkLst>
            <pc:docMk/>
            <pc:sldMk cId="4273170851" sldId="438"/>
            <ac:spMk id="58" creationId="{B5216202-1121-E8B2-19BA-27B802867570}"/>
          </ac:spMkLst>
        </pc:spChg>
        <pc:spChg chg="add mod">
          <ac:chgData name="Jacob Wyngaard" userId="6181fcd471e98458" providerId="LiveId" clId="{77EA86D2-93A7-4E95-BD02-C750FACBB632}" dt="2026-03-31T17:21:27.827" v="1498" actId="197"/>
          <ac:spMkLst>
            <pc:docMk/>
            <pc:sldMk cId="4273170851" sldId="438"/>
            <ac:spMk id="59" creationId="{C5349FBA-BB99-7286-4952-1F232473A548}"/>
          </ac:spMkLst>
        </pc:spChg>
        <pc:spChg chg="mod">
          <ac:chgData name="Jacob Wyngaard" userId="6181fcd471e98458" providerId="LiveId" clId="{77EA86D2-93A7-4E95-BD02-C750FACBB632}" dt="2026-03-31T17:21:24.468" v="1497" actId="197"/>
          <ac:spMkLst>
            <pc:docMk/>
            <pc:sldMk cId="4273170851" sldId="438"/>
            <ac:spMk id="60" creationId="{EF195092-6F28-7ABF-E3A8-5BDBC0A44443}"/>
          </ac:spMkLst>
        </pc:spChg>
        <pc:spChg chg="add mod">
          <ac:chgData name="Jacob Wyngaard" userId="6181fcd471e98458" providerId="LiveId" clId="{77EA86D2-93A7-4E95-BD02-C750FACBB632}" dt="2026-03-31T17:26:25.014" v="1628" actId="197"/>
          <ac:spMkLst>
            <pc:docMk/>
            <pc:sldMk cId="4273170851" sldId="438"/>
            <ac:spMk id="61" creationId="{D38AE314-6547-5D16-7097-88459D769229}"/>
          </ac:spMkLst>
        </pc:spChg>
        <pc:spChg chg="mod">
          <ac:chgData name="Jacob Wyngaard" userId="6181fcd471e98458" providerId="LiveId" clId="{77EA86D2-93A7-4E95-BD02-C750FACBB632}" dt="2026-03-31T17:26:24.404" v="1627" actId="197"/>
          <ac:spMkLst>
            <pc:docMk/>
            <pc:sldMk cId="4273170851" sldId="438"/>
            <ac:spMk id="62" creationId="{1D48790F-2C69-1FC0-054B-15D24FBF99A8}"/>
          </ac:spMkLst>
        </pc:spChg>
        <pc:spChg chg="mod">
          <ac:chgData name="Jacob Wyngaard" userId="6181fcd471e98458" providerId="LiveId" clId="{77EA86D2-93A7-4E95-BD02-C750FACBB632}" dt="2026-03-31T17:26:25.451" v="1629" actId="197"/>
          <ac:spMkLst>
            <pc:docMk/>
            <pc:sldMk cId="4273170851" sldId="438"/>
            <ac:spMk id="63" creationId="{DBFFBA92-B9FB-8362-5DB1-3EA7B03EB2FB}"/>
          </ac:spMkLst>
        </pc:spChg>
        <pc:spChg chg="add mod">
          <ac:chgData name="Jacob Wyngaard" userId="6181fcd471e98458" providerId="LiveId" clId="{77EA86D2-93A7-4E95-BD02-C750FACBB632}" dt="2026-03-31T17:26:23.483" v="1626" actId="197"/>
          <ac:spMkLst>
            <pc:docMk/>
            <pc:sldMk cId="4273170851" sldId="438"/>
            <ac:spMk id="65" creationId="{D550E68B-2461-F609-F170-9798F9B2775A}"/>
          </ac:spMkLst>
        </pc:spChg>
        <pc:spChg chg="mod">
          <ac:chgData name="Jacob Wyngaard" userId="6181fcd471e98458" providerId="LiveId" clId="{77EA86D2-93A7-4E95-BD02-C750FACBB632}" dt="2026-03-31T17:22:35.514" v="1501" actId="196"/>
          <ac:spMkLst>
            <pc:docMk/>
            <pc:sldMk cId="4273170851" sldId="438"/>
            <ac:spMk id="66" creationId="{A69A64A3-2061-E19A-8939-6F9F830958FF}"/>
          </ac:spMkLst>
        </pc:spChg>
        <pc:spChg chg="mod">
          <ac:chgData name="Jacob Wyngaard" userId="6181fcd471e98458" providerId="LiveId" clId="{77EA86D2-93A7-4E95-BD02-C750FACBB632}" dt="2026-03-31T17:22:28.530" v="1500" actId="196"/>
          <ac:spMkLst>
            <pc:docMk/>
            <pc:sldMk cId="4273170851" sldId="438"/>
            <ac:spMk id="67" creationId="{42444C62-04EE-5C07-5190-F6873FCD8A2A}"/>
          </ac:spMkLst>
        </pc:spChg>
        <pc:spChg chg="mod">
          <ac:chgData name="Jacob Wyngaard" userId="6181fcd471e98458" providerId="LiveId" clId="{77EA86D2-93A7-4E95-BD02-C750FACBB632}" dt="2026-03-31T17:22:43.624" v="1502" actId="196"/>
          <ac:spMkLst>
            <pc:docMk/>
            <pc:sldMk cId="4273170851" sldId="438"/>
            <ac:spMk id="71" creationId="{C34B1C1C-2D7F-7C5C-535F-0A32C9E78093}"/>
          </ac:spMkLst>
        </pc:spChg>
        <pc:spChg chg="mod">
          <ac:chgData name="Jacob Wyngaard" userId="6181fcd471e98458" providerId="LiveId" clId="{77EA86D2-93A7-4E95-BD02-C750FACBB632}" dt="2026-03-31T17:22:53.061" v="1504" actId="196"/>
          <ac:spMkLst>
            <pc:docMk/>
            <pc:sldMk cId="4273170851" sldId="438"/>
            <ac:spMk id="72" creationId="{F520E65E-00F0-0A8C-7247-7456994418FB}"/>
          </ac:spMkLst>
        </pc:spChg>
        <pc:spChg chg="mod">
          <ac:chgData name="Jacob Wyngaard" userId="6181fcd471e98458" providerId="LiveId" clId="{77EA86D2-93A7-4E95-BD02-C750FACBB632}" dt="2026-03-31T17:22:47.108" v="1503" actId="196"/>
          <ac:spMkLst>
            <pc:docMk/>
            <pc:sldMk cId="4273170851" sldId="438"/>
            <ac:spMk id="73" creationId="{EC318340-3566-DCA3-AE30-FA205BE0A48E}"/>
          </ac:spMkLst>
        </pc:spChg>
        <pc:spChg chg="add mod">
          <ac:chgData name="Jacob Wyngaard" userId="6181fcd471e98458" providerId="LiveId" clId="{77EA86D2-93A7-4E95-BD02-C750FACBB632}" dt="2026-03-31T17:23:21.015" v="1506" actId="196"/>
          <ac:spMkLst>
            <pc:docMk/>
            <pc:sldMk cId="4273170851" sldId="438"/>
            <ac:spMk id="74" creationId="{E3BE55F8-0CFA-2010-3EB5-0BC2AC870B0F}"/>
          </ac:spMkLst>
        </pc:spChg>
        <pc:spChg chg="add mod">
          <ac:chgData name="Jacob Wyngaard" userId="6181fcd471e98458" providerId="LiveId" clId="{77EA86D2-93A7-4E95-BD02-C750FACBB632}" dt="2026-03-31T17:23:24.920" v="1507" actId="196"/>
          <ac:spMkLst>
            <pc:docMk/>
            <pc:sldMk cId="4273170851" sldId="438"/>
            <ac:spMk id="75" creationId="{460B3C2C-3C65-12C7-8D35-3E9CB138FEE3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76" creationId="{541B9046-0D09-877D-1202-79E636548D22}"/>
          </ac:spMkLst>
        </pc:spChg>
        <pc:spChg chg="mod">
          <ac:chgData name="Jacob Wyngaard" userId="6181fcd471e98458" providerId="LiveId" clId="{77EA86D2-93A7-4E95-BD02-C750FACBB632}" dt="2026-03-31T17:23:12.296" v="1505" actId="196"/>
          <ac:spMkLst>
            <pc:docMk/>
            <pc:sldMk cId="4273170851" sldId="438"/>
            <ac:spMk id="77" creationId="{583292E3-BE91-D00E-78C0-ED9C2E156BE0}"/>
          </ac:spMkLst>
        </pc:spChg>
      </pc:sldChg>
      <pc:sldChg chg="addSp delSp modSp add mod">
        <pc:chgData name="Jacob Wyngaard" userId="6181fcd471e98458" providerId="LiveId" clId="{77EA86D2-93A7-4E95-BD02-C750FACBB632}" dt="2026-03-31T17:26:22.698" v="1625" actId="197"/>
        <pc:sldMkLst>
          <pc:docMk/>
          <pc:sldMk cId="704777840" sldId="439"/>
        </pc:sldMkLst>
        <pc:spChg chg="add mod">
          <ac:chgData name="Jacob Wyngaard" userId="6181fcd471e98458" providerId="LiveId" clId="{77EA86D2-93A7-4E95-BD02-C750FACBB632}" dt="2026-03-31T17:24:51.218" v="1619" actId="1076"/>
          <ac:spMkLst>
            <pc:docMk/>
            <pc:sldMk cId="704777840" sldId="439"/>
            <ac:spMk id="4" creationId="{EFD17AAD-2C91-F90F-39CD-C7C2202EA7C5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5" creationId="{B2FA5EA1-A23D-3968-FD93-926CEC21097E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11" creationId="{5F29DEDB-5C99-E3E8-4FDE-F4300EEF53B2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13" creationId="{F4801061-5748-398A-3252-E4ADA25CF73E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15" creationId="{69FDD782-C26C-2D23-9C8E-AD9C6D2D99FF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16" creationId="{AE20767D-1550-1E97-522D-D74523E269F3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17" creationId="{DC855997-FACF-F9F4-3BB6-C294B9D77D67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21" creationId="{A13D7C34-C1FF-1DCB-7172-1CB4A3B4012F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22" creationId="{E1EE73CA-83DC-BF58-AAD1-EE387918382A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24" creationId="{D9E873D2-1CBA-B839-2DE5-D797CD63ABF4}"/>
          </ac:spMkLst>
        </pc:spChg>
        <pc:spChg chg="del">
          <ac:chgData name="Jacob Wyngaard" userId="6181fcd471e98458" providerId="LiveId" clId="{77EA86D2-93A7-4E95-BD02-C750FACBB632}" dt="2026-03-31T17:23:43.546" v="1510" actId="478"/>
          <ac:spMkLst>
            <pc:docMk/>
            <pc:sldMk cId="704777840" sldId="439"/>
            <ac:spMk id="41" creationId="{231F8917-06D6-5CE9-7CED-43944EBC074D}"/>
          </ac:spMkLst>
        </pc:spChg>
        <pc:spChg chg="del">
          <ac:chgData name="Jacob Wyngaard" userId="6181fcd471e98458" providerId="LiveId" clId="{77EA86D2-93A7-4E95-BD02-C750FACBB632}" dt="2026-03-31T17:23:43.546" v="1510" actId="478"/>
          <ac:spMkLst>
            <pc:docMk/>
            <pc:sldMk cId="704777840" sldId="439"/>
            <ac:spMk id="42" creationId="{94E31137-E313-9905-C756-71606D4480D2}"/>
          </ac:spMkLst>
        </pc:spChg>
        <pc:spChg chg="del">
          <ac:chgData name="Jacob Wyngaard" userId="6181fcd471e98458" providerId="LiveId" clId="{77EA86D2-93A7-4E95-BD02-C750FACBB632}" dt="2026-03-31T17:23:43.546" v="1510" actId="478"/>
          <ac:spMkLst>
            <pc:docMk/>
            <pc:sldMk cId="704777840" sldId="439"/>
            <ac:spMk id="43" creationId="{0664B94F-4437-DBA1-CACE-8922F03FCA4E}"/>
          </ac:spMkLst>
        </pc:spChg>
        <pc:spChg chg="del">
          <ac:chgData name="Jacob Wyngaard" userId="6181fcd471e98458" providerId="LiveId" clId="{77EA86D2-93A7-4E95-BD02-C750FACBB632}" dt="2026-03-31T17:23:45.515" v="1511" actId="478"/>
          <ac:spMkLst>
            <pc:docMk/>
            <pc:sldMk cId="704777840" sldId="439"/>
            <ac:spMk id="44" creationId="{CA1B6CCB-2172-ECF0-0D28-07294C5EB683}"/>
          </ac:spMkLst>
        </pc:spChg>
        <pc:spChg chg="del">
          <ac:chgData name="Jacob Wyngaard" userId="6181fcd471e98458" providerId="LiveId" clId="{77EA86D2-93A7-4E95-BD02-C750FACBB632}" dt="2026-03-31T17:23:39.646" v="1509" actId="478"/>
          <ac:spMkLst>
            <pc:docMk/>
            <pc:sldMk cId="704777840" sldId="439"/>
            <ac:spMk id="45" creationId="{A25EE374-B5EA-7FC0-B872-B46469BB2AA3}"/>
          </ac:spMkLst>
        </pc:spChg>
        <pc:spChg chg="mod">
          <ac:chgData name="Jacob Wyngaard" userId="6181fcd471e98458" providerId="LiveId" clId="{77EA86D2-93A7-4E95-BD02-C750FACBB632}" dt="2026-03-31T17:24:06.531" v="1515" actId="1076"/>
          <ac:spMkLst>
            <pc:docMk/>
            <pc:sldMk cId="704777840" sldId="439"/>
            <ac:spMk id="49" creationId="{483603C6-B33E-DE3A-A121-FBA783FCD203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1" creationId="{E4A5EAA1-1C55-25D3-E846-BDC406609031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2" creationId="{1B1CE061-5D0C-F17F-CA7F-90C4B381CA1A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3" creationId="{308456B1-8B60-84AB-A308-E373D85B0AA5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4" creationId="{6EEBE772-20CB-C4DE-AE8F-80874836D067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55" creationId="{BA0A8457-A1CB-40A7-ED8A-3BAF31AA3C45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0" creationId="{6C19A622-7C83-7234-7414-5221A7893EF4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1" creationId="{A3D6664D-11AD-AB0D-E65A-74934D5B1003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2" creationId="{E1FA8A99-A801-0F1D-B334-A95AF255F84D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3" creationId="{F5BACD54-99ED-CD07-6841-747573ECF1C0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4" creationId="{D63C012F-B27E-B482-02D0-7F55EA3745C5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5" creationId="{51DB5C72-8BB0-511D-93F7-8F6E8C0DB677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6" creationId="{CD7D09FD-ED5C-F16B-9478-BA00A1A3F188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3" creationId="{0268BAF0-5C5D-C9B9-E3F1-4B24EA3776E6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4" creationId="{E9D8E990-826D-8A2A-4194-52B20256301C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5" creationId="{664C196B-1B24-4DBB-BCAB-293CAC7B1D83}"/>
          </ac:spMkLst>
        </pc:spChg>
      </pc:sldChg>
    </pc:docChg>
  </pc:docChgLst>
  <pc:docChgLst>
    <pc:chgData name="Jacob Wyngaard" userId="6181fcd471e98458" providerId="LiveId" clId="{788BA123-62C9-4DDC-86E5-A6BCA4600216}"/>
    <pc:docChg chg="modSld">
      <pc:chgData name="Jacob Wyngaard" userId="6181fcd471e98458" providerId="LiveId" clId="{788BA123-62C9-4DDC-86E5-A6BCA4600216}" dt="2026-04-01T02:11:30.089" v="69" actId="6549"/>
      <pc:docMkLst>
        <pc:docMk/>
      </pc:docMkLst>
      <pc:sldChg chg="modSp">
        <pc:chgData name="Jacob Wyngaard" userId="6181fcd471e98458" providerId="LiveId" clId="{788BA123-62C9-4DDC-86E5-A6BCA4600216}" dt="2026-04-01T02:11:30.089" v="69" actId="6549"/>
        <pc:sldMkLst>
          <pc:docMk/>
          <pc:sldMk cId="131934546" sldId="364"/>
        </pc:sldMkLst>
        <pc:spChg chg="mod">
          <ac:chgData name="Jacob Wyngaard" userId="6181fcd471e98458" providerId="LiveId" clId="{788BA123-62C9-4DDC-86E5-A6BCA4600216}" dt="2026-04-01T02:11:30.089" v="69" actId="6549"/>
          <ac:spMkLst>
            <pc:docMk/>
            <pc:sldMk cId="131934546" sldId="364"/>
            <ac:spMk id="2" creationId="{7EA1CCAF-D750-F677-3C7B-5A38486EC1EA}"/>
          </ac:spMkLst>
        </pc:spChg>
      </pc:sldChg>
      <pc:sldChg chg="modSp mod">
        <pc:chgData name="Jacob Wyngaard" userId="6181fcd471e98458" providerId="LiveId" clId="{788BA123-62C9-4DDC-86E5-A6BCA4600216}" dt="2026-03-31T19:36:31.312" v="67" actId="14100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31T19:36:31.312" v="67" actId="14100"/>
          <ac:spMkLst>
            <pc:docMk/>
            <pc:sldMk cId="3630575026" sldId="365"/>
            <ac:spMk id="4" creationId="{A42C04C6-4436-DB06-7F5F-8E2BF915BD04}"/>
          </ac:spMkLst>
        </pc:spChg>
      </pc:sldChg>
      <pc:sldChg chg="modSp">
        <pc:chgData name="Jacob Wyngaard" userId="6181fcd471e98458" providerId="LiveId" clId="{788BA123-62C9-4DDC-86E5-A6BCA4600216}" dt="2026-03-31T19:35:44.670" v="1" actId="20577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31T19:35:44.670" v="1" actId="20577"/>
          <ac:spMkLst>
            <pc:docMk/>
            <pc:sldMk cId="833292840" sldId="368"/>
            <ac:spMk id="2" creationId="{07A92537-389C-363C-390F-5289CDF08CF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15A7-2B2F-F5BD-60BF-0A3D992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7A7B4-C906-5070-65DF-D0FE3FA45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4515D-7555-ACFB-09C3-844D8D1D0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02609-FA4D-E9B0-7315-18A45177E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53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3CE1-CF83-9010-071B-12FA88A7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8EFC9-4240-8782-72BF-03CD46CB0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5F151-2726-150B-79DF-B4765C4ED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EA7-867E-82B9-B578-4FD7D6A63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6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DADE-AE6E-6360-536C-0BBC5FEDB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6D302-6714-11A4-48B9-062D3C4A0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27FDF-8746-637F-6BAE-3A153D239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9B50D-C2E9-5199-DE76-99158FF2D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06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4487-9D6B-13EA-AAB4-1840CA00D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B364C-C944-714E-B6C0-59EA50313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6D3F2-96AF-D5CF-ED90-EF99D5015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6A825-9001-091A-1791-FAC39AF52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266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AED0-E800-2977-D0F0-8BFCE6F1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F9129A-DACB-82DB-8CF9-3D7CE633B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AE9AB-2931-0D8A-8500-C9B591A51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50DA3F-9717-0401-DC78-75069DC440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64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96521-9551-67F2-4EA5-B3B5FC5BF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4F64-3E29-9DB5-56C5-8EFBFA794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2A141-36C2-1820-9F04-814B5989E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65E15-8702-77AB-B2BC-676B9FEAA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6201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70B4-3C8F-EB1E-1A3B-F793DB58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8FC93-BEC6-54A8-E9AC-012EEB65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46561-98A7-67F5-DA74-7DF8BABB4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1E1A3-2265-6785-F5B3-06B6634FF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74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26E-2118-DA99-043F-BDF57B727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EDBDA-8101-1D4C-16B0-0A22125C5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0A000-7D67-34BF-6BFA-90B51A6E2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CF5F9-5985-BC7F-FC5A-1FB7C85F5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95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89E8-FB76-DBA8-EFF6-8CBE07F1D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78FAD-F7C7-6E0C-70B5-356010824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11B0E-B188-78A2-7F1E-54ECD81B9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F0072-642D-EF03-1692-6F55CB26D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1228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2DC5D-59EB-E7B9-6D95-7F11F631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D293F-EA4F-AF5A-E78B-15420B774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C7D63-D710-E1E3-B20E-0F38A9039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B0C8-501A-63F8-B94E-A87D6B2350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12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32D-86CE-E45B-0D30-05F06E85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BCADB-617A-1402-6FE4-6EBB3B0B9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58B35-6D89-94D7-3422-75232378C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65FD9-7F0D-587E-E545-AD4B71C64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740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C49B0-BFA6-E635-8DCC-4D906A6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FA904-609A-EB55-6A10-2CF5865C5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44CAF-CF48-5C5B-178B-F8D60D88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0E3AC-B42A-FEAD-B646-D1FCD040AC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4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FD3CB-7009-38F9-5175-D180C52D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A8D960-1520-CC00-BF8A-2AC61F17E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3BEE1-8683-D8D3-CA18-1AF73B48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5494-A59D-0198-7CDA-25E7995173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72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14B5D-F8BF-AD57-967D-01EBDD77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E6D41-A5DC-65A8-160C-72C62E72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7EDB0-5D86-269E-D85F-20D94F98B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B3B08-371C-20E8-881A-0D15A738C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61FA0-E40C-9878-BAAE-9BB1646CC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5024F-1C74-814E-9A49-386DE9F00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6ACB2-60E7-9B98-0F2B-9ABB2BA34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2B4B7-C836-98F2-135C-2D14C6E4E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60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694D-C834-4E7B-C304-571C2F4A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5428C-B47E-9941-D52F-415E7B59B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45E95-F08C-3BC8-43DA-F5885D188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4824B-46B2-7575-176F-94E0CED56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2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56E2-7EF4-8F31-B746-CBF335E9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AC3FF-6F89-E13F-A21D-E4A22DBC5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8C439E-BBFF-BD4D-F4B7-8DC7194AA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96D77-ECB5-5850-A239-8D2295A7F9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8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E1DB5-986A-CD05-E95C-54CED087F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CFE000-24ED-E14F-5972-A8EE28E74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1FA0CD-618F-8979-19FF-B5ECBFB60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02649-07A8-50AD-C7DA-A4298CD73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891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2E6D1-4A54-6CF7-9D2B-AA888D21C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4B5EA-E39F-CCFC-D735-449FE6ED2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AC29A-38FF-D23C-79AD-F8B8648A8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DF14F-D1CF-3949-FDDA-5772CB78E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3878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CE70C-A96B-945C-9E13-EFC544FB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2BE224-EC11-FC96-3B51-6E6BF7A75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B1873-A6E4-065F-63FA-1C6C08F8E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EA1C-6D9C-CB30-A432-7FDD0B8CD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0501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EDDC6-57E0-EFAB-5C53-59E47A23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3D597-B82D-2E87-D9D8-9528BA446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219ECE-BC39-75E7-8044-78111B935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E66C5-8E62-5376-A85B-63A24C741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021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8C5BC-BBB8-358A-56A1-9DFB1239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C601-EAA5-A70F-FD95-EAEF14E6E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CBFA5-E807-344F-271F-0817826A6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BA228-F00A-8C62-00FE-7F2C649E6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014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19F11-D45E-A2FC-5A4C-47C9C1122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37381-1ADD-59E1-C64E-EBEB54435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BAA00-783C-A0C5-649B-A889120F9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6067F-7832-BA1F-FD43-B3A342269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6135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7C57-E2E6-CEBF-8BBA-533E309F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9CD66-7E56-4745-1854-D0E0EC73E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AE2BC-23F8-6F49-AC51-551AEE7E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4F3D-328A-2FD3-599C-A83C20644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2823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29E9-6691-D4C6-2986-09402B240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9F2450-7FA6-BFF1-ECDA-38B4A893A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A4448-724B-91B5-4D92-1D9E5E0A5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BE90A-E53D-7C09-B20C-E5384C9EA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111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CEBA-456A-EFA3-6206-9CD8CB24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8B6DF-09CE-CE04-743D-74815739A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E301D-FA3C-A378-8211-ECE4F6471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3FE50-3A35-64CA-90FE-C80156E687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537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D5C7C-3297-9097-9FED-4529D2D8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5A4D0F-99D9-4A45-75D0-C4433446E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49287-58E0-02E9-25E7-FEC23C85A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85AAC-486A-FE6F-AD54-436663E013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954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D6626-B7C2-A36B-30C3-C23B71073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38752C-9DB0-6786-5654-3E89486E8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4A252-5F3F-3C01-7A70-36B490D3B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08016-92C1-C03B-1F3D-A8C642D48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36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11.png"/><Relationship Id="rId7" Type="http://schemas.openxmlformats.org/officeDocument/2006/relationships/image" Target="../media/image39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11" Type="http://schemas.openxmlformats.org/officeDocument/2006/relationships/image" Target="../media/image90.png"/><Relationship Id="rId5" Type="http://schemas.openxmlformats.org/officeDocument/2006/relationships/image" Target="../media/image310.png"/><Relationship Id="rId10" Type="http://schemas.openxmlformats.org/officeDocument/2006/relationships/image" Target="../media/image82.png"/><Relationship Id="rId4" Type="http://schemas.openxmlformats.org/officeDocument/2006/relationships/image" Target="../media/image210.png"/><Relationship Id="rId9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hyperlink" Target="https://www.desmos.com/3d/tdmgziz1x6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39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46.png"/><Relationship Id="rId4" Type="http://schemas.openxmlformats.org/officeDocument/2006/relationships/image" Target="../media/image43.png"/><Relationship Id="rId9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11.png"/><Relationship Id="rId7" Type="http://schemas.openxmlformats.org/officeDocument/2006/relationships/image" Target="../media/image49.png"/><Relationship Id="rId12" Type="http://schemas.openxmlformats.org/officeDocument/2006/relationships/image" Target="../media/image19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11" Type="http://schemas.openxmlformats.org/officeDocument/2006/relationships/image" Target="../media/image180.png"/><Relationship Id="rId5" Type="http://schemas.openxmlformats.org/officeDocument/2006/relationships/image" Target="../media/image120.png"/><Relationship Id="rId10" Type="http://schemas.openxmlformats.org/officeDocument/2006/relationships/image" Target="../media/image170.png"/><Relationship Id="rId4" Type="http://schemas.openxmlformats.org/officeDocument/2006/relationships/image" Target="../media/image112.png"/><Relationship Id="rId9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hyperlink" Target="https://www.desmos.com/3d/mzk4lecki8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49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7.png"/><Relationship Id="rId5" Type="http://schemas.openxmlformats.org/officeDocument/2006/relationships/image" Target="../media/image53.png"/><Relationship Id="rId10" Type="http://schemas.openxmlformats.org/officeDocument/2006/relationships/image" Target="../media/image56.png"/><Relationship Id="rId4" Type="http://schemas.openxmlformats.org/officeDocument/2006/relationships/image" Target="../media/image52.png"/><Relationship Id="rId9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34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hyperlink" Target="https://www.desmos.com/3d/4xztwjqibe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hyperlink" Target="https://www.desmos.com/3d/zvl57upxpp" TargetMode="Externa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Seven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BNN Dynamical Systems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and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DE578C-3179-2F49-CC34-4D1F7690E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968" y="475083"/>
            <a:ext cx="5907833" cy="590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EE90CB-B8D4-83F7-5A3B-C4F6A7097EA6}"/>
              </a:ext>
            </a:extLst>
          </p:cNvPr>
          <p:cNvSpPr txBox="1"/>
          <p:nvPr/>
        </p:nvSpPr>
        <p:spPr>
          <a:xfrm>
            <a:off x="1543812" y="136652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– von Neumann – Nash (BNN)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Dynamical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/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Brace 9">
            <a:extLst>
              <a:ext uri="{FF2B5EF4-FFF2-40B4-BE49-F238E27FC236}">
                <a16:creationId xmlns:a16="http://schemas.microsoft.com/office/drawing/2014/main" id="{CE99C828-DEB1-426C-EA4F-F923A4D92B2E}"/>
              </a:ext>
            </a:extLst>
          </p:cNvPr>
          <p:cNvSpPr/>
          <p:nvPr/>
        </p:nvSpPr>
        <p:spPr>
          <a:xfrm rot="5400000">
            <a:off x="4032852" y="1173559"/>
            <a:ext cx="454149" cy="3089051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/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Value of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minus Value of Current Strategy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blipFill>
                <a:blip r:embed="rId4"/>
                <a:stretch>
                  <a:fillRect l="-846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/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– an increasing function, Nash used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function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blipFill>
                <a:blip r:embed="rId5"/>
                <a:stretch>
                  <a:fillRect l="-240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/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–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th player chooses their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th strategy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blipFill>
                <a:blip r:embed="rId6"/>
                <a:stretch>
                  <a:fillRect l="-201" t="-7407" b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C97C3DF-AF59-B582-122A-6929ADD567CF}"/>
              </a:ext>
            </a:extLst>
          </p:cNvPr>
          <p:cNvSpPr txBox="1"/>
          <p:nvPr/>
        </p:nvSpPr>
        <p:spPr>
          <a:xfrm>
            <a:off x="300658" y="6259683"/>
            <a:ext cx="76208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is a set of time-homogeneous differential equations</a:t>
            </a:r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Recall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72216"/>
              </p:ext>
            </p:extLst>
          </p:nvPr>
        </p:nvGraphicFramePr>
        <p:xfrm>
          <a:off x="1411651" y="4120783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639365"/>
              </p:ext>
            </p:extLst>
          </p:nvPr>
        </p:nvGraphicFramePr>
        <p:xfrm>
          <a:off x="7415353" y="4120783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545983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819049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1020761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42272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712562" y="2322759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644898" y="2322758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9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163CDB2-9AC9-4C9D-A195-E3BB7F632492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0102E-A4BE-31DF-2990-F707D28E5406}"/>
              </a:ext>
            </a:extLst>
          </p:cNvPr>
          <p:cNvSpPr txBox="1"/>
          <p:nvPr/>
        </p:nvSpPr>
        <p:spPr>
          <a:xfrm rot="16200000">
            <a:off x="-452147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59F99-26C3-03EF-7F10-C770B3ADEC27}"/>
              </a:ext>
            </a:extLst>
          </p:cNvPr>
          <p:cNvSpPr txBox="1"/>
          <p:nvPr/>
        </p:nvSpPr>
        <p:spPr>
          <a:xfrm>
            <a:off x="95277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4130F-3E29-2559-0C2F-11A43CD2E328}"/>
              </a:ext>
            </a:extLst>
          </p:cNvPr>
          <p:cNvSpPr txBox="1"/>
          <p:nvPr/>
        </p:nvSpPr>
        <p:spPr>
          <a:xfrm>
            <a:off x="95277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32064-1BA7-4BD9-D963-4BDA27C64612}"/>
              </a:ext>
            </a:extLst>
          </p:cNvPr>
          <p:cNvSpPr txBox="1"/>
          <p:nvPr/>
        </p:nvSpPr>
        <p:spPr>
          <a:xfrm>
            <a:off x="219236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E2AD81-C102-A799-6366-72636FE7440F}"/>
              </a:ext>
            </a:extLst>
          </p:cNvPr>
          <p:cNvSpPr txBox="1"/>
          <p:nvPr/>
        </p:nvSpPr>
        <p:spPr>
          <a:xfrm>
            <a:off x="420948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D18273-DDC1-11F1-DB5F-AD80B0C57ED2}"/>
              </a:ext>
            </a:extLst>
          </p:cNvPr>
          <p:cNvSpPr txBox="1"/>
          <p:nvPr/>
        </p:nvSpPr>
        <p:spPr>
          <a:xfrm>
            <a:off x="242459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C099-5D9E-10F8-701D-1DA3894A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2D6B67-19D7-498D-DC81-34FCCD96742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601027-C255-89EB-B427-EC85156DCF4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031D3-47F6-B075-017F-D61AE688BEAF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E801BC-439E-0D07-FAC7-7E1105AC7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463" y="1716816"/>
            <a:ext cx="7779162" cy="50177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/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ODE simulation results from RK45 method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Initial Conditions: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>
                  <a:spcAft>
                    <a:spcPts val="1200"/>
                  </a:spcAft>
                </a:pPr>
                <a:r>
                  <a:rPr lang="en-US" sz="2000" dirty="0"/>
                  <a:t>Actual Nash Equilibrium: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blipFill>
                <a:blip r:embed="rId4"/>
                <a:stretch>
                  <a:fillRect l="-1838" t="-916" r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1360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4546-0123-B676-D36C-596667A0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C133DD-A38F-391C-E2CD-9F709EE64B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BCE69A-F6E8-84F4-3B02-630CB6E7DD4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E5591D-14CA-C27A-2ED4-3FD35EEC56ED}"/>
              </a:ext>
            </a:extLst>
          </p:cNvPr>
          <p:cNvSpPr txBox="1"/>
          <p:nvPr/>
        </p:nvSpPr>
        <p:spPr>
          <a:xfrm>
            <a:off x="2138873" y="70783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Step Size in Time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Considerations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981B80-B601-FC4D-8F85-0441B4FD2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10" y="1802211"/>
            <a:ext cx="7810901" cy="4985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/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Time Step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blipFill>
                <a:blip r:embed="rId4"/>
                <a:stretch>
                  <a:fillRect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/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ODE simulation results from RK45 method</a:t>
                </a:r>
              </a:p>
              <a:p>
                <a:pPr algn="ctr"/>
                <a:endParaRPr lang="en-US" sz="2000" dirty="0"/>
              </a:p>
              <a:p>
                <a:pPr algn="ctr"/>
                <a:r>
                  <a:rPr lang="en-US" sz="2000" dirty="0"/>
                  <a:t>Initial Conditions:</a:t>
                </a:r>
              </a:p>
              <a:p>
                <a:pPr algn="ctr"/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blipFill>
                <a:blip r:embed="rId5"/>
                <a:stretch>
                  <a:fillRect t="-173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911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093F-0FBF-F98C-798D-3023AC0C7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C13D1F-8AC3-BC3F-BFC6-4FDF84C01FC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44AF1-0906-3BF9-080A-BABD05EBF9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302E1-4F11-5AA8-E4C2-B477F6EED43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D2AF9D-523C-F65F-F687-FDBFC209F077}"/>
              </a:ext>
            </a:extLst>
          </p:cNvPr>
          <p:cNvSpPr txBox="1"/>
          <p:nvPr/>
        </p:nvSpPr>
        <p:spPr>
          <a:xfrm>
            <a:off x="-194857" y="1777381"/>
            <a:ext cx="10203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What time step size do we actually want for the quickest convergence?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3EEBA-CCFA-A78E-4E41-F2DAB1BCABB7}"/>
              </a:ext>
            </a:extLst>
          </p:cNvPr>
          <p:cNvSpPr txBox="1"/>
          <p:nvPr/>
        </p:nvSpPr>
        <p:spPr>
          <a:xfrm>
            <a:off x="-343944" y="2305614"/>
            <a:ext cx="118037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To determine the optimal step size, we need to switch to a non-adaptive ordinary differential equation solver: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CBFE96-B492-2B27-4202-20EEBBB283AE}"/>
              </a:ext>
            </a:extLst>
          </p:cNvPr>
          <p:cNvSpPr txBox="1"/>
          <p:nvPr/>
        </p:nvSpPr>
        <p:spPr>
          <a:xfrm>
            <a:off x="-85525" y="3250855"/>
            <a:ext cx="6446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Runge – Kutta Fourth Order (RK4)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0924FA-88BF-9391-0DC3-0BDE541B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92" y="4579886"/>
            <a:ext cx="3226613" cy="8131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8EE755-AFD8-3669-D4C0-F38A36CCB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808" y="3703255"/>
            <a:ext cx="3141949" cy="20242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C2137A-DFA3-C0B1-6C81-A1A448BCC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808" y="5752668"/>
            <a:ext cx="4265916" cy="1034549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2B122B98-41B6-3BA0-6563-EA9B883CADBE}"/>
              </a:ext>
            </a:extLst>
          </p:cNvPr>
          <p:cNvSpPr/>
          <p:nvPr/>
        </p:nvSpPr>
        <p:spPr>
          <a:xfrm rot="10800000">
            <a:off x="5557936" y="3731411"/>
            <a:ext cx="627608" cy="1996103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30388B-FD92-187C-3EE1-1E363DB762BB}"/>
              </a:ext>
            </a:extLst>
          </p:cNvPr>
          <p:cNvSpPr txBox="1"/>
          <p:nvPr/>
        </p:nvSpPr>
        <p:spPr>
          <a:xfrm>
            <a:off x="3996142" y="4393364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Four Increments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1418172-A42F-A62F-A95B-62D8817D3186}"/>
              </a:ext>
            </a:extLst>
          </p:cNvPr>
          <p:cNvSpPr/>
          <p:nvPr/>
        </p:nvSpPr>
        <p:spPr>
          <a:xfrm rot="10800000">
            <a:off x="5557935" y="5973442"/>
            <a:ext cx="627608" cy="71026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C920BD-1D4A-2FB5-6939-22E7EF4B1052}"/>
              </a:ext>
            </a:extLst>
          </p:cNvPr>
          <p:cNvSpPr txBox="1"/>
          <p:nvPr/>
        </p:nvSpPr>
        <p:spPr>
          <a:xfrm>
            <a:off x="980495" y="5866912"/>
            <a:ext cx="1821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ODE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23D5A06E-1D96-E47D-8D7A-EF17CF6938D4}"/>
              </a:ext>
            </a:extLst>
          </p:cNvPr>
          <p:cNvSpPr/>
          <p:nvPr/>
        </p:nvSpPr>
        <p:spPr>
          <a:xfrm rot="5400000">
            <a:off x="1562689" y="4075857"/>
            <a:ext cx="627608" cy="292610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D10EB-7AB1-B42B-D894-25F851B8520A}"/>
              </a:ext>
            </a:extLst>
          </p:cNvPr>
          <p:cNvSpPr txBox="1"/>
          <p:nvPr/>
        </p:nvSpPr>
        <p:spPr>
          <a:xfrm>
            <a:off x="4217173" y="6005115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Update Values</a:t>
            </a:r>
          </a:p>
        </p:txBody>
      </p:sp>
    </p:spTree>
    <p:extLst>
      <p:ext uri="{BB962C8B-B14F-4D97-AF65-F5344CB8AC3E}">
        <p14:creationId xmlns:p14="http://schemas.microsoft.com/office/powerpoint/2010/main" val="3575157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4E96-2B2A-DE75-F11C-AAD94041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7EC90C-7AD8-534D-E568-8D1A9776982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B88D35-FFD6-3715-C057-F62940B2A6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/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Next, we need a metric to determine convergence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 used the Root Mean Square (RMS) error: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/>
                  <a:t>	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value represent the Nash Equilibrium probabilities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blipFill>
                <a:blip r:embed="rId3"/>
                <a:stretch>
                  <a:fillRect l="-956" t="-2462" b="-5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27B5B4-84E2-CF03-B1EF-65B1BF6B4EA0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</p:spTree>
    <p:extLst>
      <p:ext uri="{BB962C8B-B14F-4D97-AF65-F5344CB8AC3E}">
        <p14:creationId xmlns:p14="http://schemas.microsoft.com/office/powerpoint/2010/main" val="1090056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7D060-9D8D-7D0F-367D-8B5AE186C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453EB1-55A2-81B3-6B46-5C7A71E211B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586C66-3A2C-0F34-C0C6-46EF20D963E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D3685A-2833-E57C-42F7-DC94A5524BA4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5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5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2817" r="-100600" b="-4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2817" r="-600" b="-4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02817" r="-100600" b="-3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02817" r="-600" b="-3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1667" r="-100600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1667" r="-600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7143" r="-100600" b="-1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7143" r="-600" b="-1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2817" r="-100600" b="-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2817" r="-600" b="-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0BB014D-99F1-422D-3F81-13189B1535AD}"/>
              </a:ext>
            </a:extLst>
          </p:cNvPr>
          <p:cNvSpPr txBox="1"/>
          <p:nvPr/>
        </p:nvSpPr>
        <p:spPr>
          <a:xfrm>
            <a:off x="8760260" y="1940767"/>
            <a:ext cx="30809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1074258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0C9BC-AC55-E0C5-23A5-FF2ADA1CC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213703F-5E4A-9768-7A70-F89051AB45B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92A75-53CF-5F24-1240-B0989663F07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A06B4-96EB-0E7C-CA18-2225302FF237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508571" r="-100600" b="-5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508571" r="-600" b="-5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0000" r="-100600" b="-4084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0000" r="-600" b="-4084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90278" r="-100600" b="-3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90278" r="-600" b="-3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0278" r="-100600" b="-2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0278" r="-600" b="-2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90278" r="-100600" b="-1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90278" r="-600" b="-1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4225" r="-100600" b="-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4225" r="-600" b="-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/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RK4 ODE Solver with 1000 Time Steps</a:t>
                </a:r>
              </a:p>
              <a:p>
                <a:pPr algn="ctr"/>
                <a:endParaRPr lang="en-US" sz="2400" dirty="0"/>
              </a:p>
              <a:p>
                <a:pPr algn="ctr"/>
                <a:r>
                  <a:rPr lang="en-US" sz="24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blipFill>
                <a:blip r:embed="rId4"/>
                <a:stretch>
                  <a:fillRect t="-2292" r="-1782" b="-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0554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6EC0-1571-F208-7FC9-FCD469BEF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8F99A76-4BC7-0A72-F615-356D06B6F38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8DD7D-DDC9-FDAB-E5E3-4101F08808D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C3C89-57AE-34E4-0016-BB67081A37B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/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blipFill>
                <a:blip r:embed="rId5"/>
                <a:stretch>
                  <a:fillRect b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2B849A8-9FF5-136C-5F89-E74917C29ED7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719A3-9020-756C-AD24-B296FE03DC33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7CCD9-7217-AB3A-7C7F-0FDCBA8C449F}"/>
              </a:ext>
            </a:extLst>
          </p:cNvPr>
          <p:cNvSpPr/>
          <p:nvPr/>
        </p:nvSpPr>
        <p:spPr>
          <a:xfrm>
            <a:off x="2997096" y="4229744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B9B0B-B1A2-0D5D-D946-7F38728038AE}"/>
              </a:ext>
            </a:extLst>
          </p:cNvPr>
          <p:cNvSpPr/>
          <p:nvPr/>
        </p:nvSpPr>
        <p:spPr>
          <a:xfrm>
            <a:off x="9186402" y="632998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8FC53A-1286-7F9B-2116-D75B6A063A4F}"/>
              </a:ext>
            </a:extLst>
          </p:cNvPr>
          <p:cNvSpPr/>
          <p:nvPr/>
        </p:nvSpPr>
        <p:spPr>
          <a:xfrm>
            <a:off x="9194904" y="463857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D6F898-C5C8-3588-319E-776404FF38D1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5819193" y="4439733"/>
            <a:ext cx="3375711" cy="40882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758EA8-FC47-EEDB-958A-BE3DE2E8C353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819192" y="4859711"/>
            <a:ext cx="3367210" cy="16802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468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A0C21-6117-F0EC-1FAB-C247951A9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2BF0F9-FC49-120A-3F84-1654FF1A10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4CA9CC-DFFC-85C2-DA78-501D55CF484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334884-20F2-3A59-1D70-B35982A77115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𝟎𝟔𝟎𝟖𝟗𝟓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𝟎𝟏𝟏𝟎𝟎𝟑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𝟏𝟕𝟕</m:t>
                                </m:r>
                                <m:sSup>
                                  <m:sSupPr>
                                    <m:ctrlP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ar-AE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𝟏𝟔𝟖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𝟓𝟐𝟒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𝟓𝟓𝟓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𝟔𝟓𝟎𝟐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/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blipFill>
                <a:blip r:embed="rId5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459AB7D-4D4A-A6B7-F8A4-83EA1F760E0D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58B54E-4867-3750-2763-0DA8EBAE703A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44E8F0-3C5B-98AE-23E3-FB5F0AFBB25A}"/>
              </a:ext>
            </a:extLst>
          </p:cNvPr>
          <p:cNvSpPr/>
          <p:nvPr/>
        </p:nvSpPr>
        <p:spPr>
          <a:xfrm>
            <a:off x="2997094" y="633979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3AFCEF-D6F3-CFA8-8BA6-B98B59F66C03}"/>
              </a:ext>
            </a:extLst>
          </p:cNvPr>
          <p:cNvSpPr/>
          <p:nvPr/>
        </p:nvSpPr>
        <p:spPr>
          <a:xfrm>
            <a:off x="9190654" y="4239553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CB32AC-C6D3-2C47-4F4D-C9A6DEACF38B}"/>
              </a:ext>
            </a:extLst>
          </p:cNvPr>
          <p:cNvSpPr/>
          <p:nvPr/>
        </p:nvSpPr>
        <p:spPr>
          <a:xfrm>
            <a:off x="9190654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C3EB4-E105-BB55-9237-EE75E2828846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 flipV="1">
            <a:off x="5819191" y="4859711"/>
            <a:ext cx="3371463" cy="169007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E56529-8D50-2952-CC54-EB15219A91A2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5819192" y="4449542"/>
            <a:ext cx="3371462" cy="4101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093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68A5-1420-E30E-FC99-2F973C23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1BD588-4F07-8F18-DD43-87C7F3C401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E7292-EE26-734A-70BF-A0FA8447EC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02A7F5-A2A6-81B8-7AF7-1E49A1D2DBCB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078E86-99FC-0FA9-C64A-3D1130A08E7E}"/>
              </a:ext>
            </a:extLst>
          </p:cNvPr>
          <p:cNvSpPr txBox="1"/>
          <p:nvPr/>
        </p:nvSpPr>
        <p:spPr>
          <a:xfrm>
            <a:off x="222586" y="1834900"/>
            <a:ext cx="1020356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Since the system is time-homogeneous and depends linearly on the payoff matrices, scaling payoff matrices is equivalent to scaling time under the </a:t>
            </a:r>
            <a:r>
              <a:rPr lang="en-US" sz="2400" dirty="0" err="1"/>
              <a:t>ReLU</a:t>
            </a:r>
            <a:r>
              <a:rPr lang="en-US" sz="2400" dirty="0"/>
              <a:t> activation function</a:t>
            </a:r>
          </a:p>
          <a:p>
            <a:endParaRPr lang="en-US" sz="2400" dirty="0"/>
          </a:p>
          <a:p>
            <a:r>
              <a:rPr lang="en-US" sz="2400" dirty="0"/>
              <a:t>For the original set of payoff matrices, the ideal time step is approximately 1</a:t>
            </a:r>
          </a:p>
          <a:p>
            <a:endParaRPr lang="en-US" sz="2400" dirty="0"/>
          </a:p>
          <a:p>
            <a:r>
              <a:rPr lang="en-US" sz="2400" dirty="0"/>
              <a:t>Since the accuracy is heavily dependent on the time step, adaptive step size approaches like Runge – Kutta 45 (RK45) are preferred</a:t>
            </a:r>
          </a:p>
        </p:txBody>
      </p:sp>
    </p:spTree>
    <p:extLst>
      <p:ext uri="{BB962C8B-B14F-4D97-AF65-F5344CB8AC3E}">
        <p14:creationId xmlns:p14="http://schemas.microsoft.com/office/powerpoint/2010/main" val="2927176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E147-B9D1-4CC8-57CF-B08F9BB9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F197E1-E514-56DC-0829-7B33671AF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626F4A-4560-E841-33B1-45B7FD208D7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A412A1-E6B9-A9B6-E91C-9269B83CBDB8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An Experiment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𝟏𝟑𝟐𝟓𝟒𝟓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𝟏𝟐𝟓𝟗𝟓𝟏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𝟏𝟎𝟓𝟐𝟐𝟏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𝟎𝟏𝟒𝟐𝟔𝟗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𝟑𝟖𝟖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𝟑𝟓𝟔𝟏𝟕𝟖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𝟑𝟔𝟔𝟗𝟐𝟕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𝟒𝟒𝟎𝟏𝟒𝟕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𝟓𝟔𝟔𝟏𝟓𝟖</m:t>
                                </m:r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𝐍𝐚𝐍</m:t>
                                </m:r>
                              </m:oMath>
                            </m:oMathPara>
                          </a14:m>
                          <a:endParaRPr lang="en-US" sz="2200" b="1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4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4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11429" r="-100600" b="-4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11429" r="-600" b="-4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11429" r="-100600" b="-3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11429" r="-600" b="-3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11429" r="-100600" b="-2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11429" r="-600" b="-2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1429" r="-100600" b="-1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1429" r="-600" b="-1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11429" r="-100600" b="-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11429" r="-600" b="-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BD61F7-465A-9322-53A1-BB811E094BB8}"/>
              </a:ext>
            </a:extLst>
          </p:cNvPr>
          <p:cNvSpPr txBox="1"/>
          <p:nvPr/>
        </p:nvSpPr>
        <p:spPr>
          <a:xfrm>
            <a:off x="8760260" y="1940767"/>
            <a:ext cx="308092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tanh 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2661158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82648-DC28-B3B6-1912-FD4C128C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66D7266-5D3C-745F-C1EA-DA2D3EB7932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3834E-5F95-6306-C247-D9F12B396FC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EB532-FDBF-2751-D05C-3B475958063A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More Experiments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7D245-CC2D-872E-1087-ECD6BA534F9E}"/>
              </a:ext>
            </a:extLst>
          </p:cNvPr>
          <p:cNvSpPr txBox="1"/>
          <p:nvPr/>
        </p:nvSpPr>
        <p:spPr>
          <a:xfrm>
            <a:off x="7393327" y="1992890"/>
            <a:ext cx="4559188" cy="15696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All Experiments Done with: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RK4 ODE Solver with 1000 Time Steps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Original Payoff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/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Sigmoid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.083134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blipFill>
                <a:blip r:embed="rId3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/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Leaky </a:t>
                </a:r>
                <a:r>
                  <a:rPr lang="en-US" sz="2400" u="sng" dirty="0" err="1"/>
                  <a:t>ReLU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1100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1300</m:t>
                    </m:r>
                  </m:oMath>
                </a14:m>
                <a:r>
                  <a:rPr lang="en-US" sz="2400" dirty="0"/>
                  <a:t> </a:t>
                </a:r>
                <a:endParaRPr lang="ar-AE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blipFill>
                <a:blip r:embed="rId4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/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SoftMax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021497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/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 err="1"/>
                  <a:t>GeLU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206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blipFill>
                <a:blip r:embed="rId6"/>
                <a:stretch>
                  <a:fillRect t="-5882" b="-1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/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ELU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327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500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ctr"/>
                <a:r>
                  <a:rPr lang="en-US" sz="2400" dirty="0" err="1"/>
                  <a:t>NaN</a:t>
                </a:r>
                <a:r>
                  <a:rPr lang="en-US" sz="2400" dirty="0"/>
                  <a:t> Errors for higher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values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blipFill>
                <a:blip r:embed="rId7"/>
                <a:stretch>
                  <a:fillRect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Brace 12">
            <a:extLst>
              <a:ext uri="{FF2B5EF4-FFF2-40B4-BE49-F238E27FC236}">
                <a16:creationId xmlns:a16="http://schemas.microsoft.com/office/drawing/2014/main" id="{58954B48-1727-017E-15C0-64F62FB0AB74}"/>
              </a:ext>
            </a:extLst>
          </p:cNvPr>
          <p:cNvSpPr/>
          <p:nvPr/>
        </p:nvSpPr>
        <p:spPr>
          <a:xfrm>
            <a:off x="5842424" y="4802012"/>
            <a:ext cx="507151" cy="19785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D000AE-FA58-CDF3-2745-DAB87ECF09BE}"/>
              </a:ext>
            </a:extLst>
          </p:cNvPr>
          <p:cNvSpPr txBox="1"/>
          <p:nvPr/>
        </p:nvSpPr>
        <p:spPr>
          <a:xfrm>
            <a:off x="6137397" y="5121225"/>
            <a:ext cx="351571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Smooth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More sensitive to choosing correct step size</a:t>
            </a:r>
          </a:p>
        </p:txBody>
      </p:sp>
    </p:spTree>
    <p:extLst>
      <p:ext uri="{BB962C8B-B14F-4D97-AF65-F5344CB8AC3E}">
        <p14:creationId xmlns:p14="http://schemas.microsoft.com/office/powerpoint/2010/main" val="3116248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Brown-Robinson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pure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3A223-FA57-A05B-E283-8A76988F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67B8386-E121-14E4-E970-07FAFF87A6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30CA49-6AD3-B901-4611-8474A786EC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B4B3FC-B344-507F-6C60-18549F76317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3F1D4C-9BEA-AE59-35CA-555407795EF9}"/>
              </a:ext>
            </a:extLst>
          </p:cNvPr>
          <p:cNvSpPr txBox="1"/>
          <p:nvPr/>
        </p:nvSpPr>
        <p:spPr>
          <a:xfrm>
            <a:off x="170519" y="1807313"/>
            <a:ext cx="109515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 games may not have ordinal potentials. Matching pennies example: </a:t>
            </a:r>
          </a:p>
          <a:p>
            <a:r>
              <a:rPr lang="en-US" sz="2400" dirty="0"/>
              <a:t>Many non-degenerate zero sum games do not have an ordinal potential</a:t>
            </a:r>
          </a:p>
          <a:p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83924A-10C2-753A-2104-1786A5B6D08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Games without Ordinal Potentials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8701E-42D7-6564-396E-13EB21357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051178"/>
              </p:ext>
            </p:extLst>
          </p:nvPr>
        </p:nvGraphicFramePr>
        <p:xfrm>
          <a:off x="1304746" y="4617739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B4CECA3-0BCF-23BB-A5A5-641885E5D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95221"/>
              </p:ext>
            </p:extLst>
          </p:nvPr>
        </p:nvGraphicFramePr>
        <p:xfrm>
          <a:off x="7308448" y="4617739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60CE6EB-AC10-438E-66B9-70ECFCCB1F39}"/>
              </a:ext>
            </a:extLst>
          </p:cNvPr>
          <p:cNvSpPr txBox="1"/>
          <p:nvPr/>
        </p:nvSpPr>
        <p:spPr>
          <a:xfrm rot="16200000">
            <a:off x="5439078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F9DB18-464C-24F4-B296-A62E214D0608}"/>
              </a:ext>
            </a:extLst>
          </p:cNvPr>
          <p:cNvSpPr txBox="1"/>
          <p:nvPr/>
        </p:nvSpPr>
        <p:spPr>
          <a:xfrm>
            <a:off x="679430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A25EF-7365-E63B-AB0F-4C7AA07A51B8}"/>
              </a:ext>
            </a:extLst>
          </p:cNvPr>
          <p:cNvSpPr txBox="1"/>
          <p:nvPr/>
        </p:nvSpPr>
        <p:spPr>
          <a:xfrm>
            <a:off x="684399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405614-59D3-A855-6A66-2AA6994D0548}"/>
              </a:ext>
            </a:extLst>
          </p:cNvPr>
          <p:cNvSpPr txBox="1"/>
          <p:nvPr/>
        </p:nvSpPr>
        <p:spPr>
          <a:xfrm>
            <a:off x="808359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4AD53-F618-6259-A2C4-5AF95E943959}"/>
              </a:ext>
            </a:extLst>
          </p:cNvPr>
          <p:cNvSpPr txBox="1"/>
          <p:nvPr/>
        </p:nvSpPr>
        <p:spPr>
          <a:xfrm>
            <a:off x="1010070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CA2F1-0E59-0CC7-99F0-BC31864100A0}"/>
              </a:ext>
            </a:extLst>
          </p:cNvPr>
          <p:cNvSpPr txBox="1"/>
          <p:nvPr/>
        </p:nvSpPr>
        <p:spPr>
          <a:xfrm>
            <a:off x="831581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B7F153-82A6-2D0D-3439-DB266430C5B8}"/>
              </a:ext>
            </a:extLst>
          </p:cNvPr>
          <p:cNvSpPr txBox="1"/>
          <p:nvPr/>
        </p:nvSpPr>
        <p:spPr>
          <a:xfrm>
            <a:off x="605657" y="2819715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C49C94-572A-B71C-F8F3-EDBE863E782B}"/>
              </a:ext>
            </a:extLst>
          </p:cNvPr>
          <p:cNvSpPr txBox="1"/>
          <p:nvPr/>
        </p:nvSpPr>
        <p:spPr>
          <a:xfrm>
            <a:off x="6537993" y="2819714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3BCB-40EF-DB57-6C6E-0134467FF453}"/>
              </a:ext>
            </a:extLst>
          </p:cNvPr>
          <p:cNvSpPr txBox="1"/>
          <p:nvPr/>
        </p:nvSpPr>
        <p:spPr>
          <a:xfrm rot="16200000">
            <a:off x="-559052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AD080E-D1BE-28CF-0B4E-DF844C1DD079}"/>
              </a:ext>
            </a:extLst>
          </p:cNvPr>
          <p:cNvSpPr txBox="1"/>
          <p:nvPr/>
        </p:nvSpPr>
        <p:spPr>
          <a:xfrm>
            <a:off x="79617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893CD0-D27C-1C71-020A-93875B7D5932}"/>
              </a:ext>
            </a:extLst>
          </p:cNvPr>
          <p:cNvSpPr txBox="1"/>
          <p:nvPr/>
        </p:nvSpPr>
        <p:spPr>
          <a:xfrm>
            <a:off x="84586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798E47-2766-21C1-6D2A-209A1366B0B4}"/>
              </a:ext>
            </a:extLst>
          </p:cNvPr>
          <p:cNvSpPr txBox="1"/>
          <p:nvPr/>
        </p:nvSpPr>
        <p:spPr>
          <a:xfrm>
            <a:off x="208546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F99AC9-F423-5A47-772D-5F8E7C9D89B2}"/>
              </a:ext>
            </a:extLst>
          </p:cNvPr>
          <p:cNvSpPr txBox="1"/>
          <p:nvPr/>
        </p:nvSpPr>
        <p:spPr>
          <a:xfrm>
            <a:off x="410257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63289-1405-8425-9921-B23C51BEBC4C}"/>
              </a:ext>
            </a:extLst>
          </p:cNvPr>
          <p:cNvSpPr txBox="1"/>
          <p:nvPr/>
        </p:nvSpPr>
        <p:spPr>
          <a:xfrm>
            <a:off x="231768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3843250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9D28-A627-4EE0-C261-9AA770A1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6FB80D-92F9-D633-0AF5-B8C65EA2DB8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EEC7C-3D90-3C4C-7644-702F9737BB4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ED08B-3AD0-23F7-5C37-02088E07175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2358DF-3C50-EF31-8C86-2529B9C00244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FB307D2-5901-5B9E-A552-59AFF8CD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365366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7516732-AB60-925A-E474-19623CE84944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DC322-C3E1-1C24-1C06-F032EA3A5BC6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E78E98-3023-46B9-FB5F-FE7D5AA85DFF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527A57-A1F1-9C14-D48C-103DF6D0805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9D5C40-FFD7-BACE-C46A-8A62DBFF012A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D3ED7-0FFC-F5E3-A15C-DA898C2D320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AF4B66-2137-F35D-8A6D-2E689F50AD9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FD1BA9-8D44-12B2-3465-DC744E72ABF9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3AB533E4-8D47-8C53-B134-1795593B2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684631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2FA74DE-9DA0-33F4-C5C8-814F0F5D185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22901-21FA-572E-5DF6-4D3A6F5DE763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822C28-1A8E-2B5F-A15A-3489CFF64A06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01B34-FBFE-4489-8CE9-11BCCF88532D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1CE074-8A20-337C-AC97-7E0325E455D9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E9D3A-4BC1-2075-FE74-F146C7978E78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3DA6766-40C1-BF99-3989-343F2F3A794B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6C06F6-2959-F38F-C8D1-8FA7823F169C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2DA0C6-BBF0-C59D-8A96-ADB6ABF15E9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462BA6-5987-A0AA-C233-F61C1694C5AC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10946F1-F4F1-F1A1-B403-AB9203E62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74108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267C489E-708E-FA1C-21D3-0DB12ED85E57}"/>
              </a:ext>
            </a:extLst>
          </p:cNvPr>
          <p:cNvSpPr txBox="1"/>
          <p:nvPr/>
        </p:nvSpPr>
        <p:spPr>
          <a:xfrm>
            <a:off x="8416713" y="6125497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</p:spTree>
    <p:extLst>
      <p:ext uri="{BB962C8B-B14F-4D97-AF65-F5344CB8AC3E}">
        <p14:creationId xmlns:p14="http://schemas.microsoft.com/office/powerpoint/2010/main" val="708349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0A996-BDEE-BA42-90AF-6F644C2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C6D6F0-18C3-F6E7-AA46-A79C6B3996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4D3BA-A2C2-BBFF-7FCC-3925AA0CFCC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742D6-15FE-C9A5-8ADF-FCF1209FC8A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565577-6A68-8DB7-5A3E-14C47583E64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DD41D-38C1-7926-B88C-80B1B5A599A2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08D1A8-D31D-0531-88D7-B83053BB1A5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B10272-DDE9-8ECD-526B-B377DF9B20DB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C823B-9592-DB6E-7F5F-4DC624286C10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23D1E-9BEC-30D8-2CFC-441A9112217A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B9CA0D-A770-4F54-CFA8-413D00B732F9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2E2CA-7186-8647-600D-0C53B77EAD7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79C5C6-EDB5-75FC-C930-B82E48670FB2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340AE7-56DE-CB95-5763-688F8B3A68C2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D5F28277-88A1-F1D1-5496-2E761E4FCA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984747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2BEA1597-C536-E699-59AD-E31421D5F88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F1E64E-1E4E-24DE-8527-02B8003473E5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C8BED6-6F25-BD8F-6993-6309C2544F2C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A1C502-7869-7D51-A4D9-329F6D2F82F8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171477-1EA5-AE59-453B-C989A3FAAB5E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1B3E31-E859-8036-6933-40B930D54DE5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9C1F74-3F38-C101-9827-851C3908CE59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1E2CCA-CE30-FB30-EFEB-7B300D611B3B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DC8D44-25DD-73F9-7B80-536EED023C0F}"/>
              </a:ext>
            </a:extLst>
          </p:cNvPr>
          <p:cNvSpPr txBox="1"/>
          <p:nvPr/>
        </p:nvSpPr>
        <p:spPr>
          <a:xfrm>
            <a:off x="842843" y="4453085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8FC04-3572-52D3-CAC8-F1A9117CE1A7}"/>
              </a:ext>
            </a:extLst>
          </p:cNvPr>
          <p:cNvSpPr txBox="1"/>
          <p:nvPr/>
        </p:nvSpPr>
        <p:spPr>
          <a:xfrm>
            <a:off x="6788028" y="4453085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4504CC-297A-4742-7E3A-676A80A9FD87}"/>
              </a:ext>
            </a:extLst>
          </p:cNvPr>
          <p:cNvSpPr/>
          <p:nvPr/>
        </p:nvSpPr>
        <p:spPr>
          <a:xfrm>
            <a:off x="1414506" y="5198978"/>
            <a:ext cx="1057716" cy="419978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6A6E8-BE9F-00F7-AA73-2E555DA57A31}"/>
              </a:ext>
            </a:extLst>
          </p:cNvPr>
          <p:cNvSpPr/>
          <p:nvPr/>
        </p:nvSpPr>
        <p:spPr>
          <a:xfrm>
            <a:off x="1426532" y="5705519"/>
            <a:ext cx="1057716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F87AAF-351F-9003-BFB9-7FF45855C987}"/>
              </a:ext>
            </a:extLst>
          </p:cNvPr>
          <p:cNvSpPr/>
          <p:nvPr/>
        </p:nvSpPr>
        <p:spPr>
          <a:xfrm>
            <a:off x="1426532" y="6212060"/>
            <a:ext cx="1057716" cy="419978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5E34-60D8-96F7-5B0E-3C75CFEB767C}"/>
              </a:ext>
            </a:extLst>
          </p:cNvPr>
          <p:cNvSpPr txBox="1"/>
          <p:nvPr/>
        </p:nvSpPr>
        <p:spPr>
          <a:xfrm>
            <a:off x="2472222" y="518702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Best Response to Other Player’s Strategy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AE1243-5CD9-BF68-7DEA-525ECD79120C}"/>
              </a:ext>
            </a:extLst>
          </p:cNvPr>
          <p:cNvSpPr txBox="1"/>
          <p:nvPr/>
        </p:nvSpPr>
        <p:spPr>
          <a:xfrm>
            <a:off x="2557782" y="623738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 Response to Other Player’s Strategy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BE61AF-7683-939E-645D-E75A9CE2475B}"/>
              </a:ext>
            </a:extLst>
          </p:cNvPr>
          <p:cNvSpPr txBox="1"/>
          <p:nvPr/>
        </p:nvSpPr>
        <p:spPr>
          <a:xfrm>
            <a:off x="2472222" y="5709783"/>
            <a:ext cx="4977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Medium Response to Other Player’s Strategy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8C1-4628-E72F-93EA-DC3306A07424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18E36C-1F33-4219-0178-2A64C9CD2B85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535352-E9E0-340B-AD7D-652A4B54B48B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EA35B-26BF-8C5A-9BC0-957713507E1E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467D6E-18A2-2773-751F-735980A440CB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D45CDC-183D-F24A-8A0C-62E69A817779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B332F7-575F-987F-6F52-059E5FB3AA34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C83BDA-AE0D-D02B-B261-7B58CF38A916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80BB05-13B5-5A41-EAD8-347538AEE35D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5FC359-7201-AC65-BCC8-CD2E33A66F42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516046-E450-C01B-4234-78E7F2F57960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EB78EF-C274-98F3-C8BA-1B4779C6EA04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E1AB18-80C0-8657-F676-0FD8C3E8C186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DC4120-4B1B-A019-1B3B-4ACCDC015BCC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CA439E7-D8F2-E7EA-630D-3D3203334195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F54D7A-A879-FFFF-65DC-E80FCA8755ED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7DD6D4-DF10-9900-E187-D2F39A9B2604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1DC0D8F-C21B-58FE-B416-0BB204EC2AE3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131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D7B6-0B05-208A-9C7E-02A4422C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3CA4A6-F4E2-3D12-3437-281004147EF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E3F1E-B7C3-7DB3-C150-C800620309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579F8-B535-1F1C-F541-1645A8605263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E5A75-5971-B84E-F4E2-C19E623F688B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C150D3-BC70-C872-BAA8-577577915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3537"/>
              </p:ext>
            </p:extLst>
          </p:nvPr>
        </p:nvGraphicFramePr>
        <p:xfrm>
          <a:off x="1193378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D9DBA74-66DC-96A0-E6DA-E85EB01211B8}"/>
              </a:ext>
            </a:extLst>
          </p:cNvPr>
          <p:cNvSpPr txBox="1"/>
          <p:nvPr/>
        </p:nvSpPr>
        <p:spPr>
          <a:xfrm>
            <a:off x="8543924" y="21975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7FD927-B662-3D20-6D7F-5B7C9EEE604A}"/>
              </a:ext>
            </a:extLst>
          </p:cNvPr>
          <p:cNvSpPr txBox="1"/>
          <p:nvPr/>
        </p:nvSpPr>
        <p:spPr>
          <a:xfrm rot="16200000">
            <a:off x="-465591" y="366290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1A8CB2-976A-CD8E-7EDD-7550ACF05026}"/>
              </a:ext>
            </a:extLst>
          </p:cNvPr>
          <p:cNvSpPr txBox="1"/>
          <p:nvPr/>
        </p:nvSpPr>
        <p:spPr>
          <a:xfrm>
            <a:off x="728926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283B0-0540-FC93-4DF4-1C6ECC0D4C06}"/>
              </a:ext>
            </a:extLst>
          </p:cNvPr>
          <p:cNvSpPr txBox="1"/>
          <p:nvPr/>
        </p:nvSpPr>
        <p:spPr>
          <a:xfrm>
            <a:off x="728926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DE9D88-8C43-D424-F086-BD1F83E329A6}"/>
              </a:ext>
            </a:extLst>
          </p:cNvPr>
          <p:cNvSpPr txBox="1"/>
          <p:nvPr/>
        </p:nvSpPr>
        <p:spPr>
          <a:xfrm>
            <a:off x="728926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3343D6-8F40-ACFC-7FD9-3E5EE1EEC32E}"/>
              </a:ext>
            </a:extLst>
          </p:cNvPr>
          <p:cNvSpPr txBox="1"/>
          <p:nvPr/>
        </p:nvSpPr>
        <p:spPr>
          <a:xfrm>
            <a:off x="1733948" y="2591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87CB96-FFDD-2D42-BF3C-70F9AB9D76C6}"/>
              </a:ext>
            </a:extLst>
          </p:cNvPr>
          <p:cNvSpPr txBox="1"/>
          <p:nvPr/>
        </p:nvSpPr>
        <p:spPr>
          <a:xfrm>
            <a:off x="334250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9EBE51-CDE5-CBC2-63E6-EE9650893E12}"/>
              </a:ext>
            </a:extLst>
          </p:cNvPr>
          <p:cNvSpPr txBox="1"/>
          <p:nvPr/>
        </p:nvSpPr>
        <p:spPr>
          <a:xfrm>
            <a:off x="473914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3274C3A-4211-3BAF-FBAF-89A8531DA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995803"/>
              </p:ext>
            </p:extLst>
          </p:nvPr>
        </p:nvGraphicFramePr>
        <p:xfrm>
          <a:off x="7064694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AAA2631-C6AA-FF27-8CE4-C63AC1685DBF}"/>
              </a:ext>
            </a:extLst>
          </p:cNvPr>
          <p:cNvSpPr txBox="1"/>
          <p:nvPr/>
        </p:nvSpPr>
        <p:spPr>
          <a:xfrm>
            <a:off x="6569814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A44A0B-83E2-B8E9-539A-5DE2A6C0D20A}"/>
              </a:ext>
            </a:extLst>
          </p:cNvPr>
          <p:cNvSpPr txBox="1"/>
          <p:nvPr/>
        </p:nvSpPr>
        <p:spPr>
          <a:xfrm>
            <a:off x="6569814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075117-662E-2358-3E15-640CA30C7238}"/>
              </a:ext>
            </a:extLst>
          </p:cNvPr>
          <p:cNvSpPr txBox="1"/>
          <p:nvPr/>
        </p:nvSpPr>
        <p:spPr>
          <a:xfrm>
            <a:off x="6569814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4E7C6B-C301-370D-EB7B-D1F32A23F470}"/>
              </a:ext>
            </a:extLst>
          </p:cNvPr>
          <p:cNvSpPr txBox="1"/>
          <p:nvPr/>
        </p:nvSpPr>
        <p:spPr>
          <a:xfrm>
            <a:off x="7627370" y="260265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56E62F-AB5D-3CBB-D236-93377E5C00CE}"/>
              </a:ext>
            </a:extLst>
          </p:cNvPr>
          <p:cNvSpPr txBox="1"/>
          <p:nvPr/>
        </p:nvSpPr>
        <p:spPr>
          <a:xfrm>
            <a:off x="923593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23EAE8-2167-469F-D8F1-364F18DBFD48}"/>
              </a:ext>
            </a:extLst>
          </p:cNvPr>
          <p:cNvSpPr txBox="1"/>
          <p:nvPr/>
        </p:nvSpPr>
        <p:spPr>
          <a:xfrm>
            <a:off x="1063257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80A796-7ADE-1BFC-2A0C-D47DEE86DBC3}"/>
              </a:ext>
            </a:extLst>
          </p:cNvPr>
          <p:cNvSpPr txBox="1"/>
          <p:nvPr/>
        </p:nvSpPr>
        <p:spPr>
          <a:xfrm>
            <a:off x="2650502" y="220673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F99475-DAD7-AC92-8E07-0C0EB53634C0}"/>
              </a:ext>
            </a:extLst>
          </p:cNvPr>
          <p:cNvSpPr txBox="1"/>
          <p:nvPr/>
        </p:nvSpPr>
        <p:spPr>
          <a:xfrm rot="16200000">
            <a:off x="5403599" y="36551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03311-FBED-F4AF-F15C-B337E9B59096}"/>
              </a:ext>
            </a:extLst>
          </p:cNvPr>
          <p:cNvSpPr txBox="1"/>
          <p:nvPr/>
        </p:nvSpPr>
        <p:spPr>
          <a:xfrm>
            <a:off x="4633715" y="1700482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175D41-E78A-1A11-64B6-B9760DBADAD6}"/>
              </a:ext>
            </a:extLst>
          </p:cNvPr>
          <p:cNvSpPr txBox="1"/>
          <p:nvPr/>
        </p:nvSpPr>
        <p:spPr>
          <a:xfrm>
            <a:off x="917489" y="5050874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Perspective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ACC73-7CB6-44B5-4D73-2B44B131A0C1}"/>
              </a:ext>
            </a:extLst>
          </p:cNvPr>
          <p:cNvSpPr txBox="1"/>
          <p:nvPr/>
        </p:nvSpPr>
        <p:spPr>
          <a:xfrm>
            <a:off x="6862674" y="5050874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Perspective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FB898-FE21-1F7A-2AF0-8A87615C4AB0}"/>
              </a:ext>
            </a:extLst>
          </p:cNvPr>
          <p:cNvSpPr/>
          <p:nvPr/>
        </p:nvSpPr>
        <p:spPr>
          <a:xfrm>
            <a:off x="1223974" y="3143740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9760E1-C36D-B3AD-D66D-21523F8E5CEC}"/>
              </a:ext>
            </a:extLst>
          </p:cNvPr>
          <p:cNvSpPr/>
          <p:nvPr/>
        </p:nvSpPr>
        <p:spPr>
          <a:xfrm>
            <a:off x="2763368" y="3762823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9F9C5-C5FD-E13F-21AA-C6234B668DEE}"/>
              </a:ext>
            </a:extLst>
          </p:cNvPr>
          <p:cNvSpPr/>
          <p:nvPr/>
        </p:nvSpPr>
        <p:spPr>
          <a:xfrm>
            <a:off x="4353996" y="3150275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576B09-188A-0649-47A5-299CE48A24AC}"/>
              </a:ext>
            </a:extLst>
          </p:cNvPr>
          <p:cNvSpPr/>
          <p:nvPr/>
        </p:nvSpPr>
        <p:spPr>
          <a:xfrm>
            <a:off x="4369955" y="3770630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32292B-8CDE-7899-4029-26DB1BB241C1}"/>
              </a:ext>
            </a:extLst>
          </p:cNvPr>
          <p:cNvSpPr/>
          <p:nvPr/>
        </p:nvSpPr>
        <p:spPr>
          <a:xfrm>
            <a:off x="4357617" y="4397699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F9D408-7582-9588-6D08-CE64C64B6B50}"/>
              </a:ext>
            </a:extLst>
          </p:cNvPr>
          <p:cNvSpPr/>
          <p:nvPr/>
        </p:nvSpPr>
        <p:spPr>
          <a:xfrm>
            <a:off x="2763368" y="4390809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FB12F3-E0BA-C2D8-77B1-4B348871E8B2}"/>
              </a:ext>
            </a:extLst>
          </p:cNvPr>
          <p:cNvSpPr/>
          <p:nvPr/>
        </p:nvSpPr>
        <p:spPr>
          <a:xfrm>
            <a:off x="2761252" y="3142318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F109FD-A497-D013-66D0-9BC4F361E1FF}"/>
              </a:ext>
            </a:extLst>
          </p:cNvPr>
          <p:cNvSpPr/>
          <p:nvPr/>
        </p:nvSpPr>
        <p:spPr>
          <a:xfrm>
            <a:off x="1208514" y="3770630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649CFE-2A08-80D2-6069-83727FC40F84}"/>
              </a:ext>
            </a:extLst>
          </p:cNvPr>
          <p:cNvSpPr/>
          <p:nvPr/>
        </p:nvSpPr>
        <p:spPr>
          <a:xfrm>
            <a:off x="1216804" y="4397522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70A18C-9CEA-6389-9C1D-E0B52AA7D46F}"/>
              </a:ext>
            </a:extLst>
          </p:cNvPr>
          <p:cNvSpPr/>
          <p:nvPr/>
        </p:nvSpPr>
        <p:spPr>
          <a:xfrm>
            <a:off x="7085170" y="3153114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4AEBE4-F641-CBA0-A7F2-810CCD149E06}"/>
              </a:ext>
            </a:extLst>
          </p:cNvPr>
          <p:cNvSpPr/>
          <p:nvPr/>
        </p:nvSpPr>
        <p:spPr>
          <a:xfrm>
            <a:off x="8625262" y="3780004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7ED3D1-3F56-A581-DC8B-26D02869BB77}"/>
              </a:ext>
            </a:extLst>
          </p:cNvPr>
          <p:cNvSpPr/>
          <p:nvPr/>
        </p:nvSpPr>
        <p:spPr>
          <a:xfrm>
            <a:off x="10194488" y="4417967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476A6E1-8FB5-0361-A8E5-5020C7002C0B}"/>
              </a:ext>
            </a:extLst>
          </p:cNvPr>
          <p:cNvSpPr/>
          <p:nvPr/>
        </p:nvSpPr>
        <p:spPr>
          <a:xfrm>
            <a:off x="10218691" y="3787635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848FD76-7368-060B-76A0-5BA5616EF9CF}"/>
              </a:ext>
            </a:extLst>
          </p:cNvPr>
          <p:cNvSpPr/>
          <p:nvPr/>
        </p:nvSpPr>
        <p:spPr>
          <a:xfrm>
            <a:off x="10208104" y="3153114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F92EBB-EA26-9047-C7CD-64B07E65951E}"/>
              </a:ext>
            </a:extLst>
          </p:cNvPr>
          <p:cNvSpPr/>
          <p:nvPr/>
        </p:nvSpPr>
        <p:spPr>
          <a:xfrm>
            <a:off x="7079515" y="3789666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53F5E39-5293-611B-96A2-C8D5EAE834F4}"/>
              </a:ext>
            </a:extLst>
          </p:cNvPr>
          <p:cNvSpPr/>
          <p:nvPr/>
        </p:nvSpPr>
        <p:spPr>
          <a:xfrm>
            <a:off x="8594834" y="3151083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6018E4F-9D01-6B94-A8B2-7421505E3749}"/>
              </a:ext>
            </a:extLst>
          </p:cNvPr>
          <p:cNvSpPr/>
          <p:nvPr/>
        </p:nvSpPr>
        <p:spPr>
          <a:xfrm>
            <a:off x="8625262" y="4406657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B6E839-BC58-6183-EAF4-2402C5A2F422}"/>
              </a:ext>
            </a:extLst>
          </p:cNvPr>
          <p:cNvSpPr/>
          <p:nvPr/>
        </p:nvSpPr>
        <p:spPr>
          <a:xfrm>
            <a:off x="7059316" y="4407673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3E72E1-8448-390D-E33C-3241B8B9652F}"/>
              </a:ext>
            </a:extLst>
          </p:cNvPr>
          <p:cNvSpPr txBox="1"/>
          <p:nvPr/>
        </p:nvSpPr>
        <p:spPr>
          <a:xfrm>
            <a:off x="1747088" y="6004270"/>
            <a:ext cx="916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Ordinal Potential preserves preferences of both players</a:t>
            </a:r>
          </a:p>
        </p:txBody>
      </p:sp>
    </p:spTree>
    <p:extLst>
      <p:ext uri="{BB962C8B-B14F-4D97-AF65-F5344CB8AC3E}">
        <p14:creationId xmlns:p14="http://schemas.microsoft.com/office/powerpoint/2010/main" val="785703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D7D-56BB-8530-4921-2E4BE0DF3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7502523-8660-A4A9-E5A3-D186067F60B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E7BD85-0074-F4D0-0E3F-3A4583F656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A56C9-E596-0099-A223-9C7247504B4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BD70C-15F1-8C5E-D37E-6CCF5B3C1AB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9AF37B-55C8-CFEE-C419-96BA929052E8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C3BDC9D-417B-3693-2534-B281BC2B156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528F44-A6F8-FB2D-7D50-CE96CB20588A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F4902-53FB-FF24-AFB6-5D3EF19B3EEC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473E7-7A9B-0FC7-D8A6-37FC6394013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466E96-08BC-23DA-FB97-7391FEF75788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046738-D2B1-66D3-EB5C-CFDD5D2C92A7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1976B3-DF17-D7AF-22B6-E5E0D2B86DE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DDF14A-0469-12B9-C409-477338CACDB8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6A6BE65E-F7BB-7F70-EB03-4B7733573B46}"/>
              </a:ext>
            </a:extLst>
          </p:cNvPr>
          <p:cNvGraphicFramePr>
            <a:graphicFrameLocks noGrp="1"/>
          </p:cNvGraphicFramePr>
          <p:nvPr/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CE05F09-6240-9C24-581E-95527CD7E63D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ADE8A5-BAE7-3C54-B5FB-C80FD767223E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6CC2A-47ED-6647-5146-80DF94FE53FA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8C4A3F-5539-A69F-E1D2-B5F04403BA51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BD9F78-9806-EAB2-FDB5-C28C5E6D2012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EBC20F-1FD6-7AB4-F8C1-54772EE9F01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A2DC1F-16A7-B4A5-C9E9-45E75ACCE07D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F36DB7-27CE-19E8-DEFC-DA9A11C925F4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2D472B-F259-F304-8F42-41A0B402975D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313AF9-04A2-A7F3-3154-F170A0DD6B23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3D4AD6-A33A-E504-DEA0-43B7459DF90A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E0CEDD-A922-EBBF-9D9C-E79A02FA1A35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35DBCF-A36D-31AB-C601-D46AB181B863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CC4185-EBC0-96A4-B6C6-D60F38585736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23C366-5DE9-D4C9-5529-513E232DC3C5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CB9723-7AC4-80BB-97AD-7317A8AE92D2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D703B-1580-3522-40F1-A81CA616F153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1AC76F8-D26D-F514-372C-1FD568E3172B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DACA56-6EE2-868E-F281-CECF2EA5117E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38D1D9-F9BA-90E6-9B3E-7B1BBD0C51CB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8CC9E4-9410-F5B9-014F-0AAF02AA0C63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685B44-094F-A06E-A610-683E0827D44D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25F01A4-E74C-F89D-A97B-9384C061E244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A586B0-FAEF-5E5B-35D4-DF88131C3923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0FEFE-0467-1AFF-6B0D-0A7FF8F2453A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FDDAC6-6BBE-C2BB-85D6-4B256196AC0E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F20D1-9468-E65D-40AC-3EED1AB7751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F8730-02BA-C921-2633-523B220310AD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37D95E0-B41F-551D-DE81-20DB5A850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277573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534DCA06-88BF-4AB2-7FEB-EBA2F17F3F59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12458BE8-8E4A-FF2F-CE54-68B36A684BBC}"/>
              </a:ext>
            </a:extLst>
          </p:cNvPr>
          <p:cNvSpPr/>
          <p:nvPr/>
        </p:nvSpPr>
        <p:spPr>
          <a:xfrm rot="16200000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11C329BA-2958-DCCD-60B7-5CB23BB1B679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38626677-374C-D435-5BE5-0C88CCDCAB19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DC9C95-E1E8-3974-2C62-49F32FA8D506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138476-1764-DC4B-A2BA-F0978BE1537A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14E8137-2F53-25FA-D09C-987161834DA5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D39FB1AF-B6DF-40B6-A5E8-6EB402B75721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0FB242-20BA-826A-EB9B-2E9344B2545C}"/>
              </a:ext>
            </a:extLst>
          </p:cNvPr>
          <p:cNvSpPr/>
          <p:nvPr/>
        </p:nvSpPr>
        <p:spPr>
          <a:xfrm rot="5400000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EC375A5-2975-6611-EC97-D274C3D09184}"/>
              </a:ext>
            </a:extLst>
          </p:cNvPr>
          <p:cNvSpPr/>
          <p:nvPr/>
        </p:nvSpPr>
        <p:spPr>
          <a:xfrm rot="5400000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D7F793C-FCBD-7091-FD32-87CF3442E36A}"/>
              </a:ext>
            </a:extLst>
          </p:cNvPr>
          <p:cNvSpPr/>
          <p:nvPr/>
        </p:nvSpPr>
        <p:spPr>
          <a:xfrm rot="5400000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1F9B03D2-F449-C626-2738-FFD8249FA0E1}"/>
              </a:ext>
            </a:extLst>
          </p:cNvPr>
          <p:cNvSpPr/>
          <p:nvPr/>
        </p:nvSpPr>
        <p:spPr>
          <a:xfrm rot="16200000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C0191767-DC09-73F3-A98C-9F4C521112AD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40D1FE4D-46BA-F380-626C-D05D92791694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30FB9921-6B0E-1EE8-1C58-93B34B907BC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C47B25DC-3946-7A8A-B979-BDC1B0EC34B6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D7F97CAA-F8AA-C945-0B16-0FD49CCD2C9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C026F3F-86BE-02BF-3105-27CCF8F8E498}"/>
              </a:ext>
            </a:extLst>
          </p:cNvPr>
          <p:cNvSpPr/>
          <p:nvPr/>
        </p:nvSpPr>
        <p:spPr>
          <a:xfrm rot="10800000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6FBD24E-90A7-7727-4F47-89A5390D76DE}"/>
              </a:ext>
            </a:extLst>
          </p:cNvPr>
          <p:cNvSpPr/>
          <p:nvPr/>
        </p:nvSpPr>
        <p:spPr>
          <a:xfrm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A915BFD-6996-B44D-4939-08357F578984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366FD105-B532-14E2-2AD1-C911B2A7990A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D9E130D5-7C7E-422F-1CBC-33390AD2A6BA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0F77E84-D888-D5B2-F123-7DAF7E1AF57F}"/>
              </a:ext>
            </a:extLst>
          </p:cNvPr>
          <p:cNvSpPr/>
          <p:nvPr/>
        </p:nvSpPr>
        <p:spPr>
          <a:xfrm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04A6EE0-D0D9-E5A6-AC58-2B87BD8F345D}"/>
              </a:ext>
            </a:extLst>
          </p:cNvPr>
          <p:cNvSpPr/>
          <p:nvPr/>
        </p:nvSpPr>
        <p:spPr>
          <a:xfrm rot="10800000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E5118D69-16AA-8C9A-B491-E2F6E7AB15F2}"/>
              </a:ext>
            </a:extLst>
          </p:cNvPr>
          <p:cNvSpPr/>
          <p:nvPr/>
        </p:nvSpPr>
        <p:spPr>
          <a:xfrm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8A8CA079-7697-7302-4711-5353008C08BF}"/>
              </a:ext>
            </a:extLst>
          </p:cNvPr>
          <p:cNvSpPr/>
          <p:nvPr/>
        </p:nvSpPr>
        <p:spPr>
          <a:xfrm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575744F-ACFB-1009-682F-1DDC907F45A2}"/>
              </a:ext>
            </a:extLst>
          </p:cNvPr>
          <p:cNvSpPr/>
          <p:nvPr/>
        </p:nvSpPr>
        <p:spPr>
          <a:xfrm rot="10800000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8D28D3C4-9F32-FEE9-ACDC-1108FFBA215D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1F09600-05E2-2638-7746-81652E5FAABE}"/>
              </a:ext>
            </a:extLst>
          </p:cNvPr>
          <p:cNvSpPr/>
          <p:nvPr/>
        </p:nvSpPr>
        <p:spPr>
          <a:xfrm rot="10800000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618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7E8C-4D08-3862-6961-A8C30159D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169426-4FBA-C821-E5A6-18818AB751A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40F37D-F69B-2F08-E871-E113450CFC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96A02-3F65-3DC1-557A-2DC558230A5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CC83E-66F7-FB0D-3918-D7037952964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418208CC-B283-3899-CB8B-CA21FBE0C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99939"/>
              </p:ext>
            </p:extLst>
          </p:nvPr>
        </p:nvGraphicFramePr>
        <p:xfrm>
          <a:off x="584766" y="204978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E9E12D4D-C083-32B9-A78C-CFBFCCEB3BE1}"/>
              </a:ext>
            </a:extLst>
          </p:cNvPr>
          <p:cNvSpPr txBox="1"/>
          <p:nvPr/>
        </p:nvSpPr>
        <p:spPr>
          <a:xfrm>
            <a:off x="5951845" y="183699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B59FAB27-2E31-CAFD-5295-AA857AC935A2}"/>
              </a:ext>
            </a:extLst>
          </p:cNvPr>
          <p:cNvSpPr/>
          <p:nvPr/>
        </p:nvSpPr>
        <p:spPr>
          <a:xfrm rot="16200000">
            <a:off x="1168353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AA35F319-5646-78B4-E364-B94BB7BE46A8}"/>
              </a:ext>
            </a:extLst>
          </p:cNvPr>
          <p:cNvSpPr/>
          <p:nvPr/>
        </p:nvSpPr>
        <p:spPr>
          <a:xfrm>
            <a:off x="6500697" y="247966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CB93EA5-D511-307E-7BA6-64F251851FCE}"/>
              </a:ext>
            </a:extLst>
          </p:cNvPr>
          <p:cNvSpPr/>
          <p:nvPr/>
        </p:nvSpPr>
        <p:spPr>
          <a:xfrm>
            <a:off x="6500696" y="290717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1BFB25-F0CB-7E96-35F5-1AD95FCCF9AF}"/>
              </a:ext>
            </a:extLst>
          </p:cNvPr>
          <p:cNvSpPr txBox="1"/>
          <p:nvPr/>
        </p:nvSpPr>
        <p:spPr>
          <a:xfrm>
            <a:off x="6834497" y="240426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6458B0-DF58-5E13-DD31-EE2A72EBA410}"/>
              </a:ext>
            </a:extLst>
          </p:cNvPr>
          <p:cNvSpPr txBox="1"/>
          <p:nvPr/>
        </p:nvSpPr>
        <p:spPr>
          <a:xfrm>
            <a:off x="6792220" y="283684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ECF03A8E-E43B-DDCA-9846-097C4F6245A3}"/>
              </a:ext>
            </a:extLst>
          </p:cNvPr>
          <p:cNvSpPr/>
          <p:nvPr/>
        </p:nvSpPr>
        <p:spPr>
          <a:xfrm rot="5400000">
            <a:off x="1152393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E4F6607-D990-B81C-E294-0BB4F6A0847B}"/>
              </a:ext>
            </a:extLst>
          </p:cNvPr>
          <p:cNvSpPr/>
          <p:nvPr/>
        </p:nvSpPr>
        <p:spPr>
          <a:xfrm rot="5400000">
            <a:off x="1168352" y="382591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801E28-9937-602C-C193-1F918F9C8A35}"/>
              </a:ext>
            </a:extLst>
          </p:cNvPr>
          <p:cNvSpPr/>
          <p:nvPr/>
        </p:nvSpPr>
        <p:spPr>
          <a:xfrm rot="5400000">
            <a:off x="1168352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F76F085F-4A00-9F1E-6231-EC9BDCCE6E3E}"/>
              </a:ext>
            </a:extLst>
          </p:cNvPr>
          <p:cNvSpPr/>
          <p:nvPr/>
        </p:nvSpPr>
        <p:spPr>
          <a:xfrm rot="5400000">
            <a:off x="2664439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3ABD9C72-7FF2-C025-4473-58EEC0B79C36}"/>
              </a:ext>
            </a:extLst>
          </p:cNvPr>
          <p:cNvSpPr/>
          <p:nvPr/>
        </p:nvSpPr>
        <p:spPr>
          <a:xfrm rot="5400000">
            <a:off x="2661439" y="383371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EA1B6B74-5F69-C421-4E55-1E33087F08D8}"/>
              </a:ext>
            </a:extLst>
          </p:cNvPr>
          <p:cNvSpPr/>
          <p:nvPr/>
        </p:nvSpPr>
        <p:spPr>
          <a:xfrm rot="16200000">
            <a:off x="2661440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37C60A5A-5F32-9505-A81F-37F8261F6D2B}"/>
              </a:ext>
            </a:extLst>
          </p:cNvPr>
          <p:cNvSpPr/>
          <p:nvPr/>
        </p:nvSpPr>
        <p:spPr>
          <a:xfrm rot="5400000">
            <a:off x="4139652" y="321390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E3C81118-3D38-13F0-6E48-B6751B4C7009}"/>
              </a:ext>
            </a:extLst>
          </p:cNvPr>
          <p:cNvSpPr/>
          <p:nvPr/>
        </p:nvSpPr>
        <p:spPr>
          <a:xfrm rot="5400000">
            <a:off x="4139651" y="38149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58F9DAC5-9D9B-EE52-2ED1-71D6F4B35908}"/>
              </a:ext>
            </a:extLst>
          </p:cNvPr>
          <p:cNvSpPr/>
          <p:nvPr/>
        </p:nvSpPr>
        <p:spPr>
          <a:xfrm rot="16200000">
            <a:off x="4143912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D917BDB-0D25-9A1B-C118-785F04E1B5C3}"/>
              </a:ext>
            </a:extLst>
          </p:cNvPr>
          <p:cNvSpPr/>
          <p:nvPr/>
        </p:nvSpPr>
        <p:spPr>
          <a:xfrm rot="5400000">
            <a:off x="2660074" y="258186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F094C46E-DB98-9831-3668-79EB52C1DBAC}"/>
              </a:ext>
            </a:extLst>
          </p:cNvPr>
          <p:cNvSpPr/>
          <p:nvPr/>
        </p:nvSpPr>
        <p:spPr>
          <a:xfrm rot="5400000">
            <a:off x="4148370" y="201108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12649134-2089-BBE4-F67E-66F931928D10}"/>
              </a:ext>
            </a:extLst>
          </p:cNvPr>
          <p:cNvSpPr/>
          <p:nvPr/>
        </p:nvSpPr>
        <p:spPr>
          <a:xfrm rot="10800000">
            <a:off x="1898415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37E625B3-FE32-787F-43F6-2AE7CCC68E5B}"/>
              </a:ext>
            </a:extLst>
          </p:cNvPr>
          <p:cNvSpPr/>
          <p:nvPr/>
        </p:nvSpPr>
        <p:spPr>
          <a:xfrm>
            <a:off x="3523673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0AD708E-7C57-3348-153F-D45817867B33}"/>
              </a:ext>
            </a:extLst>
          </p:cNvPr>
          <p:cNvSpPr/>
          <p:nvPr/>
        </p:nvSpPr>
        <p:spPr>
          <a:xfrm>
            <a:off x="4867596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B104C1C7-09A0-6C10-9D9F-68A33DCD0A98}"/>
              </a:ext>
            </a:extLst>
          </p:cNvPr>
          <p:cNvSpPr/>
          <p:nvPr/>
        </p:nvSpPr>
        <p:spPr>
          <a:xfrm>
            <a:off x="374573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5949F4B1-C6EA-7E83-306C-931B32D76212}"/>
              </a:ext>
            </a:extLst>
          </p:cNvPr>
          <p:cNvSpPr/>
          <p:nvPr/>
        </p:nvSpPr>
        <p:spPr>
          <a:xfrm>
            <a:off x="190380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6E55871-DBE8-10AD-1960-8716EEE17BA7}"/>
              </a:ext>
            </a:extLst>
          </p:cNvPr>
          <p:cNvSpPr/>
          <p:nvPr/>
        </p:nvSpPr>
        <p:spPr>
          <a:xfrm>
            <a:off x="38398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2780CAB3-E41B-5A2D-151A-FF9B9A95B4DD}"/>
              </a:ext>
            </a:extLst>
          </p:cNvPr>
          <p:cNvSpPr/>
          <p:nvPr/>
        </p:nvSpPr>
        <p:spPr>
          <a:xfrm rot="10800000">
            <a:off x="3475075" y="2850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422CE158-71C6-A086-D43E-2BA96907F79E}"/>
              </a:ext>
            </a:extLst>
          </p:cNvPr>
          <p:cNvSpPr/>
          <p:nvPr/>
        </p:nvSpPr>
        <p:spPr>
          <a:xfrm>
            <a:off x="4877485" y="28491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D146EF18-CB6C-03E4-BE39-93351343C400}"/>
              </a:ext>
            </a:extLst>
          </p:cNvPr>
          <p:cNvSpPr/>
          <p:nvPr/>
        </p:nvSpPr>
        <p:spPr>
          <a:xfrm>
            <a:off x="1903803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8660040-630D-F6C0-AED2-68B39B24231A}"/>
              </a:ext>
            </a:extLst>
          </p:cNvPr>
          <p:cNvSpPr/>
          <p:nvPr/>
        </p:nvSpPr>
        <p:spPr>
          <a:xfrm rot="10800000">
            <a:off x="374572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594CF46D-3472-A7D3-E488-4DE9E2D0AB83}"/>
              </a:ext>
            </a:extLst>
          </p:cNvPr>
          <p:cNvSpPr/>
          <p:nvPr/>
        </p:nvSpPr>
        <p:spPr>
          <a:xfrm>
            <a:off x="3531046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AFB8A2D-A8F0-4316-8F1C-D8449AB64D0A}"/>
              </a:ext>
            </a:extLst>
          </p:cNvPr>
          <p:cNvSpPr/>
          <p:nvPr/>
        </p:nvSpPr>
        <p:spPr>
          <a:xfrm rot="10800000">
            <a:off x="4804228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266354-BE78-6E76-A2BF-FCD56B2F40E0}"/>
              </a:ext>
            </a:extLst>
          </p:cNvPr>
          <p:cNvSpPr txBox="1"/>
          <p:nvPr/>
        </p:nvSpPr>
        <p:spPr>
          <a:xfrm>
            <a:off x="38220" y="4214897"/>
            <a:ext cx="2482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Iteratively: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D0FAFC-4E2B-61A8-F4CC-D71D2A311820}"/>
              </a:ext>
            </a:extLst>
          </p:cNvPr>
          <p:cNvSpPr txBox="1"/>
          <p:nvPr/>
        </p:nvSpPr>
        <p:spPr>
          <a:xfrm>
            <a:off x="786382" y="5619449"/>
            <a:ext cx="7178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Remove all outgoing arrows associated with that 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16F52-1771-72A4-BCEB-15F18B821A28}"/>
              </a:ext>
            </a:extLst>
          </p:cNvPr>
          <p:cNvSpPr txBox="1"/>
          <p:nvPr/>
        </p:nvSpPr>
        <p:spPr>
          <a:xfrm>
            <a:off x="807498" y="4632686"/>
            <a:ext cx="6165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Select a box with all arrows pointing outward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9D4FA-E61B-4152-D351-9A858922F937}"/>
              </a:ext>
            </a:extLst>
          </p:cNvPr>
          <p:cNvSpPr txBox="1"/>
          <p:nvPr/>
        </p:nvSpPr>
        <p:spPr>
          <a:xfrm>
            <a:off x="308601" y="5111467"/>
            <a:ext cx="7276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Label the box with the next number (start at 0)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CF3E2-F1F0-A6B0-B580-1DE570904279}"/>
              </a:ext>
            </a:extLst>
          </p:cNvPr>
          <p:cNvSpPr txBox="1"/>
          <p:nvPr/>
        </p:nvSpPr>
        <p:spPr>
          <a:xfrm>
            <a:off x="8398370" y="5511756"/>
            <a:ext cx="3643210" cy="12003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Similar to physics, we use gradients to uncover the underlying potential</a:t>
            </a:r>
          </a:p>
        </p:txBody>
      </p:sp>
    </p:spTree>
    <p:extLst>
      <p:ext uri="{BB962C8B-B14F-4D97-AF65-F5344CB8AC3E}">
        <p14:creationId xmlns:p14="http://schemas.microsoft.com/office/powerpoint/2010/main" val="501925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6E5E3-D9D7-C5AB-831B-0DCAD105D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CC68B9A-E2D5-8A4F-5B70-AC9A7F4A9DF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D12DE7-BEB7-0DB0-8F64-BA37A5C7E7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85050F-84DF-C71A-A5F2-1B116624B0C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E316E-A4C5-1C79-58A3-A3FACFCC4ADF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7668149-CAC5-6049-B1D5-29C7B13551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72291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4" name="Arrow: Right 53">
            <a:extLst>
              <a:ext uri="{FF2B5EF4-FFF2-40B4-BE49-F238E27FC236}">
                <a16:creationId xmlns:a16="http://schemas.microsoft.com/office/drawing/2014/main" id="{A6BE2680-0ABF-91FA-D242-3348FFBA4969}"/>
              </a:ext>
            </a:extLst>
          </p:cNvPr>
          <p:cNvSpPr/>
          <p:nvPr/>
        </p:nvSpPr>
        <p:spPr>
          <a:xfrm rot="16200000">
            <a:off x="1652221" y="263384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3C6B861D-6F70-CCFC-2BC3-8AB85BAEB637}"/>
              </a:ext>
            </a:extLst>
          </p:cNvPr>
          <p:cNvSpPr/>
          <p:nvPr/>
        </p:nvSpPr>
        <p:spPr>
          <a:xfrm rot="5400000">
            <a:off x="1636261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9B7751B4-671E-54EC-18BF-D7901C3BDFC5}"/>
              </a:ext>
            </a:extLst>
          </p:cNvPr>
          <p:cNvSpPr/>
          <p:nvPr/>
        </p:nvSpPr>
        <p:spPr>
          <a:xfrm rot="5400000">
            <a:off x="1652220" y="388592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81180642-4D3A-9634-C73A-B66F398755BE}"/>
              </a:ext>
            </a:extLst>
          </p:cNvPr>
          <p:cNvSpPr/>
          <p:nvPr/>
        </p:nvSpPr>
        <p:spPr>
          <a:xfrm rot="5400000">
            <a:off x="1652220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61A293C6-527E-4461-C6FF-8F54616A3E2C}"/>
              </a:ext>
            </a:extLst>
          </p:cNvPr>
          <p:cNvSpPr/>
          <p:nvPr/>
        </p:nvSpPr>
        <p:spPr>
          <a:xfrm rot="5400000">
            <a:off x="3148307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902938C-613A-8C97-C6FF-EFA6FA69FE4C}"/>
              </a:ext>
            </a:extLst>
          </p:cNvPr>
          <p:cNvSpPr/>
          <p:nvPr/>
        </p:nvSpPr>
        <p:spPr>
          <a:xfrm rot="5400000">
            <a:off x="3145307" y="389373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9EFBC1FA-B2F3-2539-370D-994EE4D4F534}"/>
              </a:ext>
            </a:extLst>
          </p:cNvPr>
          <p:cNvSpPr/>
          <p:nvPr/>
        </p:nvSpPr>
        <p:spPr>
          <a:xfrm rot="16200000">
            <a:off x="3145308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1F9428C-51CF-A24E-C37A-7BDC461B7CCB}"/>
              </a:ext>
            </a:extLst>
          </p:cNvPr>
          <p:cNvSpPr/>
          <p:nvPr/>
        </p:nvSpPr>
        <p:spPr>
          <a:xfrm rot="5400000">
            <a:off x="4623519" y="387494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5292BFB-1B21-42C0-724F-8AC26B2F49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2A4C4469-6208-78EB-DEE5-A9BF42AC2D48}"/>
              </a:ext>
            </a:extLst>
          </p:cNvPr>
          <p:cNvSpPr/>
          <p:nvPr/>
        </p:nvSpPr>
        <p:spPr>
          <a:xfrm rot="5400000">
            <a:off x="4632238" y="2071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A878BD21-6435-EC42-3F3F-4D7744271A1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13D89FC-6095-33A8-51C6-94CA07987723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7138985-9E40-6E07-AF2E-EB304452CCA0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54F275F2-8FA6-F836-80B9-A38EDA1DEB85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AC538B3-C85C-3022-C59D-452B5A607A48}"/>
              </a:ext>
            </a:extLst>
          </p:cNvPr>
          <p:cNvSpPr/>
          <p:nvPr/>
        </p:nvSpPr>
        <p:spPr>
          <a:xfrm>
            <a:off x="2387672" y="289685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9AB8F392-09BE-C4AA-70F4-1EB881675263}"/>
              </a:ext>
            </a:extLst>
          </p:cNvPr>
          <p:cNvSpPr/>
          <p:nvPr/>
        </p:nvSpPr>
        <p:spPr>
          <a:xfrm>
            <a:off x="2387671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DB2FA56D-586A-BA4C-FE93-996C62BFFAC3}"/>
              </a:ext>
            </a:extLst>
          </p:cNvPr>
          <p:cNvSpPr/>
          <p:nvPr/>
        </p:nvSpPr>
        <p:spPr>
          <a:xfrm rot="10800000">
            <a:off x="858440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B123B2F4-BE35-CE0C-DC2B-9D7FA87C1E82}"/>
              </a:ext>
            </a:extLst>
          </p:cNvPr>
          <p:cNvSpPr/>
          <p:nvPr/>
        </p:nvSpPr>
        <p:spPr>
          <a:xfrm>
            <a:off x="4014914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248340AD-92B6-9FC2-469B-DBCBA4C5CA8D}"/>
              </a:ext>
            </a:extLst>
          </p:cNvPr>
          <p:cNvSpPr/>
          <p:nvPr/>
        </p:nvSpPr>
        <p:spPr>
          <a:xfrm rot="10800000">
            <a:off x="5288096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A44C75-A73F-9301-CE4C-26D6CF3FF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424375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A53E7D-DE9A-401F-3C3B-8B98332B3EAC}"/>
              </a:ext>
            </a:extLst>
          </p:cNvPr>
          <p:cNvSpPr/>
          <p:nvPr/>
        </p:nvSpPr>
        <p:spPr>
          <a:xfrm rot="5400000">
            <a:off x="7165534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EF4005-43D2-5B01-B692-FE33A3809EB2}"/>
              </a:ext>
            </a:extLst>
          </p:cNvPr>
          <p:cNvSpPr/>
          <p:nvPr/>
        </p:nvSpPr>
        <p:spPr>
          <a:xfrm rot="5400000">
            <a:off x="7181493" y="387375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081B040-F27C-6E97-4488-B6B322EE9B98}"/>
              </a:ext>
            </a:extLst>
          </p:cNvPr>
          <p:cNvSpPr/>
          <p:nvPr/>
        </p:nvSpPr>
        <p:spPr>
          <a:xfrm rot="5400000">
            <a:off x="8677580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E99430-26A2-6B80-AEEA-7C0429B04B56}"/>
              </a:ext>
            </a:extLst>
          </p:cNvPr>
          <p:cNvSpPr/>
          <p:nvPr/>
        </p:nvSpPr>
        <p:spPr>
          <a:xfrm rot="5400000">
            <a:off x="8674580" y="388155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9884C4-CF78-A0B5-B08E-065DC2E437D5}"/>
              </a:ext>
            </a:extLst>
          </p:cNvPr>
          <p:cNvSpPr/>
          <p:nvPr/>
        </p:nvSpPr>
        <p:spPr>
          <a:xfrm rot="16200000">
            <a:off x="8674581" y="325563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DB73BA1-951A-26C0-717C-8D999E453391}"/>
              </a:ext>
            </a:extLst>
          </p:cNvPr>
          <p:cNvSpPr/>
          <p:nvPr/>
        </p:nvSpPr>
        <p:spPr>
          <a:xfrm rot="5400000">
            <a:off x="10152792" y="386276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F9610D2-406E-88D8-290F-E3914D2EF270}"/>
              </a:ext>
            </a:extLst>
          </p:cNvPr>
          <p:cNvSpPr/>
          <p:nvPr/>
        </p:nvSpPr>
        <p:spPr>
          <a:xfrm rot="5400000">
            <a:off x="8673215" y="26297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E93D665-60E8-D02D-0A9C-714B32D011A4}"/>
              </a:ext>
            </a:extLst>
          </p:cNvPr>
          <p:cNvSpPr/>
          <p:nvPr/>
        </p:nvSpPr>
        <p:spPr>
          <a:xfrm rot="5400000">
            <a:off x="10161511" y="205892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7F43356-8F56-1B8F-0F86-51E7701B1C6D}"/>
              </a:ext>
            </a:extLst>
          </p:cNvPr>
          <p:cNvSpPr/>
          <p:nvPr/>
        </p:nvSpPr>
        <p:spPr>
          <a:xfrm rot="10800000">
            <a:off x="7911556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18F5C5E-2C9D-86DC-BBAB-D7446DCEB355}"/>
              </a:ext>
            </a:extLst>
          </p:cNvPr>
          <p:cNvSpPr/>
          <p:nvPr/>
        </p:nvSpPr>
        <p:spPr>
          <a:xfrm>
            <a:off x="9536814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4574EE2-F318-B768-6855-EFD647A2E762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9F1708C-1043-9C06-D015-1325E6DB74B8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AC266-85C0-5E7C-00C1-9EE3ED3E0B38}"/>
              </a:ext>
            </a:extLst>
          </p:cNvPr>
          <p:cNvSpPr/>
          <p:nvPr/>
        </p:nvSpPr>
        <p:spPr>
          <a:xfrm>
            <a:off x="7916944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FE94534-E634-D294-B96A-38ADD4908C19}"/>
              </a:ext>
            </a:extLst>
          </p:cNvPr>
          <p:cNvSpPr/>
          <p:nvPr/>
        </p:nvSpPr>
        <p:spPr>
          <a:xfrm rot="10800000">
            <a:off x="6387713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DEB23E5-81E5-0032-BF55-82A9C6AA018F}"/>
              </a:ext>
            </a:extLst>
          </p:cNvPr>
          <p:cNvSpPr/>
          <p:nvPr/>
        </p:nvSpPr>
        <p:spPr>
          <a:xfrm>
            <a:off x="9544187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8675136-3BFB-0DD9-EBE4-641D8930AA7D}"/>
              </a:ext>
            </a:extLst>
          </p:cNvPr>
          <p:cNvSpPr/>
          <p:nvPr/>
        </p:nvSpPr>
        <p:spPr>
          <a:xfrm rot="10800000">
            <a:off x="10817369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269C1F4-11FF-14FA-DD4B-D0A9D266A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160232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1" name="Arrow: Right 40">
            <a:extLst>
              <a:ext uri="{FF2B5EF4-FFF2-40B4-BE49-F238E27FC236}">
                <a16:creationId xmlns:a16="http://schemas.microsoft.com/office/drawing/2014/main" id="{F855B4ED-1148-8776-ED3C-A03F96FF98A6}"/>
              </a:ext>
            </a:extLst>
          </p:cNvPr>
          <p:cNvSpPr/>
          <p:nvPr/>
        </p:nvSpPr>
        <p:spPr>
          <a:xfrm rot="5400000">
            <a:off x="3178787" y="456507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BB955AB0-C72B-B8DE-4FEC-5B27AE3293C0}"/>
              </a:ext>
            </a:extLst>
          </p:cNvPr>
          <p:cNvSpPr/>
          <p:nvPr/>
        </p:nvSpPr>
        <p:spPr>
          <a:xfrm rot="5400000">
            <a:off x="3175787" y="639988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0D8C2A6C-52EC-1E54-4634-03E186D9FEAD}"/>
              </a:ext>
            </a:extLst>
          </p:cNvPr>
          <p:cNvSpPr/>
          <p:nvPr/>
        </p:nvSpPr>
        <p:spPr>
          <a:xfrm rot="16200000">
            <a:off x="3175788" y="577396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C0E4F9F2-D33A-DC3A-63CD-B048D997473B}"/>
              </a:ext>
            </a:extLst>
          </p:cNvPr>
          <p:cNvSpPr/>
          <p:nvPr/>
        </p:nvSpPr>
        <p:spPr>
          <a:xfrm rot="5400000">
            <a:off x="4653999" y="638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9490852F-70EA-C9B2-6BE7-F6B207BBA16D}"/>
              </a:ext>
            </a:extLst>
          </p:cNvPr>
          <p:cNvSpPr/>
          <p:nvPr/>
        </p:nvSpPr>
        <p:spPr>
          <a:xfrm rot="5400000">
            <a:off x="3174422" y="514803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86C206A3-FCC6-4802-0DB0-72CE54B17F2D}"/>
              </a:ext>
            </a:extLst>
          </p:cNvPr>
          <p:cNvSpPr/>
          <p:nvPr/>
        </p:nvSpPr>
        <p:spPr>
          <a:xfrm rot="5400000">
            <a:off x="4662718" y="457725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7291FC67-A613-0765-0D47-AC68D82C2BDE}"/>
              </a:ext>
            </a:extLst>
          </p:cNvPr>
          <p:cNvSpPr/>
          <p:nvPr/>
        </p:nvSpPr>
        <p:spPr>
          <a:xfrm rot="10800000">
            <a:off x="2412763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0B7E0871-D762-80B1-A639-4FEF943E7D20}"/>
              </a:ext>
            </a:extLst>
          </p:cNvPr>
          <p:cNvSpPr/>
          <p:nvPr/>
        </p:nvSpPr>
        <p:spPr>
          <a:xfrm>
            <a:off x="4038021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557A8A72-7C73-0B87-AEBE-7C1879360D72}"/>
              </a:ext>
            </a:extLst>
          </p:cNvPr>
          <p:cNvSpPr/>
          <p:nvPr/>
        </p:nvSpPr>
        <p:spPr>
          <a:xfrm>
            <a:off x="5381944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Arrow: Right 81">
            <a:extLst>
              <a:ext uri="{FF2B5EF4-FFF2-40B4-BE49-F238E27FC236}">
                <a16:creationId xmlns:a16="http://schemas.microsoft.com/office/drawing/2014/main" id="{CF99BB71-FC25-38C7-1868-37880C08554A}"/>
              </a:ext>
            </a:extLst>
          </p:cNvPr>
          <p:cNvSpPr/>
          <p:nvPr/>
        </p:nvSpPr>
        <p:spPr>
          <a:xfrm>
            <a:off x="888921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37760C07-4CD9-BD3E-8BC9-F7B8BDBB894B}"/>
              </a:ext>
            </a:extLst>
          </p:cNvPr>
          <p:cNvSpPr/>
          <p:nvPr/>
        </p:nvSpPr>
        <p:spPr>
          <a:xfrm>
            <a:off x="4045394" y="607920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C6A4BD45-D8A5-5DF3-846C-E266E2BEE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942372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0" name="Arrow: Right 99">
            <a:extLst>
              <a:ext uri="{FF2B5EF4-FFF2-40B4-BE49-F238E27FC236}">
                <a16:creationId xmlns:a16="http://schemas.microsoft.com/office/drawing/2014/main" id="{A299FD85-ED1A-A58A-989C-5B45D88ED4D0}"/>
              </a:ext>
            </a:extLst>
          </p:cNvPr>
          <p:cNvSpPr/>
          <p:nvPr/>
        </p:nvSpPr>
        <p:spPr>
          <a:xfrm rot="5400000">
            <a:off x="10183272" y="63689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2942F646-C3A4-787A-22A8-C8C3C75D7E7B}"/>
              </a:ext>
            </a:extLst>
          </p:cNvPr>
          <p:cNvSpPr/>
          <p:nvPr/>
        </p:nvSpPr>
        <p:spPr>
          <a:xfrm rot="5400000">
            <a:off x="8703695" y="51358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CA95E7F8-A56E-44B2-39BF-8F302D8B6B5D}"/>
              </a:ext>
            </a:extLst>
          </p:cNvPr>
          <p:cNvSpPr/>
          <p:nvPr/>
        </p:nvSpPr>
        <p:spPr>
          <a:xfrm rot="5400000">
            <a:off x="10191991" y="45650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Arrow: Right 103">
            <a:extLst>
              <a:ext uri="{FF2B5EF4-FFF2-40B4-BE49-F238E27FC236}">
                <a16:creationId xmlns:a16="http://schemas.microsoft.com/office/drawing/2014/main" id="{00CC5286-4EC4-EDFA-9544-921F4236C9E8}"/>
              </a:ext>
            </a:extLst>
          </p:cNvPr>
          <p:cNvSpPr/>
          <p:nvPr/>
        </p:nvSpPr>
        <p:spPr>
          <a:xfrm rot="10800000">
            <a:off x="7942036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Arrow: Right 104">
            <a:extLst>
              <a:ext uri="{FF2B5EF4-FFF2-40B4-BE49-F238E27FC236}">
                <a16:creationId xmlns:a16="http://schemas.microsoft.com/office/drawing/2014/main" id="{359D0351-3ACC-7193-F1F8-01C33A78FA5F}"/>
              </a:ext>
            </a:extLst>
          </p:cNvPr>
          <p:cNvSpPr/>
          <p:nvPr/>
        </p:nvSpPr>
        <p:spPr>
          <a:xfrm>
            <a:off x="9567294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5A32565B-C8E9-75ED-764E-958CC6DC8D57}"/>
              </a:ext>
            </a:extLst>
          </p:cNvPr>
          <p:cNvSpPr/>
          <p:nvPr/>
        </p:nvSpPr>
        <p:spPr>
          <a:xfrm>
            <a:off x="10911217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87E8268E-08D7-7B03-AE0B-26BAD7006CDD}"/>
              </a:ext>
            </a:extLst>
          </p:cNvPr>
          <p:cNvSpPr/>
          <p:nvPr/>
        </p:nvSpPr>
        <p:spPr>
          <a:xfrm>
            <a:off x="6418194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329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6DF3-DFCE-0A36-62CE-D831B66B5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B51D3D-8727-F8BE-35A9-F969558F14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5EA13-0B9E-AE8C-B770-FDECA508938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3F74C-9CC1-9132-B742-F10DEF235F2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705D5-5E77-57FB-72A0-7AF8B98C4C95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7993DEBA-414F-A1F4-04AA-3E2BDC984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116833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68" name="Arrow: Right 67">
            <a:extLst>
              <a:ext uri="{FF2B5EF4-FFF2-40B4-BE49-F238E27FC236}">
                <a16:creationId xmlns:a16="http://schemas.microsoft.com/office/drawing/2014/main" id="{4B49F8B6-3C93-8A03-646A-20A6923A1B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91E4408B-F8F2-5A9E-A804-4DC83F379D0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DD7D9D1-7D7F-8616-1623-73DFB8EFC1A5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CCEE7BDB-4B21-A368-9B00-F06321614359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DEE5DC50-DB4C-253D-252F-B4ACFD05A580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2DC2C7-723D-9E64-B817-6F14917AC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26759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6" name="Arrow: Right 25">
            <a:extLst>
              <a:ext uri="{FF2B5EF4-FFF2-40B4-BE49-F238E27FC236}">
                <a16:creationId xmlns:a16="http://schemas.microsoft.com/office/drawing/2014/main" id="{83AF7841-9AEB-A456-DB1F-636B5510426A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6FFE8F7-CE0C-5187-7E1A-96AFB5379F59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DC282A5-5636-3CEC-8C7D-2C9F5F9F6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101474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9B56DBB0-9250-3D22-CAB9-FFF60F889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191860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078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4E6C3-B27D-4023-2E73-4F80C87A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2CEA0B-ECBA-6E9B-A836-2021621857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AE611-6CDD-CBFE-3A0E-DB510316BEE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B14CF-627F-45A1-22DF-98F94C6D38F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54D0B-4487-92F6-0BEC-279C1F67000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50AB1F-0CE8-B0AB-2D54-C1527EEEA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874782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CD72B91-BAF1-0EFD-A5C3-6CC4B70773B6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60EE8D-4BEA-6A20-DF08-540F4D4CDB99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69A1E3-377F-1E5F-2654-24BC533776C3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CB8D9C-E06D-7107-99F4-DE1A371E67A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C83B1D-ED46-90E0-4DED-5FB79C849A40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9692EC-5174-0649-9AE0-DA6248E45BB6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747568-2902-6AFC-B043-B33000D0DC60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E66354-85E0-4AC8-9BB3-8320C31082BC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089C003-390A-4BD0-1428-A11371A43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938024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D658B477-2473-781C-8CCE-D94893FF0D99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DA2420-C972-2588-4C30-C6ABA66CEB26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C4B62-970F-C727-6A87-25B02FEEEE31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8E5AB5-28D8-96ED-763C-F3D78449B437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E06103-6E37-1E13-7940-8011EED2C1E8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071E83-C812-6B73-18A2-49E92916ACE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921FCB-4A64-8700-268E-3DC03CCEDF45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E209C8-2628-B812-F457-067E4EE7808A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4602D0-6FB5-B1FD-37FC-960FE386D18E}"/>
              </a:ext>
            </a:extLst>
          </p:cNvPr>
          <p:cNvSpPr txBox="1"/>
          <p:nvPr/>
        </p:nvSpPr>
        <p:spPr>
          <a:xfrm>
            <a:off x="551111" y="4388876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BE026E-AA6F-0989-A361-82102AD5441D}"/>
              </a:ext>
            </a:extLst>
          </p:cNvPr>
          <p:cNvSpPr txBox="1"/>
          <p:nvPr/>
        </p:nvSpPr>
        <p:spPr>
          <a:xfrm>
            <a:off x="6696043" y="4388876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0031AC-24D7-46C6-45FB-E6012F459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310311"/>
              </p:ext>
            </p:extLst>
          </p:nvPr>
        </p:nvGraphicFramePr>
        <p:xfrm>
          <a:off x="1027123" y="4883888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E36B3C-83AE-6263-8350-8B62EBF28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131596"/>
              </p:ext>
            </p:extLst>
          </p:nvPr>
        </p:nvGraphicFramePr>
        <p:xfrm>
          <a:off x="6898440" y="488055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5F511F1-1D5F-9498-7C0A-C1890C4F0247}"/>
              </a:ext>
            </a:extLst>
          </p:cNvPr>
          <p:cNvSpPr/>
          <p:nvPr/>
        </p:nvSpPr>
        <p:spPr>
          <a:xfrm>
            <a:off x="2607833" y="5506814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94624E-2D15-1C6C-5637-3F1117CCEDD1}"/>
              </a:ext>
            </a:extLst>
          </p:cNvPr>
          <p:cNvSpPr/>
          <p:nvPr/>
        </p:nvSpPr>
        <p:spPr>
          <a:xfrm>
            <a:off x="1027123" y="4872620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52D7CE-7828-8624-61CB-AFC45B11D926}"/>
              </a:ext>
            </a:extLst>
          </p:cNvPr>
          <p:cNvSpPr/>
          <p:nvPr/>
        </p:nvSpPr>
        <p:spPr>
          <a:xfrm>
            <a:off x="4149563" y="613495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CBAD8E-1274-45EB-D5CB-809D0DEDB620}"/>
              </a:ext>
            </a:extLst>
          </p:cNvPr>
          <p:cNvSpPr/>
          <p:nvPr/>
        </p:nvSpPr>
        <p:spPr>
          <a:xfrm>
            <a:off x="4164793" y="5512381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597645-AD27-D0D5-1AF1-F40B48565A88}"/>
              </a:ext>
            </a:extLst>
          </p:cNvPr>
          <p:cNvSpPr/>
          <p:nvPr/>
        </p:nvSpPr>
        <p:spPr>
          <a:xfrm>
            <a:off x="4206529" y="4880551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9126-0133-2545-49A9-154A966A7FCC}"/>
              </a:ext>
            </a:extLst>
          </p:cNvPr>
          <p:cNvSpPr/>
          <p:nvPr/>
        </p:nvSpPr>
        <p:spPr>
          <a:xfrm>
            <a:off x="2589847" y="6136555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3C16E3-58FB-B490-499B-9E348101E7EF}"/>
              </a:ext>
            </a:extLst>
          </p:cNvPr>
          <p:cNvSpPr/>
          <p:nvPr/>
        </p:nvSpPr>
        <p:spPr>
          <a:xfrm>
            <a:off x="10054088" y="5522587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28D614-4736-4A0A-A14B-979503A81A43}"/>
              </a:ext>
            </a:extLst>
          </p:cNvPr>
          <p:cNvSpPr/>
          <p:nvPr/>
        </p:nvSpPr>
        <p:spPr>
          <a:xfrm>
            <a:off x="10014589" y="4903269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EDE02C-8F1D-D056-CC04-CB510ACB8464}"/>
              </a:ext>
            </a:extLst>
          </p:cNvPr>
          <p:cNvSpPr/>
          <p:nvPr/>
        </p:nvSpPr>
        <p:spPr>
          <a:xfrm>
            <a:off x="2605666" y="4890801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E75C9D-085E-1CD1-5A82-A61968F56EC9}"/>
              </a:ext>
            </a:extLst>
          </p:cNvPr>
          <p:cNvSpPr/>
          <p:nvPr/>
        </p:nvSpPr>
        <p:spPr>
          <a:xfrm>
            <a:off x="1024956" y="5532168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EFE011-1EC4-F4D2-663F-4106698AF5C0}"/>
              </a:ext>
            </a:extLst>
          </p:cNvPr>
          <p:cNvSpPr/>
          <p:nvPr/>
        </p:nvSpPr>
        <p:spPr>
          <a:xfrm>
            <a:off x="1033949" y="6146228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0185E5-5201-31BA-D6C4-23437F76C1A8}"/>
              </a:ext>
            </a:extLst>
          </p:cNvPr>
          <p:cNvSpPr/>
          <p:nvPr/>
        </p:nvSpPr>
        <p:spPr>
          <a:xfrm>
            <a:off x="8450437" y="4890801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96AFF5-DCCB-42EA-3A75-AFB734F3651F}"/>
              </a:ext>
            </a:extLst>
          </p:cNvPr>
          <p:cNvSpPr/>
          <p:nvPr/>
        </p:nvSpPr>
        <p:spPr>
          <a:xfrm>
            <a:off x="6909036" y="4880551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E31779-681A-C0C9-7048-63B2FDA5A219}"/>
              </a:ext>
            </a:extLst>
          </p:cNvPr>
          <p:cNvSpPr/>
          <p:nvPr/>
        </p:nvSpPr>
        <p:spPr>
          <a:xfrm>
            <a:off x="6887844" y="5549259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4A6FE81-1091-5A0B-24C8-3A72A9265150}"/>
              </a:ext>
            </a:extLst>
          </p:cNvPr>
          <p:cNvSpPr/>
          <p:nvPr/>
        </p:nvSpPr>
        <p:spPr>
          <a:xfrm>
            <a:off x="6887844" y="6134959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9240B1-5A02-615B-BC2C-EDEFAB5F490E}"/>
              </a:ext>
            </a:extLst>
          </p:cNvPr>
          <p:cNvSpPr/>
          <p:nvPr/>
        </p:nvSpPr>
        <p:spPr>
          <a:xfrm>
            <a:off x="8496190" y="5517005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39C407-381F-3CF1-510F-180E249173F5}"/>
              </a:ext>
            </a:extLst>
          </p:cNvPr>
          <p:cNvSpPr/>
          <p:nvPr/>
        </p:nvSpPr>
        <p:spPr>
          <a:xfrm>
            <a:off x="8461907" y="6135948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6A9283D-DEAE-5969-C8C4-879623E635D1}"/>
              </a:ext>
            </a:extLst>
          </p:cNvPr>
          <p:cNvSpPr/>
          <p:nvPr/>
        </p:nvSpPr>
        <p:spPr>
          <a:xfrm>
            <a:off x="10037920" y="614332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53853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1E4C-71EA-71B0-FDDF-1195B6E7C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5B1DD7-57B7-735C-0FE8-97C271D240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842D34-210C-E44C-14BA-48F3A16CFD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D6B0BF-CB78-79BD-BA75-6FBA1677309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6CBE7-4C2A-5DD2-696D-4DD62501EEF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919BE1-C6BA-B160-59C5-62B7FBB4FB80}"/>
              </a:ext>
            </a:extLst>
          </p:cNvPr>
          <p:cNvSpPr txBox="1"/>
          <p:nvPr/>
        </p:nvSpPr>
        <p:spPr>
          <a:xfrm>
            <a:off x="503609" y="1726192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565D27-7A49-7AA4-0BB4-C3D21451A2C2}"/>
              </a:ext>
            </a:extLst>
          </p:cNvPr>
          <p:cNvSpPr txBox="1"/>
          <p:nvPr/>
        </p:nvSpPr>
        <p:spPr>
          <a:xfrm>
            <a:off x="6648541" y="1726192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D344307-F2C0-3AB8-869B-53E194AF9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28200"/>
              </p:ext>
            </p:extLst>
          </p:nvPr>
        </p:nvGraphicFramePr>
        <p:xfrm>
          <a:off x="979621" y="222120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ACAD4F-DDBB-4601-F3BF-2235D3E9F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05343"/>
              </p:ext>
            </p:extLst>
          </p:nvPr>
        </p:nvGraphicFramePr>
        <p:xfrm>
          <a:off x="6850938" y="2217867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1F08347-8366-BB67-2631-52C496562A8F}"/>
              </a:ext>
            </a:extLst>
          </p:cNvPr>
          <p:cNvSpPr/>
          <p:nvPr/>
        </p:nvSpPr>
        <p:spPr>
          <a:xfrm>
            <a:off x="2560331" y="2844130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EFA3A2-2194-C1B0-8A1E-D05CE5406012}"/>
              </a:ext>
            </a:extLst>
          </p:cNvPr>
          <p:cNvSpPr/>
          <p:nvPr/>
        </p:nvSpPr>
        <p:spPr>
          <a:xfrm>
            <a:off x="979621" y="2209936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B4DAB0-545A-5335-821B-6B1D30A12CC8}"/>
              </a:ext>
            </a:extLst>
          </p:cNvPr>
          <p:cNvSpPr/>
          <p:nvPr/>
        </p:nvSpPr>
        <p:spPr>
          <a:xfrm>
            <a:off x="4102061" y="347227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90814F-CC5A-2EC7-D4C8-2A15B6E12469}"/>
              </a:ext>
            </a:extLst>
          </p:cNvPr>
          <p:cNvSpPr/>
          <p:nvPr/>
        </p:nvSpPr>
        <p:spPr>
          <a:xfrm>
            <a:off x="4117291" y="2849697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06757F-4B57-C31E-0164-B7C7021263E8}"/>
              </a:ext>
            </a:extLst>
          </p:cNvPr>
          <p:cNvSpPr/>
          <p:nvPr/>
        </p:nvSpPr>
        <p:spPr>
          <a:xfrm>
            <a:off x="4159027" y="2217867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DAB28A-8B8E-9CF3-0F52-83AF4E306E1E}"/>
              </a:ext>
            </a:extLst>
          </p:cNvPr>
          <p:cNvSpPr/>
          <p:nvPr/>
        </p:nvSpPr>
        <p:spPr>
          <a:xfrm>
            <a:off x="2542345" y="3473871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766831-624A-89F2-06B3-ADD3FBFD9ADE}"/>
              </a:ext>
            </a:extLst>
          </p:cNvPr>
          <p:cNvSpPr/>
          <p:nvPr/>
        </p:nvSpPr>
        <p:spPr>
          <a:xfrm>
            <a:off x="10006586" y="2859903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0CA5CB-2129-FFCB-F289-25117C31AA68}"/>
              </a:ext>
            </a:extLst>
          </p:cNvPr>
          <p:cNvSpPr/>
          <p:nvPr/>
        </p:nvSpPr>
        <p:spPr>
          <a:xfrm>
            <a:off x="9967087" y="2240585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5F9529-C79F-91C5-2185-4BE5EC61A2F3}"/>
              </a:ext>
            </a:extLst>
          </p:cNvPr>
          <p:cNvSpPr/>
          <p:nvPr/>
        </p:nvSpPr>
        <p:spPr>
          <a:xfrm>
            <a:off x="2558164" y="2228117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13D52B-27BB-D80A-5B3A-7AA3969BEC76}"/>
              </a:ext>
            </a:extLst>
          </p:cNvPr>
          <p:cNvSpPr/>
          <p:nvPr/>
        </p:nvSpPr>
        <p:spPr>
          <a:xfrm>
            <a:off x="977454" y="2869484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B3F4F6-3A6A-48A6-2A07-60E5355607CB}"/>
              </a:ext>
            </a:extLst>
          </p:cNvPr>
          <p:cNvSpPr/>
          <p:nvPr/>
        </p:nvSpPr>
        <p:spPr>
          <a:xfrm>
            <a:off x="986447" y="3483544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9D153D-3396-8CE8-4B88-6217B2A03931}"/>
              </a:ext>
            </a:extLst>
          </p:cNvPr>
          <p:cNvSpPr/>
          <p:nvPr/>
        </p:nvSpPr>
        <p:spPr>
          <a:xfrm>
            <a:off x="8402935" y="2228117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CDC6A8-6D6F-B3C0-CA86-5A86A04FAE59}"/>
              </a:ext>
            </a:extLst>
          </p:cNvPr>
          <p:cNvSpPr/>
          <p:nvPr/>
        </p:nvSpPr>
        <p:spPr>
          <a:xfrm>
            <a:off x="6861534" y="2217867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175E45-880A-7772-6C86-F137FB72ECCF}"/>
              </a:ext>
            </a:extLst>
          </p:cNvPr>
          <p:cNvSpPr/>
          <p:nvPr/>
        </p:nvSpPr>
        <p:spPr>
          <a:xfrm>
            <a:off x="6840342" y="2886575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C02227-489C-2DA0-864B-1D82948AA3AB}"/>
              </a:ext>
            </a:extLst>
          </p:cNvPr>
          <p:cNvSpPr/>
          <p:nvPr/>
        </p:nvSpPr>
        <p:spPr>
          <a:xfrm>
            <a:off x="6840342" y="3472275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0794BB-1401-3B20-C47E-9B2A6113D699}"/>
              </a:ext>
            </a:extLst>
          </p:cNvPr>
          <p:cNvSpPr/>
          <p:nvPr/>
        </p:nvSpPr>
        <p:spPr>
          <a:xfrm>
            <a:off x="8448688" y="2854321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996D0F-4A70-2332-9DD1-BDD6B4671A41}"/>
              </a:ext>
            </a:extLst>
          </p:cNvPr>
          <p:cNvSpPr/>
          <p:nvPr/>
        </p:nvSpPr>
        <p:spPr>
          <a:xfrm>
            <a:off x="8414405" y="3473264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1649A42-B550-CDFA-9171-36828E0182A2}"/>
              </a:ext>
            </a:extLst>
          </p:cNvPr>
          <p:cNvSpPr/>
          <p:nvPr/>
        </p:nvSpPr>
        <p:spPr>
          <a:xfrm>
            <a:off x="9990418" y="348064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661FB3-A2C4-52A1-B7D5-7F62FDFADE45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3D2FD8-6534-6C86-B092-545C407B28D9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0B4CD8FD-D06A-D822-C264-0C82C24E7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4207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D8AC1854-14B7-BD27-36D1-A7F33AACDD38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1E6851AC-A4CF-614C-72B5-108D72DD2D28}"/>
              </a:ext>
            </a:extLst>
          </p:cNvPr>
          <p:cNvSpPr/>
          <p:nvPr/>
        </p:nvSpPr>
        <p:spPr>
          <a:xfrm rot="5400000" flipV="1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BFFF5FDE-F2E8-8B98-E9AE-F791F991BF84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656AA111-88FF-B140-5F31-DC90605CF192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0E5D20-D859-1AC5-0F24-5332B3300761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58D7A3-92C2-D384-B914-DE6B7F4FFD48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F9924229-807A-1B62-A0BA-FA9CAB4DE9FF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A8B95779-ED46-8D95-1A85-38F36CF0C57F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18C51F1C-103E-DDD0-566C-608869553A52}"/>
              </a:ext>
            </a:extLst>
          </p:cNvPr>
          <p:cNvSpPr/>
          <p:nvPr/>
        </p:nvSpPr>
        <p:spPr>
          <a:xfrm rot="16200000" flipV="1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B5216202-1121-E8B2-19BA-27B802867570}"/>
              </a:ext>
            </a:extLst>
          </p:cNvPr>
          <p:cNvSpPr/>
          <p:nvPr/>
        </p:nvSpPr>
        <p:spPr>
          <a:xfrm rot="16200000" flipV="1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5349FBA-BB99-7286-4952-1F232473A548}"/>
              </a:ext>
            </a:extLst>
          </p:cNvPr>
          <p:cNvSpPr/>
          <p:nvPr/>
        </p:nvSpPr>
        <p:spPr>
          <a:xfrm rot="16200000" flipV="1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EF195092-6F28-7ABF-E3A8-5BDBC0A44443}"/>
              </a:ext>
            </a:extLst>
          </p:cNvPr>
          <p:cNvSpPr/>
          <p:nvPr/>
        </p:nvSpPr>
        <p:spPr>
          <a:xfrm rot="5400000" flipV="1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38AE314-6547-5D16-7097-88459D769229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1D48790F-2C69-1FC0-054B-15D24FBF99A8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BFFBA92-B9FB-8362-5DB1-3EA7B03EB2F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1E5D2F8-77A1-8734-9892-283EFA05C68D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D550E68B-2461-F609-F170-9798F9B2775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A69A64A3-2061-E19A-8939-6F9F830958FF}"/>
              </a:ext>
            </a:extLst>
          </p:cNvPr>
          <p:cNvSpPr/>
          <p:nvPr/>
        </p:nvSpPr>
        <p:spPr>
          <a:xfrm rot="10800000" flipH="1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42444C62-04EE-5C07-5190-F6873FCD8A2A}"/>
              </a:ext>
            </a:extLst>
          </p:cNvPr>
          <p:cNvSpPr/>
          <p:nvPr/>
        </p:nvSpPr>
        <p:spPr>
          <a:xfrm flipH="1"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219BEFA-1545-84DC-C6C4-26E0F332B8A3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6E1AD61F-8E8D-9F1E-7772-4F51B32052BB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E0CEBF1C-5321-958A-8D78-D146B4CF2453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C34B1C1C-2D7F-7C5C-535F-0A32C9E78093}"/>
              </a:ext>
            </a:extLst>
          </p:cNvPr>
          <p:cNvSpPr/>
          <p:nvPr/>
        </p:nvSpPr>
        <p:spPr>
          <a:xfrm flipH="1"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520E65E-00F0-0A8C-7247-7456994418FB}"/>
              </a:ext>
            </a:extLst>
          </p:cNvPr>
          <p:cNvSpPr/>
          <p:nvPr/>
        </p:nvSpPr>
        <p:spPr>
          <a:xfrm rot="10800000" flipH="1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EC318340-3566-DCA3-AE30-FA205BE0A48E}"/>
              </a:ext>
            </a:extLst>
          </p:cNvPr>
          <p:cNvSpPr/>
          <p:nvPr/>
        </p:nvSpPr>
        <p:spPr>
          <a:xfrm flipH="1"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3BE55F8-0CFA-2010-3EB5-0BC2AC870B0F}"/>
              </a:ext>
            </a:extLst>
          </p:cNvPr>
          <p:cNvSpPr/>
          <p:nvPr/>
        </p:nvSpPr>
        <p:spPr>
          <a:xfrm flipH="1"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460B3C2C-3C65-12C7-8D35-3E9CB138FEE3}"/>
              </a:ext>
            </a:extLst>
          </p:cNvPr>
          <p:cNvSpPr/>
          <p:nvPr/>
        </p:nvSpPr>
        <p:spPr>
          <a:xfrm rot="10800000" flipH="1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541B9046-0D09-877D-1202-79E636548D22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583292E3-BE91-D00E-78C0-ED9C2E156BE0}"/>
              </a:ext>
            </a:extLst>
          </p:cNvPr>
          <p:cNvSpPr/>
          <p:nvPr/>
        </p:nvSpPr>
        <p:spPr>
          <a:xfrm rot="10800000" flipH="1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70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4153-018D-CC4B-BEF4-656DEDF5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F25563-3376-32CD-F805-C215FE41723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9EB47A-3427-1A9B-7F34-D0A4D7C167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A62DE-DAF6-C66C-2601-2B9CCE1B8F3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5BA19-DA64-F0AC-3307-4B35EAD46FC0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C1817F8B-147A-6FA0-62D4-0C463CEEC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224550"/>
              </p:ext>
            </p:extLst>
          </p:nvPr>
        </p:nvGraphicFramePr>
        <p:xfrm>
          <a:off x="442262" y="207195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483603C6-B33E-DE3A-A121-FBA783FCD203}"/>
              </a:ext>
            </a:extLst>
          </p:cNvPr>
          <p:cNvSpPr txBox="1"/>
          <p:nvPr/>
        </p:nvSpPr>
        <p:spPr>
          <a:xfrm>
            <a:off x="5809341" y="191706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3FB891FD-D525-F144-F592-AFC911F5EEF1}"/>
              </a:ext>
            </a:extLst>
          </p:cNvPr>
          <p:cNvSpPr/>
          <p:nvPr/>
        </p:nvSpPr>
        <p:spPr>
          <a:xfrm rot="5400000" flipV="1">
            <a:off x="1025849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E4A5EAA1-1C55-25D3-E846-BDC406609031}"/>
              </a:ext>
            </a:extLst>
          </p:cNvPr>
          <p:cNvSpPr/>
          <p:nvPr/>
        </p:nvSpPr>
        <p:spPr>
          <a:xfrm>
            <a:off x="6232696" y="250183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1B1CE061-5D0C-F17F-CA7F-90C4B381CA1A}"/>
              </a:ext>
            </a:extLst>
          </p:cNvPr>
          <p:cNvSpPr/>
          <p:nvPr/>
        </p:nvSpPr>
        <p:spPr>
          <a:xfrm>
            <a:off x="6232695" y="292934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8456B1-8B60-84AB-A308-E373D85B0AA5}"/>
              </a:ext>
            </a:extLst>
          </p:cNvPr>
          <p:cNvSpPr txBox="1"/>
          <p:nvPr/>
        </p:nvSpPr>
        <p:spPr>
          <a:xfrm>
            <a:off x="6566496" y="2426436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EBE772-20CB-C4DE-AE8F-80874836D067}"/>
              </a:ext>
            </a:extLst>
          </p:cNvPr>
          <p:cNvSpPr txBox="1"/>
          <p:nvPr/>
        </p:nvSpPr>
        <p:spPr>
          <a:xfrm>
            <a:off x="6524219" y="2859015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BA0A8457-A1CB-40A7-ED8A-3BAF31AA3C45}"/>
              </a:ext>
            </a:extLst>
          </p:cNvPr>
          <p:cNvSpPr/>
          <p:nvPr/>
        </p:nvSpPr>
        <p:spPr>
          <a:xfrm rot="5400000">
            <a:off x="1009889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F153FF9C-D932-C714-D68D-967B15C85C89}"/>
              </a:ext>
            </a:extLst>
          </p:cNvPr>
          <p:cNvSpPr/>
          <p:nvPr/>
        </p:nvSpPr>
        <p:spPr>
          <a:xfrm rot="5400000">
            <a:off x="1025848" y="384808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8CCB4A7C-4697-F388-9884-1B6557027EFE}"/>
              </a:ext>
            </a:extLst>
          </p:cNvPr>
          <p:cNvSpPr/>
          <p:nvPr/>
        </p:nvSpPr>
        <p:spPr>
          <a:xfrm rot="16200000" flipV="1">
            <a:off x="1025848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03483E7F-6750-5421-0BB3-8EA7C37A64C7}"/>
              </a:ext>
            </a:extLst>
          </p:cNvPr>
          <p:cNvSpPr/>
          <p:nvPr/>
        </p:nvSpPr>
        <p:spPr>
          <a:xfrm rot="16200000" flipV="1">
            <a:off x="2521935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80BE602-2392-FC87-E4D0-78BE6CF561CC}"/>
              </a:ext>
            </a:extLst>
          </p:cNvPr>
          <p:cNvSpPr/>
          <p:nvPr/>
        </p:nvSpPr>
        <p:spPr>
          <a:xfrm rot="16200000" flipV="1">
            <a:off x="2518935" y="385589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C19A622-7C83-7234-7414-5221A7893EF4}"/>
              </a:ext>
            </a:extLst>
          </p:cNvPr>
          <p:cNvSpPr/>
          <p:nvPr/>
        </p:nvSpPr>
        <p:spPr>
          <a:xfrm rot="5400000" flipV="1">
            <a:off x="2518936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A3D6664D-11AD-AB0D-E65A-74934D5B1003}"/>
              </a:ext>
            </a:extLst>
          </p:cNvPr>
          <p:cNvSpPr/>
          <p:nvPr/>
        </p:nvSpPr>
        <p:spPr>
          <a:xfrm rot="5400000">
            <a:off x="3997148" y="323607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E1FA8A99-A801-0F1D-B334-A95AF255F84D}"/>
              </a:ext>
            </a:extLst>
          </p:cNvPr>
          <p:cNvSpPr/>
          <p:nvPr/>
        </p:nvSpPr>
        <p:spPr>
          <a:xfrm rot="5400000">
            <a:off x="3997147" y="3837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F5BACD54-99ED-CD07-6841-747573ECF1C0}"/>
              </a:ext>
            </a:extLst>
          </p:cNvPr>
          <p:cNvSpPr/>
          <p:nvPr/>
        </p:nvSpPr>
        <p:spPr>
          <a:xfrm rot="16200000">
            <a:off x="4001408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63C012F-B27E-B482-02D0-7F55EA3745C5}"/>
              </a:ext>
            </a:extLst>
          </p:cNvPr>
          <p:cNvSpPr/>
          <p:nvPr/>
        </p:nvSpPr>
        <p:spPr>
          <a:xfrm rot="5400000">
            <a:off x="2517570" y="260403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51DB5C72-8BB0-511D-93F7-8F6E8C0DB677}"/>
              </a:ext>
            </a:extLst>
          </p:cNvPr>
          <p:cNvSpPr/>
          <p:nvPr/>
        </p:nvSpPr>
        <p:spPr>
          <a:xfrm rot="5400000">
            <a:off x="4005866" y="203325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D7D09FD-ED5C-F16B-9478-BA00A1A3F188}"/>
              </a:ext>
            </a:extLst>
          </p:cNvPr>
          <p:cNvSpPr/>
          <p:nvPr/>
        </p:nvSpPr>
        <p:spPr>
          <a:xfrm rot="10800000" flipH="1">
            <a:off x="1755911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AC1BC22-E25D-E68F-7078-13B56F4B05A2}"/>
              </a:ext>
            </a:extLst>
          </p:cNvPr>
          <p:cNvSpPr/>
          <p:nvPr/>
        </p:nvSpPr>
        <p:spPr>
          <a:xfrm flipH="1">
            <a:off x="3381169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EE8ED11-FEC7-9C01-7021-291DB545A9D5}"/>
              </a:ext>
            </a:extLst>
          </p:cNvPr>
          <p:cNvSpPr/>
          <p:nvPr/>
        </p:nvSpPr>
        <p:spPr>
          <a:xfrm>
            <a:off x="4725092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571BE06-01FE-1C3D-BB08-204BEF794F75}"/>
              </a:ext>
            </a:extLst>
          </p:cNvPr>
          <p:cNvSpPr/>
          <p:nvPr/>
        </p:nvSpPr>
        <p:spPr>
          <a:xfrm>
            <a:off x="232069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D23014C1-2898-CBB1-380C-27F876CE5478}"/>
              </a:ext>
            </a:extLst>
          </p:cNvPr>
          <p:cNvSpPr/>
          <p:nvPr/>
        </p:nvSpPr>
        <p:spPr>
          <a:xfrm>
            <a:off x="176130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BFE24F22-5CE4-6D44-4B1F-24787081A76E}"/>
              </a:ext>
            </a:extLst>
          </p:cNvPr>
          <p:cNvSpPr/>
          <p:nvPr/>
        </p:nvSpPr>
        <p:spPr>
          <a:xfrm flipH="1">
            <a:off x="24148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70C12769-CC8E-FCE3-4F90-5EB5BB9EE414}"/>
              </a:ext>
            </a:extLst>
          </p:cNvPr>
          <p:cNvSpPr/>
          <p:nvPr/>
        </p:nvSpPr>
        <p:spPr>
          <a:xfrm rot="10800000" flipH="1">
            <a:off x="3332571" y="28731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0268BAF0-5C5D-C9B9-E3F1-4B24EA3776E6}"/>
              </a:ext>
            </a:extLst>
          </p:cNvPr>
          <p:cNvSpPr/>
          <p:nvPr/>
        </p:nvSpPr>
        <p:spPr>
          <a:xfrm flipH="1">
            <a:off x="4734981" y="28713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9D8E990-826D-8A2A-4194-52B20256301C}"/>
              </a:ext>
            </a:extLst>
          </p:cNvPr>
          <p:cNvSpPr/>
          <p:nvPr/>
        </p:nvSpPr>
        <p:spPr>
          <a:xfrm flipH="1">
            <a:off x="1761299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664C196B-1B24-4DBB-BCAB-293CAC7B1D83}"/>
              </a:ext>
            </a:extLst>
          </p:cNvPr>
          <p:cNvSpPr/>
          <p:nvPr/>
        </p:nvSpPr>
        <p:spPr>
          <a:xfrm rot="10800000" flipH="1">
            <a:off x="232068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7AA87709-51F4-EA22-AAF7-2CCDCB5A94A5}"/>
              </a:ext>
            </a:extLst>
          </p:cNvPr>
          <p:cNvSpPr/>
          <p:nvPr/>
        </p:nvSpPr>
        <p:spPr>
          <a:xfrm>
            <a:off x="3388542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B1D72873-40AF-C31B-6017-3EA92A173FFE}"/>
              </a:ext>
            </a:extLst>
          </p:cNvPr>
          <p:cNvSpPr/>
          <p:nvPr/>
        </p:nvSpPr>
        <p:spPr>
          <a:xfrm rot="10800000" flipH="1">
            <a:off x="4661724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D17AAD-2C91-F90F-39CD-C7C2202EA7C5}"/>
              </a:ext>
            </a:extLst>
          </p:cNvPr>
          <p:cNvSpPr txBox="1"/>
          <p:nvPr/>
        </p:nvSpPr>
        <p:spPr>
          <a:xfrm>
            <a:off x="-144379" y="4415977"/>
            <a:ext cx="70658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no box with each arrow pointing outward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 have saddle points, not minimums</a:t>
            </a:r>
          </a:p>
        </p:txBody>
      </p:sp>
    </p:spTree>
    <p:extLst>
      <p:ext uri="{BB962C8B-B14F-4D97-AF65-F5344CB8AC3E}">
        <p14:creationId xmlns:p14="http://schemas.microsoft.com/office/powerpoint/2010/main" val="704777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Global convergence of SFP has been proven for weighted potential games, where there exist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such that:</a:t>
                </a:r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blipFill>
                <a:blip r:embed="rId3"/>
                <a:stretch>
                  <a:fillRect l="-891" t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vs SFP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42C04C6-4436-DB06-7F5F-8E2BF915BD04}"/>
              </a:ext>
            </a:extLst>
          </p:cNvPr>
          <p:cNvSpPr txBox="1"/>
          <p:nvPr/>
        </p:nvSpPr>
        <p:spPr>
          <a:xfrm>
            <a:off x="8060636" y="5495629"/>
            <a:ext cx="3960846" cy="12003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Non-degenerate games ensure the ordering stored in the ordinal potential is strict</a:t>
            </a:r>
          </a:p>
        </p:txBody>
      </p:sp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36FAC-3A51-1B82-28D7-637BC017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A8F0B0-4837-1615-2E92-1B661B43C45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8B656F-A729-E42C-8193-0A795399235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7D690B-F183-DDEB-F5EF-418CDEE466EE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/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Theorem (Berger, 2005)</a:t>
                </a:r>
              </a:p>
              <a:p>
                <a:r>
                  <a:rPr lang="en-US" sz="2800" b="1" dirty="0"/>
                  <a:t> </a:t>
                </a:r>
                <a:r>
                  <a:rPr lang="en-US" sz="2800" dirty="0"/>
                  <a:t>Let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blipFill>
                <a:blip r:embed="rId3"/>
                <a:stretch>
                  <a:fillRect l="-1055" t="-3448" b="-9914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741BAA6-4A99-6CBC-B918-CA1F97C4DB4A}"/>
              </a:ext>
            </a:extLst>
          </p:cNvPr>
          <p:cNvSpPr txBox="1"/>
          <p:nvPr/>
        </p:nvSpPr>
        <p:spPr>
          <a:xfrm>
            <a:off x="488199" y="4191729"/>
            <a:ext cx="43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Proof on Latex Notes</a:t>
            </a:r>
          </a:p>
        </p:txBody>
      </p:sp>
    </p:spTree>
    <p:extLst>
      <p:ext uri="{BB962C8B-B14F-4D97-AF65-F5344CB8AC3E}">
        <p14:creationId xmlns:p14="http://schemas.microsoft.com/office/powerpoint/2010/main" val="14060730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942059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913042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D0582-078B-AAC2-3041-B3B72C7F45D5}"/>
              </a:ext>
            </a:extLst>
          </p:cNvPr>
          <p:cNvSpPr txBox="1"/>
          <p:nvPr/>
        </p:nvSpPr>
        <p:spPr>
          <a:xfrm>
            <a:off x="2160576" y="141567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 Howson with 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408854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3F04-66D6-5642-1F62-1C0248FE2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C317D41-89A8-798E-81E8-ABF9779D44F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5A10FB-A2CD-E03F-2A74-DDFEE49179F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8B1B70B-7B99-FBE7-FF78-888FE0EBE17D}"/>
              </a:ext>
            </a:extLst>
          </p:cNvPr>
          <p:cNvSpPr txBox="1"/>
          <p:nvPr/>
        </p:nvSpPr>
        <p:spPr>
          <a:xfrm>
            <a:off x="7901608" y="308632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1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3057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75815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CDC3-715A-2D78-78A9-79F6A796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4238A5-AEE4-D1B6-96A0-0FBDB031CA7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79155-0671-F077-622F-72C67A4F132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blipFill>
                <a:blip r:embed="rId8"/>
                <a:stretch>
                  <a:fillRect r="-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191FBE-0C1A-6FAC-497C-C7DFE7648111}"/>
              </a:ext>
            </a:extLst>
          </p:cNvPr>
          <p:cNvSpPr txBox="1"/>
          <p:nvPr/>
        </p:nvSpPr>
        <p:spPr>
          <a:xfrm>
            <a:off x="914399" y="329857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2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40449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2468445"/>
            <a:ext cx="26335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values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Note that this is not a vertex since we are not enforcing non-negativity constraints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9A238-ACB2-779A-E628-CDDC72DA8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A44D20-021D-5E98-22BC-1149FC2E3E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8C56A21-666C-23F7-43DD-1BB74541B21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FBA6F7-D4F0-D45B-29C5-C2E488595403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34726" y="5354730"/>
            <a:ext cx="2763496" cy="830997"/>
          </a:xfrm>
          <a:prstGeom prst="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have to make a decision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39127"/>
            <a:ext cx="3907688" cy="353262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6950679" y="4064090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424322-1F85-C47D-C2B8-8D93B991A9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869CF263-044B-E8B8-79A5-9AB5D8954DA9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/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/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FCA8044-8DB8-34C4-BCD5-E1056E64CAEF}"/>
              </a:ext>
            </a:extLst>
          </p:cNvPr>
          <p:cNvSpPr txBox="1"/>
          <p:nvPr/>
        </p:nvSpPr>
        <p:spPr>
          <a:xfrm>
            <a:off x="9293008" y="4284576"/>
            <a:ext cx="3157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or:</a:t>
            </a:r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DFD9A-940F-7333-E78A-108C4A3E9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28205E-D303-75E4-DA65-ED142CD0380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4E093-4BEF-4E3A-8D49-3643827C71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E5E675-7DF7-BE39-34A6-ACE5F2D19608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D7C00B5-6C1A-DDF0-1681-760C4DC65BB2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831DE2-40A8-F582-4B9C-51A53C4F0A14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5035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E48EB-2109-ED88-0FEC-B56F5E27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487B74-F17E-7DFC-0D83-CB5F724666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D47709-FB43-265B-97EE-98B9E3977C1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760CBD7-47E3-E059-B746-10A427747EF2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6E36669-9237-E56D-B5C5-228F58F10D65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01C448-496F-3BE7-454E-839AE820C9A9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3D3129B0-7411-035B-452A-439E546031A5}"/>
              </a:ext>
            </a:extLst>
          </p:cNvPr>
          <p:cNvSpPr/>
          <p:nvPr/>
        </p:nvSpPr>
        <p:spPr>
          <a:xfrm>
            <a:off x="6917636" y="3106398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90D007D-E572-3967-9906-AA5B50FC4098}"/>
              </a:ext>
            </a:extLst>
          </p:cNvPr>
          <p:cNvCxnSpPr>
            <a:cxnSpLocks/>
          </p:cNvCxnSpPr>
          <p:nvPr/>
        </p:nvCxnSpPr>
        <p:spPr>
          <a:xfrm flipH="1">
            <a:off x="6917636" y="4929809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C24A50-4813-948C-699C-73EE8B7EDD14}"/>
              </a:ext>
            </a:extLst>
          </p:cNvPr>
          <p:cNvCxnSpPr/>
          <p:nvPr/>
        </p:nvCxnSpPr>
        <p:spPr>
          <a:xfrm flipV="1">
            <a:off x="6917636" y="3713006"/>
            <a:ext cx="596347" cy="122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98C43D-9C50-8158-0EB9-05EFA429B0B5}"/>
              </a:ext>
            </a:extLst>
          </p:cNvPr>
          <p:cNvCxnSpPr>
            <a:cxnSpLocks/>
          </p:cNvCxnSpPr>
          <p:nvPr/>
        </p:nvCxnSpPr>
        <p:spPr>
          <a:xfrm flipH="1">
            <a:off x="10784774" y="4495800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5EF641-71ED-788A-FE3D-D4785ADE2449}"/>
              </a:ext>
            </a:extLst>
          </p:cNvPr>
          <p:cNvCxnSpPr>
            <a:cxnSpLocks/>
            <a:endCxn id="25" idx="3"/>
          </p:cNvCxnSpPr>
          <p:nvPr/>
        </p:nvCxnSpPr>
        <p:spPr>
          <a:xfrm flipH="1" flipV="1">
            <a:off x="10704381" y="3377248"/>
            <a:ext cx="831293" cy="1118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3E4FAA62-77DD-3CA9-F6D9-AC5D79DD822D}"/>
              </a:ext>
            </a:extLst>
          </p:cNvPr>
          <p:cNvSpPr/>
          <p:nvPr/>
        </p:nvSpPr>
        <p:spPr>
          <a:xfrm>
            <a:off x="8898093" y="3068696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4E7306-6716-183F-3D0B-97849713B926}"/>
              </a:ext>
            </a:extLst>
          </p:cNvPr>
          <p:cNvSpPr txBox="1"/>
          <p:nvPr/>
        </p:nvSpPr>
        <p:spPr>
          <a:xfrm>
            <a:off x="4395869" y="3013377"/>
            <a:ext cx="3213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/>
              <a:t>Pick another starting label to drop</a:t>
            </a:r>
          </a:p>
        </p:txBody>
      </p:sp>
    </p:spTree>
    <p:extLst>
      <p:ext uri="{BB962C8B-B14F-4D97-AF65-F5344CB8AC3E}">
        <p14:creationId xmlns:p14="http://schemas.microsoft.com/office/powerpoint/2010/main" val="13331924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3FE88-A960-58E9-0B1C-C96D5B88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D7D581-B893-060A-3BA3-0A70835DF73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51BBB0-ECF4-9295-C6B2-BE55F2BF99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14DAFE5-084F-1F0E-A937-3B0A29165A6E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988B290-053D-C6DA-060E-9D130BDAC5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48" y="2967760"/>
            <a:ext cx="3472983" cy="31249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65F057-248F-A713-D6BC-93F9E2BC66E5}"/>
              </a:ext>
            </a:extLst>
          </p:cNvPr>
          <p:cNvSpPr txBox="1"/>
          <p:nvPr/>
        </p:nvSpPr>
        <p:spPr>
          <a:xfrm>
            <a:off x="551259" y="6211669"/>
            <a:ext cx="27634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5"/>
              </a:rPr>
              <a:t>Positive Expectation Player 2 Polytope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3AB4AA-2FC9-F556-B184-1F28E3A93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490" y="2901179"/>
            <a:ext cx="3215064" cy="3258088"/>
          </a:xfrm>
          <a:prstGeom prst="rect">
            <a:avLst/>
          </a:prstGeom>
        </p:spPr>
      </p:pic>
      <p:sp>
        <p:nvSpPr>
          <p:cNvPr id="19" name="TextBox 18">
            <a:hlinkClick r:id="rId7"/>
            <a:extLst>
              <a:ext uri="{FF2B5EF4-FFF2-40B4-BE49-F238E27FC236}">
                <a16:creationId xmlns:a16="http://schemas.microsoft.com/office/drawing/2014/main" id="{5772B49A-B538-B678-3F35-78609126E673}"/>
              </a:ext>
            </a:extLst>
          </p:cNvPr>
          <p:cNvSpPr txBox="1"/>
          <p:nvPr/>
        </p:nvSpPr>
        <p:spPr>
          <a:xfrm>
            <a:off x="8245669" y="6211669"/>
            <a:ext cx="25387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7"/>
              </a:rPr>
              <a:t>Negative Expectation Player 2 Polytope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FC1EB0-487C-8170-3C55-BA4235A7B263}"/>
              </a:ext>
            </a:extLst>
          </p:cNvPr>
          <p:cNvSpPr txBox="1"/>
          <p:nvPr/>
        </p:nvSpPr>
        <p:spPr>
          <a:xfrm>
            <a:off x="0" y="250609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8D627-3319-B2FD-3199-2B5702074B6A}"/>
              </a:ext>
            </a:extLst>
          </p:cNvPr>
          <p:cNvSpPr txBox="1"/>
          <p:nvPr/>
        </p:nvSpPr>
        <p:spPr>
          <a:xfrm>
            <a:off x="7422382" y="250609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305700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5744</TotalTime>
  <Words>2721</Words>
  <Application>Microsoft Office PowerPoint</Application>
  <PresentationFormat>Widescreen</PresentationFormat>
  <Paragraphs>876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58</cp:revision>
  <cp:lastPrinted>2025-08-21T02:00:35Z</cp:lastPrinted>
  <dcterms:created xsi:type="dcterms:W3CDTF">2025-08-20T23:47:39Z</dcterms:created>
  <dcterms:modified xsi:type="dcterms:W3CDTF">2026-04-01T02:11:40Z</dcterms:modified>
</cp:coreProperties>
</file>