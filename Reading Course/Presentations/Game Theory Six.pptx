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91" r:id="rId2"/>
    <p:sldId id="363" r:id="rId3"/>
    <p:sldId id="374" r:id="rId4"/>
    <p:sldId id="375" r:id="rId5"/>
    <p:sldId id="373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94" r:id="rId18"/>
    <p:sldId id="395" r:id="rId19"/>
    <p:sldId id="396" r:id="rId20"/>
    <p:sldId id="307" r:id="rId21"/>
    <p:sldId id="399" r:id="rId22"/>
    <p:sldId id="400" r:id="rId23"/>
    <p:sldId id="401" r:id="rId24"/>
    <p:sldId id="402" r:id="rId25"/>
    <p:sldId id="404" r:id="rId26"/>
    <p:sldId id="370" r:id="rId27"/>
    <p:sldId id="405" r:id="rId28"/>
    <p:sldId id="406" r:id="rId29"/>
    <p:sldId id="407" r:id="rId30"/>
    <p:sldId id="364" r:id="rId31"/>
    <p:sldId id="367" r:id="rId32"/>
    <p:sldId id="365" r:id="rId33"/>
    <p:sldId id="368" r:id="rId34"/>
    <p:sldId id="369" r:id="rId35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388847"/>
    <a:srgbClr val="3E7CB9"/>
    <a:srgbClr val="6D9CCA"/>
    <a:srgbClr val="D26764"/>
    <a:srgbClr val="FF66CC"/>
    <a:srgbClr val="FFCC00"/>
    <a:srgbClr val="F21C0B"/>
    <a:srgbClr val="5E83A6"/>
    <a:srgbClr val="EB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0E0AA5-EDD4-4DA4-919F-973F2175EE0A}" v="3239" dt="2026-03-18T04:06:51.8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3462" autoAdjust="0"/>
  </p:normalViewPr>
  <p:slideViewPr>
    <p:cSldViewPr snapToGrid="0">
      <p:cViewPr varScale="1">
        <p:scale>
          <a:sx n="81" d="100"/>
          <a:sy n="8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">
      <pc:chgData name="Jacob Wyngaard" userId="6181fcd471e98458" providerId="LiveId" clId="{788BA123-62C9-4DDC-86E5-A6BCA4600216}" dt="2026-03-18T14:41:39.738" v="8069" actId="1076"/>
      <pc:docMkLst>
        <pc:docMk/>
      </pc:docMkLst>
      <pc:sldChg chg="addSp delSp modSp mod">
        <pc:chgData name="Jacob Wyngaard" userId="6181fcd471e98458" providerId="LiveId" clId="{788BA123-62C9-4DDC-86E5-A6BCA4600216}" dt="2026-03-18T14:41:39.738" v="8069" actId="1076"/>
        <pc:sldMkLst>
          <pc:docMk/>
          <pc:sldMk cId="606609933" sldId="291"/>
        </pc:sldMkLst>
        <pc:spChg chg="mod">
          <ac:chgData name="Jacob Wyngaard" userId="6181fcd471e98458" providerId="LiveId" clId="{788BA123-62C9-4DDC-86E5-A6BCA4600216}" dt="2026-03-17T18:41:01.048" v="13" actId="20577"/>
          <ac:spMkLst>
            <pc:docMk/>
            <pc:sldMk cId="606609933" sldId="291"/>
            <ac:spMk id="9" creationId="{146DFEDC-5C40-1E05-3C8E-45F902F03177}"/>
          </ac:spMkLst>
        </pc:spChg>
        <pc:picChg chg="del">
          <ac:chgData name="Jacob Wyngaard" userId="6181fcd471e98458" providerId="LiveId" clId="{788BA123-62C9-4DDC-86E5-A6BCA4600216}" dt="2026-03-17T18:40:57.069" v="4" actId="478"/>
          <ac:picMkLst>
            <pc:docMk/>
            <pc:sldMk cId="606609933" sldId="291"/>
            <ac:picMk id="3" creationId="{B2D99EA0-3A0E-47B7-1085-FC1A2F0B8DB8}"/>
          </ac:picMkLst>
        </pc:picChg>
        <pc:picChg chg="add mod">
          <ac:chgData name="Jacob Wyngaard" userId="6181fcd471e98458" providerId="LiveId" clId="{788BA123-62C9-4DDC-86E5-A6BCA4600216}" dt="2026-03-18T14:41:39.738" v="8069" actId="1076"/>
          <ac:picMkLst>
            <pc:docMk/>
            <pc:sldMk cId="606609933" sldId="291"/>
            <ac:picMk id="3" creationId="{E6BE9B5C-D5C1-110C-30D2-FCB4B0A819DA}"/>
          </ac:picMkLst>
        </pc:picChg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1276044030" sldId="303"/>
        </pc:sldMkLst>
      </pc:sldChg>
      <pc:sldChg chg="modSp add del mod">
        <pc:chgData name="Jacob Wyngaard" userId="6181fcd471e98458" providerId="LiveId" clId="{788BA123-62C9-4DDC-86E5-A6BCA4600216}" dt="2026-03-18T03:08:40.216" v="7005" actId="1076"/>
        <pc:sldMkLst>
          <pc:docMk/>
          <pc:sldMk cId="2869556279" sldId="307"/>
        </pc:sldMkLst>
        <pc:spChg chg="mod">
          <ac:chgData name="Jacob Wyngaard" userId="6181fcd471e98458" providerId="LiveId" clId="{788BA123-62C9-4DDC-86E5-A6BCA4600216}" dt="2026-03-18T03:08:40.216" v="7005" actId="1076"/>
          <ac:spMkLst>
            <pc:docMk/>
            <pc:sldMk cId="2869556279" sldId="307"/>
            <ac:spMk id="9" creationId="{BB9B2C8F-B4AD-451A-77B6-8FFD02A030B0}"/>
          </ac:spMkLst>
        </pc:spChg>
      </pc:sldChg>
      <pc:sldChg chg="addSp delSp modSp add del mod">
        <pc:chgData name="Jacob Wyngaard" userId="6181fcd471e98458" providerId="LiveId" clId="{788BA123-62C9-4DDC-86E5-A6BCA4600216}" dt="2026-03-18T03:23:35.111" v="7361" actId="47"/>
        <pc:sldMkLst>
          <pc:docMk/>
          <pc:sldMk cId="3006645019" sldId="310"/>
        </pc:sldMkLst>
        <pc:spChg chg="mod">
          <ac:chgData name="Jacob Wyngaard" userId="6181fcd471e98458" providerId="LiveId" clId="{788BA123-62C9-4DDC-86E5-A6BCA4600216}" dt="2026-03-18T03:13:19.327" v="7168" actId="1076"/>
          <ac:spMkLst>
            <pc:docMk/>
            <pc:sldMk cId="3006645019" sldId="310"/>
            <ac:spMk id="3" creationId="{5CF4A97C-4103-51D4-C959-2EAFA74994A8}"/>
          </ac:spMkLst>
        </pc:spChg>
        <pc:spChg chg="del">
          <ac:chgData name="Jacob Wyngaard" userId="6181fcd471e98458" providerId="LiveId" clId="{788BA123-62C9-4DDC-86E5-A6BCA4600216}" dt="2026-03-18T03:11:13.233" v="7033" actId="478"/>
          <ac:spMkLst>
            <pc:docMk/>
            <pc:sldMk cId="3006645019" sldId="310"/>
            <ac:spMk id="4" creationId="{F6468F42-7C24-A97F-E5F1-A7C10B7CADEB}"/>
          </ac:spMkLst>
        </pc:spChg>
        <pc:spChg chg="mod">
          <ac:chgData name="Jacob Wyngaard" userId="6181fcd471e98458" providerId="LiveId" clId="{788BA123-62C9-4DDC-86E5-A6BCA4600216}" dt="2026-03-18T03:13:19.327" v="7168" actId="1076"/>
          <ac:spMkLst>
            <pc:docMk/>
            <pc:sldMk cId="3006645019" sldId="310"/>
            <ac:spMk id="7" creationId="{FCB71EC2-757F-946D-E05E-6FA8EFD71CFB}"/>
          </ac:spMkLst>
        </pc:spChg>
        <pc:spChg chg="del">
          <ac:chgData name="Jacob Wyngaard" userId="6181fcd471e98458" providerId="LiveId" clId="{788BA123-62C9-4DDC-86E5-A6BCA4600216}" dt="2026-03-18T03:10:34.704" v="7008" actId="478"/>
          <ac:spMkLst>
            <pc:docMk/>
            <pc:sldMk cId="3006645019" sldId="310"/>
            <ac:spMk id="9" creationId="{94AEF34C-E98B-6DB8-E569-90D176EDF31F}"/>
          </ac:spMkLst>
        </pc:spChg>
        <pc:spChg chg="mod">
          <ac:chgData name="Jacob Wyngaard" userId="6181fcd471e98458" providerId="LiveId" clId="{788BA123-62C9-4DDC-86E5-A6BCA4600216}" dt="2026-03-18T03:13:19.327" v="7168" actId="1076"/>
          <ac:spMkLst>
            <pc:docMk/>
            <pc:sldMk cId="3006645019" sldId="310"/>
            <ac:spMk id="10" creationId="{E16D1546-42DF-270B-B0FE-6E2625D9C708}"/>
          </ac:spMkLst>
        </pc:spChg>
        <pc:spChg chg="mod">
          <ac:chgData name="Jacob Wyngaard" userId="6181fcd471e98458" providerId="LiveId" clId="{788BA123-62C9-4DDC-86E5-A6BCA4600216}" dt="2026-03-18T03:13:19.327" v="7168" actId="1076"/>
          <ac:spMkLst>
            <pc:docMk/>
            <pc:sldMk cId="3006645019" sldId="310"/>
            <ac:spMk id="12" creationId="{EEF9D42F-C858-F9FD-2C51-73B9E5F20ED7}"/>
          </ac:spMkLst>
        </pc:spChg>
        <pc:spChg chg="mod">
          <ac:chgData name="Jacob Wyngaard" userId="6181fcd471e98458" providerId="LiveId" clId="{788BA123-62C9-4DDC-86E5-A6BCA4600216}" dt="2026-03-18T03:11:10.982" v="7032" actId="1076"/>
          <ac:spMkLst>
            <pc:docMk/>
            <pc:sldMk cId="3006645019" sldId="310"/>
            <ac:spMk id="14" creationId="{F0EBE0D0-9EC2-1C96-7A4D-900EBC3ACA8D}"/>
          </ac:spMkLst>
        </pc:spChg>
        <pc:spChg chg="mod">
          <ac:chgData name="Jacob Wyngaard" userId="6181fcd471e98458" providerId="LiveId" clId="{788BA123-62C9-4DDC-86E5-A6BCA4600216}" dt="2026-03-18T03:13:19.327" v="7168" actId="1076"/>
          <ac:spMkLst>
            <pc:docMk/>
            <pc:sldMk cId="3006645019" sldId="310"/>
            <ac:spMk id="15" creationId="{DE6B6689-4F0C-9793-B9EF-C157198F5C3A}"/>
          </ac:spMkLst>
        </pc:spChg>
        <pc:spChg chg="del mod">
          <ac:chgData name="Jacob Wyngaard" userId="6181fcd471e98458" providerId="LiveId" clId="{788BA123-62C9-4DDC-86E5-A6BCA4600216}" dt="2026-03-18T03:11:43.531" v="7038" actId="478"/>
          <ac:spMkLst>
            <pc:docMk/>
            <pc:sldMk cId="3006645019" sldId="310"/>
            <ac:spMk id="16" creationId="{397A639F-D22E-084C-F40B-337889FA5668}"/>
          </ac:spMkLst>
        </pc:spChg>
        <pc:spChg chg="mod">
          <ac:chgData name="Jacob Wyngaard" userId="6181fcd471e98458" providerId="LiveId" clId="{788BA123-62C9-4DDC-86E5-A6BCA4600216}" dt="2026-03-18T03:13:19.327" v="7168" actId="1076"/>
          <ac:spMkLst>
            <pc:docMk/>
            <pc:sldMk cId="3006645019" sldId="310"/>
            <ac:spMk id="17" creationId="{81592692-D028-C86A-0070-21C543C131B7}"/>
          </ac:spMkLst>
        </pc:spChg>
        <pc:spChg chg="mod">
          <ac:chgData name="Jacob Wyngaard" userId="6181fcd471e98458" providerId="LiveId" clId="{788BA123-62C9-4DDC-86E5-A6BCA4600216}" dt="2026-03-18T03:13:19.327" v="7168" actId="1076"/>
          <ac:spMkLst>
            <pc:docMk/>
            <pc:sldMk cId="3006645019" sldId="310"/>
            <ac:spMk id="18" creationId="{8BBB5134-EA76-BA4D-4D0E-DBC2FA6C6D19}"/>
          </ac:spMkLst>
        </pc:spChg>
        <pc:spChg chg="mod">
          <ac:chgData name="Jacob Wyngaard" userId="6181fcd471e98458" providerId="LiveId" clId="{788BA123-62C9-4DDC-86E5-A6BCA4600216}" dt="2026-03-18T03:13:19.327" v="7168" actId="1076"/>
          <ac:spMkLst>
            <pc:docMk/>
            <pc:sldMk cId="3006645019" sldId="310"/>
            <ac:spMk id="19" creationId="{9A877039-DBAE-FEEC-F7AD-C920C3DBB9C6}"/>
          </ac:spMkLst>
        </pc:spChg>
        <pc:spChg chg="del mod">
          <ac:chgData name="Jacob Wyngaard" userId="6181fcd471e98458" providerId="LiveId" clId="{788BA123-62C9-4DDC-86E5-A6BCA4600216}" dt="2026-03-18T03:11:41.010" v="7037" actId="478"/>
          <ac:spMkLst>
            <pc:docMk/>
            <pc:sldMk cId="3006645019" sldId="310"/>
            <ac:spMk id="20" creationId="{6B78ADE7-3D7F-702F-4BB5-47410ED75DE5}"/>
          </ac:spMkLst>
        </pc:spChg>
        <pc:spChg chg="mod">
          <ac:chgData name="Jacob Wyngaard" userId="6181fcd471e98458" providerId="LiveId" clId="{788BA123-62C9-4DDC-86E5-A6BCA4600216}" dt="2026-03-18T03:13:19.327" v="7168" actId="1076"/>
          <ac:spMkLst>
            <pc:docMk/>
            <pc:sldMk cId="3006645019" sldId="310"/>
            <ac:spMk id="21" creationId="{BBEE6892-82BE-F7A5-4906-EBE0C9667175}"/>
          </ac:spMkLst>
        </pc:spChg>
        <pc:spChg chg="mod">
          <ac:chgData name="Jacob Wyngaard" userId="6181fcd471e98458" providerId="LiveId" clId="{788BA123-62C9-4DDC-86E5-A6BCA4600216}" dt="2026-03-18T03:13:19.327" v="7168" actId="1076"/>
          <ac:spMkLst>
            <pc:docMk/>
            <pc:sldMk cId="3006645019" sldId="310"/>
            <ac:spMk id="22" creationId="{8C9CB58B-F7F7-A3D0-1B8B-42B4A4EA9986}"/>
          </ac:spMkLst>
        </pc:spChg>
        <pc:spChg chg="mod">
          <ac:chgData name="Jacob Wyngaard" userId="6181fcd471e98458" providerId="LiveId" clId="{788BA123-62C9-4DDC-86E5-A6BCA4600216}" dt="2026-03-18T03:13:23.164" v="7169" actId="1076"/>
          <ac:spMkLst>
            <pc:docMk/>
            <pc:sldMk cId="3006645019" sldId="310"/>
            <ac:spMk id="23" creationId="{ECFDC85A-48E0-FE02-7B4A-23426F882BD1}"/>
          </ac:spMkLst>
        </pc:spChg>
        <pc:spChg chg="mod">
          <ac:chgData name="Jacob Wyngaard" userId="6181fcd471e98458" providerId="LiveId" clId="{788BA123-62C9-4DDC-86E5-A6BCA4600216}" dt="2026-03-18T03:13:14.128" v="7167" actId="1076"/>
          <ac:spMkLst>
            <pc:docMk/>
            <pc:sldMk cId="3006645019" sldId="310"/>
            <ac:spMk id="24" creationId="{AD1F350A-71AC-6201-2D8D-5BE261E6C1AC}"/>
          </ac:spMkLst>
        </pc:spChg>
        <pc:spChg chg="mod">
          <ac:chgData name="Jacob Wyngaard" userId="6181fcd471e98458" providerId="LiveId" clId="{788BA123-62C9-4DDC-86E5-A6BCA4600216}" dt="2026-03-18T03:13:14.128" v="7167" actId="1076"/>
          <ac:spMkLst>
            <pc:docMk/>
            <pc:sldMk cId="3006645019" sldId="310"/>
            <ac:spMk id="25" creationId="{08C95E68-9A8B-6436-ECE3-CC61AB4AD7B1}"/>
          </ac:spMkLst>
        </pc:spChg>
        <pc:spChg chg="mod">
          <ac:chgData name="Jacob Wyngaard" userId="6181fcd471e98458" providerId="LiveId" clId="{788BA123-62C9-4DDC-86E5-A6BCA4600216}" dt="2026-03-18T03:13:14.128" v="7167" actId="1076"/>
          <ac:spMkLst>
            <pc:docMk/>
            <pc:sldMk cId="3006645019" sldId="310"/>
            <ac:spMk id="26" creationId="{F2F5A013-FEEF-2DB8-DFE6-D673750B4252}"/>
          </ac:spMkLst>
        </pc:spChg>
        <pc:spChg chg="del">
          <ac:chgData name="Jacob Wyngaard" userId="6181fcd471e98458" providerId="LiveId" clId="{788BA123-62C9-4DDC-86E5-A6BCA4600216}" dt="2026-03-18T03:13:02.414" v="7165" actId="478"/>
          <ac:spMkLst>
            <pc:docMk/>
            <pc:sldMk cId="3006645019" sldId="310"/>
            <ac:spMk id="27" creationId="{50816578-F798-E205-1CB8-CA5BD5E0E796}"/>
          </ac:spMkLst>
        </pc:spChg>
        <pc:spChg chg="del">
          <ac:chgData name="Jacob Wyngaard" userId="6181fcd471e98458" providerId="LiveId" clId="{788BA123-62C9-4DDC-86E5-A6BCA4600216}" dt="2026-03-18T03:13:03.607" v="7166" actId="478"/>
          <ac:spMkLst>
            <pc:docMk/>
            <pc:sldMk cId="3006645019" sldId="310"/>
            <ac:spMk id="28" creationId="{05952964-3719-F8B4-E3B2-CC26BCB0B95B}"/>
          </ac:spMkLst>
        </pc:spChg>
        <pc:spChg chg="add mod">
          <ac:chgData name="Jacob Wyngaard" userId="6181fcd471e98458" providerId="LiveId" clId="{788BA123-62C9-4DDC-86E5-A6BCA4600216}" dt="2026-03-18T03:18:43.186" v="7205" actId="688"/>
          <ac:spMkLst>
            <pc:docMk/>
            <pc:sldMk cId="3006645019" sldId="310"/>
            <ac:spMk id="35" creationId="{7FD2B622-E6AF-21A0-FDF9-32139F32C66B}"/>
          </ac:spMkLst>
        </pc:spChg>
        <pc:spChg chg="add mod">
          <ac:chgData name="Jacob Wyngaard" userId="6181fcd471e98458" providerId="LiveId" clId="{788BA123-62C9-4DDC-86E5-A6BCA4600216}" dt="2026-03-18T03:19:15.178" v="7209" actId="1076"/>
          <ac:spMkLst>
            <pc:docMk/>
            <pc:sldMk cId="3006645019" sldId="310"/>
            <ac:spMk id="36" creationId="{138B3852-1322-3056-9832-55B080F80BE6}"/>
          </ac:spMkLst>
        </pc:spChg>
        <pc:picChg chg="add mod">
          <ac:chgData name="Jacob Wyngaard" userId="6181fcd471e98458" providerId="LiveId" clId="{788BA123-62C9-4DDC-86E5-A6BCA4600216}" dt="2026-03-18T03:16:55.954" v="7176" actId="1076"/>
          <ac:picMkLst>
            <pc:docMk/>
            <pc:sldMk cId="3006645019" sldId="310"/>
            <ac:picMk id="29" creationId="{E2B33D7F-6C5A-6A88-63D0-BB8499B812FA}"/>
          </ac:picMkLst>
        </pc:picChg>
        <pc:cxnChg chg="add mod">
          <ac:chgData name="Jacob Wyngaard" userId="6181fcd471e98458" providerId="LiveId" clId="{788BA123-62C9-4DDC-86E5-A6BCA4600216}" dt="2026-03-18T03:17:16.986" v="7182" actId="1076"/>
          <ac:cxnSpMkLst>
            <pc:docMk/>
            <pc:sldMk cId="3006645019" sldId="310"/>
            <ac:cxnSpMk id="31" creationId="{A45AAC01-B057-2B68-E4D0-6328E447CFEF}"/>
          </ac:cxnSpMkLst>
        </pc:cxnChg>
        <pc:cxnChg chg="add mod">
          <ac:chgData name="Jacob Wyngaard" userId="6181fcd471e98458" providerId="LiveId" clId="{788BA123-62C9-4DDC-86E5-A6BCA4600216}" dt="2026-03-18T03:17:41.489" v="7188" actId="208"/>
          <ac:cxnSpMkLst>
            <pc:docMk/>
            <pc:sldMk cId="3006645019" sldId="310"/>
            <ac:cxnSpMk id="33" creationId="{4D610C72-F29B-9380-65C3-847635BF3752}"/>
          </ac:cxnSpMkLst>
        </pc:cxnChg>
        <pc:cxnChg chg="add mod">
          <ac:chgData name="Jacob Wyngaard" userId="6181fcd471e98458" providerId="LiveId" clId="{788BA123-62C9-4DDC-86E5-A6BCA4600216}" dt="2026-03-18T03:17:48.953" v="7189" actId="208"/>
          <ac:cxnSpMkLst>
            <pc:docMk/>
            <pc:sldMk cId="3006645019" sldId="310"/>
            <ac:cxnSpMk id="34" creationId="{CE98BB65-9401-FDAD-ED8F-CBCD9411B84D}"/>
          </ac:cxnSpMkLst>
        </pc:cxnChg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3916718522" sldId="339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2199970145" sldId="340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3403223485" sldId="341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2521794888" sldId="342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1771206082" sldId="349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138941537" sldId="352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4013236903" sldId="354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3245727836" sldId="355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869036180" sldId="357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4077286630" sldId="358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2914161810" sldId="359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1785079472" sldId="360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1384690661" sldId="361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3262580665" sldId="362"/>
        </pc:sldMkLst>
      </pc:sldChg>
      <pc:sldChg chg="addSp delSp modSp mod">
        <pc:chgData name="Jacob Wyngaard" userId="6181fcd471e98458" providerId="LiveId" clId="{788BA123-62C9-4DDC-86E5-A6BCA4600216}" dt="2026-03-18T01:43:01.082" v="5506" actId="1076"/>
        <pc:sldMkLst>
          <pc:docMk/>
          <pc:sldMk cId="427175485" sldId="363"/>
        </pc:sldMkLst>
        <pc:spChg chg="del">
          <ac:chgData name="Jacob Wyngaard" userId="6181fcd471e98458" providerId="LiveId" clId="{788BA123-62C9-4DDC-86E5-A6BCA4600216}" dt="2026-03-18T01:35:10.260" v="5236" actId="478"/>
          <ac:spMkLst>
            <pc:docMk/>
            <pc:sldMk cId="427175485" sldId="363"/>
            <ac:spMk id="3" creationId="{DAE7F55C-6C66-ABB7-D8E5-2484D01D2827}"/>
          </ac:spMkLst>
        </pc:spChg>
        <pc:spChg chg="del">
          <ac:chgData name="Jacob Wyngaard" userId="6181fcd471e98458" providerId="LiveId" clId="{788BA123-62C9-4DDC-86E5-A6BCA4600216}" dt="2026-03-18T01:35:10.260" v="5236" actId="478"/>
          <ac:spMkLst>
            <pc:docMk/>
            <pc:sldMk cId="427175485" sldId="363"/>
            <ac:spMk id="4" creationId="{C0D31C93-42FD-F34A-1016-47C3062960C8}"/>
          </ac:spMkLst>
        </pc:spChg>
        <pc:spChg chg="del">
          <ac:chgData name="Jacob Wyngaard" userId="6181fcd471e98458" providerId="LiveId" clId="{788BA123-62C9-4DDC-86E5-A6BCA4600216}" dt="2026-03-18T01:35:10.260" v="5236" actId="478"/>
          <ac:spMkLst>
            <pc:docMk/>
            <pc:sldMk cId="427175485" sldId="363"/>
            <ac:spMk id="5" creationId="{C6FB216F-8FF8-B234-8420-9A5BBD8CBEAD}"/>
          </ac:spMkLst>
        </pc:spChg>
        <pc:spChg chg="del">
          <ac:chgData name="Jacob Wyngaard" userId="6181fcd471e98458" providerId="LiveId" clId="{788BA123-62C9-4DDC-86E5-A6BCA4600216}" dt="2026-03-18T01:35:10.260" v="5236" actId="478"/>
          <ac:spMkLst>
            <pc:docMk/>
            <pc:sldMk cId="427175485" sldId="363"/>
            <ac:spMk id="7" creationId="{E3358746-954F-7246-735F-B4492E56C4AE}"/>
          </ac:spMkLst>
        </pc:spChg>
        <pc:spChg chg="mod">
          <ac:chgData name="Jacob Wyngaard" userId="6181fcd471e98458" providerId="LiveId" clId="{788BA123-62C9-4DDC-86E5-A6BCA4600216}" dt="2026-03-18T01:35:52.268" v="5301" actId="1076"/>
          <ac:spMkLst>
            <pc:docMk/>
            <pc:sldMk cId="427175485" sldId="363"/>
            <ac:spMk id="9" creationId="{DB227BA0-F6B2-5FBC-8609-82D18638DA1F}"/>
          </ac:spMkLst>
        </pc:spChg>
        <pc:spChg chg="add mod">
          <ac:chgData name="Jacob Wyngaard" userId="6181fcd471e98458" providerId="LiveId" clId="{788BA123-62C9-4DDC-86E5-A6BCA4600216}" dt="2026-03-18T01:41:17.879" v="5419" actId="1036"/>
          <ac:spMkLst>
            <pc:docMk/>
            <pc:sldMk cId="427175485" sldId="363"/>
            <ac:spMk id="10" creationId="{411F5C11-4B19-39BA-1F09-616536D5D646}"/>
          </ac:spMkLst>
        </pc:spChg>
        <pc:spChg chg="add mod">
          <ac:chgData name="Jacob Wyngaard" userId="6181fcd471e98458" providerId="LiveId" clId="{788BA123-62C9-4DDC-86E5-A6BCA4600216}" dt="2026-03-18T01:41:01.347" v="5399" actId="1076"/>
          <ac:spMkLst>
            <pc:docMk/>
            <pc:sldMk cId="427175485" sldId="363"/>
            <ac:spMk id="11" creationId="{353633A6-9293-ED7A-44DA-4A958C6F7249}"/>
          </ac:spMkLst>
        </pc:spChg>
        <pc:spChg chg="add del mod">
          <ac:chgData name="Jacob Wyngaard" userId="6181fcd471e98458" providerId="LiveId" clId="{788BA123-62C9-4DDC-86E5-A6BCA4600216}" dt="2026-03-18T01:41:17.879" v="5419" actId="1036"/>
          <ac:spMkLst>
            <pc:docMk/>
            <pc:sldMk cId="427175485" sldId="363"/>
            <ac:spMk id="12" creationId="{308514E3-C825-023B-C76A-CCDEC10D7338}"/>
          </ac:spMkLst>
        </pc:spChg>
        <pc:spChg chg="add del mod">
          <ac:chgData name="Jacob Wyngaard" userId="6181fcd471e98458" providerId="LiveId" clId="{788BA123-62C9-4DDC-86E5-A6BCA4600216}" dt="2026-03-18T01:41:17.879" v="5419" actId="1036"/>
          <ac:spMkLst>
            <pc:docMk/>
            <pc:sldMk cId="427175485" sldId="363"/>
            <ac:spMk id="13" creationId="{EA6460DD-675E-0F6E-D4A5-7ECA621406F7}"/>
          </ac:spMkLst>
        </pc:spChg>
        <pc:spChg chg="add del mod">
          <ac:chgData name="Jacob Wyngaard" userId="6181fcd471e98458" providerId="LiveId" clId="{788BA123-62C9-4DDC-86E5-A6BCA4600216}" dt="2026-03-18T01:41:17.879" v="5419" actId="1036"/>
          <ac:spMkLst>
            <pc:docMk/>
            <pc:sldMk cId="427175485" sldId="363"/>
            <ac:spMk id="14" creationId="{4D6DD23A-297A-E7D4-6C7D-7785AC45E6CA}"/>
          </ac:spMkLst>
        </pc:spChg>
        <pc:spChg chg="add del mod">
          <ac:chgData name="Jacob Wyngaard" userId="6181fcd471e98458" providerId="LiveId" clId="{788BA123-62C9-4DDC-86E5-A6BCA4600216}" dt="2026-03-18T01:40:15.346" v="5391" actId="1076"/>
          <ac:spMkLst>
            <pc:docMk/>
            <pc:sldMk cId="427175485" sldId="363"/>
            <ac:spMk id="15" creationId="{B291807D-0D2C-301B-0568-DC2611B0D18D}"/>
          </ac:spMkLst>
        </pc:spChg>
        <pc:spChg chg="del">
          <ac:chgData name="Jacob Wyngaard" userId="6181fcd471e98458" providerId="LiveId" clId="{788BA123-62C9-4DDC-86E5-A6BCA4600216}" dt="2026-03-18T01:35:10.260" v="5236" actId="478"/>
          <ac:spMkLst>
            <pc:docMk/>
            <pc:sldMk cId="427175485" sldId="363"/>
            <ac:spMk id="16" creationId="{F74D3B4E-74DD-E2F3-AAF9-9D2E69CBEFB6}"/>
          </ac:spMkLst>
        </pc:spChg>
        <pc:spChg chg="add del mod">
          <ac:chgData name="Jacob Wyngaard" userId="6181fcd471e98458" providerId="LiveId" clId="{788BA123-62C9-4DDC-86E5-A6BCA4600216}" dt="2026-03-18T01:40:22.154" v="5392" actId="1076"/>
          <ac:spMkLst>
            <pc:docMk/>
            <pc:sldMk cId="427175485" sldId="363"/>
            <ac:spMk id="17" creationId="{DCB43E43-AAFF-BB80-8E37-0F24F19AFE10}"/>
          </ac:spMkLst>
        </pc:spChg>
        <pc:spChg chg="del">
          <ac:chgData name="Jacob Wyngaard" userId="6181fcd471e98458" providerId="LiveId" clId="{788BA123-62C9-4DDC-86E5-A6BCA4600216}" dt="2026-03-18T01:35:10.260" v="5236" actId="478"/>
          <ac:spMkLst>
            <pc:docMk/>
            <pc:sldMk cId="427175485" sldId="363"/>
            <ac:spMk id="18" creationId="{62F759D5-C0D9-D78C-2557-529EC2A1BEB1}"/>
          </ac:spMkLst>
        </pc:spChg>
        <pc:spChg chg="add del mod">
          <ac:chgData name="Jacob Wyngaard" userId="6181fcd471e98458" providerId="LiveId" clId="{788BA123-62C9-4DDC-86E5-A6BCA4600216}" dt="2026-03-18T01:40:31.674" v="5393" actId="1076"/>
          <ac:spMkLst>
            <pc:docMk/>
            <pc:sldMk cId="427175485" sldId="363"/>
            <ac:spMk id="19" creationId="{CA67B0B4-27D8-600D-5B18-B3DB1E319A17}"/>
          </ac:spMkLst>
        </pc:spChg>
        <pc:spChg chg="add del mod">
          <ac:chgData name="Jacob Wyngaard" userId="6181fcd471e98458" providerId="LiveId" clId="{788BA123-62C9-4DDC-86E5-A6BCA4600216}" dt="2026-03-18T01:36:01.987" v="5303" actId="478"/>
          <ac:spMkLst>
            <pc:docMk/>
            <pc:sldMk cId="427175485" sldId="363"/>
            <ac:spMk id="20" creationId="{F0F711D4-0E14-BEEF-CCA6-456CF5AE7B5D}"/>
          </ac:spMkLst>
        </pc:spChg>
        <pc:spChg chg="add mod">
          <ac:chgData name="Jacob Wyngaard" userId="6181fcd471e98458" providerId="LiveId" clId="{788BA123-62C9-4DDC-86E5-A6BCA4600216}" dt="2026-03-18T01:43:01.082" v="5506" actId="1076"/>
          <ac:spMkLst>
            <pc:docMk/>
            <pc:sldMk cId="427175485" sldId="363"/>
            <ac:spMk id="21" creationId="{8F529BEE-85B7-9305-315D-517B236298F7}"/>
          </ac:spMkLst>
        </pc:spChg>
        <pc:spChg chg="add mod">
          <ac:chgData name="Jacob Wyngaard" userId="6181fcd471e98458" providerId="LiveId" clId="{788BA123-62C9-4DDC-86E5-A6BCA4600216}" dt="2026-03-18T01:41:17.879" v="5419" actId="1036"/>
          <ac:spMkLst>
            <pc:docMk/>
            <pc:sldMk cId="427175485" sldId="363"/>
            <ac:spMk id="24" creationId="{135FAE71-208B-47A0-9311-4EFF36C6B9D8}"/>
          </ac:spMkLst>
        </pc:spChg>
        <pc:spChg chg="del">
          <ac:chgData name="Jacob Wyngaard" userId="6181fcd471e98458" providerId="LiveId" clId="{788BA123-62C9-4DDC-86E5-A6BCA4600216}" dt="2026-03-18T01:35:10.260" v="5236" actId="478"/>
          <ac:spMkLst>
            <pc:docMk/>
            <pc:sldMk cId="427175485" sldId="363"/>
            <ac:spMk id="25" creationId="{0FA2D8B3-D402-822F-39B9-84F9FF10F013}"/>
          </ac:spMkLst>
        </pc:spChg>
        <pc:spChg chg="add mod">
          <ac:chgData name="Jacob Wyngaard" userId="6181fcd471e98458" providerId="LiveId" clId="{788BA123-62C9-4DDC-86E5-A6BCA4600216}" dt="2026-03-18T01:41:17.879" v="5419" actId="1036"/>
          <ac:spMkLst>
            <pc:docMk/>
            <pc:sldMk cId="427175485" sldId="363"/>
            <ac:spMk id="26" creationId="{29F2A2A5-5E69-2F5B-AC90-7991C435723C}"/>
          </ac:spMkLst>
        </pc:spChg>
        <pc:spChg chg="add mod">
          <ac:chgData name="Jacob Wyngaard" userId="6181fcd471e98458" providerId="LiveId" clId="{788BA123-62C9-4DDC-86E5-A6BCA4600216}" dt="2026-03-18T01:41:17.879" v="5419" actId="1036"/>
          <ac:spMkLst>
            <pc:docMk/>
            <pc:sldMk cId="427175485" sldId="363"/>
            <ac:spMk id="27" creationId="{8FE4BE1D-2103-8448-1223-14E7EDBBAFA4}"/>
          </ac:spMkLst>
        </pc:spChg>
        <pc:spChg chg="del">
          <ac:chgData name="Jacob Wyngaard" userId="6181fcd471e98458" providerId="LiveId" clId="{788BA123-62C9-4DDC-86E5-A6BCA4600216}" dt="2026-03-18T01:35:10.260" v="5236" actId="478"/>
          <ac:spMkLst>
            <pc:docMk/>
            <pc:sldMk cId="427175485" sldId="363"/>
            <ac:spMk id="28" creationId="{82E06E09-50E8-C2C5-B198-D97BC770A99D}"/>
          </ac:spMkLst>
        </pc:spChg>
        <pc:spChg chg="add mod">
          <ac:chgData name="Jacob Wyngaard" userId="6181fcd471e98458" providerId="LiveId" clId="{788BA123-62C9-4DDC-86E5-A6BCA4600216}" dt="2026-03-18T01:40:40.721" v="5395" actId="1076"/>
          <ac:spMkLst>
            <pc:docMk/>
            <pc:sldMk cId="427175485" sldId="363"/>
            <ac:spMk id="29" creationId="{5F2AC2AB-D437-6424-A1FB-7B3F5D67B90B}"/>
          </ac:spMkLst>
        </pc:spChg>
        <pc:spChg chg="add mod">
          <ac:chgData name="Jacob Wyngaard" userId="6181fcd471e98458" providerId="LiveId" clId="{788BA123-62C9-4DDC-86E5-A6BCA4600216}" dt="2026-03-18T01:40:40.721" v="5395" actId="1076"/>
          <ac:spMkLst>
            <pc:docMk/>
            <pc:sldMk cId="427175485" sldId="363"/>
            <ac:spMk id="30" creationId="{6D71A7AF-5039-E6A3-4B62-A1D498C77EB2}"/>
          </ac:spMkLst>
        </pc:spChg>
        <pc:spChg chg="add mod">
          <ac:chgData name="Jacob Wyngaard" userId="6181fcd471e98458" providerId="LiveId" clId="{788BA123-62C9-4DDC-86E5-A6BCA4600216}" dt="2026-03-18T01:41:17.879" v="5419" actId="1036"/>
          <ac:spMkLst>
            <pc:docMk/>
            <pc:sldMk cId="427175485" sldId="363"/>
            <ac:spMk id="31" creationId="{044CEDD8-2994-D939-AAE7-AE64F7667565}"/>
          </ac:spMkLst>
        </pc:spChg>
        <pc:spChg chg="add mod">
          <ac:chgData name="Jacob Wyngaard" userId="6181fcd471e98458" providerId="LiveId" clId="{788BA123-62C9-4DDC-86E5-A6BCA4600216}" dt="2026-03-18T01:41:17.879" v="5419" actId="1036"/>
          <ac:spMkLst>
            <pc:docMk/>
            <pc:sldMk cId="427175485" sldId="363"/>
            <ac:spMk id="32" creationId="{50A2AF2C-0C47-DEC3-7179-0873769610C8}"/>
          </ac:spMkLst>
        </pc:spChg>
        <pc:spChg chg="add mod">
          <ac:chgData name="Jacob Wyngaard" userId="6181fcd471e98458" providerId="LiveId" clId="{788BA123-62C9-4DDC-86E5-A6BCA4600216}" dt="2026-03-18T01:41:17.879" v="5419" actId="1036"/>
          <ac:spMkLst>
            <pc:docMk/>
            <pc:sldMk cId="427175485" sldId="363"/>
            <ac:spMk id="33" creationId="{54A6321A-1F2E-5AD2-68B7-4713EDDDBC39}"/>
          </ac:spMkLst>
        </pc:spChg>
        <pc:spChg chg="add mod">
          <ac:chgData name="Jacob Wyngaard" userId="6181fcd471e98458" providerId="LiveId" clId="{788BA123-62C9-4DDC-86E5-A6BCA4600216}" dt="2026-03-18T01:41:36.496" v="5438" actId="1076"/>
          <ac:spMkLst>
            <pc:docMk/>
            <pc:sldMk cId="427175485" sldId="363"/>
            <ac:spMk id="34" creationId="{873F73A5-6D9F-F9A7-A2D7-2C9843590285}"/>
          </ac:spMkLst>
        </pc:spChg>
        <pc:spChg chg="add mod">
          <ac:chgData name="Jacob Wyngaard" userId="6181fcd471e98458" providerId="LiveId" clId="{788BA123-62C9-4DDC-86E5-A6BCA4600216}" dt="2026-03-18T01:41:51.910" v="5460" actId="1076"/>
          <ac:spMkLst>
            <pc:docMk/>
            <pc:sldMk cId="427175485" sldId="363"/>
            <ac:spMk id="35" creationId="{75A1FE12-DE48-30B4-A05F-451359B76A0A}"/>
          </ac:spMkLst>
        </pc:spChg>
        <pc:graphicFrameChg chg="mod modGraphic">
          <ac:chgData name="Jacob Wyngaard" userId="6181fcd471e98458" providerId="LiveId" clId="{788BA123-62C9-4DDC-86E5-A6BCA4600216}" dt="2026-03-18T01:42:12.469" v="5471" actId="20577"/>
          <ac:graphicFrameMkLst>
            <pc:docMk/>
            <pc:sldMk cId="427175485" sldId="363"/>
            <ac:graphicFrameMk id="2" creationId="{DD0881B4-737A-CB88-6A8A-CF2967A43AEC}"/>
          </ac:graphicFrameMkLst>
        </pc:graphicFrameChg>
        <pc:graphicFrameChg chg="add del mod">
          <ac:chgData name="Jacob Wyngaard" userId="6181fcd471e98458" providerId="LiveId" clId="{788BA123-62C9-4DDC-86E5-A6BCA4600216}" dt="2026-03-18T01:39:27.111" v="5377" actId="478"/>
          <ac:graphicFrameMkLst>
            <pc:docMk/>
            <pc:sldMk cId="427175485" sldId="363"/>
            <ac:graphicFrameMk id="22" creationId="{83ACE216-FA06-07F0-AB29-4332D49FCC1A}"/>
          </ac:graphicFrameMkLst>
        </pc:graphicFrameChg>
        <pc:graphicFrameChg chg="add mod modGraphic">
          <ac:chgData name="Jacob Wyngaard" userId="6181fcd471e98458" providerId="LiveId" clId="{788BA123-62C9-4DDC-86E5-A6BCA4600216}" dt="2026-03-18T01:42:33.252" v="5485" actId="20577"/>
          <ac:graphicFrameMkLst>
            <pc:docMk/>
            <pc:sldMk cId="427175485" sldId="363"/>
            <ac:graphicFrameMk id="23" creationId="{10296F28-D7C8-F039-9557-F9CE6041552C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3-17T19:09:08.010" v="1646" actId="20577"/>
        <pc:sldMkLst>
          <pc:docMk/>
          <pc:sldMk cId="131934546" sldId="364"/>
        </pc:sldMkLst>
        <pc:spChg chg="add mod">
          <ac:chgData name="Jacob Wyngaard" userId="6181fcd471e98458" providerId="LiveId" clId="{788BA123-62C9-4DDC-86E5-A6BCA4600216}" dt="2026-03-17T19:09:08.010" v="1646" actId="20577"/>
          <ac:spMkLst>
            <pc:docMk/>
            <pc:sldMk cId="131934546" sldId="364"/>
            <ac:spMk id="2" creationId="{7EA1CCAF-D750-F677-3C7B-5A38486EC1EA}"/>
          </ac:spMkLst>
        </pc:spChg>
        <pc:spChg chg="del">
          <ac:chgData name="Jacob Wyngaard" userId="6181fcd471e98458" providerId="LiveId" clId="{788BA123-62C9-4DDC-86E5-A6BCA4600216}" dt="2026-03-17T18:41:21.989" v="39" actId="478"/>
          <ac:spMkLst>
            <pc:docMk/>
            <pc:sldMk cId="131934546" sldId="364"/>
            <ac:spMk id="3" creationId="{AC53DBB0-0D54-F7E0-69D0-5A33397B128E}"/>
          </ac:spMkLst>
        </pc:spChg>
        <pc:spChg chg="del">
          <ac:chgData name="Jacob Wyngaard" userId="6181fcd471e98458" providerId="LiveId" clId="{788BA123-62C9-4DDC-86E5-A6BCA4600216}" dt="2026-03-17T18:41:21.195" v="38" actId="478"/>
          <ac:spMkLst>
            <pc:docMk/>
            <pc:sldMk cId="131934546" sldId="364"/>
            <ac:spMk id="4" creationId="{BF3CB536-A936-F37C-B474-4D89EA09A9A9}"/>
          </ac:spMkLst>
        </pc:spChg>
        <pc:spChg chg="del">
          <ac:chgData name="Jacob Wyngaard" userId="6181fcd471e98458" providerId="LiveId" clId="{788BA123-62C9-4DDC-86E5-A6BCA4600216}" dt="2026-03-17T18:41:20.306" v="37" actId="478"/>
          <ac:spMkLst>
            <pc:docMk/>
            <pc:sldMk cId="131934546" sldId="364"/>
            <ac:spMk id="5" creationId="{9439BF3C-2BA2-2A70-6F16-21B43DDC1B39}"/>
          </ac:spMkLst>
        </pc:spChg>
        <pc:spChg chg="del">
          <ac:chgData name="Jacob Wyngaard" userId="6181fcd471e98458" providerId="LiveId" clId="{788BA123-62C9-4DDC-86E5-A6BCA4600216}" dt="2026-03-17T18:41:19.544" v="36" actId="478"/>
          <ac:spMkLst>
            <pc:docMk/>
            <pc:sldMk cId="131934546" sldId="364"/>
            <ac:spMk id="7" creationId="{9CDDF73F-978B-90E7-AD77-B98F1D714D09}"/>
          </ac:spMkLst>
        </pc:spChg>
        <pc:spChg chg="mod">
          <ac:chgData name="Jacob Wyngaard" userId="6181fcd471e98458" providerId="LiveId" clId="{788BA123-62C9-4DDC-86E5-A6BCA4600216}" dt="2026-03-17T19:06:48.096" v="1426" actId="1076"/>
          <ac:spMkLst>
            <pc:docMk/>
            <pc:sldMk cId="131934546" sldId="364"/>
            <ac:spMk id="9" creationId="{A0B2E0CF-5B13-8ACA-8AFE-42A998B7583F}"/>
          </ac:spMkLst>
        </pc:spChg>
        <pc:spChg chg="add mod">
          <ac:chgData name="Jacob Wyngaard" userId="6181fcd471e98458" providerId="LiveId" clId="{788BA123-62C9-4DDC-86E5-A6BCA4600216}" dt="2026-03-17T19:06:43.316" v="1425" actId="1076"/>
          <ac:spMkLst>
            <pc:docMk/>
            <pc:sldMk cId="131934546" sldId="364"/>
            <ac:spMk id="10" creationId="{8E4EAC8F-6000-10A4-B4B3-E83DA63C32BE}"/>
          </ac:spMkLst>
        </pc:spChg>
        <pc:spChg chg="add del mod">
          <ac:chgData name="Jacob Wyngaard" userId="6181fcd471e98458" providerId="LiveId" clId="{788BA123-62C9-4DDC-86E5-A6BCA4600216}" dt="2026-03-17T19:07:21.848" v="1446" actId="478"/>
          <ac:spMkLst>
            <pc:docMk/>
            <pc:sldMk cId="131934546" sldId="364"/>
            <ac:spMk id="11" creationId="{14FABF1B-0431-9EE0-8DD6-9B6069723C27}"/>
          </ac:spMkLst>
        </pc:spChg>
        <pc:spChg chg="del">
          <ac:chgData name="Jacob Wyngaard" userId="6181fcd471e98458" providerId="LiveId" clId="{788BA123-62C9-4DDC-86E5-A6BCA4600216}" dt="2026-03-17T18:41:18.589" v="35" actId="478"/>
          <ac:spMkLst>
            <pc:docMk/>
            <pc:sldMk cId="131934546" sldId="364"/>
            <ac:spMk id="16" creationId="{D1E64ED0-19C2-FDE4-DF36-B3490F8CD74B}"/>
          </ac:spMkLst>
        </pc:spChg>
        <pc:spChg chg="del">
          <ac:chgData name="Jacob Wyngaard" userId="6181fcd471e98458" providerId="LiveId" clId="{788BA123-62C9-4DDC-86E5-A6BCA4600216}" dt="2026-03-17T18:41:16.936" v="33" actId="478"/>
          <ac:spMkLst>
            <pc:docMk/>
            <pc:sldMk cId="131934546" sldId="364"/>
            <ac:spMk id="18" creationId="{111EE8A7-6823-09BC-951E-D710E50B7B73}"/>
          </ac:spMkLst>
        </pc:spChg>
        <pc:spChg chg="del">
          <ac:chgData name="Jacob Wyngaard" userId="6181fcd471e98458" providerId="LiveId" clId="{788BA123-62C9-4DDC-86E5-A6BCA4600216}" dt="2026-03-17T18:41:17.938" v="34" actId="478"/>
          <ac:spMkLst>
            <pc:docMk/>
            <pc:sldMk cId="131934546" sldId="364"/>
            <ac:spMk id="25" creationId="{9ECE0C31-8B01-6AFC-EFEA-0736665DC63D}"/>
          </ac:spMkLst>
        </pc:spChg>
        <pc:spChg chg="del">
          <ac:chgData name="Jacob Wyngaard" userId="6181fcd471e98458" providerId="LiveId" clId="{788BA123-62C9-4DDC-86E5-A6BCA4600216}" dt="2026-03-17T18:41:15.841" v="32" actId="478"/>
          <ac:spMkLst>
            <pc:docMk/>
            <pc:sldMk cId="131934546" sldId="364"/>
            <ac:spMk id="28" creationId="{9CBFB4C9-1643-2C53-906C-703A8AEE2679}"/>
          </ac:spMkLst>
        </pc:spChg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2458641383" sldId="364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314132213" sldId="365"/>
        </pc:sldMkLst>
      </pc:sldChg>
      <pc:sldChg chg="modSp add mod ord">
        <pc:chgData name="Jacob Wyngaard" userId="6181fcd471e98458" providerId="LiveId" clId="{788BA123-62C9-4DDC-86E5-A6BCA4600216}" dt="2026-03-17T19:09:42.691" v="1659"/>
        <pc:sldMkLst>
          <pc:docMk/>
          <pc:sldMk cId="3630575026" sldId="365"/>
        </pc:sldMkLst>
        <pc:spChg chg="mod">
          <ac:chgData name="Jacob Wyngaard" userId="6181fcd471e98458" providerId="LiveId" clId="{788BA123-62C9-4DDC-86E5-A6BCA4600216}" dt="2026-03-17T18:52:29.549" v="642" actId="20577"/>
          <ac:spMkLst>
            <pc:docMk/>
            <pc:sldMk cId="3630575026" sldId="365"/>
            <ac:spMk id="2" creationId="{FAF83DA6-A702-619F-2458-7EF5409F9D65}"/>
          </ac:spMkLst>
        </pc:spChg>
        <pc:spChg chg="mod">
          <ac:chgData name="Jacob Wyngaard" userId="6181fcd471e98458" providerId="LiveId" clId="{788BA123-62C9-4DDC-86E5-A6BCA4600216}" dt="2026-03-17T18:46:40.378" v="119" actId="20577"/>
          <ac:spMkLst>
            <pc:docMk/>
            <pc:sldMk cId="3630575026" sldId="365"/>
            <ac:spMk id="9" creationId="{66683289-F3DA-730F-BE93-6D1E94A2D0F3}"/>
          </ac:spMkLst>
        </pc:spChg>
      </pc:sldChg>
      <pc:sldChg chg="addSp delSp modSp add del mod ord">
        <pc:chgData name="Jacob Wyngaard" userId="6181fcd471e98458" providerId="LiveId" clId="{788BA123-62C9-4DDC-86E5-A6BCA4600216}" dt="2026-03-18T01:01:13.378" v="4911" actId="47"/>
        <pc:sldMkLst>
          <pc:docMk/>
          <pc:sldMk cId="2976400048" sldId="366"/>
        </pc:sldMkLst>
        <pc:spChg chg="del mod">
          <ac:chgData name="Jacob Wyngaard" userId="6181fcd471e98458" providerId="LiveId" clId="{788BA123-62C9-4DDC-86E5-A6BCA4600216}" dt="2026-03-17T20:03:30.814" v="2876" actId="478"/>
          <ac:spMkLst>
            <pc:docMk/>
            <pc:sldMk cId="2976400048" sldId="366"/>
            <ac:spMk id="2" creationId="{511831BE-BDA9-C3A8-4497-0044DC156FC7}"/>
          </ac:spMkLst>
        </pc:spChg>
        <pc:spChg chg="add del mod">
          <ac:chgData name="Jacob Wyngaard" userId="6181fcd471e98458" providerId="LiveId" clId="{788BA123-62C9-4DDC-86E5-A6BCA4600216}" dt="2026-03-17T20:03:38.783" v="2891" actId="478"/>
          <ac:spMkLst>
            <pc:docMk/>
            <pc:sldMk cId="2976400048" sldId="366"/>
            <ac:spMk id="3" creationId="{EC07FADD-F435-09E7-97C5-C2A3248E7146}"/>
          </ac:spMkLst>
        </pc:spChg>
        <pc:spChg chg="add del mod">
          <ac:chgData name="Jacob Wyngaard" userId="6181fcd471e98458" providerId="LiveId" clId="{788BA123-62C9-4DDC-86E5-A6BCA4600216}" dt="2026-03-17T19:59:15.003" v="2727" actId="478"/>
          <ac:spMkLst>
            <pc:docMk/>
            <pc:sldMk cId="2976400048" sldId="366"/>
            <ac:spMk id="4" creationId="{7C8095EB-6648-D0BB-6BE9-A0C1B14CCBC3}"/>
          </ac:spMkLst>
        </pc:spChg>
        <pc:spChg chg="add mod">
          <ac:chgData name="Jacob Wyngaard" userId="6181fcd471e98458" providerId="LiveId" clId="{788BA123-62C9-4DDC-86E5-A6BCA4600216}" dt="2026-03-17T20:15:40.880" v="3293" actId="20577"/>
          <ac:spMkLst>
            <pc:docMk/>
            <pc:sldMk cId="2976400048" sldId="366"/>
            <ac:spMk id="5" creationId="{3C409F76-B13B-3F24-68FF-BC413B297535}"/>
          </ac:spMkLst>
        </pc:spChg>
        <pc:spChg chg="add mod">
          <ac:chgData name="Jacob Wyngaard" userId="6181fcd471e98458" providerId="LiveId" clId="{788BA123-62C9-4DDC-86E5-A6BCA4600216}" dt="2026-03-17T20:29:05.410" v="3350" actId="20577"/>
          <ac:spMkLst>
            <pc:docMk/>
            <pc:sldMk cId="2976400048" sldId="366"/>
            <ac:spMk id="7" creationId="{D1B4395D-CBD1-CA3D-4964-9E9C4EA146AC}"/>
          </ac:spMkLst>
        </pc:spChg>
        <pc:spChg chg="mod">
          <ac:chgData name="Jacob Wyngaard" userId="6181fcd471e98458" providerId="LiveId" clId="{788BA123-62C9-4DDC-86E5-A6BCA4600216}" dt="2026-03-17T19:45:35.253" v="2273" actId="1076"/>
          <ac:spMkLst>
            <pc:docMk/>
            <pc:sldMk cId="2976400048" sldId="366"/>
            <ac:spMk id="9" creationId="{2E690122-D39E-F79A-BBAA-CB7ED555242A}"/>
          </ac:spMkLst>
        </pc:spChg>
        <pc:spChg chg="add del mod">
          <ac:chgData name="Jacob Wyngaard" userId="6181fcd471e98458" providerId="LiveId" clId="{788BA123-62C9-4DDC-86E5-A6BCA4600216}" dt="2026-03-17T20:29:09.769" v="3352" actId="478"/>
          <ac:spMkLst>
            <pc:docMk/>
            <pc:sldMk cId="2976400048" sldId="366"/>
            <ac:spMk id="11" creationId="{2D602CCE-3124-197F-2BBE-A5BA27811917}"/>
          </ac:spMkLst>
        </pc:spChg>
        <pc:spChg chg="add del mod">
          <ac:chgData name="Jacob Wyngaard" userId="6181fcd471e98458" providerId="LiveId" clId="{788BA123-62C9-4DDC-86E5-A6BCA4600216}" dt="2026-03-17T20:29:59.231" v="3400" actId="478"/>
          <ac:spMkLst>
            <pc:docMk/>
            <pc:sldMk cId="2976400048" sldId="366"/>
            <ac:spMk id="12" creationId="{A04829AE-E7C0-914F-7FBE-924E28DA1408}"/>
          </ac:spMkLst>
        </pc:spChg>
        <pc:spChg chg="add del mod">
          <ac:chgData name="Jacob Wyngaard" userId="6181fcd471e98458" providerId="LiveId" clId="{788BA123-62C9-4DDC-86E5-A6BCA4600216}" dt="2026-03-17T20:18:37.284" v="3320" actId="478"/>
          <ac:spMkLst>
            <pc:docMk/>
            <pc:sldMk cId="2976400048" sldId="366"/>
            <ac:spMk id="13" creationId="{1E348B09-3565-9E53-0572-C32DCC7D752E}"/>
          </ac:spMkLst>
        </pc:spChg>
        <pc:spChg chg="add del mod">
          <ac:chgData name="Jacob Wyngaard" userId="6181fcd471e98458" providerId="LiveId" clId="{788BA123-62C9-4DDC-86E5-A6BCA4600216}" dt="2026-03-17T20:31:06.858" v="3437" actId="478"/>
          <ac:spMkLst>
            <pc:docMk/>
            <pc:sldMk cId="2976400048" sldId="366"/>
            <ac:spMk id="14" creationId="{BF7B8584-440E-4118-52A3-7F1F998937A6}"/>
          </ac:spMkLst>
        </pc:spChg>
        <pc:spChg chg="add mod">
          <ac:chgData name="Jacob Wyngaard" userId="6181fcd471e98458" providerId="LiveId" clId="{788BA123-62C9-4DDC-86E5-A6BCA4600216}" dt="2026-03-17T20:33:19.059" v="3472" actId="20577"/>
          <ac:spMkLst>
            <pc:docMk/>
            <pc:sldMk cId="2976400048" sldId="366"/>
            <ac:spMk id="15" creationId="{A3F7F60F-53FF-FB15-1E33-AA210207813D}"/>
          </ac:spMkLst>
        </pc:spChg>
        <pc:spChg chg="add del mod">
          <ac:chgData name="Jacob Wyngaard" userId="6181fcd471e98458" providerId="LiveId" clId="{788BA123-62C9-4DDC-86E5-A6BCA4600216}" dt="2026-03-17T20:34:11.261" v="3488" actId="478"/>
          <ac:spMkLst>
            <pc:docMk/>
            <pc:sldMk cId="2976400048" sldId="366"/>
            <ac:spMk id="17" creationId="{9776516B-028A-DBF9-EC15-A3BDC505CC26}"/>
          </ac:spMkLst>
        </pc:spChg>
        <pc:spChg chg="add del mod">
          <ac:chgData name="Jacob Wyngaard" userId="6181fcd471e98458" providerId="LiveId" clId="{788BA123-62C9-4DDC-86E5-A6BCA4600216}" dt="2026-03-17T20:34:11.740" v="3489" actId="478"/>
          <ac:spMkLst>
            <pc:docMk/>
            <pc:sldMk cId="2976400048" sldId="366"/>
            <ac:spMk id="18" creationId="{D877BFAB-0CC6-F2B5-9CB1-8AE1FB265409}"/>
          </ac:spMkLst>
        </pc:spChg>
        <pc:spChg chg="add mod">
          <ac:chgData name="Jacob Wyngaard" userId="6181fcd471e98458" providerId="LiveId" clId="{788BA123-62C9-4DDC-86E5-A6BCA4600216}" dt="2026-03-17T20:43:40.014" v="3624"/>
          <ac:spMkLst>
            <pc:docMk/>
            <pc:sldMk cId="2976400048" sldId="366"/>
            <ac:spMk id="19" creationId="{7FE53515-36A2-5BC1-0565-0136C2A5957C}"/>
          </ac:spMkLst>
        </pc:spChg>
        <pc:spChg chg="add mod">
          <ac:chgData name="Jacob Wyngaard" userId="6181fcd471e98458" providerId="LiveId" clId="{788BA123-62C9-4DDC-86E5-A6BCA4600216}" dt="2026-03-17T20:34:05.890" v="3486" actId="1076"/>
          <ac:spMkLst>
            <pc:docMk/>
            <pc:sldMk cId="2976400048" sldId="366"/>
            <ac:spMk id="20" creationId="{113D8B9E-C56C-F5DF-7236-60877D2D2CBB}"/>
          </ac:spMkLst>
        </pc:spChg>
        <pc:spChg chg="add mod">
          <ac:chgData name="Jacob Wyngaard" userId="6181fcd471e98458" providerId="LiveId" clId="{788BA123-62C9-4DDC-86E5-A6BCA4600216}" dt="2026-03-17T20:44:14.294" v="3632" actId="1076"/>
          <ac:spMkLst>
            <pc:docMk/>
            <pc:sldMk cId="2976400048" sldId="366"/>
            <ac:spMk id="21" creationId="{900BE868-A6E1-8E68-6F5E-0DA44275FFF9}"/>
          </ac:spMkLst>
        </pc:spChg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3381562060" sldId="366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2632971781" sldId="367"/>
        </pc:sldMkLst>
      </pc:sldChg>
      <pc:sldChg chg="addSp delSp modSp add mod">
        <pc:chgData name="Jacob Wyngaard" userId="6181fcd471e98458" providerId="LiveId" clId="{788BA123-62C9-4DDC-86E5-A6BCA4600216}" dt="2026-03-18T03:53:01.653" v="7824" actId="20577"/>
        <pc:sldMkLst>
          <pc:docMk/>
          <pc:sldMk cId="4044502709" sldId="367"/>
        </pc:sldMkLst>
        <pc:spChg chg="mod">
          <ac:chgData name="Jacob Wyngaard" userId="6181fcd471e98458" providerId="LiveId" clId="{788BA123-62C9-4DDC-86E5-A6BCA4600216}" dt="2026-03-18T03:53:01.653" v="7824" actId="20577"/>
          <ac:spMkLst>
            <pc:docMk/>
            <pc:sldMk cId="4044502709" sldId="367"/>
            <ac:spMk id="2" creationId="{0C231EC9-9889-3651-1904-D241A1A9FAE8}"/>
          </ac:spMkLst>
        </pc:spChg>
        <pc:spChg chg="add mod">
          <ac:chgData name="Jacob Wyngaard" userId="6181fcd471e98458" providerId="LiveId" clId="{788BA123-62C9-4DDC-86E5-A6BCA4600216}" dt="2026-03-17T19:06:54.142" v="1428"/>
          <ac:spMkLst>
            <pc:docMk/>
            <pc:sldMk cId="4044502709" sldId="367"/>
            <ac:spMk id="3" creationId="{FD86CE88-29DD-7378-09E1-D30DB46F890C}"/>
          </ac:spMkLst>
        </pc:spChg>
        <pc:spChg chg="add mod">
          <ac:chgData name="Jacob Wyngaard" userId="6181fcd471e98458" providerId="LiveId" clId="{788BA123-62C9-4DDC-86E5-A6BCA4600216}" dt="2026-03-17T19:09:37.879" v="1657" actId="20577"/>
          <ac:spMkLst>
            <pc:docMk/>
            <pc:sldMk cId="4044502709" sldId="367"/>
            <ac:spMk id="4" creationId="{0084D721-12F6-5915-2A56-3BBEF1EA4F89}"/>
          </ac:spMkLst>
        </pc:spChg>
        <pc:spChg chg="del">
          <ac:chgData name="Jacob Wyngaard" userId="6181fcd471e98458" providerId="LiveId" clId="{788BA123-62C9-4DDC-86E5-A6BCA4600216}" dt="2026-03-17T19:06:53.832" v="1427" actId="478"/>
          <ac:spMkLst>
            <pc:docMk/>
            <pc:sldMk cId="4044502709" sldId="367"/>
            <ac:spMk id="9" creationId="{9D3B03C9-1739-2FB6-06D6-C659090DB030}"/>
          </ac:spMkLst>
        </pc:spChg>
      </pc:sldChg>
      <pc:sldChg chg="addSp delSp modSp add mod">
        <pc:chgData name="Jacob Wyngaard" userId="6181fcd471e98458" providerId="LiveId" clId="{788BA123-62C9-4DDC-86E5-A6BCA4600216}" dt="2026-03-17T20:53:44.842" v="3789" actId="1076"/>
        <pc:sldMkLst>
          <pc:docMk/>
          <pc:sldMk cId="833292840" sldId="368"/>
        </pc:sldMkLst>
        <pc:spChg chg="mod">
          <ac:chgData name="Jacob Wyngaard" userId="6181fcd471e98458" providerId="LiveId" clId="{788BA123-62C9-4DDC-86E5-A6BCA4600216}" dt="2026-03-17T20:53:44.842" v="3789" actId="1076"/>
          <ac:spMkLst>
            <pc:docMk/>
            <pc:sldMk cId="833292840" sldId="368"/>
            <ac:spMk id="2" creationId="{07A92537-389C-363C-390F-5289CDF08CF7}"/>
          </ac:spMkLst>
        </pc:spChg>
        <pc:spChg chg="mod">
          <ac:chgData name="Jacob Wyngaard" userId="6181fcd471e98458" providerId="LiveId" clId="{788BA123-62C9-4DDC-86E5-A6BCA4600216}" dt="2026-03-17T19:43:57.863" v="2179" actId="20577"/>
          <ac:spMkLst>
            <pc:docMk/>
            <pc:sldMk cId="833292840" sldId="368"/>
            <ac:spMk id="4" creationId="{EABFBF55-3309-9692-CE96-0A1330D87BBD}"/>
          </ac:spMkLst>
        </pc:spChg>
        <pc:spChg chg="add del mod">
          <ac:chgData name="Jacob Wyngaard" userId="6181fcd471e98458" providerId="LiveId" clId="{788BA123-62C9-4DDC-86E5-A6BCA4600216}" dt="2026-03-17T20:52:48.027" v="3754" actId="478"/>
          <ac:spMkLst>
            <pc:docMk/>
            <pc:sldMk cId="833292840" sldId="368"/>
            <ac:spMk id="5" creationId="{41CAFD25-FB94-75F4-2E57-13DA72BE62F2}"/>
          </ac:spMkLst>
        </pc:spChg>
        <pc:spChg chg="add del mod">
          <ac:chgData name="Jacob Wyngaard" userId="6181fcd471e98458" providerId="LiveId" clId="{788BA123-62C9-4DDC-86E5-A6BCA4600216}" dt="2026-03-17T19:44:06.005" v="2181" actId="478"/>
          <ac:spMkLst>
            <pc:docMk/>
            <pc:sldMk cId="833292840" sldId="368"/>
            <ac:spMk id="7" creationId="{6C021AFB-40F2-D76E-1AE6-EA60E93B4884}"/>
          </ac:spMkLst>
        </pc:spChg>
        <pc:spChg chg="add mod">
          <ac:chgData name="Jacob Wyngaard" userId="6181fcd471e98458" providerId="LiveId" clId="{788BA123-62C9-4DDC-86E5-A6BCA4600216}" dt="2026-03-17T20:42:56.802" v="3622" actId="20577"/>
          <ac:spMkLst>
            <pc:docMk/>
            <pc:sldMk cId="833292840" sldId="368"/>
            <ac:spMk id="9" creationId="{5C4B12BA-3568-7E5C-1B96-A63B4339C943}"/>
          </ac:spMkLst>
        </pc:spChg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2164990027" sldId="368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2677978766" sldId="369"/>
        </pc:sldMkLst>
      </pc:sldChg>
      <pc:sldChg chg="modSp add mod ord">
        <pc:chgData name="Jacob Wyngaard" userId="6181fcd471e98458" providerId="LiveId" clId="{788BA123-62C9-4DDC-86E5-A6BCA4600216}" dt="2026-03-18T01:04:25.155" v="5232" actId="20577"/>
        <pc:sldMkLst>
          <pc:docMk/>
          <pc:sldMk cId="3615985843" sldId="369"/>
        </pc:sldMkLst>
        <pc:spChg chg="mod">
          <ac:chgData name="Jacob Wyngaard" userId="6181fcd471e98458" providerId="LiveId" clId="{788BA123-62C9-4DDC-86E5-A6BCA4600216}" dt="2026-03-18T01:04:25.155" v="5232" actId="20577"/>
          <ac:spMkLst>
            <pc:docMk/>
            <pc:sldMk cId="3615985843" sldId="369"/>
            <ac:spMk id="4" creationId="{600BF7A9-2707-1119-9B8D-C0BC41C26851}"/>
          </ac:spMkLst>
        </pc:spChg>
      </pc:sldChg>
      <pc:sldChg chg="add del">
        <pc:chgData name="Jacob Wyngaard" userId="6181fcd471e98458" providerId="LiveId" clId="{788BA123-62C9-4DDC-86E5-A6BCA4600216}" dt="2026-03-17T20:48:22.063" v="3667" actId="47"/>
        <pc:sldMkLst>
          <pc:docMk/>
          <pc:sldMk cId="73780237" sldId="370"/>
        </pc:sldMkLst>
      </pc:sldChg>
      <pc:sldChg chg="add">
        <pc:chgData name="Jacob Wyngaard" userId="6181fcd471e98458" providerId="LiveId" clId="{788BA123-62C9-4DDC-86E5-A6BCA4600216}" dt="2026-03-18T01:04:37.003" v="5233" actId="2890"/>
        <pc:sldMkLst>
          <pc:docMk/>
          <pc:sldMk cId="3113918867" sldId="370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3240983847" sldId="370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1074318273" sldId="371"/>
        </pc:sldMkLst>
      </pc:sldChg>
      <pc:sldChg chg="add del">
        <pc:chgData name="Jacob Wyngaard" userId="6181fcd471e98458" providerId="LiveId" clId="{788BA123-62C9-4DDC-86E5-A6BCA4600216}" dt="2026-03-18T01:59:20.542" v="5721" actId="47"/>
        <pc:sldMkLst>
          <pc:docMk/>
          <pc:sldMk cId="2470440446" sldId="371"/>
        </pc:sldMkLst>
      </pc:sldChg>
      <pc:sldChg chg="addSp delSp modSp add del mod">
        <pc:chgData name="Jacob Wyngaard" userId="6181fcd471e98458" providerId="LiveId" clId="{788BA123-62C9-4DDC-86E5-A6BCA4600216}" dt="2026-03-18T01:01:13.378" v="4911" actId="47"/>
        <pc:sldMkLst>
          <pc:docMk/>
          <pc:sldMk cId="2481940231" sldId="371"/>
        </pc:sldMkLst>
        <pc:spChg chg="add del mod">
          <ac:chgData name="Jacob Wyngaard" userId="6181fcd471e98458" providerId="LiveId" clId="{788BA123-62C9-4DDC-86E5-A6BCA4600216}" dt="2026-03-17T20:48:49.844" v="3672" actId="478"/>
          <ac:spMkLst>
            <pc:docMk/>
            <pc:sldMk cId="2481940231" sldId="371"/>
            <ac:spMk id="2" creationId="{5AEDBD98-DB9C-AF41-F1EB-DF41C279ACEF}"/>
          </ac:spMkLst>
        </pc:spChg>
        <pc:spChg chg="add mod">
          <ac:chgData name="Jacob Wyngaard" userId="6181fcd471e98458" providerId="LiveId" clId="{788BA123-62C9-4DDC-86E5-A6BCA4600216}" dt="2026-03-17T20:48:54.985" v="3688" actId="20577"/>
          <ac:spMkLst>
            <pc:docMk/>
            <pc:sldMk cId="2481940231" sldId="371"/>
            <ac:spMk id="3" creationId="{5C5D5081-E279-9877-5C0E-79F62534B03C}"/>
          </ac:spMkLst>
        </pc:spChg>
        <pc:spChg chg="del">
          <ac:chgData name="Jacob Wyngaard" userId="6181fcd471e98458" providerId="LiveId" clId="{788BA123-62C9-4DDC-86E5-A6BCA4600216}" dt="2026-03-17T20:48:50.536" v="3673" actId="478"/>
          <ac:spMkLst>
            <pc:docMk/>
            <pc:sldMk cId="2481940231" sldId="371"/>
            <ac:spMk id="5" creationId="{85DA144C-A037-A728-2225-680DA5D15ABB}"/>
          </ac:spMkLst>
        </pc:spChg>
        <pc:spChg chg="del">
          <ac:chgData name="Jacob Wyngaard" userId="6181fcd471e98458" providerId="LiveId" clId="{788BA123-62C9-4DDC-86E5-A6BCA4600216}" dt="2026-03-17T20:38:23.044" v="3517" actId="478"/>
          <ac:spMkLst>
            <pc:docMk/>
            <pc:sldMk cId="2481940231" sldId="371"/>
            <ac:spMk id="7" creationId="{39D853A3-BA38-9247-8C13-1D88AC36880A}"/>
          </ac:spMkLst>
        </pc:spChg>
        <pc:spChg chg="add del mod">
          <ac:chgData name="Jacob Wyngaard" userId="6181fcd471e98458" providerId="LiveId" clId="{788BA123-62C9-4DDC-86E5-A6BCA4600216}" dt="2026-03-17T20:48:48.669" v="3671" actId="478"/>
          <ac:spMkLst>
            <pc:docMk/>
            <pc:sldMk cId="2481940231" sldId="371"/>
            <ac:spMk id="10" creationId="{CF9A2C21-F89C-9DBB-79CA-876F9C7B5D9D}"/>
          </ac:spMkLst>
        </pc:spChg>
        <pc:spChg chg="mod">
          <ac:chgData name="Jacob Wyngaard" userId="6181fcd471e98458" providerId="LiveId" clId="{788BA123-62C9-4DDC-86E5-A6BCA4600216}" dt="2026-03-17T20:44:47.985" v="3639" actId="1076"/>
          <ac:spMkLst>
            <pc:docMk/>
            <pc:sldMk cId="2481940231" sldId="371"/>
            <ac:spMk id="11" creationId="{E8D5FDFF-4414-ADE3-8A2B-9143D5F8CDFD}"/>
          </ac:spMkLst>
        </pc:spChg>
        <pc:spChg chg="del">
          <ac:chgData name="Jacob Wyngaard" userId="6181fcd471e98458" providerId="LiveId" clId="{788BA123-62C9-4DDC-86E5-A6BCA4600216}" dt="2026-03-17T20:44:20.997" v="3634" actId="478"/>
          <ac:spMkLst>
            <pc:docMk/>
            <pc:sldMk cId="2481940231" sldId="371"/>
            <ac:spMk id="12" creationId="{3B01345B-C591-73AF-A26E-AFB4A3E9164B}"/>
          </ac:spMkLst>
        </pc:spChg>
        <pc:spChg chg="add mod">
          <ac:chgData name="Jacob Wyngaard" userId="6181fcd471e98458" providerId="LiveId" clId="{788BA123-62C9-4DDC-86E5-A6BCA4600216}" dt="2026-03-17T20:46:56.061" v="3666" actId="1076"/>
          <ac:spMkLst>
            <pc:docMk/>
            <pc:sldMk cId="2481940231" sldId="371"/>
            <ac:spMk id="13" creationId="{8D7367FA-D839-9A6D-E4BB-EB74BFF25313}"/>
          </ac:spMkLst>
        </pc:spChg>
        <pc:spChg chg="del mod">
          <ac:chgData name="Jacob Wyngaard" userId="6181fcd471e98458" providerId="LiveId" clId="{788BA123-62C9-4DDC-86E5-A6BCA4600216}" dt="2026-03-17T20:44:20.238" v="3633" actId="478"/>
          <ac:spMkLst>
            <pc:docMk/>
            <pc:sldMk cId="2481940231" sldId="371"/>
            <ac:spMk id="14" creationId="{CDF2B10E-8782-3043-2259-E1099F83ED8E}"/>
          </ac:spMkLst>
        </pc:spChg>
      </pc:sldChg>
      <pc:sldChg chg="add del">
        <pc:chgData name="Jacob Wyngaard" userId="6181fcd471e98458" providerId="LiveId" clId="{788BA123-62C9-4DDC-86E5-A6BCA4600216}" dt="2026-03-18T01:59:19.761" v="5720" actId="47"/>
        <pc:sldMkLst>
          <pc:docMk/>
          <pc:sldMk cId="151067935" sldId="372"/>
        </pc:sldMkLst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469740208" sldId="372"/>
        </pc:sldMkLst>
      </pc:sldChg>
      <pc:sldChg chg="addSp delSp modSp add del mod ord">
        <pc:chgData name="Jacob Wyngaard" userId="6181fcd471e98458" providerId="LiveId" clId="{788BA123-62C9-4DDC-86E5-A6BCA4600216}" dt="2026-03-18T01:01:13.378" v="4911" actId="47"/>
        <pc:sldMkLst>
          <pc:docMk/>
          <pc:sldMk cId="1864533753" sldId="372"/>
        </pc:sldMkLst>
        <pc:spChg chg="del">
          <ac:chgData name="Jacob Wyngaard" userId="6181fcd471e98458" providerId="LiveId" clId="{788BA123-62C9-4DDC-86E5-A6BCA4600216}" dt="2026-03-17T20:49:04.349" v="3691" actId="478"/>
          <ac:spMkLst>
            <pc:docMk/>
            <pc:sldMk cId="1864533753" sldId="372"/>
            <ac:spMk id="2" creationId="{FE3AB1AD-D230-1E27-3E08-5DF8A7516B75}"/>
          </ac:spMkLst>
        </pc:spChg>
        <pc:spChg chg="mod">
          <ac:chgData name="Jacob Wyngaard" userId="6181fcd471e98458" providerId="LiveId" clId="{788BA123-62C9-4DDC-86E5-A6BCA4600216}" dt="2026-03-17T20:49:11.309" v="3693" actId="1076"/>
          <ac:spMkLst>
            <pc:docMk/>
            <pc:sldMk cId="1864533753" sldId="372"/>
            <ac:spMk id="3" creationId="{48BAF09B-6844-57B0-31B7-0DFCD5D40C28}"/>
          </ac:spMkLst>
        </pc:spChg>
        <pc:spChg chg="del">
          <ac:chgData name="Jacob Wyngaard" userId="6181fcd471e98458" providerId="LiveId" clId="{788BA123-62C9-4DDC-86E5-A6BCA4600216}" dt="2026-03-17T20:49:05.714" v="3692" actId="478"/>
          <ac:spMkLst>
            <pc:docMk/>
            <pc:sldMk cId="1864533753" sldId="372"/>
            <ac:spMk id="5" creationId="{948F2409-22FF-A5C8-6B20-FEF8260F6480}"/>
          </ac:spMkLst>
        </pc:spChg>
        <pc:spChg chg="add mod">
          <ac:chgData name="Jacob Wyngaard" userId="6181fcd471e98458" providerId="LiveId" clId="{788BA123-62C9-4DDC-86E5-A6BCA4600216}" dt="2026-03-17T20:55:46.405" v="3818" actId="20577"/>
          <ac:spMkLst>
            <pc:docMk/>
            <pc:sldMk cId="1864533753" sldId="372"/>
            <ac:spMk id="7" creationId="{1924389F-4189-E53F-AF44-742F8586C47D}"/>
          </ac:spMkLst>
        </pc:spChg>
        <pc:spChg chg="mod">
          <ac:chgData name="Jacob Wyngaard" userId="6181fcd471e98458" providerId="LiveId" clId="{788BA123-62C9-4DDC-86E5-A6BCA4600216}" dt="2026-03-17T20:51:13.118" v="3724" actId="14100"/>
          <ac:spMkLst>
            <pc:docMk/>
            <pc:sldMk cId="1864533753" sldId="372"/>
            <ac:spMk id="10" creationId="{7849DACF-4BDE-F928-463B-F7693571471D}"/>
          </ac:spMkLst>
        </pc:spChg>
        <pc:spChg chg="mod">
          <ac:chgData name="Jacob Wyngaard" userId="6181fcd471e98458" providerId="LiveId" clId="{788BA123-62C9-4DDC-86E5-A6BCA4600216}" dt="2026-03-17T20:49:11.309" v="3693" actId="1076"/>
          <ac:spMkLst>
            <pc:docMk/>
            <pc:sldMk cId="1864533753" sldId="372"/>
            <ac:spMk id="11" creationId="{E9A946E7-0551-32A5-3DC4-721CE8AC5535}"/>
          </ac:spMkLst>
        </pc:spChg>
        <pc:spChg chg="mod">
          <ac:chgData name="Jacob Wyngaard" userId="6181fcd471e98458" providerId="LiveId" clId="{788BA123-62C9-4DDC-86E5-A6BCA4600216}" dt="2026-03-17T20:49:11.309" v="3693" actId="1076"/>
          <ac:spMkLst>
            <pc:docMk/>
            <pc:sldMk cId="1864533753" sldId="372"/>
            <ac:spMk id="13" creationId="{A38FC9D2-4708-2DEF-0CA7-5B4F2D630D65}"/>
          </ac:spMkLst>
        </pc:spChg>
      </pc:sldChg>
      <pc:sldChg chg="addSp delSp modSp add mod">
        <pc:chgData name="Jacob Wyngaard" userId="6181fcd471e98458" providerId="LiveId" clId="{788BA123-62C9-4DDC-86E5-A6BCA4600216}" dt="2026-03-18T02:01:42.923" v="5801" actId="1076"/>
        <pc:sldMkLst>
          <pc:docMk/>
          <pc:sldMk cId="324640011" sldId="373"/>
        </pc:sldMkLst>
        <pc:spChg chg="add del mod">
          <ac:chgData name="Jacob Wyngaard" userId="6181fcd471e98458" providerId="LiveId" clId="{788BA123-62C9-4DDC-86E5-A6BCA4600216}" dt="2026-03-18T01:44:36.493" v="5514" actId="21"/>
          <ac:spMkLst>
            <pc:docMk/>
            <pc:sldMk cId="324640011" sldId="373"/>
            <ac:spMk id="3" creationId="{F97A502B-F13C-AA5C-A85B-2CC1AE55037D}"/>
          </ac:spMkLst>
        </pc:spChg>
        <pc:spChg chg="add mod">
          <ac:chgData name="Jacob Wyngaard" userId="6181fcd471e98458" providerId="LiveId" clId="{788BA123-62C9-4DDC-86E5-A6BCA4600216}" dt="2026-03-18T01:51:40.919" v="5607" actId="20577"/>
          <ac:spMkLst>
            <pc:docMk/>
            <pc:sldMk cId="324640011" sldId="373"/>
            <ac:spMk id="4" creationId="{7BCA368A-F1AD-E7EB-7D0F-BB43A0263C94}"/>
          </ac:spMkLst>
        </pc:spChg>
        <pc:spChg chg="add mod">
          <ac:chgData name="Jacob Wyngaard" userId="6181fcd471e98458" providerId="LiveId" clId="{788BA123-62C9-4DDC-86E5-A6BCA4600216}" dt="2026-03-18T01:51:44.806" v="5609" actId="20577"/>
          <ac:spMkLst>
            <pc:docMk/>
            <pc:sldMk cId="324640011" sldId="373"/>
            <ac:spMk id="5" creationId="{E9AC1850-189C-EEC2-CD02-A22CFA1F5C29}"/>
          </ac:spMkLst>
        </pc:spChg>
        <pc:spChg chg="add mod">
          <ac:chgData name="Jacob Wyngaard" userId="6181fcd471e98458" providerId="LiveId" clId="{788BA123-62C9-4DDC-86E5-A6BCA4600216}" dt="2026-03-18T01:51:47.951" v="5611" actId="20577"/>
          <ac:spMkLst>
            <pc:docMk/>
            <pc:sldMk cId="324640011" sldId="373"/>
            <ac:spMk id="7" creationId="{150C9B26-6CC8-76C9-2B94-272E7533D958}"/>
          </ac:spMkLst>
        </pc:spChg>
        <pc:spChg chg="del">
          <ac:chgData name="Jacob Wyngaard" userId="6181fcd471e98458" providerId="LiveId" clId="{788BA123-62C9-4DDC-86E5-A6BCA4600216}" dt="2026-03-18T01:43:45.722" v="5508" actId="478"/>
          <ac:spMkLst>
            <pc:docMk/>
            <pc:sldMk cId="324640011" sldId="373"/>
            <ac:spMk id="10" creationId="{22A42349-4BA8-B9B6-E4D5-BD5212A3FEA5}"/>
          </ac:spMkLst>
        </pc:spChg>
        <pc:spChg chg="add mod">
          <ac:chgData name="Jacob Wyngaard" userId="6181fcd471e98458" providerId="LiveId" clId="{788BA123-62C9-4DDC-86E5-A6BCA4600216}" dt="2026-03-18T02:01:42.923" v="5801" actId="1076"/>
          <ac:spMkLst>
            <pc:docMk/>
            <pc:sldMk cId="324640011" sldId="373"/>
            <ac:spMk id="16" creationId="{56CF4209-8CFA-AEFD-38B1-0767DE96077A}"/>
          </ac:spMkLst>
        </pc:spChg>
        <pc:spChg chg="add mod">
          <ac:chgData name="Jacob Wyngaard" userId="6181fcd471e98458" providerId="LiveId" clId="{788BA123-62C9-4DDC-86E5-A6BCA4600216}" dt="2026-03-18T01:52:36.474" v="5619" actId="20577"/>
          <ac:spMkLst>
            <pc:docMk/>
            <pc:sldMk cId="324640011" sldId="373"/>
            <ac:spMk id="18" creationId="{9C1D21A7-8823-4B04-3C03-C1E594B8E6A1}"/>
          </ac:spMkLst>
        </pc:spChg>
        <pc:spChg chg="add mod">
          <ac:chgData name="Jacob Wyngaard" userId="6181fcd471e98458" providerId="LiveId" clId="{788BA123-62C9-4DDC-86E5-A6BCA4600216}" dt="2026-03-18T01:52:41.792" v="5623" actId="20577"/>
          <ac:spMkLst>
            <pc:docMk/>
            <pc:sldMk cId="324640011" sldId="373"/>
            <ac:spMk id="20" creationId="{900FE307-2735-516A-9CC2-D3FE750B354D}"/>
          </ac:spMkLst>
        </pc:spChg>
        <pc:spChg chg="del">
          <ac:chgData name="Jacob Wyngaard" userId="6181fcd471e98458" providerId="LiveId" clId="{788BA123-62C9-4DDC-86E5-A6BCA4600216}" dt="2026-03-18T01:50:59.730" v="5585" actId="478"/>
          <ac:spMkLst>
            <pc:docMk/>
            <pc:sldMk cId="324640011" sldId="373"/>
            <ac:spMk id="21" creationId="{3DCB1974-62AC-D029-7095-3436E234C366}"/>
          </ac:spMkLst>
        </pc:spChg>
        <pc:spChg chg="add mod">
          <ac:chgData name="Jacob Wyngaard" userId="6181fcd471e98458" providerId="LiveId" clId="{788BA123-62C9-4DDC-86E5-A6BCA4600216}" dt="2026-03-18T01:50:58.148" v="5584" actId="1076"/>
          <ac:spMkLst>
            <pc:docMk/>
            <pc:sldMk cId="324640011" sldId="373"/>
            <ac:spMk id="22" creationId="{F26EEA8B-3227-D79A-8C65-3A3189780570}"/>
          </ac:spMkLst>
        </pc:spChg>
        <pc:spChg chg="del">
          <ac:chgData name="Jacob Wyngaard" userId="6181fcd471e98458" providerId="LiveId" clId="{788BA123-62C9-4DDC-86E5-A6BCA4600216}" dt="2026-03-18T01:43:45.722" v="5508" actId="478"/>
          <ac:spMkLst>
            <pc:docMk/>
            <pc:sldMk cId="324640011" sldId="373"/>
            <ac:spMk id="24" creationId="{3D59C110-9D8D-88CD-0CC2-858BD8903E3B}"/>
          </ac:spMkLst>
        </pc:spChg>
        <pc:spChg chg="add mod">
          <ac:chgData name="Jacob Wyngaard" userId="6181fcd471e98458" providerId="LiveId" clId="{788BA123-62C9-4DDC-86E5-A6BCA4600216}" dt="2026-03-18T01:50:58.148" v="5584" actId="1076"/>
          <ac:spMkLst>
            <pc:docMk/>
            <pc:sldMk cId="324640011" sldId="373"/>
            <ac:spMk id="25" creationId="{D327B8D9-C6E9-6BA9-3EDD-E59C48459E95}"/>
          </ac:spMkLst>
        </pc:spChg>
        <pc:spChg chg="del">
          <ac:chgData name="Jacob Wyngaard" userId="6181fcd471e98458" providerId="LiveId" clId="{788BA123-62C9-4DDC-86E5-A6BCA4600216}" dt="2026-03-18T01:43:45.722" v="5508" actId="478"/>
          <ac:spMkLst>
            <pc:docMk/>
            <pc:sldMk cId="324640011" sldId="373"/>
            <ac:spMk id="26" creationId="{DDFD6312-11AB-F4BD-79B2-510D9912C246}"/>
          </ac:spMkLst>
        </pc:spChg>
        <pc:spChg chg="del">
          <ac:chgData name="Jacob Wyngaard" userId="6181fcd471e98458" providerId="LiveId" clId="{788BA123-62C9-4DDC-86E5-A6BCA4600216}" dt="2026-03-18T01:43:45.722" v="5508" actId="478"/>
          <ac:spMkLst>
            <pc:docMk/>
            <pc:sldMk cId="324640011" sldId="373"/>
            <ac:spMk id="27" creationId="{802659DB-7C3F-B4EF-46E7-E05189B7C1DB}"/>
          </ac:spMkLst>
        </pc:spChg>
        <pc:spChg chg="add mod">
          <ac:chgData name="Jacob Wyngaard" userId="6181fcd471e98458" providerId="LiveId" clId="{788BA123-62C9-4DDC-86E5-A6BCA4600216}" dt="2026-03-18T01:50:58.148" v="5584" actId="1076"/>
          <ac:spMkLst>
            <pc:docMk/>
            <pc:sldMk cId="324640011" sldId="373"/>
            <ac:spMk id="28" creationId="{B9AB2AEF-B774-14FE-3217-243B02E11596}"/>
          </ac:spMkLst>
        </pc:spChg>
        <pc:spChg chg="del">
          <ac:chgData name="Jacob Wyngaard" userId="6181fcd471e98458" providerId="LiveId" clId="{788BA123-62C9-4DDC-86E5-A6BCA4600216}" dt="2026-03-18T01:43:45.722" v="5508" actId="478"/>
          <ac:spMkLst>
            <pc:docMk/>
            <pc:sldMk cId="324640011" sldId="373"/>
            <ac:spMk id="29" creationId="{9EB40DDA-DE85-FE95-7333-14DD05646421}"/>
          </ac:spMkLst>
        </pc:spChg>
        <pc:spChg chg="del">
          <ac:chgData name="Jacob Wyngaard" userId="6181fcd471e98458" providerId="LiveId" clId="{788BA123-62C9-4DDC-86E5-A6BCA4600216}" dt="2026-03-18T01:43:45.722" v="5508" actId="478"/>
          <ac:spMkLst>
            <pc:docMk/>
            <pc:sldMk cId="324640011" sldId="373"/>
            <ac:spMk id="30" creationId="{C763CBB5-0A3B-2D9F-A1E6-34808251A4DE}"/>
          </ac:spMkLst>
        </pc:spChg>
        <pc:spChg chg="del">
          <ac:chgData name="Jacob Wyngaard" userId="6181fcd471e98458" providerId="LiveId" clId="{788BA123-62C9-4DDC-86E5-A6BCA4600216}" dt="2026-03-18T01:43:45.722" v="5508" actId="478"/>
          <ac:spMkLst>
            <pc:docMk/>
            <pc:sldMk cId="324640011" sldId="373"/>
            <ac:spMk id="31" creationId="{ED731B71-73F2-DB88-85B7-96740A34AFD0}"/>
          </ac:spMkLst>
        </pc:spChg>
        <pc:spChg chg="del">
          <ac:chgData name="Jacob Wyngaard" userId="6181fcd471e98458" providerId="LiveId" clId="{788BA123-62C9-4DDC-86E5-A6BCA4600216}" dt="2026-03-18T01:43:45.722" v="5508" actId="478"/>
          <ac:spMkLst>
            <pc:docMk/>
            <pc:sldMk cId="324640011" sldId="373"/>
            <ac:spMk id="33" creationId="{6F396107-7553-B6BE-CBDF-3F287B03289D}"/>
          </ac:spMkLst>
        </pc:spChg>
        <pc:spChg chg="del">
          <ac:chgData name="Jacob Wyngaard" userId="6181fcd471e98458" providerId="LiveId" clId="{788BA123-62C9-4DDC-86E5-A6BCA4600216}" dt="2026-03-18T01:43:45.722" v="5508" actId="478"/>
          <ac:spMkLst>
            <pc:docMk/>
            <pc:sldMk cId="324640011" sldId="373"/>
            <ac:spMk id="35" creationId="{9E9C483B-787A-2441-29CE-F1AD773D396D}"/>
          </ac:spMkLst>
        </pc:spChg>
        <pc:graphicFrameChg chg="del">
          <ac:chgData name="Jacob Wyngaard" userId="6181fcd471e98458" providerId="LiveId" clId="{788BA123-62C9-4DDC-86E5-A6BCA4600216}" dt="2026-03-18T01:43:45.722" v="5508" actId="478"/>
          <ac:graphicFrameMkLst>
            <pc:docMk/>
            <pc:sldMk cId="324640011" sldId="373"/>
            <ac:graphicFrameMk id="23" creationId="{41E299EC-5218-F44A-6CF5-CB3A91AF3D22}"/>
          </ac:graphicFrameMkLst>
        </pc:graphicFrameChg>
      </pc:sldChg>
      <pc:sldChg chg="addSp delSp modSp add del mod">
        <pc:chgData name="Jacob Wyngaard" userId="6181fcd471e98458" providerId="LiveId" clId="{788BA123-62C9-4DDC-86E5-A6BCA4600216}" dt="2026-03-18T01:01:13.378" v="4911" actId="47"/>
        <pc:sldMkLst>
          <pc:docMk/>
          <pc:sldMk cId="1332243968" sldId="373"/>
        </pc:sldMkLst>
        <pc:spChg chg="add mod">
          <ac:chgData name="Jacob Wyngaard" userId="6181fcd471e98458" providerId="LiveId" clId="{788BA123-62C9-4DDC-86E5-A6BCA4600216}" dt="2026-03-17T20:59:39.138" v="3877" actId="404"/>
          <ac:spMkLst>
            <pc:docMk/>
            <pc:sldMk cId="1332243968" sldId="373"/>
            <ac:spMk id="2" creationId="{EFE955BD-FA62-8A70-49AF-C066C0E226AF}"/>
          </ac:spMkLst>
        </pc:spChg>
        <pc:spChg chg="mod">
          <ac:chgData name="Jacob Wyngaard" userId="6181fcd471e98458" providerId="LiveId" clId="{788BA123-62C9-4DDC-86E5-A6BCA4600216}" dt="2026-03-17T20:58:25.752" v="3861" actId="20577"/>
          <ac:spMkLst>
            <pc:docMk/>
            <pc:sldMk cId="1332243968" sldId="373"/>
            <ac:spMk id="7" creationId="{540883C2-E35E-AD38-AB25-D9BF136635D5}"/>
          </ac:spMkLst>
        </pc:spChg>
        <pc:spChg chg="del">
          <ac:chgData name="Jacob Wyngaard" userId="6181fcd471e98458" providerId="LiveId" clId="{788BA123-62C9-4DDC-86E5-A6BCA4600216}" dt="2026-03-17T20:56:01.114" v="3822" actId="478"/>
          <ac:spMkLst>
            <pc:docMk/>
            <pc:sldMk cId="1332243968" sldId="373"/>
            <ac:spMk id="10" creationId="{E0458E55-F5A9-2DCB-C49F-B8146DFBC77A}"/>
          </ac:spMkLst>
        </pc:spChg>
        <pc:spChg chg="del">
          <ac:chgData name="Jacob Wyngaard" userId="6181fcd471e98458" providerId="LiveId" clId="{788BA123-62C9-4DDC-86E5-A6BCA4600216}" dt="2026-03-17T20:55:58.979" v="3821" actId="478"/>
          <ac:spMkLst>
            <pc:docMk/>
            <pc:sldMk cId="1332243968" sldId="373"/>
            <ac:spMk id="11" creationId="{2E206012-1C51-DCD9-1C7A-77D912843AF7}"/>
          </ac:spMkLst>
        </pc:spChg>
        <pc:spChg chg="del">
          <ac:chgData name="Jacob Wyngaard" userId="6181fcd471e98458" providerId="LiveId" clId="{788BA123-62C9-4DDC-86E5-A6BCA4600216}" dt="2026-03-17T20:55:56.947" v="3820" actId="478"/>
          <ac:spMkLst>
            <pc:docMk/>
            <pc:sldMk cId="1332243968" sldId="373"/>
            <ac:spMk id="13" creationId="{FA36A0E9-F455-97D9-F5E8-9051FBEEFF3E}"/>
          </ac:spMkLst>
        </pc:spChg>
      </pc:sldChg>
      <pc:sldChg chg="addSp delSp modSp add del mod ord">
        <pc:chgData name="Jacob Wyngaard" userId="6181fcd471e98458" providerId="LiveId" clId="{788BA123-62C9-4DDC-86E5-A6BCA4600216}" dt="2026-03-18T01:01:13.378" v="4911" actId="47"/>
        <pc:sldMkLst>
          <pc:docMk/>
          <pc:sldMk cId="447610413" sldId="374"/>
        </pc:sldMkLst>
        <pc:spChg chg="del mod">
          <ac:chgData name="Jacob Wyngaard" userId="6181fcd471e98458" providerId="LiveId" clId="{788BA123-62C9-4DDC-86E5-A6BCA4600216}" dt="2026-03-17T21:17:00.504" v="4423" actId="478"/>
          <ac:spMkLst>
            <pc:docMk/>
            <pc:sldMk cId="447610413" sldId="374"/>
            <ac:spMk id="2" creationId="{3642029D-EE9D-ECB4-8443-A5FFA9808245}"/>
          </ac:spMkLst>
        </pc:spChg>
        <pc:spChg chg="del">
          <ac:chgData name="Jacob Wyngaard" userId="6181fcd471e98458" providerId="LiveId" clId="{788BA123-62C9-4DDC-86E5-A6BCA4600216}" dt="2026-03-17T21:07:47.926" v="4017" actId="478"/>
          <ac:spMkLst>
            <pc:docMk/>
            <pc:sldMk cId="447610413" sldId="374"/>
            <ac:spMk id="3" creationId="{C6A976BB-6E94-314C-9E55-9DBEDA88F879}"/>
          </ac:spMkLst>
        </pc:spChg>
        <pc:spChg chg="add mod">
          <ac:chgData name="Jacob Wyngaard" userId="6181fcd471e98458" providerId="LiveId" clId="{788BA123-62C9-4DDC-86E5-A6BCA4600216}" dt="2026-03-17T21:20:46.359" v="4539" actId="20577"/>
          <ac:spMkLst>
            <pc:docMk/>
            <pc:sldMk cId="447610413" sldId="374"/>
            <ac:spMk id="4" creationId="{FF0C452E-32E1-6FB7-5539-CC2C59D34C64}"/>
          </ac:spMkLst>
        </pc:spChg>
        <pc:spChg chg="add mod">
          <ac:chgData name="Jacob Wyngaard" userId="6181fcd471e98458" providerId="LiveId" clId="{788BA123-62C9-4DDC-86E5-A6BCA4600216}" dt="2026-03-17T21:26:04.254" v="4590" actId="20577"/>
          <ac:spMkLst>
            <pc:docMk/>
            <pc:sldMk cId="447610413" sldId="374"/>
            <ac:spMk id="5" creationId="{9573BA25-763D-FFF3-6DF8-C23AE43941FF}"/>
          </ac:spMkLst>
        </pc:spChg>
        <pc:spChg chg="mod">
          <ac:chgData name="Jacob Wyngaard" userId="6181fcd471e98458" providerId="LiveId" clId="{788BA123-62C9-4DDC-86E5-A6BCA4600216}" dt="2026-03-17T21:58:47.988" v="4758"/>
          <ac:spMkLst>
            <pc:docMk/>
            <pc:sldMk cId="447610413" sldId="374"/>
            <ac:spMk id="7" creationId="{ABE73E66-169D-98F5-E4EC-F193B73063EB}"/>
          </ac:spMkLst>
        </pc:spChg>
        <pc:spChg chg="add mod">
          <ac:chgData name="Jacob Wyngaard" userId="6181fcd471e98458" providerId="LiveId" clId="{788BA123-62C9-4DDC-86E5-A6BCA4600216}" dt="2026-03-17T21:54:28.629" v="4675" actId="1076"/>
          <ac:spMkLst>
            <pc:docMk/>
            <pc:sldMk cId="447610413" sldId="374"/>
            <ac:spMk id="11" creationId="{1684B034-D927-A5A8-C76F-8CB8C910DCBD}"/>
          </ac:spMkLst>
        </pc:spChg>
        <pc:spChg chg="add mod">
          <ac:chgData name="Jacob Wyngaard" userId="6181fcd471e98458" providerId="LiveId" clId="{788BA123-62C9-4DDC-86E5-A6BCA4600216}" dt="2026-03-17T21:56:47.910" v="4741" actId="1076"/>
          <ac:spMkLst>
            <pc:docMk/>
            <pc:sldMk cId="447610413" sldId="374"/>
            <ac:spMk id="12" creationId="{D6C9B01D-7F03-9B68-8363-B60767B5455C}"/>
          </ac:spMkLst>
        </pc:spChg>
        <pc:spChg chg="add mod">
          <ac:chgData name="Jacob Wyngaard" userId="6181fcd471e98458" providerId="LiveId" clId="{788BA123-62C9-4DDC-86E5-A6BCA4600216}" dt="2026-03-17T21:57:19.894" v="4747" actId="20577"/>
          <ac:spMkLst>
            <pc:docMk/>
            <pc:sldMk cId="447610413" sldId="374"/>
            <ac:spMk id="13" creationId="{E71F01AB-09B8-7F1C-50FF-5C83DE56D095}"/>
          </ac:spMkLst>
        </pc:spChg>
      </pc:sldChg>
      <pc:sldChg chg="del">
        <pc:chgData name="Jacob Wyngaard" userId="6181fcd471e98458" providerId="LiveId" clId="{788BA123-62C9-4DDC-86E5-A6BCA4600216}" dt="2026-03-17T18:24:17.620" v="0" actId="47"/>
        <pc:sldMkLst>
          <pc:docMk/>
          <pc:sldMk cId="1299988201" sldId="374"/>
        </pc:sldMkLst>
      </pc:sldChg>
      <pc:sldChg chg="addSp delSp modSp add mod">
        <pc:chgData name="Jacob Wyngaard" userId="6181fcd471e98458" providerId="LiveId" clId="{788BA123-62C9-4DDC-86E5-A6BCA4600216}" dt="2026-03-18T01:47:14.832" v="5565" actId="1076"/>
        <pc:sldMkLst>
          <pc:docMk/>
          <pc:sldMk cId="2416028285" sldId="374"/>
        </pc:sldMkLst>
        <pc:spChg chg="add mod">
          <ac:chgData name="Jacob Wyngaard" userId="6181fcd471e98458" providerId="LiveId" clId="{788BA123-62C9-4DDC-86E5-A6BCA4600216}" dt="2026-03-18T01:46:55.810" v="5560" actId="14100"/>
          <ac:spMkLst>
            <pc:docMk/>
            <pc:sldMk cId="2416028285" sldId="374"/>
            <ac:spMk id="3" creationId="{F97A502B-F13C-AA5C-A85B-2CC1AE55037D}"/>
          </ac:spMkLst>
        </pc:spChg>
        <pc:spChg chg="add mod">
          <ac:chgData name="Jacob Wyngaard" userId="6181fcd471e98458" providerId="LiveId" clId="{788BA123-62C9-4DDC-86E5-A6BCA4600216}" dt="2026-03-18T01:47:01.884" v="5562" actId="14100"/>
          <ac:spMkLst>
            <pc:docMk/>
            <pc:sldMk cId="2416028285" sldId="374"/>
            <ac:spMk id="4" creationId="{FFF0EFE8-A0E7-3597-4A5D-5162A01EAD3B}"/>
          </ac:spMkLst>
        </pc:spChg>
        <pc:spChg chg="add mod">
          <ac:chgData name="Jacob Wyngaard" userId="6181fcd471e98458" providerId="LiveId" clId="{788BA123-62C9-4DDC-86E5-A6BCA4600216}" dt="2026-03-18T01:44:58.194" v="5521" actId="1076"/>
          <ac:spMkLst>
            <pc:docMk/>
            <pc:sldMk cId="2416028285" sldId="374"/>
            <ac:spMk id="5" creationId="{3AB99846-62E2-18EC-ACE4-D53093F0C677}"/>
          </ac:spMkLst>
        </pc:spChg>
        <pc:spChg chg="add mod">
          <ac:chgData name="Jacob Wyngaard" userId="6181fcd471e98458" providerId="LiveId" clId="{788BA123-62C9-4DDC-86E5-A6BCA4600216}" dt="2026-03-18T01:46:19.081" v="5553" actId="403"/>
          <ac:spMkLst>
            <pc:docMk/>
            <pc:sldMk cId="2416028285" sldId="374"/>
            <ac:spMk id="7" creationId="{1B076584-BCDA-F817-A927-3059B4781AEC}"/>
          </ac:spMkLst>
        </pc:spChg>
        <pc:spChg chg="del">
          <ac:chgData name="Jacob Wyngaard" userId="6181fcd471e98458" providerId="LiveId" clId="{788BA123-62C9-4DDC-86E5-A6BCA4600216}" dt="2026-03-18T01:44:31.686" v="5512" actId="478"/>
          <ac:spMkLst>
            <pc:docMk/>
            <pc:sldMk cId="2416028285" sldId="374"/>
            <ac:spMk id="11" creationId="{E662056F-6975-E3A4-D174-83BA3BA2FDF9}"/>
          </ac:spMkLst>
        </pc:spChg>
        <pc:spChg chg="del">
          <ac:chgData name="Jacob Wyngaard" userId="6181fcd471e98458" providerId="LiveId" clId="{788BA123-62C9-4DDC-86E5-A6BCA4600216}" dt="2026-03-18T01:44:31.686" v="5512" actId="478"/>
          <ac:spMkLst>
            <pc:docMk/>
            <pc:sldMk cId="2416028285" sldId="374"/>
            <ac:spMk id="12" creationId="{31650C76-0CC8-4F1D-A0ED-6564D61327FD}"/>
          </ac:spMkLst>
        </pc:spChg>
        <pc:spChg chg="del">
          <ac:chgData name="Jacob Wyngaard" userId="6181fcd471e98458" providerId="LiveId" clId="{788BA123-62C9-4DDC-86E5-A6BCA4600216}" dt="2026-03-18T01:44:31.686" v="5512" actId="478"/>
          <ac:spMkLst>
            <pc:docMk/>
            <pc:sldMk cId="2416028285" sldId="374"/>
            <ac:spMk id="13" creationId="{0C73E3D4-3F7D-DA6D-E35B-DD3B7DB33B19}"/>
          </ac:spMkLst>
        </pc:spChg>
        <pc:spChg chg="del">
          <ac:chgData name="Jacob Wyngaard" userId="6181fcd471e98458" providerId="LiveId" clId="{788BA123-62C9-4DDC-86E5-A6BCA4600216}" dt="2026-03-18T01:44:31.686" v="5512" actId="478"/>
          <ac:spMkLst>
            <pc:docMk/>
            <pc:sldMk cId="2416028285" sldId="374"/>
            <ac:spMk id="14" creationId="{02C6FB44-6D1B-856E-AAC7-316E7BE84C45}"/>
          </ac:spMkLst>
        </pc:spChg>
        <pc:spChg chg="del">
          <ac:chgData name="Jacob Wyngaard" userId="6181fcd471e98458" providerId="LiveId" clId="{788BA123-62C9-4DDC-86E5-A6BCA4600216}" dt="2026-03-18T01:44:31.686" v="5512" actId="478"/>
          <ac:spMkLst>
            <pc:docMk/>
            <pc:sldMk cId="2416028285" sldId="374"/>
            <ac:spMk id="15" creationId="{B6693790-F679-4288-DB4A-EFE0B7E34008}"/>
          </ac:spMkLst>
        </pc:spChg>
        <pc:spChg chg="add mod">
          <ac:chgData name="Jacob Wyngaard" userId="6181fcd471e98458" providerId="LiveId" clId="{788BA123-62C9-4DDC-86E5-A6BCA4600216}" dt="2026-03-18T01:46:36.686" v="5556" actId="1076"/>
          <ac:spMkLst>
            <pc:docMk/>
            <pc:sldMk cId="2416028285" sldId="374"/>
            <ac:spMk id="16" creationId="{4C7058D0-831B-F8DE-591C-006B6E0403BC}"/>
          </ac:spMkLst>
        </pc:spChg>
        <pc:spChg chg="del">
          <ac:chgData name="Jacob Wyngaard" userId="6181fcd471e98458" providerId="LiveId" clId="{788BA123-62C9-4DDC-86E5-A6BCA4600216}" dt="2026-03-18T01:44:31.686" v="5512" actId="478"/>
          <ac:spMkLst>
            <pc:docMk/>
            <pc:sldMk cId="2416028285" sldId="374"/>
            <ac:spMk id="17" creationId="{FD29DC41-1155-1032-3C5D-3B23E5FA56CD}"/>
          </ac:spMkLst>
        </pc:spChg>
        <pc:spChg chg="add mod">
          <ac:chgData name="Jacob Wyngaard" userId="6181fcd471e98458" providerId="LiveId" clId="{788BA123-62C9-4DDC-86E5-A6BCA4600216}" dt="2026-03-18T01:46:42.822" v="5557" actId="1076"/>
          <ac:spMkLst>
            <pc:docMk/>
            <pc:sldMk cId="2416028285" sldId="374"/>
            <ac:spMk id="18" creationId="{3E8822C5-84D4-394A-6A17-D8632F9C1FA3}"/>
          </ac:spMkLst>
        </pc:spChg>
        <pc:spChg chg="del">
          <ac:chgData name="Jacob Wyngaard" userId="6181fcd471e98458" providerId="LiveId" clId="{788BA123-62C9-4DDC-86E5-A6BCA4600216}" dt="2026-03-18T01:44:31.686" v="5512" actId="478"/>
          <ac:spMkLst>
            <pc:docMk/>
            <pc:sldMk cId="2416028285" sldId="374"/>
            <ac:spMk id="19" creationId="{507D9247-8086-E93C-5D45-78BA684DB1D3}"/>
          </ac:spMkLst>
        </pc:spChg>
        <pc:spChg chg="add mod">
          <ac:chgData name="Jacob Wyngaard" userId="6181fcd471e98458" providerId="LiveId" clId="{788BA123-62C9-4DDC-86E5-A6BCA4600216}" dt="2026-03-18T01:46:49.434" v="5558" actId="1076"/>
          <ac:spMkLst>
            <pc:docMk/>
            <pc:sldMk cId="2416028285" sldId="374"/>
            <ac:spMk id="20" creationId="{82972B08-932F-7655-B075-49A80CE20F3D}"/>
          </ac:spMkLst>
        </pc:spChg>
        <pc:spChg chg="del">
          <ac:chgData name="Jacob Wyngaard" userId="6181fcd471e98458" providerId="LiveId" clId="{788BA123-62C9-4DDC-86E5-A6BCA4600216}" dt="2026-03-18T01:44:32.750" v="5513" actId="478"/>
          <ac:spMkLst>
            <pc:docMk/>
            <pc:sldMk cId="2416028285" sldId="374"/>
            <ac:spMk id="21" creationId="{03936126-B048-BEDE-12CD-A252F716AED1}"/>
          </ac:spMkLst>
        </pc:spChg>
        <pc:spChg chg="add mod">
          <ac:chgData name="Jacob Wyngaard" userId="6181fcd471e98458" providerId="LiveId" clId="{788BA123-62C9-4DDC-86E5-A6BCA4600216}" dt="2026-03-18T01:47:10.854" v="5564" actId="1076"/>
          <ac:spMkLst>
            <pc:docMk/>
            <pc:sldMk cId="2416028285" sldId="374"/>
            <ac:spMk id="22" creationId="{A77AA291-BA54-B6A7-0687-6048A52E454F}"/>
          </ac:spMkLst>
        </pc:spChg>
        <pc:spChg chg="add mod">
          <ac:chgData name="Jacob Wyngaard" userId="6181fcd471e98458" providerId="LiveId" clId="{788BA123-62C9-4DDC-86E5-A6BCA4600216}" dt="2026-03-18T01:47:14.832" v="5565" actId="1076"/>
          <ac:spMkLst>
            <pc:docMk/>
            <pc:sldMk cId="2416028285" sldId="374"/>
            <ac:spMk id="25" creationId="{A664122B-7F1B-EC4D-D1A1-932961EB7FFD}"/>
          </ac:spMkLst>
        </pc:spChg>
        <pc:spChg chg="del">
          <ac:chgData name="Jacob Wyngaard" userId="6181fcd471e98458" providerId="LiveId" clId="{788BA123-62C9-4DDC-86E5-A6BCA4600216}" dt="2026-03-18T01:44:31.686" v="5512" actId="478"/>
          <ac:spMkLst>
            <pc:docMk/>
            <pc:sldMk cId="2416028285" sldId="374"/>
            <ac:spMk id="32" creationId="{B96CCBA0-9359-DD7A-D371-F068B4F2EE4C}"/>
          </ac:spMkLst>
        </pc:spChg>
        <pc:spChg chg="del">
          <ac:chgData name="Jacob Wyngaard" userId="6181fcd471e98458" providerId="LiveId" clId="{788BA123-62C9-4DDC-86E5-A6BCA4600216}" dt="2026-03-18T01:44:31.686" v="5512" actId="478"/>
          <ac:spMkLst>
            <pc:docMk/>
            <pc:sldMk cId="2416028285" sldId="374"/>
            <ac:spMk id="34" creationId="{94D7EC8C-B7AF-1CBB-6042-63E33EED55C4}"/>
          </ac:spMkLst>
        </pc:spChg>
        <pc:graphicFrameChg chg="del">
          <ac:chgData name="Jacob Wyngaard" userId="6181fcd471e98458" providerId="LiveId" clId="{788BA123-62C9-4DDC-86E5-A6BCA4600216}" dt="2026-03-18T01:44:31.686" v="5512" actId="478"/>
          <ac:graphicFrameMkLst>
            <pc:docMk/>
            <pc:sldMk cId="2416028285" sldId="374"/>
            <ac:graphicFrameMk id="2" creationId="{8F19561A-009F-C060-20B6-C9B662E013BA}"/>
          </ac:graphicFrameMkLst>
        </pc:graphicFrameChg>
      </pc:sldChg>
      <pc:sldChg chg="addSp delSp modSp add del mod ord">
        <pc:chgData name="Jacob Wyngaard" userId="6181fcd471e98458" providerId="LiveId" clId="{788BA123-62C9-4DDC-86E5-A6BCA4600216}" dt="2026-03-18T01:01:13.378" v="4911" actId="47"/>
        <pc:sldMkLst>
          <pc:docMk/>
          <pc:sldMk cId="542191471" sldId="375"/>
        </pc:sldMkLst>
        <pc:spChg chg="add del mod">
          <ac:chgData name="Jacob Wyngaard" userId="6181fcd471e98458" providerId="LiveId" clId="{788BA123-62C9-4DDC-86E5-A6BCA4600216}" dt="2026-03-17T21:15:21.006" v="4344" actId="478"/>
          <ac:spMkLst>
            <pc:docMk/>
            <pc:sldMk cId="542191471" sldId="375"/>
            <ac:spMk id="3" creationId="{B7E3150C-D583-BD9A-0FF5-3FD9082CE72A}"/>
          </ac:spMkLst>
        </pc:spChg>
        <pc:spChg chg="add del mod">
          <ac:chgData name="Jacob Wyngaard" userId="6181fcd471e98458" providerId="LiveId" clId="{788BA123-62C9-4DDC-86E5-A6BCA4600216}" dt="2026-03-17T21:15:22.050" v="4345" actId="478"/>
          <ac:spMkLst>
            <pc:docMk/>
            <pc:sldMk cId="542191471" sldId="375"/>
            <ac:spMk id="4" creationId="{FC04DC96-51E0-362F-AC7B-07D6568FDAD9}"/>
          </ac:spMkLst>
        </pc:spChg>
        <pc:spChg chg="mod">
          <ac:chgData name="Jacob Wyngaard" userId="6181fcd471e98458" providerId="LiveId" clId="{788BA123-62C9-4DDC-86E5-A6BCA4600216}" dt="2026-03-17T21:12:04.394" v="4109" actId="20577"/>
          <ac:spMkLst>
            <pc:docMk/>
            <pc:sldMk cId="542191471" sldId="375"/>
            <ac:spMk id="5" creationId="{B92877CD-709B-E52E-C0B1-DBC1FFC0EF7F}"/>
          </ac:spMkLst>
        </pc:spChg>
        <pc:spChg chg="mod">
          <ac:chgData name="Jacob Wyngaard" userId="6181fcd471e98458" providerId="LiveId" clId="{788BA123-62C9-4DDC-86E5-A6BCA4600216}" dt="2026-03-17T21:18:50.408" v="4525" actId="1035"/>
          <ac:spMkLst>
            <pc:docMk/>
            <pc:sldMk cId="542191471" sldId="375"/>
            <ac:spMk id="7" creationId="{16A4DF73-C1ED-F8B7-2EB2-077FA5E4D3C1}"/>
          </ac:spMkLst>
        </pc:spChg>
        <pc:spChg chg="add mod">
          <ac:chgData name="Jacob Wyngaard" userId="6181fcd471e98458" providerId="LiveId" clId="{788BA123-62C9-4DDC-86E5-A6BCA4600216}" dt="2026-03-17T22:07:58.242" v="4848" actId="20577"/>
          <ac:spMkLst>
            <pc:docMk/>
            <pc:sldMk cId="542191471" sldId="375"/>
            <ac:spMk id="11" creationId="{41285052-CF13-7207-5A6C-75D1194E7994}"/>
          </ac:spMkLst>
        </pc:spChg>
        <pc:spChg chg="del">
          <ac:chgData name="Jacob Wyngaard" userId="6181fcd471e98458" providerId="LiveId" clId="{788BA123-62C9-4DDC-86E5-A6BCA4600216}" dt="2026-03-17T21:04:59.097" v="3919" actId="478"/>
          <ac:spMkLst>
            <pc:docMk/>
            <pc:sldMk cId="542191471" sldId="375"/>
            <ac:spMk id="15" creationId="{09E50E4D-D9DD-4041-2C39-B55716B1614B}"/>
          </ac:spMkLst>
        </pc:spChg>
        <pc:spChg chg="del">
          <ac:chgData name="Jacob Wyngaard" userId="6181fcd471e98458" providerId="LiveId" clId="{788BA123-62C9-4DDC-86E5-A6BCA4600216}" dt="2026-03-17T21:03:56.567" v="3891" actId="478"/>
          <ac:spMkLst>
            <pc:docMk/>
            <pc:sldMk cId="542191471" sldId="375"/>
            <ac:spMk id="19" creationId="{C02D00C1-D29B-02B8-78CE-6B689AFE1B38}"/>
          </ac:spMkLst>
        </pc:spChg>
        <pc:spChg chg="del">
          <ac:chgData name="Jacob Wyngaard" userId="6181fcd471e98458" providerId="LiveId" clId="{788BA123-62C9-4DDC-86E5-A6BCA4600216}" dt="2026-03-17T21:03:58.581" v="3892" actId="478"/>
          <ac:spMkLst>
            <pc:docMk/>
            <pc:sldMk cId="542191471" sldId="375"/>
            <ac:spMk id="20" creationId="{14E93C4C-E15D-2C62-B88D-8D0623451B3F}"/>
          </ac:spMkLst>
        </pc:spChg>
        <pc:spChg chg="del">
          <ac:chgData name="Jacob Wyngaard" userId="6181fcd471e98458" providerId="LiveId" clId="{788BA123-62C9-4DDC-86E5-A6BCA4600216}" dt="2026-03-17T21:03:55.222" v="3890" actId="478"/>
          <ac:spMkLst>
            <pc:docMk/>
            <pc:sldMk cId="542191471" sldId="375"/>
            <ac:spMk id="21" creationId="{8E34E530-52C9-1BEC-C8B5-BE3BFDEAA2C7}"/>
          </ac:spMkLst>
        </pc:spChg>
      </pc:sldChg>
      <pc:sldChg chg="addSp delSp modSp add mod">
        <pc:chgData name="Jacob Wyngaard" userId="6181fcd471e98458" providerId="LiveId" clId="{788BA123-62C9-4DDC-86E5-A6BCA4600216}" dt="2026-03-18T01:50:00.385" v="5582" actId="1076"/>
        <pc:sldMkLst>
          <pc:docMk/>
          <pc:sldMk cId="583008452" sldId="375"/>
        </pc:sldMkLst>
        <pc:spChg chg="add mod">
          <ac:chgData name="Jacob Wyngaard" userId="6181fcd471e98458" providerId="LiveId" clId="{788BA123-62C9-4DDC-86E5-A6BCA4600216}" dt="2026-03-18T01:50:00.385" v="5582" actId="1076"/>
          <ac:spMkLst>
            <pc:docMk/>
            <pc:sldMk cId="583008452" sldId="375"/>
            <ac:spMk id="2" creationId="{2E22095B-A010-C90E-EBEF-A71ADADF49E8}"/>
          </ac:spMkLst>
        </pc:spChg>
        <pc:spChg chg="del">
          <ac:chgData name="Jacob Wyngaard" userId="6181fcd471e98458" providerId="LiveId" clId="{788BA123-62C9-4DDC-86E5-A6BCA4600216}" dt="2026-03-18T01:47:30.606" v="5568" actId="478"/>
          <ac:spMkLst>
            <pc:docMk/>
            <pc:sldMk cId="583008452" sldId="375"/>
            <ac:spMk id="10" creationId="{CBDB367A-1262-EA0D-8B39-730CCE3C27A4}"/>
          </ac:spMkLst>
        </pc:spChg>
        <pc:spChg chg="del">
          <ac:chgData name="Jacob Wyngaard" userId="6181fcd471e98458" providerId="LiveId" clId="{788BA123-62C9-4DDC-86E5-A6BCA4600216}" dt="2026-03-18T01:47:28.768" v="5567" actId="478"/>
          <ac:spMkLst>
            <pc:docMk/>
            <pc:sldMk cId="583008452" sldId="375"/>
            <ac:spMk id="24" creationId="{34B1FF2F-9F89-092C-F51A-3C1C63DFDEC6}"/>
          </ac:spMkLst>
        </pc:spChg>
        <pc:spChg chg="del">
          <ac:chgData name="Jacob Wyngaard" userId="6181fcd471e98458" providerId="LiveId" clId="{788BA123-62C9-4DDC-86E5-A6BCA4600216}" dt="2026-03-18T01:47:28.768" v="5567" actId="478"/>
          <ac:spMkLst>
            <pc:docMk/>
            <pc:sldMk cId="583008452" sldId="375"/>
            <ac:spMk id="26" creationId="{862CDABB-FFD5-B536-5DBC-47AE167F3806}"/>
          </ac:spMkLst>
        </pc:spChg>
        <pc:spChg chg="del">
          <ac:chgData name="Jacob Wyngaard" userId="6181fcd471e98458" providerId="LiveId" clId="{788BA123-62C9-4DDC-86E5-A6BCA4600216}" dt="2026-03-18T01:47:28.768" v="5567" actId="478"/>
          <ac:spMkLst>
            <pc:docMk/>
            <pc:sldMk cId="583008452" sldId="375"/>
            <ac:spMk id="27" creationId="{AACA7A3D-4B9D-4890-91CB-C07CF2C200DD}"/>
          </ac:spMkLst>
        </pc:spChg>
        <pc:spChg chg="del">
          <ac:chgData name="Jacob Wyngaard" userId="6181fcd471e98458" providerId="LiveId" clId="{788BA123-62C9-4DDC-86E5-A6BCA4600216}" dt="2026-03-18T01:47:28.768" v="5567" actId="478"/>
          <ac:spMkLst>
            <pc:docMk/>
            <pc:sldMk cId="583008452" sldId="375"/>
            <ac:spMk id="29" creationId="{7644D105-0A6F-8330-2C70-AA282DC31951}"/>
          </ac:spMkLst>
        </pc:spChg>
        <pc:spChg chg="del">
          <ac:chgData name="Jacob Wyngaard" userId="6181fcd471e98458" providerId="LiveId" clId="{788BA123-62C9-4DDC-86E5-A6BCA4600216}" dt="2026-03-18T01:47:28.768" v="5567" actId="478"/>
          <ac:spMkLst>
            <pc:docMk/>
            <pc:sldMk cId="583008452" sldId="375"/>
            <ac:spMk id="30" creationId="{DCA6F309-1888-7582-EBCD-0EB11F6FD259}"/>
          </ac:spMkLst>
        </pc:spChg>
        <pc:spChg chg="del">
          <ac:chgData name="Jacob Wyngaard" userId="6181fcd471e98458" providerId="LiveId" clId="{788BA123-62C9-4DDC-86E5-A6BCA4600216}" dt="2026-03-18T01:47:28.768" v="5567" actId="478"/>
          <ac:spMkLst>
            <pc:docMk/>
            <pc:sldMk cId="583008452" sldId="375"/>
            <ac:spMk id="31" creationId="{AE8A2904-9007-7FB2-8AA0-98BAE2E4A08F}"/>
          </ac:spMkLst>
        </pc:spChg>
        <pc:spChg chg="del">
          <ac:chgData name="Jacob Wyngaard" userId="6181fcd471e98458" providerId="LiveId" clId="{788BA123-62C9-4DDC-86E5-A6BCA4600216}" dt="2026-03-18T01:47:28.768" v="5567" actId="478"/>
          <ac:spMkLst>
            <pc:docMk/>
            <pc:sldMk cId="583008452" sldId="375"/>
            <ac:spMk id="33" creationId="{F4B7995E-448D-9E72-A704-FBEFC8988B99}"/>
          </ac:spMkLst>
        </pc:spChg>
        <pc:spChg chg="del">
          <ac:chgData name="Jacob Wyngaard" userId="6181fcd471e98458" providerId="LiveId" clId="{788BA123-62C9-4DDC-86E5-A6BCA4600216}" dt="2026-03-18T01:47:31.284" v="5569" actId="478"/>
          <ac:spMkLst>
            <pc:docMk/>
            <pc:sldMk cId="583008452" sldId="375"/>
            <ac:spMk id="35" creationId="{41AE9E47-CF33-329F-52E9-03EAA526365D}"/>
          </ac:spMkLst>
        </pc:spChg>
        <pc:graphicFrameChg chg="del">
          <ac:chgData name="Jacob Wyngaard" userId="6181fcd471e98458" providerId="LiveId" clId="{788BA123-62C9-4DDC-86E5-A6BCA4600216}" dt="2026-03-18T01:47:28.768" v="5567" actId="478"/>
          <ac:graphicFrameMkLst>
            <pc:docMk/>
            <pc:sldMk cId="583008452" sldId="375"/>
            <ac:graphicFrameMk id="23" creationId="{DBCA00D3-4E8C-9283-2F3C-FA093F579561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3-18T02:12:21.292" v="6227" actId="1076"/>
        <pc:sldMkLst>
          <pc:docMk/>
          <pc:sldMk cId="337895567" sldId="376"/>
        </pc:sldMkLst>
        <pc:spChg chg="add mod">
          <ac:chgData name="Jacob Wyngaard" userId="6181fcd471e98458" providerId="LiveId" clId="{788BA123-62C9-4DDC-86E5-A6BCA4600216}" dt="2026-03-18T01:54:26.323" v="5631" actId="14100"/>
          <ac:spMkLst>
            <pc:docMk/>
            <pc:sldMk cId="337895567" sldId="376"/>
            <ac:spMk id="3" creationId="{0800EBC8-0D6B-5073-7F75-19825D5B663F}"/>
          </ac:spMkLst>
        </pc:spChg>
        <pc:spChg chg="del">
          <ac:chgData name="Jacob Wyngaard" userId="6181fcd471e98458" providerId="LiveId" clId="{788BA123-62C9-4DDC-86E5-A6BCA4600216}" dt="2026-03-18T01:53:41.071" v="5625" actId="478"/>
          <ac:spMkLst>
            <pc:docMk/>
            <pc:sldMk cId="337895567" sldId="376"/>
            <ac:spMk id="11" creationId="{8D580BBC-C6E1-93DA-7EB2-0C7F17035B05}"/>
          </ac:spMkLst>
        </pc:spChg>
        <pc:spChg chg="del">
          <ac:chgData name="Jacob Wyngaard" userId="6181fcd471e98458" providerId="LiveId" clId="{788BA123-62C9-4DDC-86E5-A6BCA4600216}" dt="2026-03-18T01:53:41.071" v="5625" actId="478"/>
          <ac:spMkLst>
            <pc:docMk/>
            <pc:sldMk cId="337895567" sldId="376"/>
            <ac:spMk id="12" creationId="{F8DF22D7-20C8-1266-A51B-7FBC7DF5553A}"/>
          </ac:spMkLst>
        </pc:spChg>
        <pc:spChg chg="del">
          <ac:chgData name="Jacob Wyngaard" userId="6181fcd471e98458" providerId="LiveId" clId="{788BA123-62C9-4DDC-86E5-A6BCA4600216}" dt="2026-03-18T01:53:41.071" v="5625" actId="478"/>
          <ac:spMkLst>
            <pc:docMk/>
            <pc:sldMk cId="337895567" sldId="376"/>
            <ac:spMk id="13" creationId="{E8F79873-ED13-42D6-3C63-F6C1905C6B62}"/>
          </ac:spMkLst>
        </pc:spChg>
        <pc:spChg chg="del">
          <ac:chgData name="Jacob Wyngaard" userId="6181fcd471e98458" providerId="LiveId" clId="{788BA123-62C9-4DDC-86E5-A6BCA4600216}" dt="2026-03-18T01:53:41.071" v="5625" actId="478"/>
          <ac:spMkLst>
            <pc:docMk/>
            <pc:sldMk cId="337895567" sldId="376"/>
            <ac:spMk id="14" creationId="{C11EBD2E-4694-4DC0-686F-E18C0F3E467A}"/>
          </ac:spMkLst>
        </pc:spChg>
        <pc:spChg chg="del">
          <ac:chgData name="Jacob Wyngaard" userId="6181fcd471e98458" providerId="LiveId" clId="{788BA123-62C9-4DDC-86E5-A6BCA4600216}" dt="2026-03-18T01:53:41.071" v="5625" actId="478"/>
          <ac:spMkLst>
            <pc:docMk/>
            <pc:sldMk cId="337895567" sldId="376"/>
            <ac:spMk id="15" creationId="{412BC6E4-B00D-3AA8-7BE6-C68EC696C02B}"/>
          </ac:spMkLst>
        </pc:spChg>
        <pc:spChg chg="del">
          <ac:chgData name="Jacob Wyngaard" userId="6181fcd471e98458" providerId="LiveId" clId="{788BA123-62C9-4DDC-86E5-A6BCA4600216}" dt="2026-03-18T01:53:41.071" v="5625" actId="478"/>
          <ac:spMkLst>
            <pc:docMk/>
            <pc:sldMk cId="337895567" sldId="376"/>
            <ac:spMk id="17" creationId="{4DC6E07C-0BF2-3444-E962-89ACD6619634}"/>
          </ac:spMkLst>
        </pc:spChg>
        <pc:spChg chg="mod">
          <ac:chgData name="Jacob Wyngaard" userId="6181fcd471e98458" providerId="LiveId" clId="{788BA123-62C9-4DDC-86E5-A6BCA4600216}" dt="2026-03-18T02:12:21.292" v="6227" actId="1076"/>
          <ac:spMkLst>
            <pc:docMk/>
            <pc:sldMk cId="337895567" sldId="376"/>
            <ac:spMk id="18" creationId="{2AFFC38E-B46C-57C3-4C13-23D64F94E09C}"/>
          </ac:spMkLst>
        </pc:spChg>
        <pc:spChg chg="del">
          <ac:chgData name="Jacob Wyngaard" userId="6181fcd471e98458" providerId="LiveId" clId="{788BA123-62C9-4DDC-86E5-A6BCA4600216}" dt="2026-03-18T01:53:41.071" v="5625" actId="478"/>
          <ac:spMkLst>
            <pc:docMk/>
            <pc:sldMk cId="337895567" sldId="376"/>
            <ac:spMk id="19" creationId="{EE07EA38-7C6A-3E98-2D35-E6D4671EA985}"/>
          </ac:spMkLst>
        </pc:spChg>
        <pc:spChg chg="del">
          <ac:chgData name="Jacob Wyngaard" userId="6181fcd471e98458" providerId="LiveId" clId="{788BA123-62C9-4DDC-86E5-A6BCA4600216}" dt="2026-03-18T01:53:41.071" v="5625" actId="478"/>
          <ac:spMkLst>
            <pc:docMk/>
            <pc:sldMk cId="337895567" sldId="376"/>
            <ac:spMk id="32" creationId="{B8F1F89C-EEEC-01DB-9C0A-380FF52F77B6}"/>
          </ac:spMkLst>
        </pc:spChg>
        <pc:spChg chg="del">
          <ac:chgData name="Jacob Wyngaard" userId="6181fcd471e98458" providerId="LiveId" clId="{788BA123-62C9-4DDC-86E5-A6BCA4600216}" dt="2026-03-18T01:53:42.851" v="5626" actId="478"/>
          <ac:spMkLst>
            <pc:docMk/>
            <pc:sldMk cId="337895567" sldId="376"/>
            <ac:spMk id="34" creationId="{9C54C563-8371-3E3D-AF4C-81306FE54D94}"/>
          </ac:spMkLst>
        </pc:spChg>
        <pc:graphicFrameChg chg="del">
          <ac:chgData name="Jacob Wyngaard" userId="6181fcd471e98458" providerId="LiveId" clId="{788BA123-62C9-4DDC-86E5-A6BCA4600216}" dt="2026-03-18T01:53:41.071" v="5625" actId="478"/>
          <ac:graphicFrameMkLst>
            <pc:docMk/>
            <pc:sldMk cId="337895567" sldId="376"/>
            <ac:graphicFrameMk id="2" creationId="{06134276-8846-7F80-F2CF-0BC5E841EE92}"/>
          </ac:graphicFrameMkLst>
        </pc:graphicFrameChg>
      </pc:sldChg>
      <pc:sldChg chg="add del">
        <pc:chgData name="Jacob Wyngaard" userId="6181fcd471e98458" providerId="LiveId" clId="{788BA123-62C9-4DDC-86E5-A6BCA4600216}" dt="2026-03-18T01:01:13.378" v="4911" actId="47"/>
        <pc:sldMkLst>
          <pc:docMk/>
          <pc:sldMk cId="1403000714" sldId="376"/>
        </pc:sldMkLst>
      </pc:sldChg>
      <pc:sldChg chg="addSp delSp modSp add mod">
        <pc:chgData name="Jacob Wyngaard" userId="6181fcd471e98458" providerId="LiveId" clId="{788BA123-62C9-4DDC-86E5-A6BCA4600216}" dt="2026-03-18T01:59:02.420" v="5718" actId="207"/>
        <pc:sldMkLst>
          <pc:docMk/>
          <pc:sldMk cId="1500251672" sldId="377"/>
        </pc:sldMkLst>
        <pc:spChg chg="add mod">
          <ac:chgData name="Jacob Wyngaard" userId="6181fcd471e98458" providerId="LiveId" clId="{788BA123-62C9-4DDC-86E5-A6BCA4600216}" dt="2026-03-18T01:55:28.454" v="5646" actId="1076"/>
          <ac:spMkLst>
            <pc:docMk/>
            <pc:sldMk cId="1500251672" sldId="377"/>
            <ac:spMk id="2" creationId="{25CC9E58-638E-C1A4-32A5-24154A5933E2}"/>
          </ac:spMkLst>
        </pc:spChg>
        <pc:spChg chg="del">
          <ac:chgData name="Jacob Wyngaard" userId="6181fcd471e98458" providerId="LiveId" clId="{788BA123-62C9-4DDC-86E5-A6BCA4600216}" dt="2026-03-18T01:55:08.386" v="5633" actId="478"/>
          <ac:spMkLst>
            <pc:docMk/>
            <pc:sldMk cId="1500251672" sldId="377"/>
            <ac:spMk id="3" creationId="{6152BFFE-28C7-806A-8D8C-A8ED93191B0E}"/>
          </ac:spMkLst>
        </pc:spChg>
        <pc:spChg chg="del">
          <ac:chgData name="Jacob Wyngaard" userId="6181fcd471e98458" providerId="LiveId" clId="{788BA123-62C9-4DDC-86E5-A6BCA4600216}" dt="2026-03-18T01:55:10.246" v="5634" actId="478"/>
          <ac:spMkLst>
            <pc:docMk/>
            <pc:sldMk cId="1500251672" sldId="377"/>
            <ac:spMk id="4" creationId="{86AEAC95-54F7-C627-F6AA-41AA102FC6D9}"/>
          </ac:spMkLst>
        </pc:spChg>
        <pc:spChg chg="del">
          <ac:chgData name="Jacob Wyngaard" userId="6181fcd471e98458" providerId="LiveId" clId="{788BA123-62C9-4DDC-86E5-A6BCA4600216}" dt="2026-03-18T01:55:11.114" v="5635" actId="478"/>
          <ac:spMkLst>
            <pc:docMk/>
            <pc:sldMk cId="1500251672" sldId="377"/>
            <ac:spMk id="5" creationId="{28313A49-BA27-45CF-C179-9FC01413120E}"/>
          </ac:spMkLst>
        </pc:spChg>
        <pc:spChg chg="del">
          <ac:chgData name="Jacob Wyngaard" userId="6181fcd471e98458" providerId="LiveId" clId="{788BA123-62C9-4DDC-86E5-A6BCA4600216}" dt="2026-03-18T01:55:12.511" v="5636" actId="478"/>
          <ac:spMkLst>
            <pc:docMk/>
            <pc:sldMk cId="1500251672" sldId="377"/>
            <ac:spMk id="7" creationId="{AA6C6722-4874-9A29-124D-2FC6977E6307}"/>
          </ac:spMkLst>
        </pc:spChg>
        <pc:spChg chg="add mod">
          <ac:chgData name="Jacob Wyngaard" userId="6181fcd471e98458" providerId="LiveId" clId="{788BA123-62C9-4DDC-86E5-A6BCA4600216}" dt="2026-03-18T01:55:33.252" v="5647" actId="1076"/>
          <ac:spMkLst>
            <pc:docMk/>
            <pc:sldMk cId="1500251672" sldId="377"/>
            <ac:spMk id="10" creationId="{ED174CA6-61BF-32F2-0C61-034C008AF497}"/>
          </ac:spMkLst>
        </pc:spChg>
        <pc:spChg chg="add mod">
          <ac:chgData name="Jacob Wyngaard" userId="6181fcd471e98458" providerId="LiveId" clId="{788BA123-62C9-4DDC-86E5-A6BCA4600216}" dt="2026-03-18T01:57:59.181" v="5674" actId="1076"/>
          <ac:spMkLst>
            <pc:docMk/>
            <pc:sldMk cId="1500251672" sldId="377"/>
            <ac:spMk id="11" creationId="{FA68F7E2-F41E-3150-6348-423A9A80E206}"/>
          </ac:spMkLst>
        </pc:spChg>
        <pc:spChg chg="del">
          <ac:chgData name="Jacob Wyngaard" userId="6181fcd471e98458" providerId="LiveId" clId="{788BA123-62C9-4DDC-86E5-A6BCA4600216}" dt="2026-03-18T01:55:13.952" v="5637" actId="478"/>
          <ac:spMkLst>
            <pc:docMk/>
            <pc:sldMk cId="1500251672" sldId="377"/>
            <ac:spMk id="16" creationId="{FDA7584A-0679-E506-F046-D588D32C4A5B}"/>
          </ac:spMkLst>
        </pc:spChg>
        <pc:spChg chg="add del mod">
          <ac:chgData name="Jacob Wyngaard" userId="6181fcd471e98458" providerId="LiveId" clId="{788BA123-62C9-4DDC-86E5-A6BCA4600216}" dt="2026-03-18T01:57:44.265" v="5669" actId="478"/>
          <ac:spMkLst>
            <pc:docMk/>
            <pc:sldMk cId="1500251672" sldId="377"/>
            <ac:spMk id="17" creationId="{E1EBD716-D7C5-7317-BED9-924C068CE729}"/>
          </ac:spMkLst>
        </pc:spChg>
        <pc:spChg chg="del">
          <ac:chgData name="Jacob Wyngaard" userId="6181fcd471e98458" providerId="LiveId" clId="{788BA123-62C9-4DDC-86E5-A6BCA4600216}" dt="2026-03-18T01:55:14.947" v="5638" actId="478"/>
          <ac:spMkLst>
            <pc:docMk/>
            <pc:sldMk cId="1500251672" sldId="377"/>
            <ac:spMk id="18" creationId="{670B99D3-9583-B759-C8FC-72D5A4EA37DC}"/>
          </ac:spMkLst>
        </pc:spChg>
        <pc:spChg chg="add del mod">
          <ac:chgData name="Jacob Wyngaard" userId="6181fcd471e98458" providerId="LiveId" clId="{788BA123-62C9-4DDC-86E5-A6BCA4600216}" dt="2026-03-18T01:57:18.384" v="5662" actId="478"/>
          <ac:spMkLst>
            <pc:docMk/>
            <pc:sldMk cId="1500251672" sldId="377"/>
            <ac:spMk id="19" creationId="{D4608C42-5498-B214-2339-1BE4B7A6568D}"/>
          </ac:spMkLst>
        </pc:spChg>
        <pc:spChg chg="del mod">
          <ac:chgData name="Jacob Wyngaard" userId="6181fcd471e98458" providerId="LiveId" clId="{788BA123-62C9-4DDC-86E5-A6BCA4600216}" dt="2026-03-18T01:55:17.450" v="5641" actId="478"/>
          <ac:spMkLst>
            <pc:docMk/>
            <pc:sldMk cId="1500251672" sldId="377"/>
            <ac:spMk id="20" creationId="{A6F9D354-07D8-ED91-D685-A45FB4D927A3}"/>
          </ac:spMkLst>
        </pc:spChg>
        <pc:spChg chg="add mod">
          <ac:chgData name="Jacob Wyngaard" userId="6181fcd471e98458" providerId="LiveId" clId="{788BA123-62C9-4DDC-86E5-A6BCA4600216}" dt="2026-03-18T01:57:42.223" v="5668" actId="1076"/>
          <ac:spMkLst>
            <pc:docMk/>
            <pc:sldMk cId="1500251672" sldId="377"/>
            <ac:spMk id="21" creationId="{94E2651A-6C17-A558-6AF1-18B823EC7862}"/>
          </ac:spMkLst>
        </pc:spChg>
        <pc:spChg chg="del">
          <ac:chgData name="Jacob Wyngaard" userId="6181fcd471e98458" providerId="LiveId" clId="{788BA123-62C9-4DDC-86E5-A6BCA4600216}" dt="2026-03-18T01:55:17.971" v="5642" actId="478"/>
          <ac:spMkLst>
            <pc:docMk/>
            <pc:sldMk cId="1500251672" sldId="377"/>
            <ac:spMk id="22" creationId="{D9788963-BFBD-312B-B690-20A270B7A57D}"/>
          </ac:spMkLst>
        </pc:spChg>
        <pc:spChg chg="add mod">
          <ac:chgData name="Jacob Wyngaard" userId="6181fcd471e98458" providerId="LiveId" clId="{788BA123-62C9-4DDC-86E5-A6BCA4600216}" dt="2026-03-18T01:57:50.684" v="5671" actId="1076"/>
          <ac:spMkLst>
            <pc:docMk/>
            <pc:sldMk cId="1500251672" sldId="377"/>
            <ac:spMk id="23" creationId="{D044E562-D49F-BD8B-E46B-6DB4257CAADB}"/>
          </ac:spMkLst>
        </pc:spChg>
        <pc:spChg chg="add mod">
          <ac:chgData name="Jacob Wyngaard" userId="6181fcd471e98458" providerId="LiveId" clId="{788BA123-62C9-4DDC-86E5-A6BCA4600216}" dt="2026-03-18T01:58:38.727" v="5704" actId="20577"/>
          <ac:spMkLst>
            <pc:docMk/>
            <pc:sldMk cId="1500251672" sldId="377"/>
            <ac:spMk id="24" creationId="{630B13CF-7B31-940B-BEE6-3196E191F5CE}"/>
          </ac:spMkLst>
        </pc:spChg>
        <pc:spChg chg="del">
          <ac:chgData name="Jacob Wyngaard" userId="6181fcd471e98458" providerId="LiveId" clId="{788BA123-62C9-4DDC-86E5-A6BCA4600216}" dt="2026-03-18T01:55:19.113" v="5643" actId="478"/>
          <ac:spMkLst>
            <pc:docMk/>
            <pc:sldMk cId="1500251672" sldId="377"/>
            <ac:spMk id="25" creationId="{49A4D731-2427-9EB3-0F65-7B38B4E16F5B}"/>
          </ac:spMkLst>
        </pc:spChg>
        <pc:spChg chg="add mod">
          <ac:chgData name="Jacob Wyngaard" userId="6181fcd471e98458" providerId="LiveId" clId="{788BA123-62C9-4DDC-86E5-A6BCA4600216}" dt="2026-03-18T01:59:02.420" v="5718" actId="207"/>
          <ac:spMkLst>
            <pc:docMk/>
            <pc:sldMk cId="1500251672" sldId="377"/>
            <ac:spMk id="26" creationId="{D2805D29-6FA5-2C76-82E2-B023EBA22E49}"/>
          </ac:spMkLst>
        </pc:spChg>
        <pc:spChg chg="del">
          <ac:chgData name="Jacob Wyngaard" userId="6181fcd471e98458" providerId="LiveId" clId="{788BA123-62C9-4DDC-86E5-A6BCA4600216}" dt="2026-03-18T01:55:19.955" v="5644" actId="478"/>
          <ac:spMkLst>
            <pc:docMk/>
            <pc:sldMk cId="1500251672" sldId="377"/>
            <ac:spMk id="28" creationId="{57D504A8-0BD2-4C56-F4F0-9FA741CCCD62}"/>
          </ac:spMkLst>
        </pc:spChg>
        <pc:picChg chg="add mod">
          <ac:chgData name="Jacob Wyngaard" userId="6181fcd471e98458" providerId="LiveId" clId="{788BA123-62C9-4DDC-86E5-A6BCA4600216}" dt="2026-03-18T01:57:01.176" v="5657" actId="1076"/>
          <ac:picMkLst>
            <pc:docMk/>
            <pc:sldMk cId="1500251672" sldId="377"/>
            <ac:picMk id="13" creationId="{14BFE242-83FD-4B2F-E403-617303EBD892}"/>
          </ac:picMkLst>
        </pc:picChg>
        <pc:picChg chg="add mod">
          <ac:chgData name="Jacob Wyngaard" userId="6181fcd471e98458" providerId="LiveId" clId="{788BA123-62C9-4DDC-86E5-A6BCA4600216}" dt="2026-03-18T01:56:56.470" v="5655" actId="1076"/>
          <ac:picMkLst>
            <pc:docMk/>
            <pc:sldMk cId="1500251672" sldId="377"/>
            <ac:picMk id="15" creationId="{A9342931-E168-2682-31BB-1C32C119DBD3}"/>
          </ac:picMkLst>
        </pc:picChg>
      </pc:sldChg>
      <pc:sldChg chg="modSp add del ord">
        <pc:chgData name="Jacob Wyngaard" userId="6181fcd471e98458" providerId="LiveId" clId="{788BA123-62C9-4DDC-86E5-A6BCA4600216}" dt="2026-03-18T01:01:13.378" v="4911" actId="47"/>
        <pc:sldMkLst>
          <pc:docMk/>
          <pc:sldMk cId="2160858137" sldId="377"/>
        </pc:sldMkLst>
        <pc:spChg chg="mod">
          <ac:chgData name="Jacob Wyngaard" userId="6181fcd471e98458" providerId="LiveId" clId="{788BA123-62C9-4DDC-86E5-A6BCA4600216}" dt="2026-03-17T22:04:10.747" v="4796" actId="20577"/>
          <ac:spMkLst>
            <pc:docMk/>
            <pc:sldMk cId="2160858137" sldId="377"/>
            <ac:spMk id="4" creationId="{39D184EC-E705-1895-CE1A-A5CE003320B5}"/>
          </ac:spMkLst>
        </pc:spChg>
        <pc:spChg chg="mod">
          <ac:chgData name="Jacob Wyngaard" userId="6181fcd471e98458" providerId="LiveId" clId="{788BA123-62C9-4DDC-86E5-A6BCA4600216}" dt="2026-03-17T22:04:16.784" v="4802" actId="20577"/>
          <ac:spMkLst>
            <pc:docMk/>
            <pc:sldMk cId="2160858137" sldId="377"/>
            <ac:spMk id="5" creationId="{CA246F6D-6F35-F2F0-7A95-8BDB23299628}"/>
          </ac:spMkLst>
        </pc:spChg>
        <pc:spChg chg="mod">
          <ac:chgData name="Jacob Wyngaard" userId="6181fcd471e98458" providerId="LiveId" clId="{788BA123-62C9-4DDC-86E5-A6BCA4600216}" dt="2026-03-17T22:04:04.644" v="4790" actId="20577"/>
          <ac:spMkLst>
            <pc:docMk/>
            <pc:sldMk cId="2160858137" sldId="377"/>
            <ac:spMk id="7" creationId="{4051D10D-DF88-0526-4950-7821D8F5A077}"/>
          </ac:spMkLst>
        </pc:spChg>
        <pc:spChg chg="mod">
          <ac:chgData name="Jacob Wyngaard" userId="6181fcd471e98458" providerId="LiveId" clId="{788BA123-62C9-4DDC-86E5-A6BCA4600216}" dt="2026-03-17T22:04:57.143" v="4828" actId="20577"/>
          <ac:spMkLst>
            <pc:docMk/>
            <pc:sldMk cId="2160858137" sldId="377"/>
            <ac:spMk id="11" creationId="{E3F80FA7-6C5D-BB9A-0F70-DFB795AC97A9}"/>
          </ac:spMkLst>
        </pc:spChg>
        <pc:spChg chg="mod">
          <ac:chgData name="Jacob Wyngaard" userId="6181fcd471e98458" providerId="LiveId" clId="{788BA123-62C9-4DDC-86E5-A6BCA4600216}" dt="2026-03-17T22:04:34.263" v="4818" actId="20577"/>
          <ac:spMkLst>
            <pc:docMk/>
            <pc:sldMk cId="2160858137" sldId="377"/>
            <ac:spMk id="13" creationId="{0179AD0F-67CF-8699-0412-395611DDFDB0}"/>
          </ac:spMkLst>
        </pc:spChg>
      </pc:sldChg>
      <pc:sldChg chg="addSp delSp modSp add mod">
        <pc:chgData name="Jacob Wyngaard" userId="6181fcd471e98458" providerId="LiveId" clId="{788BA123-62C9-4DDC-86E5-A6BCA4600216}" dt="2026-03-18T02:07:18.349" v="5988" actId="207"/>
        <pc:sldMkLst>
          <pc:docMk/>
          <pc:sldMk cId="1584019165" sldId="378"/>
        </pc:sldMkLst>
        <pc:spChg chg="add del mod">
          <ac:chgData name="Jacob Wyngaard" userId="6181fcd471e98458" providerId="LiveId" clId="{788BA123-62C9-4DDC-86E5-A6BCA4600216}" dt="2026-03-18T02:00:47.823" v="5788" actId="478"/>
          <ac:spMkLst>
            <pc:docMk/>
            <pc:sldMk cId="1584019165" sldId="378"/>
            <ac:spMk id="3" creationId="{9D2AA809-CE47-F5EE-13FE-F27D95BA5432}"/>
          </ac:spMkLst>
        </pc:spChg>
        <pc:spChg chg="add del mod">
          <ac:chgData name="Jacob Wyngaard" userId="6181fcd471e98458" providerId="LiveId" clId="{788BA123-62C9-4DDC-86E5-A6BCA4600216}" dt="2026-03-18T02:01:12.193" v="5795" actId="478"/>
          <ac:spMkLst>
            <pc:docMk/>
            <pc:sldMk cId="1584019165" sldId="378"/>
            <ac:spMk id="4" creationId="{B5FE48C0-42BC-F06F-C25E-6C354302B070}"/>
          </ac:spMkLst>
        </pc:spChg>
        <pc:spChg chg="mod">
          <ac:chgData name="Jacob Wyngaard" userId="6181fcd471e98458" providerId="LiveId" clId="{788BA123-62C9-4DDC-86E5-A6BCA4600216}" dt="2026-03-18T02:07:11.020" v="5983" actId="14100"/>
          <ac:spMkLst>
            <pc:docMk/>
            <pc:sldMk cId="1584019165" sldId="378"/>
            <ac:spMk id="11" creationId="{391F58C0-6769-D323-807E-587FD9D4EF87}"/>
          </ac:spMkLst>
        </pc:spChg>
        <pc:spChg chg="mod">
          <ac:chgData name="Jacob Wyngaard" userId="6181fcd471e98458" providerId="LiveId" clId="{788BA123-62C9-4DDC-86E5-A6BCA4600216}" dt="2026-03-18T02:07:18.349" v="5988" actId="207"/>
          <ac:spMkLst>
            <pc:docMk/>
            <pc:sldMk cId="1584019165" sldId="378"/>
            <ac:spMk id="24" creationId="{CE403972-716B-386B-E4EC-8D4C92C5FF77}"/>
          </ac:spMkLst>
        </pc:spChg>
      </pc:sldChg>
      <pc:sldChg chg="addSp delSp modSp add del mod">
        <pc:chgData name="Jacob Wyngaard" userId="6181fcd471e98458" providerId="LiveId" clId="{788BA123-62C9-4DDC-86E5-A6BCA4600216}" dt="2026-03-18T01:01:13.378" v="4911" actId="47"/>
        <pc:sldMkLst>
          <pc:docMk/>
          <pc:sldMk cId="3732287297" sldId="378"/>
        </pc:sldMkLst>
        <pc:spChg chg="add mod">
          <ac:chgData name="Jacob Wyngaard" userId="6181fcd471e98458" providerId="LiveId" clId="{788BA123-62C9-4DDC-86E5-A6BCA4600216}" dt="2026-03-17T22:14:40.346" v="4910" actId="1076"/>
          <ac:spMkLst>
            <pc:docMk/>
            <pc:sldMk cId="3732287297" sldId="378"/>
            <ac:spMk id="2" creationId="{A1F9B8A1-9AC9-5175-090D-D0DFA037292E}"/>
          </ac:spMkLst>
        </pc:spChg>
        <pc:spChg chg="add mod">
          <ac:chgData name="Jacob Wyngaard" userId="6181fcd471e98458" providerId="LiveId" clId="{788BA123-62C9-4DDC-86E5-A6BCA4600216}" dt="2026-03-17T22:13:18.658" v="4904" actId="1076"/>
          <ac:spMkLst>
            <pc:docMk/>
            <pc:sldMk cId="3732287297" sldId="378"/>
            <ac:spMk id="3" creationId="{C86CC024-DC64-D9F2-9130-C5217A4481AB}"/>
          </ac:spMkLst>
        </pc:spChg>
        <pc:spChg chg="del mod">
          <ac:chgData name="Jacob Wyngaard" userId="6181fcd471e98458" providerId="LiveId" clId="{788BA123-62C9-4DDC-86E5-A6BCA4600216}" dt="2026-03-17T22:11:47.552" v="4886" actId="478"/>
          <ac:spMkLst>
            <pc:docMk/>
            <pc:sldMk cId="3732287297" sldId="378"/>
            <ac:spMk id="4" creationId="{2076AE44-CD33-D8C3-55BF-A368595BA199}"/>
          </ac:spMkLst>
        </pc:spChg>
        <pc:spChg chg="del">
          <ac:chgData name="Jacob Wyngaard" userId="6181fcd471e98458" providerId="LiveId" clId="{788BA123-62C9-4DDC-86E5-A6BCA4600216}" dt="2026-03-17T22:01:40.142" v="4768" actId="478"/>
          <ac:spMkLst>
            <pc:docMk/>
            <pc:sldMk cId="3732287297" sldId="378"/>
            <ac:spMk id="5" creationId="{26D00945-4947-046B-CC4B-129BF92EA663}"/>
          </ac:spMkLst>
        </pc:spChg>
        <pc:spChg chg="mod">
          <ac:chgData name="Jacob Wyngaard" userId="6181fcd471e98458" providerId="LiveId" clId="{788BA123-62C9-4DDC-86E5-A6BCA4600216}" dt="2026-03-17T22:14:32.910" v="4907" actId="1076"/>
          <ac:spMkLst>
            <pc:docMk/>
            <pc:sldMk cId="3732287297" sldId="378"/>
            <ac:spMk id="7" creationId="{A82DEFF9-0366-F0B5-D23D-F4F160EE8A9D}"/>
          </ac:spMkLst>
        </pc:spChg>
        <pc:spChg chg="del">
          <ac:chgData name="Jacob Wyngaard" userId="6181fcd471e98458" providerId="LiveId" clId="{788BA123-62C9-4DDC-86E5-A6BCA4600216}" dt="2026-03-17T22:01:40.142" v="4768" actId="478"/>
          <ac:spMkLst>
            <pc:docMk/>
            <pc:sldMk cId="3732287297" sldId="378"/>
            <ac:spMk id="11" creationId="{97FC5AAD-7788-FD0A-6297-83D80C28F048}"/>
          </ac:spMkLst>
        </pc:spChg>
        <pc:spChg chg="del">
          <ac:chgData name="Jacob Wyngaard" userId="6181fcd471e98458" providerId="LiveId" clId="{788BA123-62C9-4DDC-86E5-A6BCA4600216}" dt="2026-03-17T22:01:40.142" v="4768" actId="478"/>
          <ac:spMkLst>
            <pc:docMk/>
            <pc:sldMk cId="3732287297" sldId="378"/>
            <ac:spMk id="12" creationId="{2DDF4D09-B79B-3950-9E2D-77057AE1FD25}"/>
          </ac:spMkLst>
        </pc:spChg>
        <pc:spChg chg="del">
          <ac:chgData name="Jacob Wyngaard" userId="6181fcd471e98458" providerId="LiveId" clId="{788BA123-62C9-4DDC-86E5-A6BCA4600216}" dt="2026-03-17T22:01:44.242" v="4769" actId="478"/>
          <ac:spMkLst>
            <pc:docMk/>
            <pc:sldMk cId="3732287297" sldId="378"/>
            <ac:spMk id="13" creationId="{102340A9-ED98-4C8F-15BB-B606E6879C71}"/>
          </ac:spMkLst>
        </pc:spChg>
      </pc:sldChg>
      <pc:sldChg chg="addSp delSp modSp add mod">
        <pc:chgData name="Jacob Wyngaard" userId="6181fcd471e98458" providerId="LiveId" clId="{788BA123-62C9-4DDC-86E5-A6BCA4600216}" dt="2026-03-18T02:06:57.318" v="5978" actId="313"/>
        <pc:sldMkLst>
          <pc:docMk/>
          <pc:sldMk cId="4222837792" sldId="379"/>
        </pc:sldMkLst>
        <pc:spChg chg="mod">
          <ac:chgData name="Jacob Wyngaard" userId="6181fcd471e98458" providerId="LiveId" clId="{788BA123-62C9-4DDC-86E5-A6BCA4600216}" dt="2026-03-18T02:06:57.318" v="5978" actId="313"/>
          <ac:spMkLst>
            <pc:docMk/>
            <pc:sldMk cId="4222837792" sldId="379"/>
            <ac:spMk id="3" creationId="{1CDEADA4-CC06-7DD9-3641-DB01E43F3CF7}"/>
          </ac:spMkLst>
        </pc:spChg>
        <pc:spChg chg="add mod">
          <ac:chgData name="Jacob Wyngaard" userId="6181fcd471e98458" providerId="LiveId" clId="{788BA123-62C9-4DDC-86E5-A6BCA4600216}" dt="2026-03-18T02:02:59.287" v="5865" actId="1076"/>
          <ac:spMkLst>
            <pc:docMk/>
            <pc:sldMk cId="4222837792" sldId="379"/>
            <ac:spMk id="4" creationId="{490813E2-CAC1-7AD4-380A-DAFF2D490C59}"/>
          </ac:spMkLst>
        </pc:spChg>
        <pc:spChg chg="add mod">
          <ac:chgData name="Jacob Wyngaard" userId="6181fcd471e98458" providerId="LiveId" clId="{788BA123-62C9-4DDC-86E5-A6BCA4600216}" dt="2026-03-18T02:02:57.381" v="5864" actId="1076"/>
          <ac:spMkLst>
            <pc:docMk/>
            <pc:sldMk cId="4222837792" sldId="379"/>
            <ac:spMk id="5" creationId="{2E430CC2-5721-A9EB-9DD6-0853A92361AA}"/>
          </ac:spMkLst>
        </pc:spChg>
        <pc:spChg chg="add mod">
          <ac:chgData name="Jacob Wyngaard" userId="6181fcd471e98458" providerId="LiveId" clId="{788BA123-62C9-4DDC-86E5-A6BCA4600216}" dt="2026-03-18T02:03:08.455" v="5866" actId="1076"/>
          <ac:spMkLst>
            <pc:docMk/>
            <pc:sldMk cId="4222837792" sldId="379"/>
            <ac:spMk id="7" creationId="{9BB332EB-8FE8-EFEB-3AB9-B49646B1C261}"/>
          </ac:spMkLst>
        </pc:spChg>
        <pc:spChg chg="del">
          <ac:chgData name="Jacob Wyngaard" userId="6181fcd471e98458" providerId="LiveId" clId="{788BA123-62C9-4DDC-86E5-A6BCA4600216}" dt="2026-03-18T02:01:24.895" v="5799" actId="478"/>
          <ac:spMkLst>
            <pc:docMk/>
            <pc:sldMk cId="4222837792" sldId="379"/>
            <ac:spMk id="11" creationId="{CDE72992-CAFB-3755-691E-C71E81B0F0F6}"/>
          </ac:spMkLst>
        </pc:spChg>
        <pc:spChg chg="add mod">
          <ac:chgData name="Jacob Wyngaard" userId="6181fcd471e98458" providerId="LiveId" clId="{788BA123-62C9-4DDC-86E5-A6BCA4600216}" dt="2026-03-18T02:03:29.302" v="5876" actId="1076"/>
          <ac:spMkLst>
            <pc:docMk/>
            <pc:sldMk cId="4222837792" sldId="379"/>
            <ac:spMk id="12" creationId="{9AD9A32C-5A13-8808-6877-50EA0ED7F982}"/>
          </ac:spMkLst>
        </pc:spChg>
        <pc:spChg chg="mod ord">
          <ac:chgData name="Jacob Wyngaard" userId="6181fcd471e98458" providerId="LiveId" clId="{788BA123-62C9-4DDC-86E5-A6BCA4600216}" dt="2026-03-18T02:04:32.531" v="5887" actId="1076"/>
          <ac:spMkLst>
            <pc:docMk/>
            <pc:sldMk cId="4222837792" sldId="379"/>
            <ac:spMk id="21" creationId="{AB1327C7-818E-BAA0-5A9D-51449DC86C8F}"/>
          </ac:spMkLst>
        </pc:spChg>
        <pc:spChg chg="mod">
          <ac:chgData name="Jacob Wyngaard" userId="6181fcd471e98458" providerId="LiveId" clId="{788BA123-62C9-4DDC-86E5-A6BCA4600216}" dt="2026-03-18T02:06:51.245" v="5974" actId="207"/>
          <ac:spMkLst>
            <pc:docMk/>
            <pc:sldMk cId="4222837792" sldId="379"/>
            <ac:spMk id="24" creationId="{865F6C42-5547-63A6-5189-0169E10D884E}"/>
          </ac:spMkLst>
        </pc:spChg>
        <pc:spChg chg="mod">
          <ac:chgData name="Jacob Wyngaard" userId="6181fcd471e98458" providerId="LiveId" clId="{788BA123-62C9-4DDC-86E5-A6BCA4600216}" dt="2026-03-18T02:03:46.846" v="5878"/>
          <ac:spMkLst>
            <pc:docMk/>
            <pc:sldMk cId="4222837792" sldId="379"/>
            <ac:spMk id="26" creationId="{0518684E-2AE4-DEA1-4836-F2B7A6133C3A}"/>
          </ac:spMkLst>
        </pc:spChg>
        <pc:picChg chg="del">
          <ac:chgData name="Jacob Wyngaard" userId="6181fcd471e98458" providerId="LiveId" clId="{788BA123-62C9-4DDC-86E5-A6BCA4600216}" dt="2026-03-18T02:04:06.422" v="5880" actId="478"/>
          <ac:picMkLst>
            <pc:docMk/>
            <pc:sldMk cId="4222837792" sldId="379"/>
            <ac:picMk id="15" creationId="{3B6C832D-380E-7F84-D703-D179C6874BA4}"/>
          </ac:picMkLst>
        </pc:picChg>
        <pc:picChg chg="add mod">
          <ac:chgData name="Jacob Wyngaard" userId="6181fcd471e98458" providerId="LiveId" clId="{788BA123-62C9-4DDC-86E5-A6BCA4600216}" dt="2026-03-18T02:04:22.452" v="5884" actId="14100"/>
          <ac:picMkLst>
            <pc:docMk/>
            <pc:sldMk cId="4222837792" sldId="379"/>
            <ac:picMk id="16" creationId="{BD571BAE-2C94-C508-F9F4-289E780BDBEA}"/>
          </ac:picMkLst>
        </pc:picChg>
      </pc:sldChg>
      <pc:sldChg chg="modSp add mod">
        <pc:chgData name="Jacob Wyngaard" userId="6181fcd471e98458" providerId="LiveId" clId="{788BA123-62C9-4DDC-86E5-A6BCA4600216}" dt="2026-03-18T02:09:16.060" v="6055" actId="1035"/>
        <pc:sldMkLst>
          <pc:docMk/>
          <pc:sldMk cId="540286430" sldId="380"/>
        </pc:sldMkLst>
        <pc:spChg chg="mod">
          <ac:chgData name="Jacob Wyngaard" userId="6181fcd471e98458" providerId="LiveId" clId="{788BA123-62C9-4DDC-86E5-A6BCA4600216}" dt="2026-03-18T02:04:45.385" v="5889"/>
          <ac:spMkLst>
            <pc:docMk/>
            <pc:sldMk cId="540286430" sldId="380"/>
            <ac:spMk id="3" creationId="{437CB808-83EB-B89E-6ECF-FBAAAAA02BC6}"/>
          </ac:spMkLst>
        </pc:spChg>
        <pc:spChg chg="mod">
          <ac:chgData name="Jacob Wyngaard" userId="6181fcd471e98458" providerId="LiveId" clId="{788BA123-62C9-4DDC-86E5-A6BCA4600216}" dt="2026-03-18T02:05:23.524" v="5893" actId="1076"/>
          <ac:spMkLst>
            <pc:docMk/>
            <pc:sldMk cId="540286430" sldId="380"/>
            <ac:spMk id="4" creationId="{B25B0632-51C5-CBF3-8D27-BB1EC07211D1}"/>
          </ac:spMkLst>
        </pc:spChg>
        <pc:spChg chg="mod">
          <ac:chgData name="Jacob Wyngaard" userId="6181fcd471e98458" providerId="LiveId" clId="{788BA123-62C9-4DDC-86E5-A6BCA4600216}" dt="2026-03-18T02:06:15.831" v="5969" actId="20577"/>
          <ac:spMkLst>
            <pc:docMk/>
            <pc:sldMk cId="540286430" sldId="380"/>
            <ac:spMk id="12" creationId="{D8CFAF73-A54C-CBF8-559E-E182ACC7E037}"/>
          </ac:spMkLst>
        </pc:spChg>
        <pc:spChg chg="mod">
          <ac:chgData name="Jacob Wyngaard" userId="6181fcd471e98458" providerId="LiveId" clId="{788BA123-62C9-4DDC-86E5-A6BCA4600216}" dt="2026-03-18T02:09:16.060" v="6055" actId="1035"/>
          <ac:spMkLst>
            <pc:docMk/>
            <pc:sldMk cId="540286430" sldId="380"/>
            <ac:spMk id="23" creationId="{357B6922-2F1F-2787-B532-5E53A824C016}"/>
          </ac:spMkLst>
        </pc:spChg>
        <pc:spChg chg="mod">
          <ac:chgData name="Jacob Wyngaard" userId="6181fcd471e98458" providerId="LiveId" clId="{788BA123-62C9-4DDC-86E5-A6BCA4600216}" dt="2026-03-18T02:08:25.596" v="5992" actId="207"/>
          <ac:spMkLst>
            <pc:docMk/>
            <pc:sldMk cId="540286430" sldId="380"/>
            <ac:spMk id="24" creationId="{2A2A9EDA-A2F6-67BB-2DDE-7723BADD58A2}"/>
          </ac:spMkLst>
        </pc:spChg>
      </pc:sldChg>
      <pc:sldChg chg="addSp delSp modSp add mod">
        <pc:chgData name="Jacob Wyngaard" userId="6181fcd471e98458" providerId="LiveId" clId="{788BA123-62C9-4DDC-86E5-A6BCA4600216}" dt="2026-03-18T02:10:06.872" v="6183" actId="207"/>
        <pc:sldMkLst>
          <pc:docMk/>
          <pc:sldMk cId="3587299601" sldId="381"/>
        </pc:sldMkLst>
        <pc:spChg chg="mod">
          <ac:chgData name="Jacob Wyngaard" userId="6181fcd471e98458" providerId="LiveId" clId="{788BA123-62C9-4DDC-86E5-A6BCA4600216}" dt="2026-03-18T02:10:06.872" v="6183" actId="207"/>
          <ac:spMkLst>
            <pc:docMk/>
            <pc:sldMk cId="3587299601" sldId="381"/>
            <ac:spMk id="3" creationId="{8887AF23-36C9-608E-20DC-4CCB8170A201}"/>
          </ac:spMkLst>
        </pc:spChg>
        <pc:spChg chg="del">
          <ac:chgData name="Jacob Wyngaard" userId="6181fcd471e98458" providerId="LiveId" clId="{788BA123-62C9-4DDC-86E5-A6BCA4600216}" dt="2026-03-18T02:08:42.655" v="5996" actId="478"/>
          <ac:spMkLst>
            <pc:docMk/>
            <pc:sldMk cId="3587299601" sldId="381"/>
            <ac:spMk id="4" creationId="{8442C66D-3CDE-C484-02C9-6EAC5DBA2B0C}"/>
          </ac:spMkLst>
        </pc:spChg>
        <pc:spChg chg="del">
          <ac:chgData name="Jacob Wyngaard" userId="6181fcd471e98458" providerId="LiveId" clId="{788BA123-62C9-4DDC-86E5-A6BCA4600216}" dt="2026-03-18T02:08:43.682" v="5997" actId="478"/>
          <ac:spMkLst>
            <pc:docMk/>
            <pc:sldMk cId="3587299601" sldId="381"/>
            <ac:spMk id="5" creationId="{D0ABDA8F-F5FC-F076-CA36-A187C7394213}"/>
          </ac:spMkLst>
        </pc:spChg>
        <pc:spChg chg="del">
          <ac:chgData name="Jacob Wyngaard" userId="6181fcd471e98458" providerId="LiveId" clId="{788BA123-62C9-4DDC-86E5-A6BCA4600216}" dt="2026-03-18T02:08:41.588" v="5995" actId="478"/>
          <ac:spMkLst>
            <pc:docMk/>
            <pc:sldMk cId="3587299601" sldId="381"/>
            <ac:spMk id="7" creationId="{60B7FA12-C033-D21D-5B20-6BACB822DA5C}"/>
          </ac:spMkLst>
        </pc:spChg>
        <pc:spChg chg="add mod">
          <ac:chgData name="Jacob Wyngaard" userId="6181fcd471e98458" providerId="LiveId" clId="{788BA123-62C9-4DDC-86E5-A6BCA4600216}" dt="2026-03-18T02:09:21.950" v="6057"/>
          <ac:spMkLst>
            <pc:docMk/>
            <pc:sldMk cId="3587299601" sldId="381"/>
            <ac:spMk id="11" creationId="{21C8E309-AE74-E88D-18AE-56BDB63E2BE2}"/>
          </ac:spMkLst>
        </pc:spChg>
        <pc:spChg chg="del">
          <ac:chgData name="Jacob Wyngaard" userId="6181fcd471e98458" providerId="LiveId" clId="{788BA123-62C9-4DDC-86E5-A6BCA4600216}" dt="2026-03-18T02:08:40.134" v="5994" actId="478"/>
          <ac:spMkLst>
            <pc:docMk/>
            <pc:sldMk cId="3587299601" sldId="381"/>
            <ac:spMk id="12" creationId="{855DF608-89B6-7B3D-8E37-5083675C80E8}"/>
          </ac:spMkLst>
        </pc:spChg>
        <pc:spChg chg="del">
          <ac:chgData name="Jacob Wyngaard" userId="6181fcd471e98458" providerId="LiveId" clId="{788BA123-62C9-4DDC-86E5-A6BCA4600216}" dt="2026-03-18T02:09:21.557" v="6056" actId="478"/>
          <ac:spMkLst>
            <pc:docMk/>
            <pc:sldMk cId="3587299601" sldId="381"/>
            <ac:spMk id="23" creationId="{CAC6B1C7-4B8B-BB28-7A52-C3621AABB3E5}"/>
          </ac:spMkLst>
        </pc:spChg>
      </pc:sldChg>
      <pc:sldChg chg="addSp modSp add mod ord">
        <pc:chgData name="Jacob Wyngaard" userId="6181fcd471e98458" providerId="LiveId" clId="{788BA123-62C9-4DDC-86E5-A6BCA4600216}" dt="2026-03-18T02:10:49.596" v="6192" actId="14100"/>
        <pc:sldMkLst>
          <pc:docMk/>
          <pc:sldMk cId="895016654" sldId="382"/>
        </pc:sldMkLst>
        <pc:spChg chg="add mod">
          <ac:chgData name="Jacob Wyngaard" userId="6181fcd471e98458" providerId="LiveId" clId="{788BA123-62C9-4DDC-86E5-A6BCA4600216}" dt="2026-03-18T02:10:38.900" v="6189" actId="14100"/>
          <ac:spMkLst>
            <pc:docMk/>
            <pc:sldMk cId="895016654" sldId="382"/>
            <ac:spMk id="3" creationId="{F2D46C9D-4E44-139E-11BA-4E3477C2C93C}"/>
          </ac:spMkLst>
        </pc:spChg>
        <pc:spChg chg="add mod">
          <ac:chgData name="Jacob Wyngaard" userId="6181fcd471e98458" providerId="LiveId" clId="{788BA123-62C9-4DDC-86E5-A6BCA4600216}" dt="2026-03-18T02:10:49.596" v="6192" actId="14100"/>
          <ac:spMkLst>
            <pc:docMk/>
            <pc:sldMk cId="895016654" sldId="382"/>
            <ac:spMk id="4" creationId="{7ED73993-A8C6-BED1-C4D2-01E2AE5FD12B}"/>
          </ac:spMkLst>
        </pc:spChg>
      </pc:sldChg>
      <pc:sldChg chg="addSp modSp add mod">
        <pc:chgData name="Jacob Wyngaard" userId="6181fcd471e98458" providerId="LiveId" clId="{788BA123-62C9-4DDC-86E5-A6BCA4600216}" dt="2026-03-18T02:11:38.900" v="6222" actId="1076"/>
        <pc:sldMkLst>
          <pc:docMk/>
          <pc:sldMk cId="3720348771" sldId="383"/>
        </pc:sldMkLst>
        <pc:spChg chg="add mod">
          <ac:chgData name="Jacob Wyngaard" userId="6181fcd471e98458" providerId="LiveId" clId="{788BA123-62C9-4DDC-86E5-A6BCA4600216}" dt="2026-03-18T02:11:35.725" v="6221" actId="1076"/>
          <ac:spMkLst>
            <pc:docMk/>
            <pc:sldMk cId="3720348771" sldId="383"/>
            <ac:spMk id="3" creationId="{FCBDEECC-7796-988B-9DB5-79572A8EF248}"/>
          </ac:spMkLst>
        </pc:spChg>
        <pc:spChg chg="mod">
          <ac:chgData name="Jacob Wyngaard" userId="6181fcd471e98458" providerId="LiveId" clId="{788BA123-62C9-4DDC-86E5-A6BCA4600216}" dt="2026-03-18T02:11:38.900" v="6222" actId="1076"/>
          <ac:spMkLst>
            <pc:docMk/>
            <pc:sldMk cId="3720348771" sldId="383"/>
            <ac:spMk id="11" creationId="{FD814064-DB42-090C-5AA2-848474672B87}"/>
          </ac:spMkLst>
        </pc:spChg>
      </pc:sldChg>
      <pc:sldChg chg="modSp add mod">
        <pc:chgData name="Jacob Wyngaard" userId="6181fcd471e98458" providerId="LiveId" clId="{788BA123-62C9-4DDC-86E5-A6BCA4600216}" dt="2026-03-18T02:11:48.487" v="6224" actId="20577"/>
        <pc:sldMkLst>
          <pc:docMk/>
          <pc:sldMk cId="800408498" sldId="384"/>
        </pc:sldMkLst>
        <pc:spChg chg="mod">
          <ac:chgData name="Jacob Wyngaard" userId="6181fcd471e98458" providerId="LiveId" clId="{788BA123-62C9-4DDC-86E5-A6BCA4600216}" dt="2026-03-18T02:11:48.487" v="6224" actId="20577"/>
          <ac:spMkLst>
            <pc:docMk/>
            <pc:sldMk cId="800408498" sldId="384"/>
            <ac:spMk id="11" creationId="{8BE8CCE3-47FB-21CC-E358-1ACA76E2A72F}"/>
          </ac:spMkLst>
        </pc:spChg>
      </pc:sldChg>
      <pc:sldChg chg="modSp add mod">
        <pc:chgData name="Jacob Wyngaard" userId="6181fcd471e98458" providerId="LiveId" clId="{788BA123-62C9-4DDC-86E5-A6BCA4600216}" dt="2026-03-18T02:14:53.836" v="6239" actId="1076"/>
        <pc:sldMkLst>
          <pc:docMk/>
          <pc:sldMk cId="3776942976" sldId="385"/>
        </pc:sldMkLst>
        <pc:spChg chg="mod">
          <ac:chgData name="Jacob Wyngaard" userId="6181fcd471e98458" providerId="LiveId" clId="{788BA123-62C9-4DDC-86E5-A6BCA4600216}" dt="2026-03-18T02:11:59.712" v="6226" actId="20577"/>
          <ac:spMkLst>
            <pc:docMk/>
            <pc:sldMk cId="3776942976" sldId="385"/>
            <ac:spMk id="3" creationId="{90CC9A2A-7E7D-4EE9-485D-7EB4605AE45F}"/>
          </ac:spMkLst>
        </pc:spChg>
        <pc:spChg chg="mod">
          <ac:chgData name="Jacob Wyngaard" userId="6181fcd471e98458" providerId="LiveId" clId="{788BA123-62C9-4DDC-86E5-A6BCA4600216}" dt="2026-03-18T02:13:11.362" v="6229" actId="1076"/>
          <ac:spMkLst>
            <pc:docMk/>
            <pc:sldMk cId="3776942976" sldId="385"/>
            <ac:spMk id="4" creationId="{0755CE5F-2405-A218-7648-496683A022E7}"/>
          </ac:spMkLst>
        </pc:spChg>
        <pc:spChg chg="mod">
          <ac:chgData name="Jacob Wyngaard" userId="6181fcd471e98458" providerId="LiveId" clId="{788BA123-62C9-4DDC-86E5-A6BCA4600216}" dt="2026-03-18T02:13:39.504" v="6232" actId="20577"/>
          <ac:spMkLst>
            <pc:docMk/>
            <pc:sldMk cId="3776942976" sldId="385"/>
            <ac:spMk id="7" creationId="{1728127F-B2E6-B374-70E3-C5DD6E1FF269}"/>
          </ac:spMkLst>
        </pc:spChg>
        <pc:spChg chg="mod">
          <ac:chgData name="Jacob Wyngaard" userId="6181fcd471e98458" providerId="LiveId" clId="{788BA123-62C9-4DDC-86E5-A6BCA4600216}" dt="2026-03-18T02:14:03.425" v="6233"/>
          <ac:spMkLst>
            <pc:docMk/>
            <pc:sldMk cId="3776942976" sldId="385"/>
            <ac:spMk id="12" creationId="{CD96C823-39FA-9568-0C70-CA654993575A}"/>
          </ac:spMkLst>
        </pc:spChg>
        <pc:spChg chg="mod">
          <ac:chgData name="Jacob Wyngaard" userId="6181fcd471e98458" providerId="LiveId" clId="{788BA123-62C9-4DDC-86E5-A6BCA4600216}" dt="2026-03-18T02:14:53.836" v="6239" actId="1076"/>
          <ac:spMkLst>
            <pc:docMk/>
            <pc:sldMk cId="3776942976" sldId="385"/>
            <ac:spMk id="21" creationId="{9A513078-1AF4-C21B-31E7-8477592EC904}"/>
          </ac:spMkLst>
        </pc:spChg>
        <pc:spChg chg="mod">
          <ac:chgData name="Jacob Wyngaard" userId="6181fcd471e98458" providerId="LiveId" clId="{788BA123-62C9-4DDC-86E5-A6BCA4600216}" dt="2026-03-18T02:14:09.846" v="6235" actId="20577"/>
          <ac:spMkLst>
            <pc:docMk/>
            <pc:sldMk cId="3776942976" sldId="385"/>
            <ac:spMk id="26" creationId="{7FCBA5A1-0B34-517E-F8A5-0D06FC0BD330}"/>
          </ac:spMkLst>
        </pc:spChg>
        <pc:picChg chg="mod">
          <ac:chgData name="Jacob Wyngaard" userId="6181fcd471e98458" providerId="LiveId" clId="{788BA123-62C9-4DDC-86E5-A6BCA4600216}" dt="2026-03-18T02:14:47.816" v="6238" actId="14826"/>
          <ac:picMkLst>
            <pc:docMk/>
            <pc:sldMk cId="3776942976" sldId="385"/>
            <ac:picMk id="16" creationId="{90B864F3-E6AC-4F14-6BFC-A3948258B4AC}"/>
          </ac:picMkLst>
        </pc:picChg>
      </pc:sldChg>
      <pc:sldChg chg="modSp add mod">
        <pc:chgData name="Jacob Wyngaard" userId="6181fcd471e98458" providerId="LiveId" clId="{788BA123-62C9-4DDC-86E5-A6BCA4600216}" dt="2026-03-18T02:50:38.738" v="6706" actId="1076"/>
        <pc:sldMkLst>
          <pc:docMk/>
          <pc:sldMk cId="1388917450" sldId="386"/>
        </pc:sldMkLst>
        <pc:spChg chg="mod">
          <ac:chgData name="Jacob Wyngaard" userId="6181fcd471e98458" providerId="LiveId" clId="{788BA123-62C9-4DDC-86E5-A6BCA4600216}" dt="2026-03-18T02:15:12.674" v="6242" actId="20577"/>
          <ac:spMkLst>
            <pc:docMk/>
            <pc:sldMk cId="1388917450" sldId="386"/>
            <ac:spMk id="3" creationId="{8C8D849F-440D-4956-ACFA-5F0E65ED7C52}"/>
          </ac:spMkLst>
        </pc:spChg>
        <pc:spChg chg="mod">
          <ac:chgData name="Jacob Wyngaard" userId="6181fcd471e98458" providerId="LiveId" clId="{788BA123-62C9-4DDC-86E5-A6BCA4600216}" dt="2026-03-18T02:15:27.939" v="6246" actId="20577"/>
          <ac:spMkLst>
            <pc:docMk/>
            <pc:sldMk cId="1388917450" sldId="386"/>
            <ac:spMk id="4" creationId="{637CCAD9-4DD9-16A9-4A30-E0C331392EF3}"/>
          </ac:spMkLst>
        </pc:spChg>
        <pc:spChg chg="mod">
          <ac:chgData name="Jacob Wyngaard" userId="6181fcd471e98458" providerId="LiveId" clId="{788BA123-62C9-4DDC-86E5-A6BCA4600216}" dt="2026-03-18T02:49:46.012" v="6703" actId="20577"/>
          <ac:spMkLst>
            <pc:docMk/>
            <pc:sldMk cId="1388917450" sldId="386"/>
            <ac:spMk id="7" creationId="{19C84A91-C3DF-FFB8-2B94-08014C3DE5B1}"/>
          </ac:spMkLst>
        </pc:spChg>
        <pc:spChg chg="mod">
          <ac:chgData name="Jacob Wyngaard" userId="6181fcd471e98458" providerId="LiveId" clId="{788BA123-62C9-4DDC-86E5-A6BCA4600216}" dt="2026-03-18T02:50:38.738" v="6706" actId="1076"/>
          <ac:spMkLst>
            <pc:docMk/>
            <pc:sldMk cId="1388917450" sldId="386"/>
            <ac:spMk id="12" creationId="{E55A7FDC-6402-4405-9CAC-779BB2B60E4B}"/>
          </ac:spMkLst>
        </pc:spChg>
        <pc:spChg chg="mod">
          <ac:chgData name="Jacob Wyngaard" userId="6181fcd471e98458" providerId="LiveId" clId="{788BA123-62C9-4DDC-86E5-A6BCA4600216}" dt="2026-03-18T02:15:51.605" v="6251" actId="1076"/>
          <ac:spMkLst>
            <pc:docMk/>
            <pc:sldMk cId="1388917450" sldId="386"/>
            <ac:spMk id="23" creationId="{9448ABA8-0E18-5D74-A0F6-BA21CCCA5657}"/>
          </ac:spMkLst>
        </pc:spChg>
        <pc:spChg chg="mod">
          <ac:chgData name="Jacob Wyngaard" userId="6181fcd471e98458" providerId="LiveId" clId="{788BA123-62C9-4DDC-86E5-A6BCA4600216}" dt="2026-03-18T02:49:57.679" v="6705" actId="20577"/>
          <ac:spMkLst>
            <pc:docMk/>
            <pc:sldMk cId="1388917450" sldId="386"/>
            <ac:spMk id="24" creationId="{1814FA21-E139-5303-A816-E2B212E5D5B9}"/>
          </ac:spMkLst>
        </pc:spChg>
      </pc:sldChg>
      <pc:sldChg chg="addSp modSp add del mod">
        <pc:chgData name="Jacob Wyngaard" userId="6181fcd471e98458" providerId="LiveId" clId="{788BA123-62C9-4DDC-86E5-A6BCA4600216}" dt="2026-03-18T02:50:48.612" v="6708" actId="47"/>
        <pc:sldMkLst>
          <pc:docMk/>
          <pc:sldMk cId="3013123280" sldId="387"/>
        </pc:sldMkLst>
        <pc:spChg chg="mod">
          <ac:chgData name="Jacob Wyngaard" userId="6181fcd471e98458" providerId="LiveId" clId="{788BA123-62C9-4DDC-86E5-A6BCA4600216}" dt="2026-03-18T02:16:34.987" v="6258" actId="20577"/>
          <ac:spMkLst>
            <pc:docMk/>
            <pc:sldMk cId="3013123280" sldId="387"/>
            <ac:spMk id="3" creationId="{1F12A50F-609C-18BA-6D67-28EB641B64EF}"/>
          </ac:spMkLst>
        </pc:spChg>
        <pc:spChg chg="mod">
          <ac:chgData name="Jacob Wyngaard" userId="6181fcd471e98458" providerId="LiveId" clId="{788BA123-62C9-4DDC-86E5-A6BCA4600216}" dt="2026-03-18T02:18:02.893" v="6274" actId="1076"/>
          <ac:spMkLst>
            <pc:docMk/>
            <pc:sldMk cId="3013123280" sldId="387"/>
            <ac:spMk id="4" creationId="{A3EFEE82-E267-8F4D-B9A1-467216F25B4C}"/>
          </ac:spMkLst>
        </pc:spChg>
        <pc:spChg chg="mod">
          <ac:chgData name="Jacob Wyngaard" userId="6181fcd471e98458" providerId="LiveId" clId="{788BA123-62C9-4DDC-86E5-A6BCA4600216}" dt="2026-03-18T02:31:26.838" v="6354" actId="1076"/>
          <ac:spMkLst>
            <pc:docMk/>
            <pc:sldMk cId="3013123280" sldId="387"/>
            <ac:spMk id="7" creationId="{2FF0C8EA-A745-BE80-7377-0991BA374DED}"/>
          </ac:spMkLst>
        </pc:spChg>
        <pc:spChg chg="mod">
          <ac:chgData name="Jacob Wyngaard" userId="6181fcd471e98458" providerId="LiveId" clId="{788BA123-62C9-4DDC-86E5-A6BCA4600216}" dt="2026-03-18T02:32:03.549" v="6361" actId="1076"/>
          <ac:spMkLst>
            <pc:docMk/>
            <pc:sldMk cId="3013123280" sldId="387"/>
            <ac:spMk id="12" creationId="{1E0AC020-CA79-242D-C18B-68D02FD0C286}"/>
          </ac:spMkLst>
        </pc:spChg>
        <pc:spChg chg="add mod">
          <ac:chgData name="Jacob Wyngaard" userId="6181fcd471e98458" providerId="LiveId" clId="{788BA123-62C9-4DDC-86E5-A6BCA4600216}" dt="2026-03-18T02:32:07.759" v="6363" actId="20577"/>
          <ac:spMkLst>
            <pc:docMk/>
            <pc:sldMk cId="3013123280" sldId="387"/>
            <ac:spMk id="15" creationId="{5FEC683E-5964-B4BD-D2A8-76250F18C494}"/>
          </ac:spMkLst>
        </pc:spChg>
        <pc:spChg chg="mod">
          <ac:chgData name="Jacob Wyngaard" userId="6181fcd471e98458" providerId="LiveId" clId="{788BA123-62C9-4DDC-86E5-A6BCA4600216}" dt="2026-03-18T02:33:02.110" v="6366" actId="1076"/>
          <ac:spMkLst>
            <pc:docMk/>
            <pc:sldMk cId="3013123280" sldId="387"/>
            <ac:spMk id="21" creationId="{B6C46B27-48C4-C9A1-E523-9AF765A275E9}"/>
          </ac:spMkLst>
        </pc:spChg>
        <pc:spChg chg="mod">
          <ac:chgData name="Jacob Wyngaard" userId="6181fcd471e98458" providerId="LiveId" clId="{788BA123-62C9-4DDC-86E5-A6BCA4600216}" dt="2026-03-18T02:17:58.438" v="6273" actId="207"/>
          <ac:spMkLst>
            <pc:docMk/>
            <pc:sldMk cId="3013123280" sldId="387"/>
            <ac:spMk id="26" creationId="{1697A7FA-EEE6-524C-A047-CD0B6C1D3EA7}"/>
          </ac:spMkLst>
        </pc:spChg>
        <pc:picChg chg="mod">
          <ac:chgData name="Jacob Wyngaard" userId="6181fcd471e98458" providerId="LiveId" clId="{788BA123-62C9-4DDC-86E5-A6BCA4600216}" dt="2026-03-18T02:32:43.078" v="6364" actId="14826"/>
          <ac:picMkLst>
            <pc:docMk/>
            <pc:sldMk cId="3013123280" sldId="387"/>
            <ac:picMk id="16" creationId="{AF2B3C71-42AA-46F2-81E6-AB1640E048AC}"/>
          </ac:picMkLst>
        </pc:picChg>
        <pc:cxnChg chg="add mod">
          <ac:chgData name="Jacob Wyngaard" userId="6181fcd471e98458" providerId="LiveId" clId="{788BA123-62C9-4DDC-86E5-A6BCA4600216}" dt="2026-03-18T02:31:33.433" v="6356"/>
          <ac:cxnSpMkLst>
            <pc:docMk/>
            <pc:sldMk cId="3013123280" sldId="387"/>
            <ac:cxnSpMk id="11" creationId="{10156933-CB62-8DB9-2D56-2CC2B76E46AA}"/>
          </ac:cxnSpMkLst>
        </pc:cxnChg>
        <pc:cxnChg chg="add mod">
          <ac:chgData name="Jacob Wyngaard" userId="6181fcd471e98458" providerId="LiveId" clId="{788BA123-62C9-4DDC-86E5-A6BCA4600216}" dt="2026-03-18T02:31:33.433" v="6356"/>
          <ac:cxnSpMkLst>
            <pc:docMk/>
            <pc:sldMk cId="3013123280" sldId="387"/>
            <ac:cxnSpMk id="14" creationId="{76D40D20-5572-E5F1-16F1-725122B5F5CA}"/>
          </ac:cxnSpMkLst>
        </pc:cxnChg>
      </pc:sldChg>
      <pc:sldChg chg="add del">
        <pc:chgData name="Jacob Wyngaard" userId="6181fcd471e98458" providerId="LiveId" clId="{788BA123-62C9-4DDC-86E5-A6BCA4600216}" dt="2026-03-18T02:19:02.546" v="6279" actId="47"/>
        <pc:sldMkLst>
          <pc:docMk/>
          <pc:sldMk cId="2744253672" sldId="388"/>
        </pc:sldMkLst>
      </pc:sldChg>
      <pc:sldChg chg="addSp modSp add del mod">
        <pc:chgData name="Jacob Wyngaard" userId="6181fcd471e98458" providerId="LiveId" clId="{788BA123-62C9-4DDC-86E5-A6BCA4600216}" dt="2026-03-18T02:50:48.612" v="6708" actId="47"/>
        <pc:sldMkLst>
          <pc:docMk/>
          <pc:sldMk cId="1096353774" sldId="389"/>
        </pc:sldMkLst>
        <pc:spChg chg="mod">
          <ac:chgData name="Jacob Wyngaard" userId="6181fcd471e98458" providerId="LiveId" clId="{788BA123-62C9-4DDC-86E5-A6BCA4600216}" dt="2026-03-18T02:19:14.104" v="6281" actId="20577"/>
          <ac:spMkLst>
            <pc:docMk/>
            <pc:sldMk cId="1096353774" sldId="389"/>
            <ac:spMk id="3" creationId="{A9DA86C0-6EAC-D703-E9D1-CDFEEE55126C}"/>
          </ac:spMkLst>
        </pc:spChg>
        <pc:spChg chg="mod">
          <ac:chgData name="Jacob Wyngaard" userId="6181fcd471e98458" providerId="LiveId" clId="{788BA123-62C9-4DDC-86E5-A6BCA4600216}" dt="2026-03-18T02:23:03.644" v="6285" actId="20577"/>
          <ac:spMkLst>
            <pc:docMk/>
            <pc:sldMk cId="1096353774" sldId="389"/>
            <ac:spMk id="4" creationId="{9B4CEDB5-7DD7-8E72-A541-65F1A3AE4656}"/>
          </ac:spMkLst>
        </pc:spChg>
        <pc:spChg chg="mod">
          <ac:chgData name="Jacob Wyngaard" userId="6181fcd471e98458" providerId="LiveId" clId="{788BA123-62C9-4DDC-86E5-A6BCA4600216}" dt="2026-03-18T02:26:32.343" v="6310" actId="21"/>
          <ac:spMkLst>
            <pc:docMk/>
            <pc:sldMk cId="1096353774" sldId="389"/>
            <ac:spMk id="7" creationId="{781DEC75-09F3-071A-7447-CC48B19E4AD1}"/>
          </ac:spMkLst>
        </pc:spChg>
        <pc:spChg chg="add mod">
          <ac:chgData name="Jacob Wyngaard" userId="6181fcd471e98458" providerId="LiveId" clId="{788BA123-62C9-4DDC-86E5-A6BCA4600216}" dt="2026-03-18T02:26:43.481" v="6317" actId="20577"/>
          <ac:spMkLst>
            <pc:docMk/>
            <pc:sldMk cId="1096353774" sldId="389"/>
            <ac:spMk id="11" creationId="{328ED3FC-9756-D6AE-5F02-BCE10E8EBBC8}"/>
          </ac:spMkLst>
        </pc:spChg>
        <pc:spChg chg="mod">
          <ac:chgData name="Jacob Wyngaard" userId="6181fcd471e98458" providerId="LiveId" clId="{788BA123-62C9-4DDC-86E5-A6BCA4600216}" dt="2026-03-18T02:26:18.046" v="6300" actId="20577"/>
          <ac:spMkLst>
            <pc:docMk/>
            <pc:sldMk cId="1096353774" sldId="389"/>
            <ac:spMk id="12" creationId="{75D6DE6B-E71F-7344-73A2-151100A5A92A}"/>
          </ac:spMkLst>
        </pc:spChg>
        <pc:spChg chg="mod">
          <ac:chgData name="Jacob Wyngaard" userId="6181fcd471e98458" providerId="LiveId" clId="{788BA123-62C9-4DDC-86E5-A6BCA4600216}" dt="2026-03-18T02:28:20.869" v="6333" actId="1076"/>
          <ac:spMkLst>
            <pc:docMk/>
            <pc:sldMk cId="1096353774" sldId="389"/>
            <ac:spMk id="23" creationId="{319A2A20-10CF-6C38-C306-ABFFEC557582}"/>
          </ac:spMkLst>
        </pc:spChg>
        <pc:spChg chg="mod">
          <ac:chgData name="Jacob Wyngaard" userId="6181fcd471e98458" providerId="LiveId" clId="{788BA123-62C9-4DDC-86E5-A6BCA4600216}" dt="2026-03-18T02:27:30.339" v="6331" actId="20577"/>
          <ac:spMkLst>
            <pc:docMk/>
            <pc:sldMk cId="1096353774" sldId="389"/>
            <ac:spMk id="24" creationId="{96688A69-C4E7-60B8-09F2-63BEF34022C5}"/>
          </ac:spMkLst>
        </pc:spChg>
        <pc:picChg chg="mod">
          <ac:chgData name="Jacob Wyngaard" userId="6181fcd471e98458" providerId="LiveId" clId="{788BA123-62C9-4DDC-86E5-A6BCA4600216}" dt="2026-03-18T02:28:16.577" v="6332" actId="14826"/>
          <ac:picMkLst>
            <pc:docMk/>
            <pc:sldMk cId="1096353774" sldId="389"/>
            <ac:picMk id="13" creationId="{B123F140-0C29-ABC8-5721-388C78B4C7C0}"/>
          </ac:picMkLst>
        </pc:picChg>
        <pc:cxnChg chg="add mod">
          <ac:chgData name="Jacob Wyngaard" userId="6181fcd471e98458" providerId="LiveId" clId="{788BA123-62C9-4DDC-86E5-A6BCA4600216}" dt="2026-03-18T02:27:22.278" v="6330" actId="14100"/>
          <ac:cxnSpMkLst>
            <pc:docMk/>
            <pc:sldMk cId="1096353774" sldId="389"/>
            <ac:cxnSpMk id="15" creationId="{05219189-09E6-E302-1DC2-F9EE1865A108}"/>
          </ac:cxnSpMkLst>
        </pc:cxnChg>
        <pc:cxnChg chg="add mod">
          <ac:chgData name="Jacob Wyngaard" userId="6181fcd471e98458" providerId="LiveId" clId="{788BA123-62C9-4DDC-86E5-A6BCA4600216}" dt="2026-03-18T02:27:14.558" v="6328" actId="14100"/>
          <ac:cxnSpMkLst>
            <pc:docMk/>
            <pc:sldMk cId="1096353774" sldId="389"/>
            <ac:cxnSpMk id="19" creationId="{E465B579-0A84-D9D3-3BDE-403FC57DC751}"/>
          </ac:cxnSpMkLst>
        </pc:cxnChg>
      </pc:sldChg>
      <pc:sldChg chg="addSp delSp modSp add del mod">
        <pc:chgData name="Jacob Wyngaard" userId="6181fcd471e98458" providerId="LiveId" clId="{788BA123-62C9-4DDC-86E5-A6BCA4600216}" dt="2026-03-18T02:50:48.612" v="6708" actId="47"/>
        <pc:sldMkLst>
          <pc:docMk/>
          <pc:sldMk cId="3619463122" sldId="390"/>
        </pc:sldMkLst>
        <pc:spChg chg="mod">
          <ac:chgData name="Jacob Wyngaard" userId="6181fcd471e98458" providerId="LiveId" clId="{788BA123-62C9-4DDC-86E5-A6BCA4600216}" dt="2026-03-18T02:33:51.655" v="6370" actId="20577"/>
          <ac:spMkLst>
            <pc:docMk/>
            <pc:sldMk cId="3619463122" sldId="390"/>
            <ac:spMk id="3" creationId="{1C5C674A-8D36-C1F0-CA6E-AFF694C05EDD}"/>
          </ac:spMkLst>
        </pc:spChg>
        <pc:spChg chg="mod">
          <ac:chgData name="Jacob Wyngaard" userId="6181fcd471e98458" providerId="LiveId" clId="{788BA123-62C9-4DDC-86E5-A6BCA4600216}" dt="2026-03-18T02:29:01.431" v="6347" actId="20577"/>
          <ac:spMkLst>
            <pc:docMk/>
            <pc:sldMk cId="3619463122" sldId="390"/>
            <ac:spMk id="4" creationId="{9E5FDA1F-AE9D-BF86-523D-4B4968ED9F8B}"/>
          </ac:spMkLst>
        </pc:spChg>
        <pc:spChg chg="del">
          <ac:chgData name="Jacob Wyngaard" userId="6181fcd471e98458" providerId="LiveId" clId="{788BA123-62C9-4DDC-86E5-A6BCA4600216}" dt="2026-03-18T02:28:37" v="6337" actId="478"/>
          <ac:spMkLst>
            <pc:docMk/>
            <pc:sldMk cId="3619463122" sldId="390"/>
            <ac:spMk id="7" creationId="{2AC2F22E-E813-413D-E820-7E50BBF0F531}"/>
          </ac:spMkLst>
        </pc:spChg>
        <pc:spChg chg="del">
          <ac:chgData name="Jacob Wyngaard" userId="6181fcd471e98458" providerId="LiveId" clId="{788BA123-62C9-4DDC-86E5-A6BCA4600216}" dt="2026-03-18T02:28:38.196" v="6338" actId="478"/>
          <ac:spMkLst>
            <pc:docMk/>
            <pc:sldMk cId="3619463122" sldId="390"/>
            <ac:spMk id="11" creationId="{E0B3C64F-6054-5681-E921-F433D4D7BE5F}"/>
          </ac:spMkLst>
        </pc:spChg>
        <pc:spChg chg="mod">
          <ac:chgData name="Jacob Wyngaard" userId="6181fcd471e98458" providerId="LiveId" clId="{788BA123-62C9-4DDC-86E5-A6BCA4600216}" dt="2026-03-18T02:35:05.872" v="6377"/>
          <ac:spMkLst>
            <pc:docMk/>
            <pc:sldMk cId="3619463122" sldId="390"/>
            <ac:spMk id="12" creationId="{31931E02-B7D2-4B95-3145-9D53A94ED04E}"/>
          </ac:spMkLst>
        </pc:spChg>
        <pc:spChg chg="add mod">
          <ac:chgData name="Jacob Wyngaard" userId="6181fcd471e98458" providerId="LiveId" clId="{788BA123-62C9-4DDC-86E5-A6BCA4600216}" dt="2026-03-18T02:34:31.444" v="6374" actId="20577"/>
          <ac:spMkLst>
            <pc:docMk/>
            <pc:sldMk cId="3619463122" sldId="390"/>
            <ac:spMk id="14" creationId="{141F38D9-BC1A-5D36-A58F-1C55F531637A}"/>
          </ac:spMkLst>
        </pc:spChg>
        <pc:spChg chg="mod">
          <ac:chgData name="Jacob Wyngaard" userId="6181fcd471e98458" providerId="LiveId" clId="{788BA123-62C9-4DDC-86E5-A6BCA4600216}" dt="2026-03-18T02:35:26.782" v="6378" actId="1076"/>
          <ac:spMkLst>
            <pc:docMk/>
            <pc:sldMk cId="3619463122" sldId="390"/>
            <ac:spMk id="21" creationId="{0654CD06-1C60-E7F2-81E6-5146C470DE9B}"/>
          </ac:spMkLst>
        </pc:spChg>
        <pc:spChg chg="mod">
          <ac:chgData name="Jacob Wyngaard" userId="6181fcd471e98458" providerId="LiveId" clId="{788BA123-62C9-4DDC-86E5-A6BCA4600216}" dt="2026-03-18T02:35:40.775" v="6384" actId="207"/>
          <ac:spMkLst>
            <pc:docMk/>
            <pc:sldMk cId="3619463122" sldId="390"/>
            <ac:spMk id="26" creationId="{9F52EF98-F617-4CDD-50C1-531F2DF409D7}"/>
          </ac:spMkLst>
        </pc:spChg>
        <pc:cxnChg chg="del">
          <ac:chgData name="Jacob Wyngaard" userId="6181fcd471e98458" providerId="LiveId" clId="{788BA123-62C9-4DDC-86E5-A6BCA4600216}" dt="2026-03-18T02:28:32.335" v="6335" actId="478"/>
          <ac:cxnSpMkLst>
            <pc:docMk/>
            <pc:sldMk cId="3619463122" sldId="390"/>
            <ac:cxnSpMk id="15" creationId="{BDD923AB-E87E-2712-4327-C423352D7E9F}"/>
          </ac:cxnSpMkLst>
        </pc:cxnChg>
        <pc:cxnChg chg="del">
          <ac:chgData name="Jacob Wyngaard" userId="6181fcd471e98458" providerId="LiveId" clId="{788BA123-62C9-4DDC-86E5-A6BCA4600216}" dt="2026-03-18T02:28:35.785" v="6336" actId="478"/>
          <ac:cxnSpMkLst>
            <pc:docMk/>
            <pc:sldMk cId="3619463122" sldId="390"/>
            <ac:cxnSpMk id="19" creationId="{7EEBFE0A-0353-98DC-85D2-507AA1847DC2}"/>
          </ac:cxnSpMkLst>
        </pc:cxnChg>
      </pc:sldChg>
      <pc:sldChg chg="modSp add del mod">
        <pc:chgData name="Jacob Wyngaard" userId="6181fcd471e98458" providerId="LiveId" clId="{788BA123-62C9-4DDC-86E5-A6BCA4600216}" dt="2026-03-18T02:50:48.612" v="6708" actId="47"/>
        <pc:sldMkLst>
          <pc:docMk/>
          <pc:sldMk cId="3017060838" sldId="391"/>
        </pc:sldMkLst>
        <pc:spChg chg="mod">
          <ac:chgData name="Jacob Wyngaard" userId="6181fcd471e98458" providerId="LiveId" clId="{788BA123-62C9-4DDC-86E5-A6BCA4600216}" dt="2026-03-18T02:35:51.174" v="6387" actId="20577"/>
          <ac:spMkLst>
            <pc:docMk/>
            <pc:sldMk cId="3017060838" sldId="391"/>
            <ac:spMk id="3" creationId="{43E779E3-F496-AFBE-490C-DB552C818989}"/>
          </ac:spMkLst>
        </pc:spChg>
        <pc:spChg chg="mod">
          <ac:chgData name="Jacob Wyngaard" userId="6181fcd471e98458" providerId="LiveId" clId="{788BA123-62C9-4DDC-86E5-A6BCA4600216}" dt="2026-03-18T02:36:00.655" v="6389" actId="1076"/>
          <ac:spMkLst>
            <pc:docMk/>
            <pc:sldMk cId="3017060838" sldId="391"/>
            <ac:spMk id="4" creationId="{3FA535A5-8766-0979-765E-62E33ADCE428}"/>
          </ac:spMkLst>
        </pc:spChg>
        <pc:spChg chg="mod">
          <ac:chgData name="Jacob Wyngaard" userId="6181fcd471e98458" providerId="LiveId" clId="{788BA123-62C9-4DDC-86E5-A6BCA4600216}" dt="2026-03-18T02:36:53.201" v="6394" actId="20577"/>
          <ac:spMkLst>
            <pc:docMk/>
            <pc:sldMk cId="3017060838" sldId="391"/>
            <ac:spMk id="14" creationId="{3BFDE499-802A-FD39-9AD4-C2FCCBC181D8}"/>
          </ac:spMkLst>
        </pc:spChg>
        <pc:spChg chg="mod">
          <ac:chgData name="Jacob Wyngaard" userId="6181fcd471e98458" providerId="LiveId" clId="{788BA123-62C9-4DDC-86E5-A6BCA4600216}" dt="2026-03-18T02:38:02.847" v="6395" actId="1076"/>
          <ac:spMkLst>
            <pc:docMk/>
            <pc:sldMk cId="3017060838" sldId="391"/>
            <ac:spMk id="23" creationId="{A0F518C2-4150-B523-AEFA-E23919ABB57D}"/>
          </ac:spMkLst>
        </pc:spChg>
        <pc:spChg chg="mod">
          <ac:chgData name="Jacob Wyngaard" userId="6181fcd471e98458" providerId="LiveId" clId="{788BA123-62C9-4DDC-86E5-A6BCA4600216}" dt="2026-03-18T02:38:07.341" v="6397" actId="20577"/>
          <ac:spMkLst>
            <pc:docMk/>
            <pc:sldMk cId="3017060838" sldId="391"/>
            <ac:spMk id="24" creationId="{639D2DF8-83F6-2FF9-6E13-C7A563321050}"/>
          </ac:spMkLst>
        </pc:spChg>
      </pc:sldChg>
      <pc:sldChg chg="delSp modSp add del mod">
        <pc:chgData name="Jacob Wyngaard" userId="6181fcd471e98458" providerId="LiveId" clId="{788BA123-62C9-4DDC-86E5-A6BCA4600216}" dt="2026-03-18T02:50:48.612" v="6708" actId="47"/>
        <pc:sldMkLst>
          <pc:docMk/>
          <pc:sldMk cId="1544373834" sldId="392"/>
        </pc:sldMkLst>
        <pc:spChg chg="mod">
          <ac:chgData name="Jacob Wyngaard" userId="6181fcd471e98458" providerId="LiveId" clId="{788BA123-62C9-4DDC-86E5-A6BCA4600216}" dt="2026-03-18T02:39:32.712" v="6511" actId="20577"/>
          <ac:spMkLst>
            <pc:docMk/>
            <pc:sldMk cId="1544373834" sldId="392"/>
            <ac:spMk id="3" creationId="{ED1E5855-E428-8BFB-F8EA-E6788C595531}"/>
          </ac:spMkLst>
        </pc:spChg>
        <pc:spChg chg="del">
          <ac:chgData name="Jacob Wyngaard" userId="6181fcd471e98458" providerId="LiveId" clId="{788BA123-62C9-4DDC-86E5-A6BCA4600216}" dt="2026-03-18T02:38:20.218" v="6400" actId="478"/>
          <ac:spMkLst>
            <pc:docMk/>
            <pc:sldMk cId="1544373834" sldId="392"/>
            <ac:spMk id="4" creationId="{44225E81-BF51-A942-285B-1DC247233F3C}"/>
          </ac:spMkLst>
        </pc:spChg>
        <pc:spChg chg="del">
          <ac:chgData name="Jacob Wyngaard" userId="6181fcd471e98458" providerId="LiveId" clId="{788BA123-62C9-4DDC-86E5-A6BCA4600216}" dt="2026-03-18T02:38:21.557" v="6401" actId="478"/>
          <ac:spMkLst>
            <pc:docMk/>
            <pc:sldMk cId="1544373834" sldId="392"/>
            <ac:spMk id="5" creationId="{1B22D986-D054-000F-6C67-A5FAA42A42BD}"/>
          </ac:spMkLst>
        </pc:spChg>
        <pc:spChg chg="del">
          <ac:chgData name="Jacob Wyngaard" userId="6181fcd471e98458" providerId="LiveId" clId="{788BA123-62C9-4DDC-86E5-A6BCA4600216}" dt="2026-03-18T02:38:14.570" v="6399" actId="478"/>
          <ac:spMkLst>
            <pc:docMk/>
            <pc:sldMk cId="1544373834" sldId="392"/>
            <ac:spMk id="12" creationId="{CA411738-0A44-28C3-14E7-31AFD19EA72F}"/>
          </ac:spMkLst>
        </pc:spChg>
        <pc:spChg chg="del mod">
          <ac:chgData name="Jacob Wyngaard" userId="6181fcd471e98458" providerId="LiveId" clId="{788BA123-62C9-4DDC-86E5-A6BCA4600216}" dt="2026-03-18T02:39:37.750" v="6512" actId="478"/>
          <ac:spMkLst>
            <pc:docMk/>
            <pc:sldMk cId="1544373834" sldId="392"/>
            <ac:spMk id="14" creationId="{95A50923-0BB7-E730-58AE-C3F3C9D9BCDA}"/>
          </ac:spMkLst>
        </pc:spChg>
      </pc:sldChg>
      <pc:sldChg chg="addSp delSp modSp add del mod">
        <pc:chgData name="Jacob Wyngaard" userId="6181fcd471e98458" providerId="LiveId" clId="{788BA123-62C9-4DDC-86E5-A6BCA4600216}" dt="2026-03-18T02:50:48.612" v="6708" actId="47"/>
        <pc:sldMkLst>
          <pc:docMk/>
          <pc:sldMk cId="1369302005" sldId="393"/>
        </pc:sldMkLst>
        <pc:spChg chg="del">
          <ac:chgData name="Jacob Wyngaard" userId="6181fcd471e98458" providerId="LiveId" clId="{788BA123-62C9-4DDC-86E5-A6BCA4600216}" dt="2026-03-18T02:40:08.905" v="6514" actId="478"/>
          <ac:spMkLst>
            <pc:docMk/>
            <pc:sldMk cId="1369302005" sldId="393"/>
            <ac:spMk id="2" creationId="{FC1A12A0-8152-ED33-FD3C-DA329B8E0683}"/>
          </ac:spMkLst>
        </pc:spChg>
        <pc:spChg chg="mod">
          <ac:chgData name="Jacob Wyngaard" userId="6181fcd471e98458" providerId="LiveId" clId="{788BA123-62C9-4DDC-86E5-A6BCA4600216}" dt="2026-03-18T02:43:01.930" v="6698" actId="403"/>
          <ac:spMkLst>
            <pc:docMk/>
            <pc:sldMk cId="1369302005" sldId="393"/>
            <ac:spMk id="3" creationId="{7FE91475-9AE1-195D-912D-D0F631524415}"/>
          </ac:spMkLst>
        </pc:spChg>
        <pc:spChg chg="add mod">
          <ac:chgData name="Jacob Wyngaard" userId="6181fcd471e98458" providerId="LiveId" clId="{788BA123-62C9-4DDC-86E5-A6BCA4600216}" dt="2026-03-18T02:42:16.549" v="6672" actId="1036"/>
          <ac:spMkLst>
            <pc:docMk/>
            <pc:sldMk cId="1369302005" sldId="393"/>
            <ac:spMk id="5" creationId="{5D015E0A-8557-B6B5-9472-65686C528854}"/>
          </ac:spMkLst>
        </pc:spChg>
        <pc:spChg chg="add mod">
          <ac:chgData name="Jacob Wyngaard" userId="6181fcd471e98458" providerId="LiveId" clId="{788BA123-62C9-4DDC-86E5-A6BCA4600216}" dt="2026-03-18T02:42:16.549" v="6672" actId="1036"/>
          <ac:spMkLst>
            <pc:docMk/>
            <pc:sldMk cId="1369302005" sldId="393"/>
            <ac:spMk id="7" creationId="{F0966D8E-34C7-2392-3F4A-C00E322E6D25}"/>
          </ac:spMkLst>
        </pc:spChg>
        <pc:spChg chg="del">
          <ac:chgData name="Jacob Wyngaard" userId="6181fcd471e98458" providerId="LiveId" clId="{788BA123-62C9-4DDC-86E5-A6BCA4600216}" dt="2026-03-18T02:40:13.591" v="6517" actId="478"/>
          <ac:spMkLst>
            <pc:docMk/>
            <pc:sldMk cId="1369302005" sldId="393"/>
            <ac:spMk id="10" creationId="{702A2101-9A3C-4628-AD21-FB3C246824FB}"/>
          </ac:spMkLst>
        </pc:spChg>
        <pc:spChg chg="add mod">
          <ac:chgData name="Jacob Wyngaard" userId="6181fcd471e98458" providerId="LiveId" clId="{788BA123-62C9-4DDC-86E5-A6BCA4600216}" dt="2026-03-18T02:42:16.549" v="6672" actId="1036"/>
          <ac:spMkLst>
            <pc:docMk/>
            <pc:sldMk cId="1369302005" sldId="393"/>
            <ac:spMk id="12" creationId="{7ADB91D7-3E29-2C72-BF78-56D2C57E95C2}"/>
          </ac:spMkLst>
        </pc:spChg>
        <pc:spChg chg="add mod">
          <ac:chgData name="Jacob Wyngaard" userId="6181fcd471e98458" providerId="LiveId" clId="{788BA123-62C9-4DDC-86E5-A6BCA4600216}" dt="2026-03-18T02:42:16.549" v="6672" actId="1036"/>
          <ac:spMkLst>
            <pc:docMk/>
            <pc:sldMk cId="1369302005" sldId="393"/>
            <ac:spMk id="17" creationId="{9D04499E-E51A-5988-0B05-3D8C778DB787}"/>
          </ac:spMkLst>
        </pc:spChg>
        <pc:spChg chg="add del mod">
          <ac:chgData name="Jacob Wyngaard" userId="6181fcd471e98458" providerId="LiveId" clId="{788BA123-62C9-4DDC-86E5-A6BCA4600216}" dt="2026-03-18T02:42:26.747" v="6673" actId="478"/>
          <ac:spMkLst>
            <pc:docMk/>
            <pc:sldMk cId="1369302005" sldId="393"/>
            <ac:spMk id="18" creationId="{0195BD36-B3CD-91C1-D15C-D15AC792EDDC}"/>
          </ac:spMkLst>
        </pc:spChg>
        <pc:spChg chg="del">
          <ac:chgData name="Jacob Wyngaard" userId="6181fcd471e98458" providerId="LiveId" clId="{788BA123-62C9-4DDC-86E5-A6BCA4600216}" dt="2026-03-18T02:40:12.645" v="6516" actId="478"/>
          <ac:spMkLst>
            <pc:docMk/>
            <pc:sldMk cId="1369302005" sldId="393"/>
            <ac:spMk id="21" creationId="{2EA66D62-F994-961A-8132-17CCDE0517BC}"/>
          </ac:spMkLst>
        </pc:spChg>
        <pc:spChg chg="del">
          <ac:chgData name="Jacob Wyngaard" userId="6181fcd471e98458" providerId="LiveId" clId="{788BA123-62C9-4DDC-86E5-A6BCA4600216}" dt="2026-03-18T02:40:12.645" v="6516" actId="478"/>
          <ac:spMkLst>
            <pc:docMk/>
            <pc:sldMk cId="1369302005" sldId="393"/>
            <ac:spMk id="23" creationId="{8298B68A-CE74-53D6-9E79-AB7128BBC47C}"/>
          </ac:spMkLst>
        </pc:spChg>
        <pc:spChg chg="del">
          <ac:chgData name="Jacob Wyngaard" userId="6181fcd471e98458" providerId="LiveId" clId="{788BA123-62C9-4DDC-86E5-A6BCA4600216}" dt="2026-03-18T02:40:12.645" v="6516" actId="478"/>
          <ac:spMkLst>
            <pc:docMk/>
            <pc:sldMk cId="1369302005" sldId="393"/>
            <ac:spMk id="24" creationId="{AEF5D401-5896-7A2C-907D-CFD4721FAF2C}"/>
          </ac:spMkLst>
        </pc:spChg>
        <pc:spChg chg="add mod">
          <ac:chgData name="Jacob Wyngaard" userId="6181fcd471e98458" providerId="LiveId" clId="{788BA123-62C9-4DDC-86E5-A6BCA4600216}" dt="2026-03-18T02:42:16.549" v="6672" actId="1036"/>
          <ac:spMkLst>
            <pc:docMk/>
            <pc:sldMk cId="1369302005" sldId="393"/>
            <ac:spMk id="25" creationId="{5BB38D0E-F4DD-BA7C-A925-014F35FB1CF6}"/>
          </ac:spMkLst>
        </pc:spChg>
        <pc:spChg chg="del">
          <ac:chgData name="Jacob Wyngaard" userId="6181fcd471e98458" providerId="LiveId" clId="{788BA123-62C9-4DDC-86E5-A6BCA4600216}" dt="2026-03-18T02:40:12.645" v="6516" actId="478"/>
          <ac:spMkLst>
            <pc:docMk/>
            <pc:sldMk cId="1369302005" sldId="393"/>
            <ac:spMk id="26" creationId="{85300101-E342-4059-0C93-4CD32E13992B}"/>
          </ac:spMkLst>
        </pc:spChg>
        <pc:spChg chg="add mod">
          <ac:chgData name="Jacob Wyngaard" userId="6181fcd471e98458" providerId="LiveId" clId="{788BA123-62C9-4DDC-86E5-A6BCA4600216}" dt="2026-03-18T02:42:16.549" v="6672" actId="1036"/>
          <ac:spMkLst>
            <pc:docMk/>
            <pc:sldMk cId="1369302005" sldId="393"/>
            <ac:spMk id="27" creationId="{AC02CDCA-027A-BC9A-37C2-770AA036D0F3}"/>
          </ac:spMkLst>
        </pc:spChg>
        <pc:spChg chg="add mod">
          <ac:chgData name="Jacob Wyngaard" userId="6181fcd471e98458" providerId="LiveId" clId="{788BA123-62C9-4DDC-86E5-A6BCA4600216}" dt="2026-03-18T02:42:16.549" v="6672" actId="1036"/>
          <ac:spMkLst>
            <pc:docMk/>
            <pc:sldMk cId="1369302005" sldId="393"/>
            <ac:spMk id="28" creationId="{E630BF04-DA76-CAF1-CD84-328002D83856}"/>
          </ac:spMkLst>
        </pc:spChg>
        <pc:spChg chg="add mod">
          <ac:chgData name="Jacob Wyngaard" userId="6181fcd471e98458" providerId="LiveId" clId="{788BA123-62C9-4DDC-86E5-A6BCA4600216}" dt="2026-03-18T02:42:16.549" v="6672" actId="1036"/>
          <ac:spMkLst>
            <pc:docMk/>
            <pc:sldMk cId="1369302005" sldId="393"/>
            <ac:spMk id="30" creationId="{09A0E6E7-3EDE-6367-B978-6A7860AC7A8D}"/>
          </ac:spMkLst>
        </pc:spChg>
        <pc:spChg chg="mod">
          <ac:chgData name="Jacob Wyngaard" userId="6181fcd471e98458" providerId="LiveId" clId="{788BA123-62C9-4DDC-86E5-A6BCA4600216}" dt="2026-03-18T02:42:40.847" v="6677" actId="1076"/>
          <ac:spMkLst>
            <pc:docMk/>
            <pc:sldMk cId="1369302005" sldId="393"/>
            <ac:spMk id="31" creationId="{33A9708A-8477-7F66-6CC7-40DF0E299488}"/>
          </ac:spMkLst>
        </pc:spChg>
        <pc:spChg chg="add mod">
          <ac:chgData name="Jacob Wyngaard" userId="6181fcd471e98458" providerId="LiveId" clId="{788BA123-62C9-4DDC-86E5-A6BCA4600216}" dt="2026-03-18T02:42:49.599" v="6678" actId="1076"/>
          <ac:spMkLst>
            <pc:docMk/>
            <pc:sldMk cId="1369302005" sldId="393"/>
            <ac:spMk id="32" creationId="{A0D1F918-B60E-3FEC-F2B7-0AA4557CD976}"/>
          </ac:spMkLst>
        </pc:spChg>
        <pc:picChg chg="del">
          <ac:chgData name="Jacob Wyngaard" userId="6181fcd471e98458" providerId="LiveId" clId="{788BA123-62C9-4DDC-86E5-A6BCA4600216}" dt="2026-03-18T02:40:09.512" v="6515" actId="478"/>
          <ac:picMkLst>
            <pc:docMk/>
            <pc:sldMk cId="1369302005" sldId="393"/>
            <ac:picMk id="13" creationId="{69749E90-1993-BA53-B44A-D26A42FF0DC4}"/>
          </ac:picMkLst>
        </pc:picChg>
        <pc:picChg chg="del">
          <ac:chgData name="Jacob Wyngaard" userId="6181fcd471e98458" providerId="LiveId" clId="{788BA123-62C9-4DDC-86E5-A6BCA4600216}" dt="2026-03-18T02:40:12.645" v="6516" actId="478"/>
          <ac:picMkLst>
            <pc:docMk/>
            <pc:sldMk cId="1369302005" sldId="393"/>
            <ac:picMk id="16" creationId="{CFF6CE1A-56C4-918D-AAF4-8E532666BB80}"/>
          </ac:picMkLst>
        </pc:picChg>
      </pc:sldChg>
      <pc:sldChg chg="addSp delSp modSp add mod">
        <pc:chgData name="Jacob Wyngaard" userId="6181fcd471e98458" providerId="LiveId" clId="{788BA123-62C9-4DDC-86E5-A6BCA4600216}" dt="2026-03-18T02:51:53.300" v="6803" actId="20577"/>
        <pc:sldMkLst>
          <pc:docMk/>
          <pc:sldMk cId="2876259235" sldId="394"/>
        </pc:sldMkLst>
        <pc:spChg chg="mod">
          <ac:chgData name="Jacob Wyngaard" userId="6181fcd471e98458" providerId="LiveId" clId="{788BA123-62C9-4DDC-86E5-A6BCA4600216}" dt="2026-03-18T02:51:19.316" v="6784" actId="1076"/>
          <ac:spMkLst>
            <pc:docMk/>
            <pc:sldMk cId="2876259235" sldId="394"/>
            <ac:spMk id="3" creationId="{7707B731-2044-22B0-5AE4-7BB754743608}"/>
          </ac:spMkLst>
        </pc:spChg>
        <pc:spChg chg="del">
          <ac:chgData name="Jacob Wyngaard" userId="6181fcd471e98458" providerId="LiveId" clId="{788BA123-62C9-4DDC-86E5-A6BCA4600216}" dt="2026-03-18T02:51:00.128" v="6711" actId="478"/>
          <ac:spMkLst>
            <pc:docMk/>
            <pc:sldMk cId="2876259235" sldId="394"/>
            <ac:spMk id="4" creationId="{97F9E731-676D-120C-FAC0-B14D5246BDB9}"/>
          </ac:spMkLst>
        </pc:spChg>
        <pc:spChg chg="del">
          <ac:chgData name="Jacob Wyngaard" userId="6181fcd471e98458" providerId="LiveId" clId="{788BA123-62C9-4DDC-86E5-A6BCA4600216}" dt="2026-03-18T02:51:00.847" v="6712" actId="478"/>
          <ac:spMkLst>
            <pc:docMk/>
            <pc:sldMk cId="2876259235" sldId="394"/>
            <ac:spMk id="5" creationId="{40790D3B-1920-CED7-9C6C-F2BF493508CE}"/>
          </ac:spMkLst>
        </pc:spChg>
        <pc:spChg chg="del">
          <ac:chgData name="Jacob Wyngaard" userId="6181fcd471e98458" providerId="LiveId" clId="{788BA123-62C9-4DDC-86E5-A6BCA4600216}" dt="2026-03-18T02:50:59.063" v="6710" actId="478"/>
          <ac:spMkLst>
            <pc:docMk/>
            <pc:sldMk cId="2876259235" sldId="394"/>
            <ac:spMk id="7" creationId="{990A0F9B-3B03-D1B2-3407-1EA2FBD58D65}"/>
          </ac:spMkLst>
        </pc:spChg>
        <pc:spChg chg="del">
          <ac:chgData name="Jacob Wyngaard" userId="6181fcd471e98458" providerId="LiveId" clId="{788BA123-62C9-4DDC-86E5-A6BCA4600216}" dt="2026-03-18T02:50:57.300" v="6709" actId="478"/>
          <ac:spMkLst>
            <pc:docMk/>
            <pc:sldMk cId="2876259235" sldId="394"/>
            <ac:spMk id="12" creationId="{AB6AC9F5-1BB4-9B63-2036-AB8867D48605}"/>
          </ac:spMkLst>
        </pc:spChg>
        <pc:spChg chg="add del">
          <ac:chgData name="Jacob Wyngaard" userId="6181fcd471e98458" providerId="LiveId" clId="{788BA123-62C9-4DDC-86E5-A6BCA4600216}" dt="2026-03-18T02:51:29.814" v="6786" actId="22"/>
          <ac:spMkLst>
            <pc:docMk/>
            <pc:sldMk cId="2876259235" sldId="394"/>
            <ac:spMk id="14" creationId="{F6937221-0479-6AFB-2B38-2D60DE05C65F}"/>
          </ac:spMkLst>
        </pc:spChg>
        <pc:spChg chg="add mod">
          <ac:chgData name="Jacob Wyngaard" userId="6181fcd471e98458" providerId="LiveId" clId="{788BA123-62C9-4DDC-86E5-A6BCA4600216}" dt="2026-03-18T02:51:53.300" v="6803" actId="20577"/>
          <ac:spMkLst>
            <pc:docMk/>
            <pc:sldMk cId="2876259235" sldId="394"/>
            <ac:spMk id="17" creationId="{5FC418A7-614C-E041-2EDB-EE66DA0012BD}"/>
          </ac:spMkLst>
        </pc:spChg>
      </pc:sldChg>
      <pc:sldChg chg="modSp add mod">
        <pc:chgData name="Jacob Wyngaard" userId="6181fcd471e98458" providerId="LiveId" clId="{788BA123-62C9-4DDC-86E5-A6BCA4600216}" dt="2026-03-18T02:52:19.024" v="6810" actId="14100"/>
        <pc:sldMkLst>
          <pc:docMk/>
          <pc:sldMk cId="3904580308" sldId="395"/>
        </pc:sldMkLst>
        <pc:spChg chg="mod">
          <ac:chgData name="Jacob Wyngaard" userId="6181fcd471e98458" providerId="LiveId" clId="{788BA123-62C9-4DDC-86E5-A6BCA4600216}" dt="2026-03-18T02:52:06.226" v="6806" actId="14100"/>
          <ac:spMkLst>
            <pc:docMk/>
            <pc:sldMk cId="3904580308" sldId="395"/>
            <ac:spMk id="3" creationId="{32AD1A67-AED1-7AE6-BEDA-AC16C2CC7FAB}"/>
          </ac:spMkLst>
        </pc:spChg>
        <pc:spChg chg="mod">
          <ac:chgData name="Jacob Wyngaard" userId="6181fcd471e98458" providerId="LiveId" clId="{788BA123-62C9-4DDC-86E5-A6BCA4600216}" dt="2026-03-18T02:52:19.024" v="6810" actId="14100"/>
          <ac:spMkLst>
            <pc:docMk/>
            <pc:sldMk cId="3904580308" sldId="395"/>
            <ac:spMk id="4" creationId="{FF4AADA6-F3F4-8A28-C4CE-3E989AD8E2FF}"/>
          </ac:spMkLst>
        </pc:spChg>
      </pc:sldChg>
      <pc:sldChg chg="addSp delSp modSp add mod">
        <pc:chgData name="Jacob Wyngaard" userId="6181fcd471e98458" providerId="LiveId" clId="{788BA123-62C9-4DDC-86E5-A6BCA4600216}" dt="2026-03-18T02:57:21.169" v="6972" actId="20577"/>
        <pc:sldMkLst>
          <pc:docMk/>
          <pc:sldMk cId="3929007621" sldId="396"/>
        </pc:sldMkLst>
        <pc:spChg chg="del">
          <ac:chgData name="Jacob Wyngaard" userId="6181fcd471e98458" providerId="LiveId" clId="{788BA123-62C9-4DDC-86E5-A6BCA4600216}" dt="2026-03-18T02:53:09.748" v="6814" actId="478"/>
          <ac:spMkLst>
            <pc:docMk/>
            <pc:sldMk cId="3929007621" sldId="396"/>
            <ac:spMk id="3" creationId="{6F9602F6-F551-804D-5EEB-33D0F789B622}"/>
          </ac:spMkLst>
        </pc:spChg>
        <pc:spChg chg="del mod">
          <ac:chgData name="Jacob Wyngaard" userId="6181fcd471e98458" providerId="LiveId" clId="{788BA123-62C9-4DDC-86E5-A6BCA4600216}" dt="2026-03-18T02:53:10.589" v="6815" actId="478"/>
          <ac:spMkLst>
            <pc:docMk/>
            <pc:sldMk cId="3929007621" sldId="396"/>
            <ac:spMk id="4" creationId="{CD19A1CB-7DE3-1E63-0A15-2D96EF8DCC85}"/>
          </ac:spMkLst>
        </pc:spChg>
        <pc:spChg chg="add mod">
          <ac:chgData name="Jacob Wyngaard" userId="6181fcd471e98458" providerId="LiveId" clId="{788BA123-62C9-4DDC-86E5-A6BCA4600216}" dt="2026-03-18T02:57:21.169" v="6972" actId="20577"/>
          <ac:spMkLst>
            <pc:docMk/>
            <pc:sldMk cId="3929007621" sldId="396"/>
            <ac:spMk id="7" creationId="{42E6F9AB-0AAB-32C3-EDC2-F006190C294D}"/>
          </ac:spMkLst>
        </pc:spChg>
        <pc:spChg chg="del mod">
          <ac:chgData name="Jacob Wyngaard" userId="6181fcd471e98458" providerId="LiveId" clId="{788BA123-62C9-4DDC-86E5-A6BCA4600216}" dt="2026-03-18T02:56:24.910" v="6946" actId="478"/>
          <ac:spMkLst>
            <pc:docMk/>
            <pc:sldMk cId="3929007621" sldId="396"/>
            <ac:spMk id="10" creationId="{7B33B361-7D70-B1A5-00E2-C04AA9DBAD29}"/>
          </ac:spMkLst>
        </pc:spChg>
        <pc:spChg chg="del">
          <ac:chgData name="Jacob Wyngaard" userId="6181fcd471e98458" providerId="LiveId" clId="{788BA123-62C9-4DDC-86E5-A6BCA4600216}" dt="2026-03-18T02:56:29.018" v="6948" actId="478"/>
          <ac:spMkLst>
            <pc:docMk/>
            <pc:sldMk cId="3929007621" sldId="396"/>
            <ac:spMk id="11" creationId="{10D5D2CC-47E7-6C7F-A36F-C26EC5057984}"/>
          </ac:spMkLst>
        </pc:spChg>
        <pc:spChg chg="mod">
          <ac:chgData name="Jacob Wyngaard" userId="6181fcd471e98458" providerId="LiveId" clId="{788BA123-62C9-4DDC-86E5-A6BCA4600216}" dt="2026-03-18T02:53:07.489" v="6813" actId="1076"/>
          <ac:spMkLst>
            <pc:docMk/>
            <pc:sldMk cId="3929007621" sldId="396"/>
            <ac:spMk id="12" creationId="{1EC724B5-CB03-0BC3-B5F0-BFAF59DFB200}"/>
          </ac:spMkLst>
        </pc:spChg>
        <pc:spChg chg="mod">
          <ac:chgData name="Jacob Wyngaard" userId="6181fcd471e98458" providerId="LiveId" clId="{788BA123-62C9-4DDC-86E5-A6BCA4600216}" dt="2026-03-18T02:53:07.489" v="6813" actId="1076"/>
          <ac:spMkLst>
            <pc:docMk/>
            <pc:sldMk cId="3929007621" sldId="396"/>
            <ac:spMk id="13" creationId="{9B438E95-E631-A7F8-8CBC-F97D2FA760B9}"/>
          </ac:spMkLst>
        </pc:spChg>
        <pc:spChg chg="mod">
          <ac:chgData name="Jacob Wyngaard" userId="6181fcd471e98458" providerId="LiveId" clId="{788BA123-62C9-4DDC-86E5-A6BCA4600216}" dt="2026-03-18T02:53:07.489" v="6813" actId="1076"/>
          <ac:spMkLst>
            <pc:docMk/>
            <pc:sldMk cId="3929007621" sldId="396"/>
            <ac:spMk id="17" creationId="{5C3D32B5-47C4-F540-915A-4E560FCC2C20}"/>
          </ac:spMkLst>
        </pc:spChg>
        <pc:spChg chg="mod">
          <ac:chgData name="Jacob Wyngaard" userId="6181fcd471e98458" providerId="LiveId" clId="{788BA123-62C9-4DDC-86E5-A6BCA4600216}" dt="2026-03-18T02:53:07.489" v="6813" actId="1076"/>
          <ac:spMkLst>
            <pc:docMk/>
            <pc:sldMk cId="3929007621" sldId="396"/>
            <ac:spMk id="19" creationId="{09E4D3ED-2F02-534E-59EA-49770859951F}"/>
          </ac:spMkLst>
        </pc:spChg>
        <pc:spChg chg="del">
          <ac:chgData name="Jacob Wyngaard" userId="6181fcd471e98458" providerId="LiveId" clId="{788BA123-62C9-4DDC-86E5-A6BCA4600216}" dt="2026-03-18T02:52:59.534" v="6812" actId="478"/>
          <ac:spMkLst>
            <pc:docMk/>
            <pc:sldMk cId="3929007621" sldId="396"/>
            <ac:spMk id="21" creationId="{0642AC1F-306F-BD20-994D-E83A6E0C0748}"/>
          </ac:spMkLst>
        </pc:spChg>
        <pc:spChg chg="mod">
          <ac:chgData name="Jacob Wyngaard" userId="6181fcd471e98458" providerId="LiveId" clId="{788BA123-62C9-4DDC-86E5-A6BCA4600216}" dt="2026-03-18T02:53:07.489" v="6813" actId="1076"/>
          <ac:spMkLst>
            <pc:docMk/>
            <pc:sldMk cId="3929007621" sldId="396"/>
            <ac:spMk id="26" creationId="{D4AA1D46-6917-E115-6501-CB1C9FFD24BF}"/>
          </ac:spMkLst>
        </pc:spChg>
        <pc:spChg chg="mod">
          <ac:chgData name="Jacob Wyngaard" userId="6181fcd471e98458" providerId="LiveId" clId="{788BA123-62C9-4DDC-86E5-A6BCA4600216}" dt="2026-03-18T02:53:07.489" v="6813" actId="1076"/>
          <ac:spMkLst>
            <pc:docMk/>
            <pc:sldMk cId="3929007621" sldId="396"/>
            <ac:spMk id="29" creationId="{29E0208E-DA2D-0A30-D62D-7D5CE0C6F54A}"/>
          </ac:spMkLst>
        </pc:spChg>
        <pc:spChg chg="mod">
          <ac:chgData name="Jacob Wyngaard" userId="6181fcd471e98458" providerId="LiveId" clId="{788BA123-62C9-4DDC-86E5-A6BCA4600216}" dt="2026-03-18T02:53:07.489" v="6813" actId="1076"/>
          <ac:spMkLst>
            <pc:docMk/>
            <pc:sldMk cId="3929007621" sldId="396"/>
            <ac:spMk id="31" creationId="{626FE301-36B7-181C-02AA-A31D194B6181}"/>
          </ac:spMkLst>
        </pc:spChg>
        <pc:spChg chg="del mod">
          <ac:chgData name="Jacob Wyngaard" userId="6181fcd471e98458" providerId="LiveId" clId="{788BA123-62C9-4DDC-86E5-A6BCA4600216}" dt="2026-03-18T02:56:23.367" v="6945" actId="478"/>
          <ac:spMkLst>
            <pc:docMk/>
            <pc:sldMk cId="3929007621" sldId="396"/>
            <ac:spMk id="32" creationId="{388EFB23-AE1F-BF47-DF48-B8AD16DF9C33}"/>
          </ac:spMkLst>
        </pc:spChg>
        <pc:spChg chg="del mod">
          <ac:chgData name="Jacob Wyngaard" userId="6181fcd471e98458" providerId="LiveId" clId="{788BA123-62C9-4DDC-86E5-A6BCA4600216}" dt="2026-03-18T02:56:30.175" v="6949" actId="478"/>
          <ac:spMkLst>
            <pc:docMk/>
            <pc:sldMk cId="3929007621" sldId="396"/>
            <ac:spMk id="33" creationId="{B22BF284-3CC6-09C4-5C82-A29480E8EE20}"/>
          </ac:spMkLst>
        </pc:spChg>
        <pc:spChg chg="del mod">
          <ac:chgData name="Jacob Wyngaard" userId="6181fcd471e98458" providerId="LiveId" clId="{788BA123-62C9-4DDC-86E5-A6BCA4600216}" dt="2026-03-18T02:55:47.619" v="6933" actId="478"/>
          <ac:spMkLst>
            <pc:docMk/>
            <pc:sldMk cId="3929007621" sldId="396"/>
            <ac:spMk id="34" creationId="{E2E5DA69-75A6-FCA6-3F22-A075B757D45E}"/>
          </ac:spMkLst>
        </pc:spChg>
        <pc:spChg chg="del mod">
          <ac:chgData name="Jacob Wyngaard" userId="6181fcd471e98458" providerId="LiveId" clId="{788BA123-62C9-4DDC-86E5-A6BCA4600216}" dt="2026-03-18T02:55:48.422" v="6934" actId="478"/>
          <ac:spMkLst>
            <pc:docMk/>
            <pc:sldMk cId="3929007621" sldId="396"/>
            <ac:spMk id="35" creationId="{54E03663-BD91-AA01-197B-5A12268FEFDD}"/>
          </ac:spMkLst>
        </pc:spChg>
      </pc:sldChg>
      <pc:sldChg chg="add del">
        <pc:chgData name="Jacob Wyngaard" userId="6181fcd471e98458" providerId="LiveId" clId="{788BA123-62C9-4DDC-86E5-A6BCA4600216}" dt="2026-03-18T03:23:29.533" v="7360" actId="47"/>
        <pc:sldMkLst>
          <pc:docMk/>
          <pc:sldMk cId="962744615" sldId="397"/>
        </pc:sldMkLst>
      </pc:sldChg>
      <pc:sldChg chg="add del">
        <pc:chgData name="Jacob Wyngaard" userId="6181fcd471e98458" providerId="LiveId" clId="{788BA123-62C9-4DDC-86E5-A6BCA4600216}" dt="2026-03-18T03:21:01.481" v="7211" actId="47"/>
        <pc:sldMkLst>
          <pc:docMk/>
          <pc:sldMk cId="1428313630" sldId="398"/>
        </pc:sldMkLst>
      </pc:sldChg>
      <pc:sldChg chg="addSp modSp add mod">
        <pc:chgData name="Jacob Wyngaard" userId="6181fcd471e98458" providerId="LiveId" clId="{788BA123-62C9-4DDC-86E5-A6BCA4600216}" dt="2026-03-18T03:23:09.581" v="7359" actId="207"/>
        <pc:sldMkLst>
          <pc:docMk/>
          <pc:sldMk cId="943491800" sldId="399"/>
        </pc:sldMkLst>
        <pc:spChg chg="add mod">
          <ac:chgData name="Jacob Wyngaard" userId="6181fcd471e98458" providerId="LiveId" clId="{788BA123-62C9-4DDC-86E5-A6BCA4600216}" dt="2026-03-18T03:23:09.581" v="7359" actId="207"/>
          <ac:spMkLst>
            <pc:docMk/>
            <pc:sldMk cId="943491800" sldId="399"/>
            <ac:spMk id="4" creationId="{08174D33-C831-F122-115A-BD84BDA4AB51}"/>
          </ac:spMkLst>
        </pc:spChg>
      </pc:sldChg>
      <pc:sldChg chg="addSp delSp modSp add mod ord">
        <pc:chgData name="Jacob Wyngaard" userId="6181fcd471e98458" providerId="LiveId" clId="{788BA123-62C9-4DDC-86E5-A6BCA4600216}" dt="2026-03-18T03:33:54.387" v="7564" actId="1076"/>
        <pc:sldMkLst>
          <pc:docMk/>
          <pc:sldMk cId="407131855" sldId="400"/>
        </pc:sldMkLst>
        <pc:spChg chg="del">
          <ac:chgData name="Jacob Wyngaard" userId="6181fcd471e98458" providerId="LiveId" clId="{788BA123-62C9-4DDC-86E5-A6BCA4600216}" dt="2026-03-18T03:26:41.998" v="7367" actId="478"/>
          <ac:spMkLst>
            <pc:docMk/>
            <pc:sldMk cId="407131855" sldId="400"/>
            <ac:spMk id="2" creationId="{95302416-948C-AD22-645E-68BB715EE5C3}"/>
          </ac:spMkLst>
        </pc:spChg>
        <pc:spChg chg="del">
          <ac:chgData name="Jacob Wyngaard" userId="6181fcd471e98458" providerId="LiveId" clId="{788BA123-62C9-4DDC-86E5-A6BCA4600216}" dt="2026-03-18T03:26:43.673" v="7368" actId="478"/>
          <ac:spMkLst>
            <pc:docMk/>
            <pc:sldMk cId="407131855" sldId="400"/>
            <ac:spMk id="3" creationId="{6C3BAF84-18AE-D758-2972-5EB221F6A32C}"/>
          </ac:spMkLst>
        </pc:spChg>
        <pc:spChg chg="del">
          <ac:chgData name="Jacob Wyngaard" userId="6181fcd471e98458" providerId="LiveId" clId="{788BA123-62C9-4DDC-86E5-A6BCA4600216}" dt="2026-03-18T03:26:40.092" v="7365" actId="478"/>
          <ac:spMkLst>
            <pc:docMk/>
            <pc:sldMk cId="407131855" sldId="400"/>
            <ac:spMk id="5" creationId="{8929184E-3D8A-5882-D4EC-258A1453D762}"/>
          </ac:spMkLst>
        </pc:spChg>
        <pc:spChg chg="mod">
          <ac:chgData name="Jacob Wyngaard" userId="6181fcd471e98458" providerId="LiveId" clId="{788BA123-62C9-4DDC-86E5-A6BCA4600216}" dt="2026-03-18T03:32:29.802" v="7538" actId="1076"/>
          <ac:spMkLst>
            <pc:docMk/>
            <pc:sldMk cId="407131855" sldId="400"/>
            <ac:spMk id="7" creationId="{8F1292FB-C39F-3606-1DB2-349B36083552}"/>
          </ac:spMkLst>
        </pc:spChg>
        <pc:spChg chg="mod">
          <ac:chgData name="Jacob Wyngaard" userId="6181fcd471e98458" providerId="LiveId" clId="{788BA123-62C9-4DDC-86E5-A6BCA4600216}" dt="2026-03-18T03:32:36.178" v="7541" actId="14100"/>
          <ac:spMkLst>
            <pc:docMk/>
            <pc:sldMk cId="407131855" sldId="400"/>
            <ac:spMk id="10" creationId="{8EF171F5-2228-AAB8-C8E0-5CFDC3702832}"/>
          </ac:spMkLst>
        </pc:spChg>
        <pc:spChg chg="mod">
          <ac:chgData name="Jacob Wyngaard" userId="6181fcd471e98458" providerId="LiveId" clId="{788BA123-62C9-4DDC-86E5-A6BCA4600216}" dt="2026-03-18T03:32:43.770" v="7543" actId="14100"/>
          <ac:spMkLst>
            <pc:docMk/>
            <pc:sldMk cId="407131855" sldId="400"/>
            <ac:spMk id="11" creationId="{2905DEAC-89B6-20EF-AE3C-4B07D37462CF}"/>
          </ac:spMkLst>
        </pc:spChg>
        <pc:spChg chg="mod">
          <ac:chgData name="Jacob Wyngaard" userId="6181fcd471e98458" providerId="LiveId" clId="{788BA123-62C9-4DDC-86E5-A6BCA4600216}" dt="2026-03-18T03:32:32.099" v="7539" actId="1076"/>
          <ac:spMkLst>
            <pc:docMk/>
            <pc:sldMk cId="407131855" sldId="400"/>
            <ac:spMk id="12" creationId="{39B81EE1-5D8A-93D8-569D-9A8C092A0EFF}"/>
          </ac:spMkLst>
        </pc:spChg>
        <pc:spChg chg="mod">
          <ac:chgData name="Jacob Wyngaard" userId="6181fcd471e98458" providerId="LiveId" clId="{788BA123-62C9-4DDC-86E5-A6BCA4600216}" dt="2026-03-18T03:32:20.377" v="7534" actId="14100"/>
          <ac:spMkLst>
            <pc:docMk/>
            <pc:sldMk cId="407131855" sldId="400"/>
            <ac:spMk id="13" creationId="{EBC944BA-C697-42D9-60F5-AF8587B73289}"/>
          </ac:spMkLst>
        </pc:spChg>
        <pc:spChg chg="mod">
          <ac:chgData name="Jacob Wyngaard" userId="6181fcd471e98458" providerId="LiveId" clId="{788BA123-62C9-4DDC-86E5-A6BCA4600216}" dt="2026-03-18T03:32:20.377" v="7534" actId="14100"/>
          <ac:spMkLst>
            <pc:docMk/>
            <pc:sldMk cId="407131855" sldId="400"/>
            <ac:spMk id="14" creationId="{B62244AA-61C1-4E5E-A5D9-179FCA3B63B6}"/>
          </ac:spMkLst>
        </pc:spChg>
        <pc:spChg chg="del">
          <ac:chgData name="Jacob Wyngaard" userId="6181fcd471e98458" providerId="LiveId" clId="{788BA123-62C9-4DDC-86E5-A6BCA4600216}" dt="2026-03-18T03:26:41.128" v="7366" actId="478"/>
          <ac:spMkLst>
            <pc:docMk/>
            <pc:sldMk cId="407131855" sldId="400"/>
            <ac:spMk id="16" creationId="{D90A2C42-63BE-BBC9-8B72-935A548915CD}"/>
          </ac:spMkLst>
        </pc:spChg>
        <pc:spChg chg="add mod">
          <ac:chgData name="Jacob Wyngaard" userId="6181fcd471e98458" providerId="LiveId" clId="{788BA123-62C9-4DDC-86E5-A6BCA4600216}" dt="2026-03-18T03:33:42.852" v="7562" actId="1076"/>
          <ac:spMkLst>
            <pc:docMk/>
            <pc:sldMk cId="407131855" sldId="400"/>
            <ac:spMk id="17" creationId="{90EE4480-5868-9F85-32AA-965010F990A8}"/>
          </ac:spMkLst>
        </pc:spChg>
        <pc:spChg chg="add mod">
          <ac:chgData name="Jacob Wyngaard" userId="6181fcd471e98458" providerId="LiveId" clId="{788BA123-62C9-4DDC-86E5-A6BCA4600216}" dt="2026-03-18T03:33:54.387" v="7564" actId="1076"/>
          <ac:spMkLst>
            <pc:docMk/>
            <pc:sldMk cId="407131855" sldId="400"/>
            <ac:spMk id="18" creationId="{F1A6CE06-5C81-DFBE-F258-F2E92412C952}"/>
          </ac:spMkLst>
        </pc:spChg>
        <pc:spChg chg="add mod">
          <ac:chgData name="Jacob Wyngaard" userId="6181fcd471e98458" providerId="LiveId" clId="{788BA123-62C9-4DDC-86E5-A6BCA4600216}" dt="2026-03-18T03:33:47.523" v="7563" actId="1076"/>
          <ac:spMkLst>
            <pc:docMk/>
            <pc:sldMk cId="407131855" sldId="400"/>
            <ac:spMk id="19" creationId="{51C12B83-4114-E954-CC4F-2F20020BD82F}"/>
          </ac:spMkLst>
        </pc:spChg>
        <pc:picChg chg="add mod">
          <ac:chgData name="Jacob Wyngaard" userId="6181fcd471e98458" providerId="LiveId" clId="{788BA123-62C9-4DDC-86E5-A6BCA4600216}" dt="2026-03-18T03:32:52.035" v="7548" actId="1076"/>
          <ac:picMkLst>
            <pc:docMk/>
            <pc:sldMk cId="407131855" sldId="400"/>
            <ac:picMk id="15" creationId="{364B2166-3A8E-4629-E040-5D5C2FD36FC1}"/>
          </ac:picMkLst>
        </pc:picChg>
      </pc:sldChg>
      <pc:sldChg chg="add del">
        <pc:chgData name="Jacob Wyngaard" userId="6181fcd471e98458" providerId="LiveId" clId="{788BA123-62C9-4DDC-86E5-A6BCA4600216}" dt="2026-03-18T03:33:59.787" v="7565" actId="47"/>
        <pc:sldMkLst>
          <pc:docMk/>
          <pc:sldMk cId="2062592349" sldId="401"/>
        </pc:sldMkLst>
      </pc:sldChg>
      <pc:sldChg chg="addSp delSp modSp add mod">
        <pc:chgData name="Jacob Wyngaard" userId="6181fcd471e98458" providerId="LiveId" clId="{788BA123-62C9-4DDC-86E5-A6BCA4600216}" dt="2026-03-18T03:36:33.645" v="7677" actId="20577"/>
        <pc:sldMkLst>
          <pc:docMk/>
          <pc:sldMk cId="3292806520" sldId="401"/>
        </pc:sldMkLst>
        <pc:spChg chg="add mod">
          <ac:chgData name="Jacob Wyngaard" userId="6181fcd471e98458" providerId="LiveId" clId="{788BA123-62C9-4DDC-86E5-A6BCA4600216}" dt="2026-03-18T03:36:30.886" v="7675" actId="20577"/>
          <ac:spMkLst>
            <pc:docMk/>
            <pc:sldMk cId="3292806520" sldId="401"/>
            <ac:spMk id="3" creationId="{16AEE98F-2AF3-8BBD-AC73-61CCD4F1663A}"/>
          </ac:spMkLst>
        </pc:spChg>
        <pc:spChg chg="add mod">
          <ac:chgData name="Jacob Wyngaard" userId="6181fcd471e98458" providerId="LiveId" clId="{788BA123-62C9-4DDC-86E5-A6BCA4600216}" dt="2026-03-18T03:36:33.645" v="7677" actId="20577"/>
          <ac:spMkLst>
            <pc:docMk/>
            <pc:sldMk cId="3292806520" sldId="401"/>
            <ac:spMk id="4" creationId="{455F329B-49D6-6155-6E6A-DBF85F5DA0FA}"/>
          </ac:spMkLst>
        </pc:spChg>
        <pc:spChg chg="add mod">
          <ac:chgData name="Jacob Wyngaard" userId="6181fcd471e98458" providerId="LiveId" clId="{788BA123-62C9-4DDC-86E5-A6BCA4600216}" dt="2026-03-18T03:36:32.518" v="7676" actId="20577"/>
          <ac:spMkLst>
            <pc:docMk/>
            <pc:sldMk cId="3292806520" sldId="401"/>
            <ac:spMk id="5" creationId="{262A1620-A7D7-AFC0-4F34-B47186CEF3DF}"/>
          </ac:spMkLst>
        </pc:spChg>
        <pc:spChg chg="del">
          <ac:chgData name="Jacob Wyngaard" userId="6181fcd471e98458" providerId="LiveId" clId="{788BA123-62C9-4DDC-86E5-A6BCA4600216}" dt="2026-03-18T03:35:00.621" v="7664" actId="478"/>
          <ac:spMkLst>
            <pc:docMk/>
            <pc:sldMk cId="3292806520" sldId="401"/>
            <ac:spMk id="7" creationId="{E40E1ADB-FBE5-6B62-4B86-8637183C280A}"/>
          </ac:spMkLst>
        </pc:spChg>
        <pc:spChg chg="mod">
          <ac:chgData name="Jacob Wyngaard" userId="6181fcd471e98458" providerId="LiveId" clId="{788BA123-62C9-4DDC-86E5-A6BCA4600216}" dt="2026-03-18T03:34:41.237" v="7660" actId="20577"/>
          <ac:spMkLst>
            <pc:docMk/>
            <pc:sldMk cId="3292806520" sldId="401"/>
            <ac:spMk id="9" creationId="{107D297F-3B1F-84BF-9B7F-248037841570}"/>
          </ac:spMkLst>
        </pc:spChg>
        <pc:spChg chg="del">
          <ac:chgData name="Jacob Wyngaard" userId="6181fcd471e98458" providerId="LiveId" clId="{788BA123-62C9-4DDC-86E5-A6BCA4600216}" dt="2026-03-18T03:35:02.169" v="7665" actId="478"/>
          <ac:spMkLst>
            <pc:docMk/>
            <pc:sldMk cId="3292806520" sldId="401"/>
            <ac:spMk id="10" creationId="{121E8F1A-D8E1-372A-5E16-ED9413ECB64E}"/>
          </ac:spMkLst>
        </pc:spChg>
        <pc:spChg chg="del">
          <ac:chgData name="Jacob Wyngaard" userId="6181fcd471e98458" providerId="LiveId" clId="{788BA123-62C9-4DDC-86E5-A6BCA4600216}" dt="2026-03-18T03:35:03.557" v="7666" actId="478"/>
          <ac:spMkLst>
            <pc:docMk/>
            <pc:sldMk cId="3292806520" sldId="401"/>
            <ac:spMk id="11" creationId="{CE820479-FB3D-4394-20A6-50178BCB5154}"/>
          </ac:spMkLst>
        </pc:spChg>
        <pc:spChg chg="del">
          <ac:chgData name="Jacob Wyngaard" userId="6181fcd471e98458" providerId="LiveId" clId="{788BA123-62C9-4DDC-86E5-A6BCA4600216}" dt="2026-03-18T03:34:59.862" v="7663" actId="478"/>
          <ac:spMkLst>
            <pc:docMk/>
            <pc:sldMk cId="3292806520" sldId="401"/>
            <ac:spMk id="12" creationId="{3AC86BE1-AD75-057F-10FE-6AC6A98BF479}"/>
          </ac:spMkLst>
        </pc:spChg>
        <pc:spChg chg="del">
          <ac:chgData name="Jacob Wyngaard" userId="6181fcd471e98458" providerId="LiveId" clId="{788BA123-62C9-4DDC-86E5-A6BCA4600216}" dt="2026-03-18T03:34:59.137" v="7662" actId="478"/>
          <ac:spMkLst>
            <pc:docMk/>
            <pc:sldMk cId="3292806520" sldId="401"/>
            <ac:spMk id="13" creationId="{2D7B0CFA-1717-1436-94F9-F895A864E53E}"/>
          </ac:spMkLst>
        </pc:spChg>
        <pc:spChg chg="del">
          <ac:chgData name="Jacob Wyngaard" userId="6181fcd471e98458" providerId="LiveId" clId="{788BA123-62C9-4DDC-86E5-A6BCA4600216}" dt="2026-03-18T03:34:57.990" v="7661" actId="478"/>
          <ac:spMkLst>
            <pc:docMk/>
            <pc:sldMk cId="3292806520" sldId="401"/>
            <ac:spMk id="14" creationId="{3D7AA395-B72F-19F2-E520-9B8BAD68C15F}"/>
          </ac:spMkLst>
        </pc:spChg>
        <pc:spChg chg="mod">
          <ac:chgData name="Jacob Wyngaard" userId="6181fcd471e98458" providerId="LiveId" clId="{788BA123-62C9-4DDC-86E5-A6BCA4600216}" dt="2026-03-18T03:35:53.468" v="7673" actId="1076"/>
          <ac:spMkLst>
            <pc:docMk/>
            <pc:sldMk cId="3292806520" sldId="401"/>
            <ac:spMk id="17" creationId="{DC0F502F-9FC2-F2A3-AE45-228A09B69F95}"/>
          </ac:spMkLst>
        </pc:spChg>
        <pc:spChg chg="mod">
          <ac:chgData name="Jacob Wyngaard" userId="6181fcd471e98458" providerId="LiveId" clId="{788BA123-62C9-4DDC-86E5-A6BCA4600216}" dt="2026-03-18T03:35:53.468" v="7673" actId="1076"/>
          <ac:spMkLst>
            <pc:docMk/>
            <pc:sldMk cId="3292806520" sldId="401"/>
            <ac:spMk id="18" creationId="{625A504B-4685-8C3B-D092-C0905976D4CE}"/>
          </ac:spMkLst>
        </pc:spChg>
        <pc:spChg chg="mod">
          <ac:chgData name="Jacob Wyngaard" userId="6181fcd471e98458" providerId="LiveId" clId="{788BA123-62C9-4DDC-86E5-A6BCA4600216}" dt="2026-03-18T03:35:53.468" v="7673" actId="1076"/>
          <ac:spMkLst>
            <pc:docMk/>
            <pc:sldMk cId="3292806520" sldId="401"/>
            <ac:spMk id="19" creationId="{27977F92-5A97-04B9-D17F-1224989FADDF}"/>
          </ac:spMkLst>
        </pc:spChg>
        <pc:picChg chg="add mod">
          <ac:chgData name="Jacob Wyngaard" userId="6181fcd471e98458" providerId="LiveId" clId="{788BA123-62C9-4DDC-86E5-A6BCA4600216}" dt="2026-03-18T03:36:24.232" v="7674" actId="14826"/>
          <ac:picMkLst>
            <pc:docMk/>
            <pc:sldMk cId="3292806520" sldId="401"/>
            <ac:picMk id="2" creationId="{97177CB3-4C13-BBE4-CB4A-5008C55B65FE}"/>
          </ac:picMkLst>
        </pc:picChg>
        <pc:picChg chg="mod">
          <ac:chgData name="Jacob Wyngaard" userId="6181fcd471e98458" providerId="LiveId" clId="{788BA123-62C9-4DDC-86E5-A6BCA4600216}" dt="2026-03-18T03:35:53.468" v="7673" actId="1076"/>
          <ac:picMkLst>
            <pc:docMk/>
            <pc:sldMk cId="3292806520" sldId="401"/>
            <ac:picMk id="15" creationId="{2F97575B-63F4-0698-FA58-BACCB44026C5}"/>
          </ac:picMkLst>
        </pc:picChg>
      </pc:sldChg>
      <pc:sldChg chg="addSp delSp modSp add mod">
        <pc:chgData name="Jacob Wyngaard" userId="6181fcd471e98458" providerId="LiveId" clId="{788BA123-62C9-4DDC-86E5-A6BCA4600216}" dt="2026-03-18T03:48:36.532" v="7723" actId="1076"/>
        <pc:sldMkLst>
          <pc:docMk/>
          <pc:sldMk cId="1144331095" sldId="402"/>
        </pc:sldMkLst>
        <pc:spChg chg="del">
          <ac:chgData name="Jacob Wyngaard" userId="6181fcd471e98458" providerId="LiveId" clId="{788BA123-62C9-4DDC-86E5-A6BCA4600216}" dt="2026-03-18T03:40:31.518" v="7680" actId="478"/>
          <ac:spMkLst>
            <pc:docMk/>
            <pc:sldMk cId="1144331095" sldId="402"/>
            <ac:spMk id="3" creationId="{C770E4D3-AF2D-1690-62EB-B34F633C0675}"/>
          </ac:spMkLst>
        </pc:spChg>
        <pc:spChg chg="del">
          <ac:chgData name="Jacob Wyngaard" userId="6181fcd471e98458" providerId="LiveId" clId="{788BA123-62C9-4DDC-86E5-A6BCA4600216}" dt="2026-03-18T03:40:34.144" v="7682" actId="478"/>
          <ac:spMkLst>
            <pc:docMk/>
            <pc:sldMk cId="1144331095" sldId="402"/>
            <ac:spMk id="4" creationId="{618772EA-E7AA-25C7-C6E3-D903376CBBBB}"/>
          </ac:spMkLst>
        </pc:spChg>
        <pc:spChg chg="del">
          <ac:chgData name="Jacob Wyngaard" userId="6181fcd471e98458" providerId="LiveId" clId="{788BA123-62C9-4DDC-86E5-A6BCA4600216}" dt="2026-03-18T03:40:33.127" v="7681" actId="478"/>
          <ac:spMkLst>
            <pc:docMk/>
            <pc:sldMk cId="1144331095" sldId="402"/>
            <ac:spMk id="5" creationId="{B76AAB39-665B-D921-0FA6-25C4F5C3B81A}"/>
          </ac:spMkLst>
        </pc:spChg>
        <pc:spChg chg="add mod">
          <ac:chgData name="Jacob Wyngaard" userId="6181fcd471e98458" providerId="LiveId" clId="{788BA123-62C9-4DDC-86E5-A6BCA4600216}" dt="2026-03-18T03:46:40.784" v="7688" actId="20577"/>
          <ac:spMkLst>
            <pc:docMk/>
            <pc:sldMk cId="1144331095" sldId="402"/>
            <ac:spMk id="10" creationId="{8BACAC68-361B-768B-9046-761FD9766128}"/>
          </ac:spMkLst>
        </pc:spChg>
        <pc:spChg chg="add mod">
          <ac:chgData name="Jacob Wyngaard" userId="6181fcd471e98458" providerId="LiveId" clId="{788BA123-62C9-4DDC-86E5-A6BCA4600216}" dt="2026-03-18T03:46:44.816" v="7690" actId="20577"/>
          <ac:spMkLst>
            <pc:docMk/>
            <pc:sldMk cId="1144331095" sldId="402"/>
            <ac:spMk id="11" creationId="{0D98682D-0E01-1F30-A50B-00EF3177326A}"/>
          </ac:spMkLst>
        </pc:spChg>
        <pc:spChg chg="add mod">
          <ac:chgData name="Jacob Wyngaard" userId="6181fcd471e98458" providerId="LiveId" clId="{788BA123-62C9-4DDC-86E5-A6BCA4600216}" dt="2026-03-18T03:46:33.695" v="7687"/>
          <ac:spMkLst>
            <pc:docMk/>
            <pc:sldMk cId="1144331095" sldId="402"/>
            <ac:spMk id="12" creationId="{8FD16E4F-8B11-B1C2-877D-E122305C2185}"/>
          </ac:spMkLst>
        </pc:spChg>
        <pc:spChg chg="add mod">
          <ac:chgData name="Jacob Wyngaard" userId="6181fcd471e98458" providerId="LiveId" clId="{788BA123-62C9-4DDC-86E5-A6BCA4600216}" dt="2026-03-18T03:46:43.018" v="7689" actId="20577"/>
          <ac:spMkLst>
            <pc:docMk/>
            <pc:sldMk cId="1144331095" sldId="402"/>
            <ac:spMk id="13" creationId="{68E0FC09-87BD-D7DB-EE76-FC86BDE41106}"/>
          </ac:spMkLst>
        </pc:spChg>
        <pc:spChg chg="add mod">
          <ac:chgData name="Jacob Wyngaard" userId="6181fcd471e98458" providerId="LiveId" clId="{788BA123-62C9-4DDC-86E5-A6BCA4600216}" dt="2026-03-18T03:46:46.783" v="7691" actId="20577"/>
          <ac:spMkLst>
            <pc:docMk/>
            <pc:sldMk cId="1144331095" sldId="402"/>
            <ac:spMk id="14" creationId="{45C93512-319B-A623-7ADD-564819EC26FC}"/>
          </ac:spMkLst>
        </pc:spChg>
        <pc:spChg chg="add mod">
          <ac:chgData name="Jacob Wyngaard" userId="6181fcd471e98458" providerId="LiveId" clId="{788BA123-62C9-4DDC-86E5-A6BCA4600216}" dt="2026-03-18T03:46:49.119" v="7692" actId="20577"/>
          <ac:spMkLst>
            <pc:docMk/>
            <pc:sldMk cId="1144331095" sldId="402"/>
            <ac:spMk id="16" creationId="{6B109E7C-B850-826F-FF57-B478BBA7FECE}"/>
          </ac:spMkLst>
        </pc:spChg>
        <pc:spChg chg="del">
          <ac:chgData name="Jacob Wyngaard" userId="6181fcd471e98458" providerId="LiveId" clId="{788BA123-62C9-4DDC-86E5-A6BCA4600216}" dt="2026-03-18T03:40:35.878" v="7684" actId="478"/>
          <ac:spMkLst>
            <pc:docMk/>
            <pc:sldMk cId="1144331095" sldId="402"/>
            <ac:spMk id="17" creationId="{62ECE95B-1B52-D37E-69D4-472F8EA0C392}"/>
          </ac:spMkLst>
        </pc:spChg>
        <pc:spChg chg="del">
          <ac:chgData name="Jacob Wyngaard" userId="6181fcd471e98458" providerId="LiveId" clId="{788BA123-62C9-4DDC-86E5-A6BCA4600216}" dt="2026-03-18T03:40:38.106" v="7686" actId="478"/>
          <ac:spMkLst>
            <pc:docMk/>
            <pc:sldMk cId="1144331095" sldId="402"/>
            <ac:spMk id="18" creationId="{48C556CB-0AC0-136F-7579-3F716C42CC20}"/>
          </ac:spMkLst>
        </pc:spChg>
        <pc:spChg chg="del">
          <ac:chgData name="Jacob Wyngaard" userId="6181fcd471e98458" providerId="LiveId" clId="{788BA123-62C9-4DDC-86E5-A6BCA4600216}" dt="2026-03-18T03:40:36.602" v="7685" actId="478"/>
          <ac:spMkLst>
            <pc:docMk/>
            <pc:sldMk cId="1144331095" sldId="402"/>
            <ac:spMk id="19" creationId="{EF02E63C-AF01-1BF8-BB9D-28963B44BA7B}"/>
          </ac:spMkLst>
        </pc:spChg>
        <pc:spChg chg="add mod">
          <ac:chgData name="Jacob Wyngaard" userId="6181fcd471e98458" providerId="LiveId" clId="{788BA123-62C9-4DDC-86E5-A6BCA4600216}" dt="2026-03-18T03:47:12.842" v="7700" actId="20577"/>
          <ac:spMkLst>
            <pc:docMk/>
            <pc:sldMk cId="1144331095" sldId="402"/>
            <ac:spMk id="20" creationId="{EF64B032-C39D-FAF6-6591-7F0C70672F71}"/>
          </ac:spMkLst>
        </pc:spChg>
        <pc:spChg chg="add mod">
          <ac:chgData name="Jacob Wyngaard" userId="6181fcd471e98458" providerId="LiveId" clId="{788BA123-62C9-4DDC-86E5-A6BCA4600216}" dt="2026-03-18T03:47:35.453" v="7718" actId="1076"/>
          <ac:spMkLst>
            <pc:docMk/>
            <pc:sldMk cId="1144331095" sldId="402"/>
            <ac:spMk id="21" creationId="{E99A1579-C510-9C8A-2521-A08E93B11858}"/>
          </ac:spMkLst>
        </pc:spChg>
        <pc:spChg chg="add mod">
          <ac:chgData name="Jacob Wyngaard" userId="6181fcd471e98458" providerId="LiveId" clId="{788BA123-62C9-4DDC-86E5-A6BCA4600216}" dt="2026-03-18T03:47:17.221" v="7703" actId="20577"/>
          <ac:spMkLst>
            <pc:docMk/>
            <pc:sldMk cId="1144331095" sldId="402"/>
            <ac:spMk id="22" creationId="{B65643EF-26C4-0FD2-32D1-49D949FC14A4}"/>
          </ac:spMkLst>
        </pc:spChg>
        <pc:picChg chg="del">
          <ac:chgData name="Jacob Wyngaard" userId="6181fcd471e98458" providerId="LiveId" clId="{788BA123-62C9-4DDC-86E5-A6BCA4600216}" dt="2026-03-18T03:40:27.566" v="7679" actId="478"/>
          <ac:picMkLst>
            <pc:docMk/>
            <pc:sldMk cId="1144331095" sldId="402"/>
            <ac:picMk id="2" creationId="{5B26D72F-421E-0266-8438-A4998AA025D4}"/>
          </ac:picMkLst>
        </pc:picChg>
        <pc:picChg chg="add mod">
          <ac:chgData name="Jacob Wyngaard" userId="6181fcd471e98458" providerId="LiveId" clId="{788BA123-62C9-4DDC-86E5-A6BCA4600216}" dt="2026-03-18T03:46:33.695" v="7687"/>
          <ac:picMkLst>
            <pc:docMk/>
            <pc:sldMk cId="1144331095" sldId="402"/>
            <ac:picMk id="7" creationId="{59DE9EE9-E9AB-3515-DBFC-007DCA0979AB}"/>
          </ac:picMkLst>
        </pc:picChg>
        <pc:picChg chg="del">
          <ac:chgData name="Jacob Wyngaard" userId="6181fcd471e98458" providerId="LiveId" clId="{788BA123-62C9-4DDC-86E5-A6BCA4600216}" dt="2026-03-18T03:40:34.604" v="7683" actId="478"/>
          <ac:picMkLst>
            <pc:docMk/>
            <pc:sldMk cId="1144331095" sldId="402"/>
            <ac:picMk id="15" creationId="{66AF53E6-8D25-CDE2-8AEA-1AED83385CC4}"/>
          </ac:picMkLst>
        </pc:picChg>
        <pc:picChg chg="add mod">
          <ac:chgData name="Jacob Wyngaard" userId="6181fcd471e98458" providerId="LiveId" clId="{788BA123-62C9-4DDC-86E5-A6BCA4600216}" dt="2026-03-18T03:48:36.532" v="7723" actId="1076"/>
          <ac:picMkLst>
            <pc:docMk/>
            <pc:sldMk cId="1144331095" sldId="402"/>
            <ac:picMk id="24" creationId="{0FB11FCE-2B51-8AB7-FDD5-052502867C95}"/>
          </ac:picMkLst>
        </pc:picChg>
      </pc:sldChg>
      <pc:sldChg chg="modSp add del">
        <pc:chgData name="Jacob Wyngaard" userId="6181fcd471e98458" providerId="LiveId" clId="{788BA123-62C9-4DDC-86E5-A6BCA4600216}" dt="2026-03-18T03:49:32.319" v="7729" actId="47"/>
        <pc:sldMkLst>
          <pc:docMk/>
          <pc:sldMk cId="1613425911" sldId="403"/>
        </pc:sldMkLst>
        <pc:spChg chg="mod">
          <ac:chgData name="Jacob Wyngaard" userId="6181fcd471e98458" providerId="LiveId" clId="{788BA123-62C9-4DDC-86E5-A6BCA4600216}" dt="2026-03-18T03:48:48.912" v="7725" actId="16959"/>
          <ac:spMkLst>
            <pc:docMk/>
            <pc:sldMk cId="1613425911" sldId="403"/>
            <ac:spMk id="20" creationId="{54008BCA-9679-1C3B-F3A4-A42C9C0D5B6E}"/>
          </ac:spMkLst>
        </pc:spChg>
        <pc:spChg chg="mod">
          <ac:chgData name="Jacob Wyngaard" userId="6181fcd471e98458" providerId="LiveId" clId="{788BA123-62C9-4DDC-86E5-A6BCA4600216}" dt="2026-03-18T03:48:53.464" v="7727" actId="16959"/>
          <ac:spMkLst>
            <pc:docMk/>
            <pc:sldMk cId="1613425911" sldId="403"/>
            <ac:spMk id="21" creationId="{8FA7237E-B923-21C9-D8BB-827D7349A649}"/>
          </ac:spMkLst>
        </pc:spChg>
        <pc:spChg chg="mod">
          <ac:chgData name="Jacob Wyngaard" userId="6181fcd471e98458" providerId="LiveId" clId="{788BA123-62C9-4DDC-86E5-A6BCA4600216}" dt="2026-03-18T03:48:51.146" v="7726" actId="16959"/>
          <ac:spMkLst>
            <pc:docMk/>
            <pc:sldMk cId="1613425911" sldId="403"/>
            <ac:spMk id="22" creationId="{DD7A6BB8-3FA8-CDA4-8076-70FF8B9B3B81}"/>
          </ac:spMkLst>
        </pc:spChg>
      </pc:sldChg>
      <pc:sldChg chg="addSp modSp add mod">
        <pc:chgData name="Jacob Wyngaard" userId="6181fcd471e98458" providerId="LiveId" clId="{788BA123-62C9-4DDC-86E5-A6BCA4600216}" dt="2026-03-18T03:51:50.389" v="7816" actId="1076"/>
        <pc:sldMkLst>
          <pc:docMk/>
          <pc:sldMk cId="1944118352" sldId="404"/>
        </pc:sldMkLst>
        <pc:spChg chg="add mod">
          <ac:chgData name="Jacob Wyngaard" userId="6181fcd471e98458" providerId="LiveId" clId="{788BA123-62C9-4DDC-86E5-A6BCA4600216}" dt="2026-03-18T03:51:50.389" v="7816" actId="1076"/>
          <ac:spMkLst>
            <pc:docMk/>
            <pc:sldMk cId="1944118352" sldId="404"/>
            <ac:spMk id="2" creationId="{E4E4EC46-9F96-B09E-C5AA-F3A42F934A35}"/>
          </ac:spMkLst>
        </pc:spChg>
        <pc:spChg chg="mod">
          <ac:chgData name="Jacob Wyngaard" userId="6181fcd471e98458" providerId="LiveId" clId="{788BA123-62C9-4DDC-86E5-A6BCA4600216}" dt="2026-03-18T03:49:34.741" v="7730" actId="20577"/>
          <ac:spMkLst>
            <pc:docMk/>
            <pc:sldMk cId="1944118352" sldId="404"/>
            <ac:spMk id="20" creationId="{E530DE25-DFCA-F107-B077-03504576E530}"/>
          </ac:spMkLst>
        </pc:spChg>
        <pc:spChg chg="mod">
          <ac:chgData name="Jacob Wyngaard" userId="6181fcd471e98458" providerId="LiveId" clId="{788BA123-62C9-4DDC-86E5-A6BCA4600216}" dt="2026-03-18T03:49:36.679" v="7732" actId="20577"/>
          <ac:spMkLst>
            <pc:docMk/>
            <pc:sldMk cId="1944118352" sldId="404"/>
            <ac:spMk id="21" creationId="{0514575A-C91D-67F6-6A77-6CAE2849A771}"/>
          </ac:spMkLst>
        </pc:spChg>
        <pc:spChg chg="mod">
          <ac:chgData name="Jacob Wyngaard" userId="6181fcd471e98458" providerId="LiveId" clId="{788BA123-62C9-4DDC-86E5-A6BCA4600216}" dt="2026-03-18T03:49:35.920" v="7731" actId="20577"/>
          <ac:spMkLst>
            <pc:docMk/>
            <pc:sldMk cId="1944118352" sldId="404"/>
            <ac:spMk id="22" creationId="{10F01561-C626-1023-D432-2D901EE8EB6D}"/>
          </ac:spMkLst>
        </pc:spChg>
        <pc:picChg chg="mod">
          <ac:chgData name="Jacob Wyngaard" userId="6181fcd471e98458" providerId="LiveId" clId="{788BA123-62C9-4DDC-86E5-A6BCA4600216}" dt="2026-03-18T03:50:26.167" v="7733" actId="14826"/>
          <ac:picMkLst>
            <pc:docMk/>
            <pc:sldMk cId="1944118352" sldId="404"/>
            <ac:picMk id="24" creationId="{AB43BEE1-9ABD-C91D-CFE8-EA10F32F5D03}"/>
          </ac:picMkLst>
        </pc:picChg>
      </pc:sldChg>
      <pc:sldChg chg="addSp delSp modSp add mod">
        <pc:chgData name="Jacob Wyngaard" userId="6181fcd471e98458" providerId="LiveId" clId="{788BA123-62C9-4DDC-86E5-A6BCA4600216}" dt="2026-03-18T04:07:08.270" v="8065" actId="1076"/>
        <pc:sldMkLst>
          <pc:docMk/>
          <pc:sldMk cId="1461371969" sldId="405"/>
        </pc:sldMkLst>
        <pc:spChg chg="mod">
          <ac:chgData name="Jacob Wyngaard" userId="6181fcd471e98458" providerId="LiveId" clId="{788BA123-62C9-4DDC-86E5-A6BCA4600216}" dt="2026-03-18T03:56:40.786" v="7881" actId="20577"/>
          <ac:spMkLst>
            <pc:docMk/>
            <pc:sldMk cId="1461371969" sldId="405"/>
            <ac:spMk id="3" creationId="{ABA8145A-B2D6-3563-CF86-1DF1F4B38826}"/>
          </ac:spMkLst>
        </pc:spChg>
        <pc:spChg chg="del">
          <ac:chgData name="Jacob Wyngaard" userId="6181fcd471e98458" providerId="LiveId" clId="{788BA123-62C9-4DDC-86E5-A6BCA4600216}" dt="2026-03-18T03:56:30.550" v="7850" actId="478"/>
          <ac:spMkLst>
            <pc:docMk/>
            <pc:sldMk cId="1461371969" sldId="405"/>
            <ac:spMk id="4" creationId="{73F78BFB-0A6C-A3D0-F741-D562F9EB45B8}"/>
          </ac:spMkLst>
        </pc:spChg>
        <pc:spChg chg="del">
          <ac:chgData name="Jacob Wyngaard" userId="6181fcd471e98458" providerId="LiveId" clId="{788BA123-62C9-4DDC-86E5-A6BCA4600216}" dt="2026-03-18T03:52:18.275" v="7820" actId="478"/>
          <ac:spMkLst>
            <pc:docMk/>
            <pc:sldMk cId="1461371969" sldId="405"/>
            <ac:spMk id="5" creationId="{B2BE59E8-6B5B-6B61-D54B-8B7BB6AC8F51}"/>
          </ac:spMkLst>
        </pc:spChg>
        <pc:spChg chg="del">
          <ac:chgData name="Jacob Wyngaard" userId="6181fcd471e98458" providerId="LiveId" clId="{788BA123-62C9-4DDC-86E5-A6BCA4600216}" dt="2026-03-18T03:52:16.409" v="7819" actId="478"/>
          <ac:spMkLst>
            <pc:docMk/>
            <pc:sldMk cId="1461371969" sldId="405"/>
            <ac:spMk id="7" creationId="{8824ECB9-67C6-ACDE-21D2-01EFC2E57315}"/>
          </ac:spMkLst>
        </pc:spChg>
        <pc:spChg chg="add mod">
          <ac:chgData name="Jacob Wyngaard" userId="6181fcd471e98458" providerId="LiveId" clId="{788BA123-62C9-4DDC-86E5-A6BCA4600216}" dt="2026-03-18T03:53:10.712" v="7825"/>
          <ac:spMkLst>
            <pc:docMk/>
            <pc:sldMk cId="1461371969" sldId="405"/>
            <ac:spMk id="10" creationId="{0C9EC0C5-6AA9-D771-594A-ADA41CA323B1}"/>
          </ac:spMkLst>
        </pc:spChg>
        <pc:spChg chg="add mod">
          <ac:chgData name="Jacob Wyngaard" userId="6181fcd471e98458" providerId="LiveId" clId="{788BA123-62C9-4DDC-86E5-A6BCA4600216}" dt="2026-03-18T03:53:10.712" v="7825"/>
          <ac:spMkLst>
            <pc:docMk/>
            <pc:sldMk cId="1461371969" sldId="405"/>
            <ac:spMk id="11" creationId="{DBE7211A-AC50-75F8-55EC-49C31BE059C6}"/>
          </ac:spMkLst>
        </pc:spChg>
        <pc:spChg chg="add mod">
          <ac:chgData name="Jacob Wyngaard" userId="6181fcd471e98458" providerId="LiveId" clId="{788BA123-62C9-4DDC-86E5-A6BCA4600216}" dt="2026-03-18T03:53:10.712" v="7825"/>
          <ac:spMkLst>
            <pc:docMk/>
            <pc:sldMk cId="1461371969" sldId="405"/>
            <ac:spMk id="13" creationId="{D64D2369-AA9B-A586-0548-32E1E1AAF331}"/>
          </ac:spMkLst>
        </pc:spChg>
        <pc:spChg chg="add mod">
          <ac:chgData name="Jacob Wyngaard" userId="6181fcd471e98458" providerId="LiveId" clId="{788BA123-62C9-4DDC-86E5-A6BCA4600216}" dt="2026-03-18T03:53:10.712" v="7825"/>
          <ac:spMkLst>
            <pc:docMk/>
            <pc:sldMk cId="1461371969" sldId="405"/>
            <ac:spMk id="14" creationId="{A8DB6085-4C4F-0AD9-720B-851D93A944DA}"/>
          </ac:spMkLst>
        </pc:spChg>
        <pc:spChg chg="del">
          <ac:chgData name="Jacob Wyngaard" userId="6181fcd471e98458" providerId="LiveId" clId="{788BA123-62C9-4DDC-86E5-A6BCA4600216}" dt="2026-03-18T03:52:14.706" v="7818" actId="478"/>
          <ac:spMkLst>
            <pc:docMk/>
            <pc:sldMk cId="1461371969" sldId="405"/>
            <ac:spMk id="16" creationId="{3A73FB76-568B-04B9-5C1E-3FA129B8E09B}"/>
          </ac:spMkLst>
        </pc:spChg>
        <pc:spChg chg="del mod">
          <ac:chgData name="Jacob Wyngaard" userId="6181fcd471e98458" providerId="LiveId" clId="{788BA123-62C9-4DDC-86E5-A6BCA4600216}" dt="2026-03-18T03:56:28.440" v="7848" actId="478"/>
          <ac:spMkLst>
            <pc:docMk/>
            <pc:sldMk cId="1461371969" sldId="405"/>
            <ac:spMk id="18" creationId="{A081F650-BB1A-FA3A-5549-EEE342B79DDF}"/>
          </ac:spMkLst>
        </pc:spChg>
        <pc:spChg chg="add mod">
          <ac:chgData name="Jacob Wyngaard" userId="6181fcd471e98458" providerId="LiveId" clId="{788BA123-62C9-4DDC-86E5-A6BCA4600216}" dt="2026-03-18T03:53:10.712" v="7825"/>
          <ac:spMkLst>
            <pc:docMk/>
            <pc:sldMk cId="1461371969" sldId="405"/>
            <ac:spMk id="21" creationId="{0E8B58F0-F3C1-BB9B-0378-3E2C388767D7}"/>
          </ac:spMkLst>
        </pc:spChg>
        <pc:spChg chg="add mod">
          <ac:chgData name="Jacob Wyngaard" userId="6181fcd471e98458" providerId="LiveId" clId="{788BA123-62C9-4DDC-86E5-A6BCA4600216}" dt="2026-03-18T03:53:10.712" v="7825"/>
          <ac:spMkLst>
            <pc:docMk/>
            <pc:sldMk cId="1461371969" sldId="405"/>
            <ac:spMk id="22" creationId="{604592FF-FBFA-7AE1-D997-FD287ED4E352}"/>
          </ac:spMkLst>
        </pc:spChg>
        <pc:spChg chg="add mod">
          <ac:chgData name="Jacob Wyngaard" userId="6181fcd471e98458" providerId="LiveId" clId="{788BA123-62C9-4DDC-86E5-A6BCA4600216}" dt="2026-03-18T03:53:10.712" v="7825"/>
          <ac:spMkLst>
            <pc:docMk/>
            <pc:sldMk cId="1461371969" sldId="405"/>
            <ac:spMk id="23" creationId="{9F4ED05C-8A77-5DAE-0CB1-62215884F7A7}"/>
          </ac:spMkLst>
        </pc:spChg>
        <pc:spChg chg="del mod">
          <ac:chgData name="Jacob Wyngaard" userId="6181fcd471e98458" providerId="LiveId" clId="{788BA123-62C9-4DDC-86E5-A6BCA4600216}" dt="2026-03-18T03:56:29.803" v="7849" actId="478"/>
          <ac:spMkLst>
            <pc:docMk/>
            <pc:sldMk cId="1461371969" sldId="405"/>
            <ac:spMk id="25" creationId="{4CA34CF3-328D-AA76-47DB-CA88F53363E0}"/>
          </ac:spMkLst>
        </pc:spChg>
        <pc:spChg chg="add mod">
          <ac:chgData name="Jacob Wyngaard" userId="6181fcd471e98458" providerId="LiveId" clId="{788BA123-62C9-4DDC-86E5-A6BCA4600216}" dt="2026-03-18T03:53:10.712" v="7825"/>
          <ac:spMkLst>
            <pc:docMk/>
            <pc:sldMk cId="1461371969" sldId="405"/>
            <ac:spMk id="27" creationId="{EC30BA5E-593E-FEF6-41F6-73DF03B04A7D}"/>
          </ac:spMkLst>
        </pc:spChg>
        <pc:spChg chg="del">
          <ac:chgData name="Jacob Wyngaard" userId="6181fcd471e98458" providerId="LiveId" clId="{788BA123-62C9-4DDC-86E5-A6BCA4600216}" dt="2026-03-18T03:52:26.707" v="7823" actId="478"/>
          <ac:spMkLst>
            <pc:docMk/>
            <pc:sldMk cId="1461371969" sldId="405"/>
            <ac:spMk id="28" creationId="{FBBA36E7-AAA9-4A18-CB4A-DA93B62490C1}"/>
          </ac:spMkLst>
        </pc:spChg>
        <pc:spChg chg="add mod">
          <ac:chgData name="Jacob Wyngaard" userId="6181fcd471e98458" providerId="LiveId" clId="{788BA123-62C9-4DDC-86E5-A6BCA4600216}" dt="2026-03-18T03:53:10.712" v="7825"/>
          <ac:spMkLst>
            <pc:docMk/>
            <pc:sldMk cId="1461371969" sldId="405"/>
            <ac:spMk id="29" creationId="{3906AEBB-5D59-C885-9A11-BE18B8F63530}"/>
          </ac:spMkLst>
        </pc:spChg>
        <pc:spChg chg="add mod">
          <ac:chgData name="Jacob Wyngaard" userId="6181fcd471e98458" providerId="LiveId" clId="{788BA123-62C9-4DDC-86E5-A6BCA4600216}" dt="2026-03-18T03:53:10.712" v="7825"/>
          <ac:spMkLst>
            <pc:docMk/>
            <pc:sldMk cId="1461371969" sldId="405"/>
            <ac:spMk id="34" creationId="{57FAEC7A-0D59-DAF1-59B0-57DC02CBFEF8}"/>
          </ac:spMkLst>
        </pc:spChg>
        <pc:spChg chg="add mod">
          <ac:chgData name="Jacob Wyngaard" userId="6181fcd471e98458" providerId="LiveId" clId="{788BA123-62C9-4DDC-86E5-A6BCA4600216}" dt="2026-03-18T03:56:49.999" v="7883" actId="1076"/>
          <ac:spMkLst>
            <pc:docMk/>
            <pc:sldMk cId="1461371969" sldId="405"/>
            <ac:spMk id="36" creationId="{EBC28760-0EBE-6ADB-C056-9341FCED99EC}"/>
          </ac:spMkLst>
        </pc:spChg>
        <pc:spChg chg="add mod">
          <ac:chgData name="Jacob Wyngaard" userId="6181fcd471e98458" providerId="LiveId" clId="{788BA123-62C9-4DDC-86E5-A6BCA4600216}" dt="2026-03-18T03:56:49.999" v="7883" actId="1076"/>
          <ac:spMkLst>
            <pc:docMk/>
            <pc:sldMk cId="1461371969" sldId="405"/>
            <ac:spMk id="37" creationId="{598B3C71-7DE7-0D1F-8F61-E11B1CC99ECC}"/>
          </ac:spMkLst>
        </pc:spChg>
        <pc:spChg chg="add mod">
          <ac:chgData name="Jacob Wyngaard" userId="6181fcd471e98458" providerId="LiveId" clId="{788BA123-62C9-4DDC-86E5-A6BCA4600216}" dt="2026-03-18T03:56:49.999" v="7883" actId="1076"/>
          <ac:spMkLst>
            <pc:docMk/>
            <pc:sldMk cId="1461371969" sldId="405"/>
            <ac:spMk id="38" creationId="{72DB76B5-1D20-70E5-A514-20DFE563EAC6}"/>
          </ac:spMkLst>
        </pc:spChg>
        <pc:spChg chg="add mod">
          <ac:chgData name="Jacob Wyngaard" userId="6181fcd471e98458" providerId="LiveId" clId="{788BA123-62C9-4DDC-86E5-A6BCA4600216}" dt="2026-03-18T03:55:22.863" v="7841" actId="1076"/>
          <ac:spMkLst>
            <pc:docMk/>
            <pc:sldMk cId="1461371969" sldId="405"/>
            <ac:spMk id="39" creationId="{35937BCF-9422-365C-73D4-AB2A23448D5D}"/>
          </ac:spMkLst>
        </pc:spChg>
        <pc:spChg chg="add mod">
          <ac:chgData name="Jacob Wyngaard" userId="6181fcd471e98458" providerId="LiveId" clId="{788BA123-62C9-4DDC-86E5-A6BCA4600216}" dt="2026-03-18T03:56:49.999" v="7883" actId="1076"/>
          <ac:spMkLst>
            <pc:docMk/>
            <pc:sldMk cId="1461371969" sldId="405"/>
            <ac:spMk id="40" creationId="{EEDABF66-DE1D-2EFD-C232-FD1BF3612B2B}"/>
          </ac:spMkLst>
        </pc:spChg>
        <pc:spChg chg="add mod">
          <ac:chgData name="Jacob Wyngaard" userId="6181fcd471e98458" providerId="LiveId" clId="{788BA123-62C9-4DDC-86E5-A6BCA4600216}" dt="2026-03-18T03:56:49.999" v="7883" actId="1076"/>
          <ac:spMkLst>
            <pc:docMk/>
            <pc:sldMk cId="1461371969" sldId="405"/>
            <ac:spMk id="41" creationId="{B45DB5FA-6A5C-E87F-E6F2-E389BE126E6B}"/>
          </ac:spMkLst>
        </pc:spChg>
        <pc:spChg chg="add mod">
          <ac:chgData name="Jacob Wyngaard" userId="6181fcd471e98458" providerId="LiveId" clId="{788BA123-62C9-4DDC-86E5-A6BCA4600216}" dt="2026-03-18T03:55:43.703" v="7843" actId="1076"/>
          <ac:spMkLst>
            <pc:docMk/>
            <pc:sldMk cId="1461371969" sldId="405"/>
            <ac:spMk id="43" creationId="{F1CD27BF-A908-E420-9AC0-3C2B13D82C60}"/>
          </ac:spMkLst>
        </pc:spChg>
        <pc:spChg chg="add mod">
          <ac:chgData name="Jacob Wyngaard" userId="6181fcd471e98458" providerId="LiveId" clId="{788BA123-62C9-4DDC-86E5-A6BCA4600216}" dt="2026-03-18T03:56:49.999" v="7883" actId="1076"/>
          <ac:spMkLst>
            <pc:docMk/>
            <pc:sldMk cId="1461371969" sldId="405"/>
            <ac:spMk id="44" creationId="{814CBDFF-7DBB-9C6B-7790-0146152F3074}"/>
          </ac:spMkLst>
        </pc:spChg>
        <pc:spChg chg="add mod">
          <ac:chgData name="Jacob Wyngaard" userId="6181fcd471e98458" providerId="LiveId" clId="{788BA123-62C9-4DDC-86E5-A6BCA4600216}" dt="2026-03-18T03:56:49.999" v="7883" actId="1076"/>
          <ac:spMkLst>
            <pc:docMk/>
            <pc:sldMk cId="1461371969" sldId="405"/>
            <ac:spMk id="45" creationId="{DEDAC34A-E63F-6FD4-4A4B-C6D5C0E38F00}"/>
          </ac:spMkLst>
        </pc:spChg>
        <pc:spChg chg="add mod">
          <ac:chgData name="Jacob Wyngaard" userId="6181fcd471e98458" providerId="LiveId" clId="{788BA123-62C9-4DDC-86E5-A6BCA4600216}" dt="2026-03-18T03:56:49.999" v="7883" actId="1076"/>
          <ac:spMkLst>
            <pc:docMk/>
            <pc:sldMk cId="1461371969" sldId="405"/>
            <ac:spMk id="46" creationId="{E60476E4-5275-707D-ACB3-08B3EFADB927}"/>
          </ac:spMkLst>
        </pc:spChg>
        <pc:spChg chg="add mod">
          <ac:chgData name="Jacob Wyngaard" userId="6181fcd471e98458" providerId="LiveId" clId="{788BA123-62C9-4DDC-86E5-A6BCA4600216}" dt="2026-03-18T03:56:49.999" v="7883" actId="1076"/>
          <ac:spMkLst>
            <pc:docMk/>
            <pc:sldMk cId="1461371969" sldId="405"/>
            <ac:spMk id="47" creationId="{D0C62C75-85A6-0C6B-3BB7-296FDD3107C7}"/>
          </ac:spMkLst>
        </pc:spChg>
        <pc:spChg chg="add mod">
          <ac:chgData name="Jacob Wyngaard" userId="6181fcd471e98458" providerId="LiveId" clId="{788BA123-62C9-4DDC-86E5-A6BCA4600216}" dt="2026-03-18T03:56:49.999" v="7883" actId="1076"/>
          <ac:spMkLst>
            <pc:docMk/>
            <pc:sldMk cId="1461371969" sldId="405"/>
            <ac:spMk id="48" creationId="{C3EAD4F8-0702-FFC2-171D-878152523821}"/>
          </ac:spMkLst>
        </pc:spChg>
        <pc:spChg chg="add mod">
          <ac:chgData name="Jacob Wyngaard" userId="6181fcd471e98458" providerId="LiveId" clId="{788BA123-62C9-4DDC-86E5-A6BCA4600216}" dt="2026-03-18T03:57:09.518" v="7885" actId="1076"/>
          <ac:spMkLst>
            <pc:docMk/>
            <pc:sldMk cId="1461371969" sldId="405"/>
            <ac:spMk id="49" creationId="{AFE998CF-7460-FB13-A003-73842413F1A2}"/>
          </ac:spMkLst>
        </pc:spChg>
        <pc:spChg chg="add mod">
          <ac:chgData name="Jacob Wyngaard" userId="6181fcd471e98458" providerId="LiveId" clId="{788BA123-62C9-4DDC-86E5-A6BCA4600216}" dt="2026-03-18T03:57:17.166" v="7886" actId="1076"/>
          <ac:spMkLst>
            <pc:docMk/>
            <pc:sldMk cId="1461371969" sldId="405"/>
            <ac:spMk id="50" creationId="{8BF83587-629D-346A-83C4-015CB67FBE2D}"/>
          </ac:spMkLst>
        </pc:spChg>
        <pc:spChg chg="add mod">
          <ac:chgData name="Jacob Wyngaard" userId="6181fcd471e98458" providerId="LiveId" clId="{788BA123-62C9-4DDC-86E5-A6BCA4600216}" dt="2026-03-18T04:06:30.628" v="8028" actId="20577"/>
          <ac:spMkLst>
            <pc:docMk/>
            <pc:sldMk cId="1461371969" sldId="405"/>
            <ac:spMk id="51" creationId="{6F9CCDA6-E750-4997-1FC5-E739176DDF00}"/>
          </ac:spMkLst>
        </pc:spChg>
        <pc:spChg chg="add mod">
          <ac:chgData name="Jacob Wyngaard" userId="6181fcd471e98458" providerId="LiveId" clId="{788BA123-62C9-4DDC-86E5-A6BCA4600216}" dt="2026-03-18T04:02:43.096" v="8008" actId="20577"/>
          <ac:spMkLst>
            <pc:docMk/>
            <pc:sldMk cId="1461371969" sldId="405"/>
            <ac:spMk id="52" creationId="{508590B0-1E32-02C9-1CCB-02D68B05D270}"/>
          </ac:spMkLst>
        </pc:spChg>
        <pc:spChg chg="add mod">
          <ac:chgData name="Jacob Wyngaard" userId="6181fcd471e98458" providerId="LiveId" clId="{788BA123-62C9-4DDC-86E5-A6BCA4600216}" dt="2026-03-18T04:06:09.222" v="8017" actId="14100"/>
          <ac:spMkLst>
            <pc:docMk/>
            <pc:sldMk cId="1461371969" sldId="405"/>
            <ac:spMk id="53" creationId="{82A6EBC9-172D-3C97-8F78-8791D09DB6ED}"/>
          </ac:spMkLst>
        </pc:spChg>
        <pc:spChg chg="add mod">
          <ac:chgData name="Jacob Wyngaard" userId="6181fcd471e98458" providerId="LiveId" clId="{788BA123-62C9-4DDC-86E5-A6BCA4600216}" dt="2026-03-18T04:06:16.982" v="8020" actId="14100"/>
          <ac:spMkLst>
            <pc:docMk/>
            <pc:sldMk cId="1461371969" sldId="405"/>
            <ac:spMk id="54" creationId="{C1A3556A-E5D5-325E-3140-D2A3A3791CB4}"/>
          </ac:spMkLst>
        </pc:spChg>
        <pc:spChg chg="add mod">
          <ac:chgData name="Jacob Wyngaard" userId="6181fcd471e98458" providerId="LiveId" clId="{788BA123-62C9-4DDC-86E5-A6BCA4600216}" dt="2026-03-18T04:06:48.926" v="8050" actId="1076"/>
          <ac:spMkLst>
            <pc:docMk/>
            <pc:sldMk cId="1461371969" sldId="405"/>
            <ac:spMk id="55" creationId="{51C483F9-B913-0110-E974-022F67F33640}"/>
          </ac:spMkLst>
        </pc:spChg>
        <pc:spChg chg="add mod">
          <ac:chgData name="Jacob Wyngaard" userId="6181fcd471e98458" providerId="LiveId" clId="{788BA123-62C9-4DDC-86E5-A6BCA4600216}" dt="2026-03-18T04:07:08.270" v="8065" actId="1076"/>
          <ac:spMkLst>
            <pc:docMk/>
            <pc:sldMk cId="1461371969" sldId="405"/>
            <ac:spMk id="56" creationId="{A428D6B0-B9D5-E99F-8923-9321779AD56E}"/>
          </ac:spMkLst>
        </pc:spChg>
        <pc:graphicFrameChg chg="add mod modGraphic">
          <ac:chgData name="Jacob Wyngaard" userId="6181fcd471e98458" providerId="LiveId" clId="{788BA123-62C9-4DDC-86E5-A6BCA4600216}" dt="2026-03-18T03:55:22.863" v="7841" actId="1076"/>
          <ac:graphicFrameMkLst>
            <pc:docMk/>
            <pc:sldMk cId="1461371969" sldId="405"/>
            <ac:graphicFrameMk id="35" creationId="{F894B87C-DBDC-CB37-4415-4D62BDDCEF0F}"/>
          </ac:graphicFrameMkLst>
        </pc:graphicFrameChg>
        <pc:graphicFrameChg chg="add mod modGraphic">
          <ac:chgData name="Jacob Wyngaard" userId="6181fcd471e98458" providerId="LiveId" clId="{788BA123-62C9-4DDC-86E5-A6BCA4600216}" dt="2026-03-18T03:55:56.443" v="7847" actId="20577"/>
          <ac:graphicFrameMkLst>
            <pc:docMk/>
            <pc:sldMk cId="1461371969" sldId="405"/>
            <ac:graphicFrameMk id="42" creationId="{4FDD15EE-BB6A-ADE0-FF04-BB9A36352A9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8DEE-8688-93C9-6E1B-FC8ABD9A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1C0AC-AFF8-DB4F-F9C6-BA5C8A1AB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E64E2-0F36-CDC5-E56C-CC746E3D9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2FB14-34EF-0D4F-4C27-E60137030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45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D28F-8906-6FF3-590F-CD48EFA7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ACBB5-5552-8CDA-E9CE-B545A39B3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87170-B7CD-CAEA-65E9-75FE20E27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02363-17FE-B44B-C09D-FD26A27FF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30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B0753-9A19-E8AC-0507-8D71AD4A2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2AEF6-7828-AE3C-D1FB-C23D8806D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68946-184B-7A02-F2EB-BEF10052C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CA493-272F-42BE-3DB7-6A59A01D0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29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0A258-D15B-3D21-1250-8E7705A8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A69E2-C37E-BCF0-F1C8-95677E9BD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F88B4-CB45-466E-15B1-598D578F4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916A0-B70D-EF28-BDC9-72D830725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76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8CAFF-A59A-37CA-01B0-3FB969254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700EBE-6806-F714-3351-3378EB650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03AE8-4CAC-2019-4C1D-65776A5A0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57D91-9F28-5175-0144-DB20198B7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6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5986-0E7C-F167-945E-3E4BD2AC9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36CDD-9382-D876-D0F0-174409680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74288-77BC-69F3-B912-6DB83CE57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682FF-413F-5ED3-1028-1AA101B61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11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5051-467F-020F-0B26-0203636EC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65D3E-6B99-7F12-B1E2-30E33D173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5E289-4108-C7E7-4282-BCA75620E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244FC-EDAA-AC4F-645C-FFBAFC9F1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15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7F00B-2CF6-4A68-0762-2945E978B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5DF7A-A7E3-2556-F1F9-E7D915E5B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C42A6-22D9-D1CE-CE27-62CD0B35B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D0B5C-3EF9-0AC4-19DF-153DF0E83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37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38070-2618-C7BD-6C7F-376225F8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D6E5D-DAC2-74CB-7C62-7780C6603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0617B-21AE-B76E-5B7C-5CC298268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C8632-4EFB-CF86-E7B7-01C36777A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64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530EE-0C5E-9FFD-807F-700C72E0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37240-DEA0-62ED-4197-7DE9CDB99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A871E-568D-5BD4-FC60-75A3BED91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D1DB5-F06B-7E23-EEC3-CCE1167E9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32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AAEAD-24BC-3D8A-69AB-22428371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C6274-F07E-084F-F166-109E77FC7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1B78D-8E81-0D25-D167-5EE57DA99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26ABC-8268-E708-19CE-618FEBDCE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39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414AF-0774-F597-B5E1-D64FEB8F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C11E2-17C8-5ACB-9B16-C180F3E52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0BC93-3E3D-F35E-C31F-AF1382DC8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7AE6A-A36F-234F-2A9E-617D34F2B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79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4B651-6745-9461-A63E-4AE41286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1157E-A1A7-0F1E-BDBE-8C95D29F2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0D75F-44CC-893B-0961-9B66BFDEC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7E6FD-399B-6E0B-E054-5D0DDFA2F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28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856CD-665A-AB13-93E7-2F7C60A4B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3D014-EDF1-EEE5-7139-EF3426314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4CFB3-217E-19BA-41F4-3C3844B1C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AE6AB-213C-6830-23F4-3F1D8DE9D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59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94052-1529-D195-6405-FEA5FE48D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930D6-725E-5358-D98A-DAB5A14FC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E2B5C-7457-450C-F8E3-93A4FF43F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1ACF3-5D63-237C-9439-42EE07695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44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5CF4-3683-75E5-4D6A-B8DEFE7A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3D888-AC6B-ABAE-E6AD-1E0765AD7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8AA9B-AC40-C064-BDBE-42EC0988A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367D1-22B7-2AFF-6CC6-605158369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09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B2E0E-C960-D167-C1A8-7C9F25752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3BC23-93E9-656D-4940-BD57EB62F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8AD9A-DF4B-9C23-3A0E-8D52B2853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16470-BD53-5A55-DCC3-D180D8EA2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124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EF8ED-0E13-805F-4D06-AFD095DF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37681-297B-0C54-B7F3-842AE0DED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D2BA3-2CC1-8DA6-F190-EE90AD7BC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731B7-0533-0862-28F9-FE947163C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9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8C13-EFC8-459D-0937-6F6F43B8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749FA-8A04-895C-1CB4-E1CCE7530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9493A-1DEF-B157-CF74-E3962BCA5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5F6C4-6B7A-36CB-A7AE-CB0ABA2F5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30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9EA1A-FF4A-ADDB-ABC9-1BD4D570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638CB-CAB1-80AE-4CF8-5BD33E122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9EE3C-9092-B71C-9BBD-CB9F8D159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5AFCA-17F0-A49F-18D4-4D1480373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776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B09AF-1D5D-FFE2-DE26-195F52BB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92CBF-EDD6-6A1A-B2F0-3316CE8F7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9A6D2-39C3-8D58-8FAA-03068F4F8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0D91D-73C8-5C5E-711A-549B301B5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44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12A81-81DA-2992-54CC-E851DBEE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BEED5-EFFE-BE95-4AA7-BA7405B3C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2AB29-6A60-36D6-0076-2298AC3B6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47A65-D436-C079-9D16-E709DFECD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0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286E8-DCA6-784E-4EC0-25E2F585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E6BFB-3F62-E6D2-BBE4-DE2E346AA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0A142-C37C-17B4-B438-8D44C3950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60D23-43E2-23A6-1F23-DDACBBF8F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410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48C09-9F04-63E5-5853-81774105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BA3C4-33A8-F75C-C8A1-18B35354E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25159-8D06-C17D-972A-BEC50618C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0FB52-C85D-C0A7-D74C-89FDA1185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65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C6596-4675-62E6-00D4-CC735AD3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38601-2599-F19D-AA7F-AA2E73F1C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53481-9283-5197-DCD0-05BD9EB0A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7222-D473-25E9-CF49-1FB3AA367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875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41319-664C-EF03-5587-B37080C2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F3776-830B-9EFE-04C1-9BC08224D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17F46-99AE-616F-8118-3C3B2D2F1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3CCBB-0B7D-773E-CF21-DCE2A316A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245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C5465-89FF-1DAB-3CCC-D4D6AA9D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697A9-B8B4-C5DF-BB04-C60DC89BB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2DFD7-45C8-FD54-0648-EDFB434BB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9A44A-EA45-C11F-0A70-B0AA67967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373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A8814-2852-FD9D-AF0E-2A01FE5A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93BCB-5140-70CF-C8FD-AFA902806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515BB-4258-06D7-78D2-F2384A19E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DA776-889B-A0AF-9DD5-B835F8435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477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6496-D8F7-5897-C0A4-FF8DF4A6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1803B-A377-1451-54E7-44110ADFC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B6C31-2FD4-E86F-A11B-9DEE3E336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48C11-6857-4EB9-20A5-822D6E9F6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385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FDCA6-74AD-A784-C6B6-8EA3C7201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34411-A40D-CC70-D70C-46FC4DE11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E59A3-6FF0-318F-65A0-0EC8D82AC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2870C-0053-805E-16ED-CF969565A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150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CEAD8-4CF5-014F-26D0-F6CD672F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E510D-2A13-0422-EF58-3FFEB8F4C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988B2-2534-B9C3-7DD0-1762E3082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FD8CC-15B7-D957-4E44-0B682BEF3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125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0C89B-3E3E-4F23-A553-CEA4A416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59DC6-926B-D39F-8006-B5C304C86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61741-9230-2CEF-B87F-5F0AEF5A7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E5CBA-B22D-8F0C-45E5-4A4EA2B5F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846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D511-1DDF-AB3A-00F5-1BE9EC43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3B625-6D64-889E-5054-1BA250944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53DB4-5EC0-D9B6-E585-D252E74E6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BDF32-DACB-0D14-41A2-F8ED1B71F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34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https://www.desmos.com/3d/jphqsgyzsv" TargetMode="External"/><Relationship Id="rId3" Type="http://schemas.openxmlformats.org/officeDocument/2006/relationships/image" Target="../media/image11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hyperlink" Target="https://www.desmos.com/3d/yfdmewfuhv" TargetMode="External"/><Relationship Id="rId3" Type="http://schemas.openxmlformats.org/officeDocument/2006/relationships/image" Target="../media/image111.png"/><Relationship Id="rId7" Type="http://schemas.openxmlformats.org/officeDocument/2006/relationships/image" Target="../media/image20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00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10" Type="http://schemas.openxmlformats.org/officeDocument/2006/relationships/image" Target="../media/image210.png"/><Relationship Id="rId4" Type="http://schemas.openxmlformats.org/officeDocument/2006/relationships/image" Target="../media/image110.png"/><Relationship Id="rId9" Type="http://schemas.openxmlformats.org/officeDocument/2006/relationships/image" Target="../media/image1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7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9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2305615"/>
            <a:ext cx="55060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 Six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From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Mathematical Optimization and Economic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BE9B5C-D5C1-110C-30D2-FCB4B0A81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186" y="2305615"/>
            <a:ext cx="5268336" cy="291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9F092-C6F9-D881-6354-9BD6EF823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89225-CA9A-10E0-CBC5-7339A2E6147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F4744A-E811-E3CE-4BAC-70326501239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227BA0-F6B2-5FBC-8609-82D18638DA1F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227BA0-F6B2-5FBC-8609-82D18638D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0881B4-737A-CB88-6A8A-CF2967A43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229383"/>
              </p:ext>
            </p:extLst>
          </p:nvPr>
        </p:nvGraphicFramePr>
        <p:xfrm>
          <a:off x="1003242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11F5C11-4B19-39BA-1F09-616536D5D646}"/>
              </a:ext>
            </a:extLst>
          </p:cNvPr>
          <p:cNvSpPr txBox="1"/>
          <p:nvPr/>
        </p:nvSpPr>
        <p:spPr>
          <a:xfrm>
            <a:off x="8365516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633A6-9293-ED7A-44DA-4A958C6F7249}"/>
              </a:ext>
            </a:extLst>
          </p:cNvPr>
          <p:cNvSpPr txBox="1"/>
          <p:nvPr/>
        </p:nvSpPr>
        <p:spPr>
          <a:xfrm rot="16200000">
            <a:off x="-655727" y="4406836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8514E3-C825-023B-C76A-CCDEC10D7338}"/>
              </a:ext>
            </a:extLst>
          </p:cNvPr>
          <p:cNvSpPr txBox="1"/>
          <p:nvPr/>
        </p:nvSpPr>
        <p:spPr>
          <a:xfrm>
            <a:off x="538790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6460DD-675E-0F6E-D4A5-7ECA621406F7}"/>
              </a:ext>
            </a:extLst>
          </p:cNvPr>
          <p:cNvSpPr txBox="1"/>
          <p:nvPr/>
        </p:nvSpPr>
        <p:spPr>
          <a:xfrm>
            <a:off x="538790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6DD23A-297A-E7D4-6C7D-7785AC45E6CA}"/>
              </a:ext>
            </a:extLst>
          </p:cNvPr>
          <p:cNvSpPr txBox="1"/>
          <p:nvPr/>
        </p:nvSpPr>
        <p:spPr>
          <a:xfrm>
            <a:off x="538790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91807D-0D2C-301B-0568-DC2611B0D18D}"/>
              </a:ext>
            </a:extLst>
          </p:cNvPr>
          <p:cNvSpPr txBox="1"/>
          <p:nvPr/>
        </p:nvSpPr>
        <p:spPr>
          <a:xfrm>
            <a:off x="1543812" y="333505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B43E43-AAFF-BB80-8E37-0F24F19AFE10}"/>
              </a:ext>
            </a:extLst>
          </p:cNvPr>
          <p:cNvSpPr txBox="1"/>
          <p:nvPr/>
        </p:nvSpPr>
        <p:spPr>
          <a:xfrm>
            <a:off x="315237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67B0B4-27D8-600D-5B18-B3DB1E319A17}"/>
              </a:ext>
            </a:extLst>
          </p:cNvPr>
          <p:cNvSpPr txBox="1"/>
          <p:nvPr/>
        </p:nvSpPr>
        <p:spPr>
          <a:xfrm>
            <a:off x="454901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529BEE-85B7-9305-315D-517B236298F7}"/>
              </a:ext>
            </a:extLst>
          </p:cNvPr>
          <p:cNvSpPr txBox="1"/>
          <p:nvPr/>
        </p:nvSpPr>
        <p:spPr>
          <a:xfrm>
            <a:off x="942633" y="6166844"/>
            <a:ext cx="967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*No strategies can be eliminated by strict dominance of pure strategies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0296F28-D7C8-F039-9557-F9CE60415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85359"/>
              </p:ext>
            </p:extLst>
          </p:nvPr>
        </p:nvGraphicFramePr>
        <p:xfrm>
          <a:off x="6874558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35FAE71-208B-47A0-9311-4EFF36C6B9D8}"/>
              </a:ext>
            </a:extLst>
          </p:cNvPr>
          <p:cNvSpPr txBox="1"/>
          <p:nvPr/>
        </p:nvSpPr>
        <p:spPr>
          <a:xfrm>
            <a:off x="6379678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F2A2A5-5E69-2F5B-AC90-7991C435723C}"/>
              </a:ext>
            </a:extLst>
          </p:cNvPr>
          <p:cNvSpPr txBox="1"/>
          <p:nvPr/>
        </p:nvSpPr>
        <p:spPr>
          <a:xfrm>
            <a:off x="6379678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E4BE1D-2103-8448-1223-14E7EDBBAFA4}"/>
              </a:ext>
            </a:extLst>
          </p:cNvPr>
          <p:cNvSpPr txBox="1"/>
          <p:nvPr/>
        </p:nvSpPr>
        <p:spPr>
          <a:xfrm>
            <a:off x="6379678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2AC2AB-D437-6424-A1FB-7B3F5D67B90B}"/>
              </a:ext>
            </a:extLst>
          </p:cNvPr>
          <p:cNvSpPr txBox="1"/>
          <p:nvPr/>
        </p:nvSpPr>
        <p:spPr>
          <a:xfrm>
            <a:off x="7437234" y="334658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71A7AF-5039-E6A3-4B62-A1D498C77EB2}"/>
              </a:ext>
            </a:extLst>
          </p:cNvPr>
          <p:cNvSpPr txBox="1"/>
          <p:nvPr/>
        </p:nvSpPr>
        <p:spPr>
          <a:xfrm>
            <a:off x="904579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4CEDD8-2994-D939-AAE7-AE64F7667565}"/>
              </a:ext>
            </a:extLst>
          </p:cNvPr>
          <p:cNvSpPr txBox="1"/>
          <p:nvPr/>
        </p:nvSpPr>
        <p:spPr>
          <a:xfrm>
            <a:off x="1044243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A2AF2C-0C47-DEC3-7179-0873769610C8}"/>
              </a:ext>
            </a:extLst>
          </p:cNvPr>
          <p:cNvSpPr txBox="1"/>
          <p:nvPr/>
        </p:nvSpPr>
        <p:spPr>
          <a:xfrm>
            <a:off x="2468633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A6321A-1F2E-5AD2-68B7-4713EDDDBC39}"/>
              </a:ext>
            </a:extLst>
          </p:cNvPr>
          <p:cNvSpPr txBox="1"/>
          <p:nvPr/>
        </p:nvSpPr>
        <p:spPr>
          <a:xfrm rot="16200000">
            <a:off x="5213463" y="4399074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3F73A5-6D9F-F9A7-A2D7-2C9843590285}"/>
              </a:ext>
            </a:extLst>
          </p:cNvPr>
          <p:cNvSpPr txBox="1"/>
          <p:nvPr/>
        </p:nvSpPr>
        <p:spPr>
          <a:xfrm>
            <a:off x="1144413" y="1896805"/>
            <a:ext cx="421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A1FE12-DE48-30B4-A05F-451359B76A0A}"/>
              </a:ext>
            </a:extLst>
          </p:cNvPr>
          <p:cNvSpPr txBox="1"/>
          <p:nvPr/>
        </p:nvSpPr>
        <p:spPr>
          <a:xfrm>
            <a:off x="7082617" y="1896804"/>
            <a:ext cx="4414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 Payoff Matrix</a:t>
            </a:r>
          </a:p>
        </p:txBody>
      </p:sp>
    </p:spTree>
    <p:extLst>
      <p:ext uri="{BB962C8B-B14F-4D97-AF65-F5344CB8AC3E}">
        <p14:creationId xmlns:p14="http://schemas.microsoft.com/office/powerpoint/2010/main" val="427175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EC597-328F-1EB2-3ACE-882E936A8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9D5791-BAFF-5FEC-69FC-3591E36A598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59B908-7572-D9D0-A6A8-F3105E72859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029904-A099-0C52-E9AD-588DA99B5355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029904-A099-0C52-E9AD-588DA99B5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66F4D8A-0643-2E7E-0533-B667808E1CB9}"/>
              </a:ext>
            </a:extLst>
          </p:cNvPr>
          <p:cNvSpPr txBox="1"/>
          <p:nvPr/>
        </p:nvSpPr>
        <p:spPr>
          <a:xfrm>
            <a:off x="8365516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7ACBB85-838A-561B-95F8-E24BDD4501AC}"/>
              </a:ext>
            </a:extLst>
          </p:cNvPr>
          <p:cNvGraphicFramePr>
            <a:graphicFrameLocks noGrp="1"/>
          </p:cNvGraphicFramePr>
          <p:nvPr/>
        </p:nvGraphicFramePr>
        <p:xfrm>
          <a:off x="6874558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6732884-BCAA-3D66-47B1-66323D22B7D4}"/>
              </a:ext>
            </a:extLst>
          </p:cNvPr>
          <p:cNvSpPr txBox="1"/>
          <p:nvPr/>
        </p:nvSpPr>
        <p:spPr>
          <a:xfrm>
            <a:off x="6379678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AD318D-0F5F-EF88-0305-488646CE21E8}"/>
              </a:ext>
            </a:extLst>
          </p:cNvPr>
          <p:cNvSpPr txBox="1"/>
          <p:nvPr/>
        </p:nvSpPr>
        <p:spPr>
          <a:xfrm>
            <a:off x="6379678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2465BE-C438-B66D-18E7-AF6D606DCEFE}"/>
              </a:ext>
            </a:extLst>
          </p:cNvPr>
          <p:cNvSpPr txBox="1"/>
          <p:nvPr/>
        </p:nvSpPr>
        <p:spPr>
          <a:xfrm>
            <a:off x="6379678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B3604D-2453-7FAA-78A0-3108B7F6368F}"/>
              </a:ext>
            </a:extLst>
          </p:cNvPr>
          <p:cNvSpPr txBox="1"/>
          <p:nvPr/>
        </p:nvSpPr>
        <p:spPr>
          <a:xfrm>
            <a:off x="7437234" y="334658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98C57D-0702-F5DC-79E6-C90AD7C587AE}"/>
              </a:ext>
            </a:extLst>
          </p:cNvPr>
          <p:cNvSpPr txBox="1"/>
          <p:nvPr/>
        </p:nvSpPr>
        <p:spPr>
          <a:xfrm>
            <a:off x="904579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2CDE72-A4CD-7FC9-CCB7-AFBBB1D9B4E2}"/>
              </a:ext>
            </a:extLst>
          </p:cNvPr>
          <p:cNvSpPr txBox="1"/>
          <p:nvPr/>
        </p:nvSpPr>
        <p:spPr>
          <a:xfrm>
            <a:off x="1044243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536F72-B7DB-1C0E-D07F-C57031F65778}"/>
              </a:ext>
            </a:extLst>
          </p:cNvPr>
          <p:cNvSpPr txBox="1"/>
          <p:nvPr/>
        </p:nvSpPr>
        <p:spPr>
          <a:xfrm rot="16200000">
            <a:off x="5213463" y="4399074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679DC2-C3F7-BE61-896D-3E49AC85D2CC}"/>
              </a:ext>
            </a:extLst>
          </p:cNvPr>
          <p:cNvSpPr txBox="1"/>
          <p:nvPr/>
        </p:nvSpPr>
        <p:spPr>
          <a:xfrm>
            <a:off x="7082617" y="1896804"/>
            <a:ext cx="4414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7A502B-F13C-AA5C-A85B-2CC1AE55037D}"/>
                  </a:ext>
                </a:extLst>
              </p:cNvPr>
              <p:cNvSpPr txBox="1"/>
              <p:nvPr/>
            </p:nvSpPr>
            <p:spPr>
              <a:xfrm>
                <a:off x="0" y="1896804"/>
                <a:ext cx="66095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7A502B-F13C-AA5C-A85B-2CC1AE550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96804"/>
                <a:ext cx="66095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F0EFE8-A0E7-3597-4A5D-5162A01EAD3B}"/>
                  </a:ext>
                </a:extLst>
              </p:cNvPr>
              <p:cNvSpPr txBox="1"/>
              <p:nvPr/>
            </p:nvSpPr>
            <p:spPr>
              <a:xfrm>
                <a:off x="-255793" y="2533161"/>
                <a:ext cx="3277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F0EFE8-A0E7-3597-4A5D-5162A01EA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793" y="2533161"/>
                <a:ext cx="3277289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B99846-62E2-18EC-ACE4-D53093F0C677}"/>
                  </a:ext>
                </a:extLst>
              </p:cNvPr>
              <p:cNvSpPr txBox="1"/>
              <p:nvPr/>
            </p:nvSpPr>
            <p:spPr>
              <a:xfrm>
                <a:off x="-255794" y="3071355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B99846-62E2-18EC-ACE4-D53093F0C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794" y="3071355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076584-BCDA-F817-A927-3059B4781AEC}"/>
                  </a:ext>
                </a:extLst>
              </p:cNvPr>
              <p:cNvSpPr txBox="1"/>
              <p:nvPr/>
            </p:nvSpPr>
            <p:spPr>
              <a:xfrm>
                <a:off x="847942" y="3609549"/>
                <a:ext cx="28581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076584-BCDA-F817-A927-3059B4781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42" y="3609549"/>
                <a:ext cx="28581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7058D0-831B-F8DE-591C-006B6E0403BC}"/>
                  </a:ext>
                </a:extLst>
              </p:cNvPr>
              <p:cNvSpPr txBox="1"/>
              <p:nvPr/>
            </p:nvSpPr>
            <p:spPr>
              <a:xfrm>
                <a:off x="1105160" y="4116965"/>
                <a:ext cx="25808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7058D0-831B-F8DE-591C-006B6E040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60" y="4116965"/>
                <a:ext cx="2580835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8822C5-84D4-394A-6A17-D8632F9C1FA3}"/>
                  </a:ext>
                </a:extLst>
              </p:cNvPr>
              <p:cNvSpPr txBox="1"/>
              <p:nvPr/>
            </p:nvSpPr>
            <p:spPr>
              <a:xfrm>
                <a:off x="1026613" y="4620480"/>
                <a:ext cx="26593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8822C5-84D4-394A-6A17-D8632F9C1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613" y="4620480"/>
                <a:ext cx="265938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972B08-932F-7655-B075-49A80CE20F3D}"/>
                  </a:ext>
                </a:extLst>
              </p:cNvPr>
              <p:cNvSpPr txBox="1"/>
              <p:nvPr/>
            </p:nvSpPr>
            <p:spPr>
              <a:xfrm>
                <a:off x="2664433" y="5142837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972B08-932F-7655-B075-49A80CE20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433" y="5142837"/>
                <a:ext cx="102156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7AA291-BA54-B6A7-0687-6048A52E454F}"/>
                  </a:ext>
                </a:extLst>
              </p:cNvPr>
              <p:cNvSpPr txBox="1"/>
              <p:nvPr/>
            </p:nvSpPr>
            <p:spPr>
              <a:xfrm>
                <a:off x="2664433" y="5631411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7AA291-BA54-B6A7-0687-6048A52E4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433" y="5631411"/>
                <a:ext cx="102643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664122B-7F1B-EC4D-D1A1-932961EB7FFD}"/>
                  </a:ext>
                </a:extLst>
              </p:cNvPr>
              <p:cNvSpPr txBox="1"/>
              <p:nvPr/>
            </p:nvSpPr>
            <p:spPr>
              <a:xfrm>
                <a:off x="2706913" y="6119985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664122B-7F1B-EC4D-D1A1-932961EB7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913" y="6119985"/>
                <a:ext cx="999184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028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0373-313C-AF25-E0A8-17375CA7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E14AEE-CFFA-0ADE-338E-584EDB9D44B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86DC55-333F-813F-C864-E2EB9CE5E9C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D2F58D-E3B0-CEE8-7504-C71C05F277B9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D2F58D-E3B0-CEE8-7504-C71C05F27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1B54E1-E781-7364-0E5F-3954C0699BEB}"/>
                  </a:ext>
                </a:extLst>
              </p:cNvPr>
              <p:cNvSpPr txBox="1"/>
              <p:nvPr/>
            </p:nvSpPr>
            <p:spPr>
              <a:xfrm>
                <a:off x="0" y="1896804"/>
                <a:ext cx="66095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1B54E1-E781-7364-0E5F-3954C0699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96804"/>
                <a:ext cx="66095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A245E-E163-D173-A221-1EE9C17F299E}"/>
                  </a:ext>
                </a:extLst>
              </p:cNvPr>
              <p:cNvSpPr txBox="1"/>
              <p:nvPr/>
            </p:nvSpPr>
            <p:spPr>
              <a:xfrm>
                <a:off x="-255793" y="2533161"/>
                <a:ext cx="3277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A245E-E163-D173-A221-1EE9C17F2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793" y="2533161"/>
                <a:ext cx="3277289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2977BD-8E43-A84B-7A78-5948035BE7DF}"/>
                  </a:ext>
                </a:extLst>
              </p:cNvPr>
              <p:cNvSpPr txBox="1"/>
              <p:nvPr/>
            </p:nvSpPr>
            <p:spPr>
              <a:xfrm>
                <a:off x="-255794" y="3071355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2977BD-8E43-A84B-7A78-5948035BE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794" y="3071355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26CF5-0C3B-1886-1822-34BFE0C1DC92}"/>
                  </a:ext>
                </a:extLst>
              </p:cNvPr>
              <p:cNvSpPr txBox="1"/>
              <p:nvPr/>
            </p:nvSpPr>
            <p:spPr>
              <a:xfrm>
                <a:off x="847942" y="3609549"/>
                <a:ext cx="28581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26CF5-0C3B-1886-1822-34BFE0C1D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42" y="3609549"/>
                <a:ext cx="28581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69E192-D20A-B2EE-E847-1F541BC56F27}"/>
                  </a:ext>
                </a:extLst>
              </p:cNvPr>
              <p:cNvSpPr txBox="1"/>
              <p:nvPr/>
            </p:nvSpPr>
            <p:spPr>
              <a:xfrm>
                <a:off x="1105160" y="4116965"/>
                <a:ext cx="25808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69E192-D20A-B2EE-E847-1F541BC56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60" y="4116965"/>
                <a:ext cx="2580835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3BBDC8-AEA7-70BE-6EB0-7C3B15B0419D}"/>
                  </a:ext>
                </a:extLst>
              </p:cNvPr>
              <p:cNvSpPr txBox="1"/>
              <p:nvPr/>
            </p:nvSpPr>
            <p:spPr>
              <a:xfrm>
                <a:off x="1026613" y="4620480"/>
                <a:ext cx="26593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3BBDC8-AEA7-70BE-6EB0-7C3B15B04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613" y="4620480"/>
                <a:ext cx="265938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72918F-28FF-FFD1-411A-BAFB4805CEB0}"/>
                  </a:ext>
                </a:extLst>
              </p:cNvPr>
              <p:cNvSpPr txBox="1"/>
              <p:nvPr/>
            </p:nvSpPr>
            <p:spPr>
              <a:xfrm>
                <a:off x="2664433" y="5142837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72918F-28FF-FFD1-411A-BAFB4805C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433" y="5142837"/>
                <a:ext cx="102156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5D80C3-6D00-5A92-4447-4FF23E283A74}"/>
                  </a:ext>
                </a:extLst>
              </p:cNvPr>
              <p:cNvSpPr txBox="1"/>
              <p:nvPr/>
            </p:nvSpPr>
            <p:spPr>
              <a:xfrm>
                <a:off x="2664433" y="5631411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5D80C3-6D00-5A92-4447-4FF23E283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433" y="5631411"/>
                <a:ext cx="102643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AC39C5-1D21-5B23-9CD6-164F7F68E693}"/>
                  </a:ext>
                </a:extLst>
              </p:cNvPr>
              <p:cNvSpPr txBox="1"/>
              <p:nvPr/>
            </p:nvSpPr>
            <p:spPr>
              <a:xfrm>
                <a:off x="2706913" y="6119985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AC39C5-1D21-5B23-9CD6-164F7F68E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913" y="6119985"/>
                <a:ext cx="999184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E22095B-A010-C90E-EBEF-A71ADADF49E8}"/>
              </a:ext>
            </a:extLst>
          </p:cNvPr>
          <p:cNvSpPr txBox="1"/>
          <p:nvPr/>
        </p:nvSpPr>
        <p:spPr>
          <a:xfrm>
            <a:off x="7444409" y="3071355"/>
            <a:ext cx="3021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13"/>
              </a:rPr>
              <a:t>Player 1 Polytope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3008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BF4E0-40A1-6046-B50B-C1A059C5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B559CD-ACA1-9C45-DCB8-32F3665C2B6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7A108F-F968-7B29-658F-153EF503CB5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03A547-89A8-519B-9EFF-8BCA440EA0E7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03A547-89A8-519B-9EFF-8BCA440EA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3A9E26-EFF1-A421-979E-E55468B9E65C}"/>
              </a:ext>
            </a:extLst>
          </p:cNvPr>
          <p:cNvGraphicFramePr>
            <a:graphicFrameLocks noGrp="1"/>
          </p:cNvGraphicFramePr>
          <p:nvPr/>
        </p:nvGraphicFramePr>
        <p:xfrm>
          <a:off x="1003242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7D46566-5464-E474-B4D2-32150BE28EBA}"/>
              </a:ext>
            </a:extLst>
          </p:cNvPr>
          <p:cNvSpPr txBox="1"/>
          <p:nvPr/>
        </p:nvSpPr>
        <p:spPr>
          <a:xfrm rot="16200000">
            <a:off x="-655727" y="4406836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C1179B-C585-9B9B-F67A-A507A916DFDB}"/>
              </a:ext>
            </a:extLst>
          </p:cNvPr>
          <p:cNvSpPr txBox="1"/>
          <p:nvPr/>
        </p:nvSpPr>
        <p:spPr>
          <a:xfrm>
            <a:off x="538790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757C9E-D6FC-C485-2B21-A077CE465DB5}"/>
              </a:ext>
            </a:extLst>
          </p:cNvPr>
          <p:cNvSpPr txBox="1"/>
          <p:nvPr/>
        </p:nvSpPr>
        <p:spPr>
          <a:xfrm>
            <a:off x="538790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B27BC1-F914-EA1B-3663-EE55D75C1F39}"/>
              </a:ext>
            </a:extLst>
          </p:cNvPr>
          <p:cNvSpPr txBox="1"/>
          <p:nvPr/>
        </p:nvSpPr>
        <p:spPr>
          <a:xfrm>
            <a:off x="538790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100A60-879D-7D4A-AB43-A40D28DA05F7}"/>
              </a:ext>
            </a:extLst>
          </p:cNvPr>
          <p:cNvSpPr txBox="1"/>
          <p:nvPr/>
        </p:nvSpPr>
        <p:spPr>
          <a:xfrm>
            <a:off x="1543812" y="333505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635768-BB1A-A09C-C899-FE4A9DA36DD7}"/>
              </a:ext>
            </a:extLst>
          </p:cNvPr>
          <p:cNvSpPr txBox="1"/>
          <p:nvPr/>
        </p:nvSpPr>
        <p:spPr>
          <a:xfrm>
            <a:off x="315237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209B33-1A3D-563B-0E96-1CE4A30D8564}"/>
              </a:ext>
            </a:extLst>
          </p:cNvPr>
          <p:cNvSpPr txBox="1"/>
          <p:nvPr/>
        </p:nvSpPr>
        <p:spPr>
          <a:xfrm>
            <a:off x="454901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17646-3A2E-FB40-F163-8E379B466273}"/>
              </a:ext>
            </a:extLst>
          </p:cNvPr>
          <p:cNvSpPr txBox="1"/>
          <p:nvPr/>
        </p:nvSpPr>
        <p:spPr>
          <a:xfrm>
            <a:off x="2468633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A9D9F7-236B-1CB7-3443-AFE1288B03B8}"/>
              </a:ext>
            </a:extLst>
          </p:cNvPr>
          <p:cNvSpPr txBox="1"/>
          <p:nvPr/>
        </p:nvSpPr>
        <p:spPr>
          <a:xfrm>
            <a:off x="1144413" y="1896805"/>
            <a:ext cx="421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CA368A-F1AD-E7EB-7D0F-BB43A0263C94}"/>
                  </a:ext>
                </a:extLst>
              </p:cNvPr>
              <p:cNvSpPr txBox="1"/>
              <p:nvPr/>
            </p:nvSpPr>
            <p:spPr>
              <a:xfrm>
                <a:off x="5599473" y="1923973"/>
                <a:ext cx="66095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CA368A-F1AD-E7EB-7D0F-BB43A0263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473" y="1923973"/>
                <a:ext cx="66095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AC1850-189C-EEC2-CD02-A22CFA1F5C29}"/>
                  </a:ext>
                </a:extLst>
              </p:cNvPr>
              <p:cNvSpPr txBox="1"/>
              <p:nvPr/>
            </p:nvSpPr>
            <p:spPr>
              <a:xfrm>
                <a:off x="5343680" y="2560330"/>
                <a:ext cx="3277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AC1850-189C-EEC2-CD02-A22CFA1F5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680" y="2560330"/>
                <a:ext cx="3277289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0C9B26-6CC8-76C9-2B94-272E7533D958}"/>
                  </a:ext>
                </a:extLst>
              </p:cNvPr>
              <p:cNvSpPr txBox="1"/>
              <p:nvPr/>
            </p:nvSpPr>
            <p:spPr>
              <a:xfrm>
                <a:off x="5343679" y="3098524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0C9B26-6CC8-76C9-2B94-272E7533D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679" y="3098524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CF4209-8CFA-AEFD-38B1-0767DE96077A}"/>
                  </a:ext>
                </a:extLst>
              </p:cNvPr>
              <p:cNvSpPr txBox="1"/>
              <p:nvPr/>
            </p:nvSpPr>
            <p:spPr>
              <a:xfrm>
                <a:off x="6824859" y="3627437"/>
                <a:ext cx="265938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CF4209-8CFA-AEFD-38B1-0767DE960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859" y="3627437"/>
                <a:ext cx="265938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1D21A7-8823-4B04-3C03-C1E594B8E6A1}"/>
                  </a:ext>
                </a:extLst>
              </p:cNvPr>
              <p:cNvSpPr txBox="1"/>
              <p:nvPr/>
            </p:nvSpPr>
            <p:spPr>
              <a:xfrm>
                <a:off x="6704633" y="4144134"/>
                <a:ext cx="27796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1D21A7-8823-4B04-3C03-C1E594B8E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633" y="4144134"/>
                <a:ext cx="277960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0FE307-2735-516A-9CC2-D3FE750B354D}"/>
                  </a:ext>
                </a:extLst>
              </p:cNvPr>
              <p:cNvSpPr txBox="1"/>
              <p:nvPr/>
            </p:nvSpPr>
            <p:spPr>
              <a:xfrm>
                <a:off x="6626086" y="4647649"/>
                <a:ext cx="26593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0FE307-2735-516A-9CC2-D3FE750B3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086" y="4647649"/>
                <a:ext cx="265938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EEA8B-3227-D79A-8C65-3A3189780570}"/>
                  </a:ext>
                </a:extLst>
              </p:cNvPr>
              <p:cNvSpPr txBox="1"/>
              <p:nvPr/>
            </p:nvSpPr>
            <p:spPr>
              <a:xfrm>
                <a:off x="8263906" y="5170006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EEA8B-3227-D79A-8C65-3A3189780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906" y="5170006"/>
                <a:ext cx="102156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27B8D9-C6E9-6BA9-3EDD-E59C48459E95}"/>
                  </a:ext>
                </a:extLst>
              </p:cNvPr>
              <p:cNvSpPr txBox="1"/>
              <p:nvPr/>
            </p:nvSpPr>
            <p:spPr>
              <a:xfrm>
                <a:off x="8263906" y="5658580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27B8D9-C6E9-6BA9-3EDD-E59C48459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906" y="5658580"/>
                <a:ext cx="102643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AB2AEF-B774-14FE-3217-243B02E11596}"/>
                  </a:ext>
                </a:extLst>
              </p:cNvPr>
              <p:cNvSpPr txBox="1"/>
              <p:nvPr/>
            </p:nvSpPr>
            <p:spPr>
              <a:xfrm>
                <a:off x="8306386" y="6147154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AB2AEF-B774-14FE-3217-243B02E11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386" y="6147154"/>
                <a:ext cx="999184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40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2EC67-3043-CEBE-6C9D-2FE74752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A5D004-0BE5-125E-746F-2DF3CA876D5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D00D46-E02B-5823-FB43-B4F3C0F9C15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EE90CB-B8D4-83F7-5A3B-C4F6A7097EA6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EE90CB-B8D4-83F7-5A3B-C4F6A7097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0F9709-F408-9F2F-6B60-742DFC830AA0}"/>
                  </a:ext>
                </a:extLst>
              </p:cNvPr>
              <p:cNvSpPr txBox="1"/>
              <p:nvPr/>
            </p:nvSpPr>
            <p:spPr>
              <a:xfrm>
                <a:off x="5599473" y="1923973"/>
                <a:ext cx="66095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0F9709-F408-9F2F-6B60-742DFC830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473" y="1923973"/>
                <a:ext cx="66095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871670-53A6-59E0-FC41-4D16807DCF24}"/>
                  </a:ext>
                </a:extLst>
              </p:cNvPr>
              <p:cNvSpPr txBox="1"/>
              <p:nvPr/>
            </p:nvSpPr>
            <p:spPr>
              <a:xfrm>
                <a:off x="5343680" y="2560330"/>
                <a:ext cx="3277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871670-53A6-59E0-FC41-4D16807DC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680" y="2560330"/>
                <a:ext cx="3277289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C51FC4-5E93-FE6E-F98F-C6AEDCECC273}"/>
                  </a:ext>
                </a:extLst>
              </p:cNvPr>
              <p:cNvSpPr txBox="1"/>
              <p:nvPr/>
            </p:nvSpPr>
            <p:spPr>
              <a:xfrm>
                <a:off x="5343679" y="3098524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C51FC4-5E93-FE6E-F98F-C6AEDCECC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679" y="3098524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408CE7-6FED-A045-755C-8E1FC7FF45EA}"/>
                  </a:ext>
                </a:extLst>
              </p:cNvPr>
              <p:cNvSpPr txBox="1"/>
              <p:nvPr/>
            </p:nvSpPr>
            <p:spPr>
              <a:xfrm>
                <a:off x="6447415" y="3636718"/>
                <a:ext cx="265938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408CE7-6FED-A045-755C-8E1FC7FF4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415" y="3636718"/>
                <a:ext cx="265938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FFC38E-B46C-57C3-4C13-23D64F94E09C}"/>
                  </a:ext>
                </a:extLst>
              </p:cNvPr>
              <p:cNvSpPr txBox="1"/>
              <p:nvPr/>
            </p:nvSpPr>
            <p:spPr>
              <a:xfrm>
                <a:off x="6525963" y="4140233"/>
                <a:ext cx="27796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FFC38E-B46C-57C3-4C13-23D64F94E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963" y="4140233"/>
                <a:ext cx="277960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D1B631-FF94-6745-8A82-9BF046ED7F67}"/>
                  </a:ext>
                </a:extLst>
              </p:cNvPr>
              <p:cNvSpPr txBox="1"/>
              <p:nvPr/>
            </p:nvSpPr>
            <p:spPr>
              <a:xfrm>
                <a:off x="6626086" y="4647649"/>
                <a:ext cx="26593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D1B631-FF94-6745-8A82-9BF046ED7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086" y="4647649"/>
                <a:ext cx="265938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53C948-360F-3D98-B570-433B41056E22}"/>
                  </a:ext>
                </a:extLst>
              </p:cNvPr>
              <p:cNvSpPr txBox="1"/>
              <p:nvPr/>
            </p:nvSpPr>
            <p:spPr>
              <a:xfrm>
                <a:off x="8263906" y="5170006"/>
                <a:ext cx="1021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53C948-360F-3D98-B570-433B41056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906" y="5170006"/>
                <a:ext cx="102156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8990C4C-1186-E6B5-6145-8D75DC41452C}"/>
                  </a:ext>
                </a:extLst>
              </p:cNvPr>
              <p:cNvSpPr txBox="1"/>
              <p:nvPr/>
            </p:nvSpPr>
            <p:spPr>
              <a:xfrm>
                <a:off x="8263906" y="5658580"/>
                <a:ext cx="1026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8990C4C-1186-E6B5-6145-8D75DC414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906" y="5658580"/>
                <a:ext cx="102643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A0B7B44-898C-D654-BBC5-8D67A5E50641}"/>
                  </a:ext>
                </a:extLst>
              </p:cNvPr>
              <p:cNvSpPr txBox="1"/>
              <p:nvPr/>
            </p:nvSpPr>
            <p:spPr>
              <a:xfrm>
                <a:off x="8306386" y="6147154"/>
                <a:ext cx="999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A0B7B44-898C-D654-BBC5-8D67A5E50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386" y="6147154"/>
                <a:ext cx="999184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800EBC8-0D6B-5073-7F75-19825D5B663F}"/>
              </a:ext>
            </a:extLst>
          </p:cNvPr>
          <p:cNvSpPr txBox="1"/>
          <p:nvPr/>
        </p:nvSpPr>
        <p:spPr>
          <a:xfrm>
            <a:off x="1543811" y="3098523"/>
            <a:ext cx="2570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13"/>
              </a:rPr>
              <a:t>Player 2 Polytope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895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E72C-B18E-BDBD-9F12-460A14E5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480BBB-CF11-93AD-411C-0B74116DBED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E1AEC3-D342-AB19-74F3-D6E982FE109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18FCE9-F6BD-9193-15D1-B77B6763CEA5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18FCE9-F6BD-9193-15D1-B77B6763C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5CC9E58-638E-C1A4-32A5-24154A5933E2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174CA6-61BF-32F2-0C61-034C008AF497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8F7E2-F41E-3150-6348-423A9A80E206}"/>
              </a:ext>
            </a:extLst>
          </p:cNvPr>
          <p:cNvSpPr txBox="1"/>
          <p:nvPr/>
        </p:nvSpPr>
        <p:spPr>
          <a:xfrm>
            <a:off x="9428504" y="3686357"/>
            <a:ext cx="26335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Start with the pair of origin vertices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BFE242-83FD-4B2F-E403-617303EBD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3" y="2243416"/>
            <a:ext cx="3692757" cy="36413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342931-E168-2682-31BB-1C32C119D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751" y="2207947"/>
            <a:ext cx="3908753" cy="3787819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4E2651A-6C17-A558-6AF1-18B823EC7862}"/>
              </a:ext>
            </a:extLst>
          </p:cNvPr>
          <p:cNvSpPr/>
          <p:nvPr/>
        </p:nvSpPr>
        <p:spPr>
          <a:xfrm>
            <a:off x="7295323" y="402534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44E562-D49F-BD8B-E46B-6DB4257CAADB}"/>
              </a:ext>
            </a:extLst>
          </p:cNvPr>
          <p:cNvSpPr/>
          <p:nvPr/>
        </p:nvSpPr>
        <p:spPr>
          <a:xfrm>
            <a:off x="2708930" y="3916016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0B13CF-7B31-940B-BEE6-3196E191F5CE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21C0B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3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805D29-6FA5-2C76-82E2-B023EBA22E49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025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93888-FA47-2239-E8BC-C3D01082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224CFD-C94E-28DE-273E-62A5E22FDD5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91DF5B-26A3-D439-CF9C-F0CE4B55D13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160319-8B00-5BD6-5DC9-E979812997E7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160319-8B00-5BD6-5DC9-E97981299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BF62A90-ABA8-9B08-B1EC-5BBB2E3DD7F2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78810-184B-821F-455C-16F93749C335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1F58C0-6769-D323-807E-587FD9D4EF87}"/>
              </a:ext>
            </a:extLst>
          </p:cNvPr>
          <p:cNvSpPr txBox="1"/>
          <p:nvPr/>
        </p:nvSpPr>
        <p:spPr>
          <a:xfrm>
            <a:off x="9273209" y="3719181"/>
            <a:ext cx="29187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“Drop” Label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 from Player 1’s Polytope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0C7A6B-968F-63F4-4F7E-71EC26EE9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3" y="2243416"/>
            <a:ext cx="3692757" cy="36413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F0BF70-77DD-2A13-5747-9A0C5F542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751" y="2207947"/>
            <a:ext cx="3908753" cy="3787819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DC4D118-6E8D-03FC-0CEB-971491AC6413}"/>
              </a:ext>
            </a:extLst>
          </p:cNvPr>
          <p:cNvSpPr/>
          <p:nvPr/>
        </p:nvSpPr>
        <p:spPr>
          <a:xfrm>
            <a:off x="7295323" y="402534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21F7E0F-1A93-44A4-95FE-AF6ADFAFAAF4}"/>
              </a:ext>
            </a:extLst>
          </p:cNvPr>
          <p:cNvSpPr/>
          <p:nvPr/>
        </p:nvSpPr>
        <p:spPr>
          <a:xfrm>
            <a:off x="2708930" y="3916016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403972-716B-386B-E4EC-8D4C92C5FF77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21C0B"/>
                </a:solidFill>
              </a:rPr>
              <a:t>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3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90FA52-F93A-3E4D-F218-FABE7620046C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4019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4BF2C-2C87-DF4A-0150-CB1A7B90E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8D3EBB-A16E-B2C4-9181-3DB14107C89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080146-E6DA-317B-F8AD-B9B29B2E988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9EDA9C-333D-7669-7A07-B6DFDBAE69E5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9EDA9C-333D-7669-7A07-B6DFDBAE6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1958ECF-AEB6-24FF-FF04-6FDBBB019E99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A9076C-425C-992E-7F93-4B8A6C609B18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AB7895-DB98-9F9D-D602-94741F5FB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3" y="2243416"/>
            <a:ext cx="3692757" cy="3641349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4F5BC431-37E2-3CC9-3896-D85A0A6E1B64}"/>
              </a:ext>
            </a:extLst>
          </p:cNvPr>
          <p:cNvSpPr/>
          <p:nvPr/>
        </p:nvSpPr>
        <p:spPr>
          <a:xfrm>
            <a:off x="2708930" y="3916016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5F6C42-5547-63A6-5189-0169E10D884E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21C0B"/>
                </a:solidFill>
              </a:rPr>
              <a:t>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3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18684E-2AE4-DEA1-4836-F2B7A6133C3A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EADA4-CC06-7DD9-3641-DB01E43F3CF7}"/>
              </a:ext>
            </a:extLst>
          </p:cNvPr>
          <p:cNvSpPr txBox="1"/>
          <p:nvPr/>
        </p:nvSpPr>
        <p:spPr>
          <a:xfrm>
            <a:off x="9428504" y="1798957"/>
            <a:ext cx="2763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“Recover” Label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 using Player 2’s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0813E2-CAC1-7AD4-380A-DAFF2D490C59}"/>
                  </a:ext>
                </a:extLst>
              </p:cNvPr>
              <p:cNvSpPr txBox="1"/>
              <p:nvPr/>
            </p:nvSpPr>
            <p:spPr>
              <a:xfrm>
                <a:off x="9480560" y="3919236"/>
                <a:ext cx="265938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0813E2-CAC1-7AD4-380A-DAFF2D490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560" y="3919236"/>
                <a:ext cx="265938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E430CC2-5721-A9EB-9DD6-0853A92361AA}"/>
              </a:ext>
            </a:extLst>
          </p:cNvPr>
          <p:cNvSpPr txBox="1"/>
          <p:nvPr/>
        </p:nvSpPr>
        <p:spPr>
          <a:xfrm>
            <a:off x="9231556" y="3117273"/>
            <a:ext cx="3157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Find adjacent vertex with: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B332EB-8FE8-EFEB-3AB9-B49646B1C261}"/>
                  </a:ext>
                </a:extLst>
              </p:cNvPr>
              <p:cNvSpPr txBox="1"/>
              <p:nvPr/>
            </p:nvSpPr>
            <p:spPr>
              <a:xfrm>
                <a:off x="10192581" y="4542050"/>
                <a:ext cx="1235338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,0,0)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B332EB-8FE8-EFEB-3AB9-B49646B1C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2581" y="4542050"/>
                <a:ext cx="1235338" cy="806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AD9A32C-5A13-8808-6877-50EA0ED7F982}"/>
              </a:ext>
            </a:extLst>
          </p:cNvPr>
          <p:cNvSpPr txBox="1"/>
          <p:nvPr/>
        </p:nvSpPr>
        <p:spPr>
          <a:xfrm>
            <a:off x="9376445" y="5423100"/>
            <a:ext cx="2763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Lose Label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endParaRPr lang="en-US" sz="2400" dirty="0">
              <a:solidFill>
                <a:srgbClr val="064EA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571BAE-2C94-C508-F9F4-289E780BDB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7238" y="2284763"/>
            <a:ext cx="3907688" cy="3641349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AB1327C7-818E-BAA0-5A9D-51449DC86C8F}"/>
              </a:ext>
            </a:extLst>
          </p:cNvPr>
          <p:cNvSpPr/>
          <p:nvPr/>
        </p:nvSpPr>
        <p:spPr>
          <a:xfrm>
            <a:off x="7474127" y="4137069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37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C29E2-D1AC-5507-76E6-9AE57F08F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CEB6F3-5888-58AF-A7E7-BC4511A9D51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3C483A-1292-4FA8-6D14-202246EB43A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38096A-EFB4-F42B-2F9F-F0846A63D35B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38096A-EFB4-F42B-2F9F-F0846A63D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89B30CE-9CA2-E0C4-DB3C-1DBD8CA76105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63799E-9644-6CC9-017B-D5270C02E54B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75EC50-3ED7-7C16-6B76-3E4C85CAC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3" y="2243416"/>
            <a:ext cx="3692757" cy="3641349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357B6922-2F1F-2787-B532-5E53A824C016}"/>
              </a:ext>
            </a:extLst>
          </p:cNvPr>
          <p:cNvSpPr/>
          <p:nvPr/>
        </p:nvSpPr>
        <p:spPr>
          <a:xfrm>
            <a:off x="2922447" y="409549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2A9EDA-A2F6-67BB-2DDE-7723BADD58A2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064EA1"/>
                </a:solidFill>
              </a:rPr>
              <a:t> </a:t>
            </a:r>
            <a:r>
              <a:rPr lang="en-US" sz="2400" b="1" dirty="0">
                <a:solidFill>
                  <a:srgbClr val="F21C0B"/>
                </a:solidFill>
              </a:rPr>
              <a:t>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3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A078A-EA66-A74A-B7E3-12C537A1816A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7CB808-83EB-B89E-6ECF-FBAAAAA02BC6}"/>
              </a:ext>
            </a:extLst>
          </p:cNvPr>
          <p:cNvSpPr txBox="1"/>
          <p:nvPr/>
        </p:nvSpPr>
        <p:spPr>
          <a:xfrm>
            <a:off x="9428504" y="1798957"/>
            <a:ext cx="2763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Recover Label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dirty="0"/>
              <a:t> using Player 2’s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5B0632-51C5-CBF3-8D27-BB1EC07211D1}"/>
                  </a:ext>
                </a:extLst>
              </p:cNvPr>
              <p:cNvSpPr txBox="1"/>
              <p:nvPr/>
            </p:nvSpPr>
            <p:spPr>
              <a:xfrm>
                <a:off x="9361936" y="3921625"/>
                <a:ext cx="27780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5B0632-51C5-CBF3-8D27-BB1EC0721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936" y="3921625"/>
                <a:ext cx="277800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6116898-F104-55EA-08B7-EFB9C43BA133}"/>
              </a:ext>
            </a:extLst>
          </p:cNvPr>
          <p:cNvSpPr txBox="1"/>
          <p:nvPr/>
        </p:nvSpPr>
        <p:spPr>
          <a:xfrm>
            <a:off x="9231556" y="3117273"/>
            <a:ext cx="3157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Find adjacent vertex with: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538E6-B34D-768B-58F3-D0CD0E8B6D80}"/>
                  </a:ext>
                </a:extLst>
              </p:cNvPr>
              <p:cNvSpPr txBox="1"/>
              <p:nvPr/>
            </p:nvSpPr>
            <p:spPr>
              <a:xfrm>
                <a:off x="10192581" y="4542050"/>
                <a:ext cx="1235338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,0,0)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538E6-B34D-768B-58F3-D0CD0E8B6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2581" y="4542050"/>
                <a:ext cx="1235338" cy="806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8CFAF73-A54C-CBF8-559E-E182ACC7E037}"/>
              </a:ext>
            </a:extLst>
          </p:cNvPr>
          <p:cNvSpPr txBox="1"/>
          <p:nvPr/>
        </p:nvSpPr>
        <p:spPr>
          <a:xfrm>
            <a:off x="9376445" y="5423100"/>
            <a:ext cx="2763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We Officially Lose Label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 </a:t>
            </a:r>
            <a:r>
              <a:rPr lang="en-US" sz="2400" dirty="0"/>
              <a:t>from Player 1’s </a:t>
            </a:r>
            <a:endParaRPr lang="en-US" sz="2400" dirty="0">
              <a:solidFill>
                <a:srgbClr val="064EA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636A97-38D4-FA2C-53C7-D10104B03E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7238" y="2284763"/>
            <a:ext cx="3907688" cy="3641349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A062C53-E0B1-69F9-8DB2-25FAAD473EC5}"/>
              </a:ext>
            </a:extLst>
          </p:cNvPr>
          <p:cNvSpPr/>
          <p:nvPr/>
        </p:nvSpPr>
        <p:spPr>
          <a:xfrm>
            <a:off x="7474127" y="4137069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86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8BBB0-4F4B-3BA9-F5C6-BC3B2A2B6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259BEE-02E6-C0F5-6939-5B54E8C94C9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0FCE59-A010-5188-3FE3-F76AA1E48EB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9850D1-50DB-FAD9-E639-5FE7009561EC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9850D1-50DB-FAD9-E639-5FE700956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358556B-77F2-CC59-1F57-4B3418260C93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B72029-4F5D-6ECF-E557-79A55A22F47A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DB5C13-A934-AE79-C2AE-ADCBBDCEA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3" y="2243416"/>
            <a:ext cx="3692757" cy="364134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9F96D70-8F27-D2B6-33B4-58AD80049CD2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064EA1"/>
                </a:solidFill>
              </a:rPr>
              <a:t> </a:t>
            </a:r>
            <a:r>
              <a:rPr lang="en-US" sz="2400" b="1" dirty="0">
                <a:solidFill>
                  <a:srgbClr val="F21C0B"/>
                </a:solidFill>
              </a:rPr>
              <a:t>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3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9EF9C0-9737-3F60-8FE0-34886CD74C2A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7AF23-36C9-608E-20DC-4CCB8170A201}"/>
              </a:ext>
            </a:extLst>
          </p:cNvPr>
          <p:cNvSpPr txBox="1"/>
          <p:nvPr/>
        </p:nvSpPr>
        <p:spPr>
          <a:xfrm>
            <a:off x="9428504" y="1798957"/>
            <a:ext cx="27634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Wait a minute…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We’re fully labeled!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There is a Nash equilibrium at when Player 1 chooses pure strategy </a:t>
            </a:r>
            <a:r>
              <a:rPr lang="en-US" sz="2400" b="1" dirty="0">
                <a:solidFill>
                  <a:srgbClr val="FF0000"/>
                </a:solidFill>
              </a:rPr>
              <a:t>1 </a:t>
            </a:r>
            <a:r>
              <a:rPr lang="en-US" sz="2400" dirty="0"/>
              <a:t>and Player 2 chooses pure strategy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endParaRPr lang="en-US" sz="2400" dirty="0"/>
          </a:p>
          <a:p>
            <a:pPr algn="ctr"/>
            <a:endParaRPr lang="en-US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E6B8B8-9F24-7F6C-63F6-2D9F6C48A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238" y="2284763"/>
            <a:ext cx="3907688" cy="3641349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FECB88C4-82F0-77EF-0C87-D2EBE6B63795}"/>
              </a:ext>
            </a:extLst>
          </p:cNvPr>
          <p:cNvSpPr/>
          <p:nvPr/>
        </p:nvSpPr>
        <p:spPr>
          <a:xfrm>
            <a:off x="7474127" y="4137069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1C8E309-AE74-E88D-18AE-56BDB63E2BE2}"/>
              </a:ext>
            </a:extLst>
          </p:cNvPr>
          <p:cNvSpPr/>
          <p:nvPr/>
        </p:nvSpPr>
        <p:spPr>
          <a:xfrm>
            <a:off x="2922447" y="409549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99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83305-C153-3F96-26FA-B5522E78C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9376AE-B7F5-A175-878C-4E46C9C00E7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EC4C38-FD8E-E36F-D03E-2CFF2A60357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626E95-36AB-47B2-E544-0BAE4DF70674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626E95-36AB-47B2-E544-0BAE4DF70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71CBAB-74AB-46C5-492E-79116229CD0D}"/>
              </a:ext>
            </a:extLst>
          </p:cNvPr>
          <p:cNvGraphicFramePr>
            <a:graphicFrameLocks noGrp="1"/>
          </p:cNvGraphicFramePr>
          <p:nvPr/>
        </p:nvGraphicFramePr>
        <p:xfrm>
          <a:off x="1003242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3CD3E8F-E5E4-2B18-6136-83B698B27BFA}"/>
              </a:ext>
            </a:extLst>
          </p:cNvPr>
          <p:cNvSpPr txBox="1"/>
          <p:nvPr/>
        </p:nvSpPr>
        <p:spPr>
          <a:xfrm>
            <a:off x="8365516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66E56D-A5CD-3151-1075-713F5D5140EF}"/>
              </a:ext>
            </a:extLst>
          </p:cNvPr>
          <p:cNvSpPr txBox="1"/>
          <p:nvPr/>
        </p:nvSpPr>
        <p:spPr>
          <a:xfrm rot="16200000">
            <a:off x="-655727" y="4406836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61F692-F58E-A8D5-F525-117B63491FAD}"/>
              </a:ext>
            </a:extLst>
          </p:cNvPr>
          <p:cNvSpPr txBox="1"/>
          <p:nvPr/>
        </p:nvSpPr>
        <p:spPr>
          <a:xfrm>
            <a:off x="538790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51021A-50F2-E60E-0AA1-D5C56701C14C}"/>
              </a:ext>
            </a:extLst>
          </p:cNvPr>
          <p:cNvSpPr txBox="1"/>
          <p:nvPr/>
        </p:nvSpPr>
        <p:spPr>
          <a:xfrm>
            <a:off x="538790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94ACC6-F8C1-EEDA-A95A-B344D9FD1A78}"/>
              </a:ext>
            </a:extLst>
          </p:cNvPr>
          <p:cNvSpPr txBox="1"/>
          <p:nvPr/>
        </p:nvSpPr>
        <p:spPr>
          <a:xfrm>
            <a:off x="538790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29A1AB-FCA4-3F86-B2BF-2A0079BEB4C3}"/>
              </a:ext>
            </a:extLst>
          </p:cNvPr>
          <p:cNvSpPr txBox="1"/>
          <p:nvPr/>
        </p:nvSpPr>
        <p:spPr>
          <a:xfrm>
            <a:off x="1543812" y="333505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14A118-D354-BBD4-E5CF-BF6C820C4B98}"/>
              </a:ext>
            </a:extLst>
          </p:cNvPr>
          <p:cNvSpPr txBox="1"/>
          <p:nvPr/>
        </p:nvSpPr>
        <p:spPr>
          <a:xfrm>
            <a:off x="315237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74D9D7-D2F5-33DC-0557-1DFCF9AB2C19}"/>
              </a:ext>
            </a:extLst>
          </p:cNvPr>
          <p:cNvSpPr txBox="1"/>
          <p:nvPr/>
        </p:nvSpPr>
        <p:spPr>
          <a:xfrm>
            <a:off x="454901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F96CAC-ABDC-DBA8-2FF4-31610B971E5A}"/>
              </a:ext>
            </a:extLst>
          </p:cNvPr>
          <p:cNvSpPr txBox="1"/>
          <p:nvPr/>
        </p:nvSpPr>
        <p:spPr>
          <a:xfrm>
            <a:off x="942633" y="6166844"/>
            <a:ext cx="967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*No strategies can be eliminated by strict dominance of pure strategies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9E3650F-6DB9-0B15-DFB3-2D590A5C5535}"/>
              </a:ext>
            </a:extLst>
          </p:cNvPr>
          <p:cNvGraphicFramePr>
            <a:graphicFrameLocks noGrp="1"/>
          </p:cNvGraphicFramePr>
          <p:nvPr/>
        </p:nvGraphicFramePr>
        <p:xfrm>
          <a:off x="6874558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7288D29-FCCB-3CE3-B913-FD33839E4C16}"/>
              </a:ext>
            </a:extLst>
          </p:cNvPr>
          <p:cNvSpPr txBox="1"/>
          <p:nvPr/>
        </p:nvSpPr>
        <p:spPr>
          <a:xfrm>
            <a:off x="6379678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99543C-EEC5-7D8C-A0ED-53C857CBBE11}"/>
              </a:ext>
            </a:extLst>
          </p:cNvPr>
          <p:cNvSpPr txBox="1"/>
          <p:nvPr/>
        </p:nvSpPr>
        <p:spPr>
          <a:xfrm>
            <a:off x="6379678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6E2EB9-E689-DB2F-61C8-DA868316F51A}"/>
              </a:ext>
            </a:extLst>
          </p:cNvPr>
          <p:cNvSpPr txBox="1"/>
          <p:nvPr/>
        </p:nvSpPr>
        <p:spPr>
          <a:xfrm>
            <a:off x="6379678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55E5B1-5ED6-EDE4-F124-FF6E3818B8CC}"/>
              </a:ext>
            </a:extLst>
          </p:cNvPr>
          <p:cNvSpPr txBox="1"/>
          <p:nvPr/>
        </p:nvSpPr>
        <p:spPr>
          <a:xfrm>
            <a:off x="7437234" y="334658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5FEA2A-6161-BB5E-B887-A142AD1C7065}"/>
              </a:ext>
            </a:extLst>
          </p:cNvPr>
          <p:cNvSpPr txBox="1"/>
          <p:nvPr/>
        </p:nvSpPr>
        <p:spPr>
          <a:xfrm>
            <a:off x="904579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E10ED8-5F47-3808-F649-73165817F479}"/>
              </a:ext>
            </a:extLst>
          </p:cNvPr>
          <p:cNvSpPr txBox="1"/>
          <p:nvPr/>
        </p:nvSpPr>
        <p:spPr>
          <a:xfrm>
            <a:off x="1044243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421D0A-AECB-D48B-601F-FAB7E7F9B778}"/>
              </a:ext>
            </a:extLst>
          </p:cNvPr>
          <p:cNvSpPr txBox="1"/>
          <p:nvPr/>
        </p:nvSpPr>
        <p:spPr>
          <a:xfrm>
            <a:off x="2468633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AED7F2-2539-C1C4-5B7D-DA9EAA9B34D1}"/>
              </a:ext>
            </a:extLst>
          </p:cNvPr>
          <p:cNvSpPr txBox="1"/>
          <p:nvPr/>
        </p:nvSpPr>
        <p:spPr>
          <a:xfrm rot="16200000">
            <a:off x="5213463" y="4399074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0C7F6C-7F0B-E929-E1C7-5319B5762187}"/>
              </a:ext>
            </a:extLst>
          </p:cNvPr>
          <p:cNvSpPr txBox="1"/>
          <p:nvPr/>
        </p:nvSpPr>
        <p:spPr>
          <a:xfrm>
            <a:off x="1144413" y="1896805"/>
            <a:ext cx="421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FA4427-93B2-BA7A-9BC9-AFDDB1D80AFD}"/>
              </a:ext>
            </a:extLst>
          </p:cNvPr>
          <p:cNvSpPr txBox="1"/>
          <p:nvPr/>
        </p:nvSpPr>
        <p:spPr>
          <a:xfrm>
            <a:off x="7082617" y="1896804"/>
            <a:ext cx="4414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 Payoff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46C9D-4E44-139E-11BA-4E3477C2C93C}"/>
              </a:ext>
            </a:extLst>
          </p:cNvPr>
          <p:cNvSpPr/>
          <p:nvPr/>
        </p:nvSpPr>
        <p:spPr>
          <a:xfrm>
            <a:off x="990117" y="3886200"/>
            <a:ext cx="1594057" cy="612707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D73993-A8C6-BED1-C4D2-01E2AE5FD12B}"/>
              </a:ext>
            </a:extLst>
          </p:cNvPr>
          <p:cNvSpPr/>
          <p:nvPr/>
        </p:nvSpPr>
        <p:spPr>
          <a:xfrm>
            <a:off x="6879683" y="3891516"/>
            <a:ext cx="1578517" cy="612707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16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2A7FD-8762-1BF7-6AF3-828B8A31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3E6E82-74FE-512A-A463-B2E82FB11BD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8A945D-E31F-BE01-7D70-0778801DAE2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5C2318-C2C3-3B39-9DE5-C2DC07A3AE58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5C2318-C2C3-3B39-9DE5-C2DC07A3A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E3150B4-FD81-6DFE-5C5F-2F3BF1BBF1DE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07643D-562F-62E7-7C70-50C89A97DA6E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14064-DB42-090C-5AA2-848474672B87}"/>
              </a:ext>
            </a:extLst>
          </p:cNvPr>
          <p:cNvSpPr txBox="1"/>
          <p:nvPr/>
        </p:nvSpPr>
        <p:spPr>
          <a:xfrm>
            <a:off x="9428504" y="3736755"/>
            <a:ext cx="26335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Start with the pair of origin vertices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8CA15A-F45C-B921-8EF2-8E494679C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3" y="2243416"/>
            <a:ext cx="3692757" cy="36413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C138E2-61F9-FE1C-9A83-22C06E2CD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751" y="2207947"/>
            <a:ext cx="3908753" cy="3787819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2B2405A2-6100-722D-B54C-849C77F3EAFA}"/>
              </a:ext>
            </a:extLst>
          </p:cNvPr>
          <p:cNvSpPr/>
          <p:nvPr/>
        </p:nvSpPr>
        <p:spPr>
          <a:xfrm>
            <a:off x="7295323" y="402534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3FE8887-BDD2-9A40-54EF-B07518ACF67E}"/>
              </a:ext>
            </a:extLst>
          </p:cNvPr>
          <p:cNvSpPr/>
          <p:nvPr/>
        </p:nvSpPr>
        <p:spPr>
          <a:xfrm>
            <a:off x="2708930" y="3916016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AD54CB-E44D-201D-AA04-1AAD9D637844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21C0B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3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1FC850-5567-BA02-D0F8-8D4AA4F159FF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DEECC-7796-988B-9DB5-79572A8EF248}"/>
              </a:ext>
            </a:extLst>
          </p:cNvPr>
          <p:cNvSpPr txBox="1"/>
          <p:nvPr/>
        </p:nvSpPr>
        <p:spPr>
          <a:xfrm>
            <a:off x="9428504" y="2824123"/>
            <a:ext cx="26335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Let’s try this again…</a:t>
            </a:r>
          </a:p>
        </p:txBody>
      </p:sp>
    </p:spTree>
    <p:extLst>
      <p:ext uri="{BB962C8B-B14F-4D97-AF65-F5344CB8AC3E}">
        <p14:creationId xmlns:p14="http://schemas.microsoft.com/office/powerpoint/2010/main" val="3720348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F73C2-FC65-099A-9E7C-4EF7E263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4E99DD-E932-CC85-CEB4-4C29DA3D065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2B3A80-3A9F-594C-F35F-705D262A6EA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64808F-409A-4DE8-01E5-1C789BE26668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64808F-409A-4DE8-01E5-1C789BE26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68A6ECE-E3D7-8ECC-0513-9DE574E99171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9D3C2-BB96-E8C4-4E91-480C25D3345E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E8CCE3-47FB-21CC-E358-1ACA76E2A72F}"/>
              </a:ext>
            </a:extLst>
          </p:cNvPr>
          <p:cNvSpPr txBox="1"/>
          <p:nvPr/>
        </p:nvSpPr>
        <p:spPr>
          <a:xfrm>
            <a:off x="9273209" y="3719181"/>
            <a:ext cx="29187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“Drop” Label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from Player 1’s Polytope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39214A-4339-3308-0F1A-6BAF35B18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3" y="2243416"/>
            <a:ext cx="3692757" cy="36413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42291B-C79B-7AB4-3DC1-FA2FE2B84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751" y="2207947"/>
            <a:ext cx="3908753" cy="3787819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8A6F7C4A-5EB5-7345-F023-2EB73B75B7FC}"/>
              </a:ext>
            </a:extLst>
          </p:cNvPr>
          <p:cNvSpPr/>
          <p:nvPr/>
        </p:nvSpPr>
        <p:spPr>
          <a:xfrm>
            <a:off x="7295323" y="402534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CE87D6C-8EED-B7CF-F16E-EB3BE6FC3344}"/>
              </a:ext>
            </a:extLst>
          </p:cNvPr>
          <p:cNvSpPr/>
          <p:nvPr/>
        </p:nvSpPr>
        <p:spPr>
          <a:xfrm>
            <a:off x="2708930" y="3916016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F8E757-1420-3ACC-9CBD-DB6650D56DB7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21C0B"/>
                </a:solidFill>
              </a:rPr>
              <a:t>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3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B6E3D7-1BEF-3033-6DFE-A92A34D8AE86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0408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2D0F8-4546-0BF1-259E-656E8EC45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3A416EA-4F0A-8728-F695-0C664694F96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70A53-3150-4AC5-4DCC-9CA3160382F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26BEC7-38C0-26AB-000B-863B70F5F455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26BEC7-38C0-26AB-000B-863B70F5F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79783A4-2BCD-7760-C5E0-473C4FFF0C66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508824-DACB-E856-F312-F7C730C8277B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998D33-05B1-4480-00AF-10EBE8844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3" y="2243416"/>
            <a:ext cx="3692757" cy="3641349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77ABFBD8-CBA4-DB89-ED2D-98217D321DCE}"/>
              </a:ext>
            </a:extLst>
          </p:cNvPr>
          <p:cNvSpPr/>
          <p:nvPr/>
        </p:nvSpPr>
        <p:spPr>
          <a:xfrm>
            <a:off x="2708930" y="3916016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CC21EB-BB6B-6B83-EFB0-CD6878648428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21C0B"/>
                </a:solidFill>
              </a:rPr>
              <a:t>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3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CBA5A1-0B34-517E-F8A5-0D06FC0BD330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C9A2A-7E7D-4EE9-485D-7EB4605AE45F}"/>
              </a:ext>
            </a:extLst>
          </p:cNvPr>
          <p:cNvSpPr txBox="1"/>
          <p:nvPr/>
        </p:nvSpPr>
        <p:spPr>
          <a:xfrm>
            <a:off x="9428504" y="1798957"/>
            <a:ext cx="2763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“Recover” Label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using Player 2’s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55CE5F-2405-A218-7648-496683A022E7}"/>
                  </a:ext>
                </a:extLst>
              </p:cNvPr>
              <p:cNvSpPr txBox="1"/>
              <p:nvPr/>
            </p:nvSpPr>
            <p:spPr>
              <a:xfrm>
                <a:off x="9361936" y="3921625"/>
                <a:ext cx="27780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55CE5F-2405-A218-7648-496683A02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936" y="3921625"/>
                <a:ext cx="277800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11D80DA-34B3-4BF1-E5EC-CE0E954DADDA}"/>
              </a:ext>
            </a:extLst>
          </p:cNvPr>
          <p:cNvSpPr txBox="1"/>
          <p:nvPr/>
        </p:nvSpPr>
        <p:spPr>
          <a:xfrm>
            <a:off x="9231556" y="3117273"/>
            <a:ext cx="3157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Find adjacent vertex with: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28127F-B2E6-B374-70E3-C5DD6E1FF269}"/>
                  </a:ext>
                </a:extLst>
              </p:cNvPr>
              <p:cNvSpPr txBox="1"/>
              <p:nvPr/>
            </p:nvSpPr>
            <p:spPr>
              <a:xfrm>
                <a:off x="10192581" y="4542050"/>
                <a:ext cx="1295163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(0,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,0)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28127F-B2E6-B374-70E3-C5DD6E1FF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2581" y="4542050"/>
                <a:ext cx="1295163" cy="806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D96C823-39FA-9568-0C70-CA654993575A}"/>
              </a:ext>
            </a:extLst>
          </p:cNvPr>
          <p:cNvSpPr txBox="1"/>
          <p:nvPr/>
        </p:nvSpPr>
        <p:spPr>
          <a:xfrm>
            <a:off x="9376445" y="5423100"/>
            <a:ext cx="2763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Lose Label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endParaRPr lang="en-US" sz="2400" dirty="0">
              <a:solidFill>
                <a:srgbClr val="064EA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B864F3-E6AC-4F14-6BFC-A3948258B4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7238" y="2326625"/>
            <a:ext cx="3907688" cy="3557624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A513078-1AF4-C21B-31E7-8477592EC904}"/>
              </a:ext>
            </a:extLst>
          </p:cNvPr>
          <p:cNvSpPr/>
          <p:nvPr/>
        </p:nvSpPr>
        <p:spPr>
          <a:xfrm>
            <a:off x="7049971" y="413706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42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2C0BF-E86A-8D7F-2BC2-BA77F105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551488-4089-6D2A-D5C7-45B4ACBA8DC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68C66D-0013-3F89-71B0-C9CB0066196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6EC69D-1555-670A-3FA1-763391CAB2AE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6EC69D-1555-670A-3FA1-763391CAB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F3717AF-673A-3E86-65A9-CB2AB2EACE8B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D55AA3-3424-FC86-372B-1264835D60E8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CAEE75-676A-7E28-67E4-175A03BA2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3" y="2243416"/>
            <a:ext cx="3692757" cy="3641349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9448ABA8-0E18-5D74-A0F6-BA21CCCA5657}"/>
              </a:ext>
            </a:extLst>
          </p:cNvPr>
          <p:cNvSpPr/>
          <p:nvPr/>
        </p:nvSpPr>
        <p:spPr>
          <a:xfrm>
            <a:off x="2708930" y="331966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14FA21-E139-5303-A816-E2B212E5D5B9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21C0B"/>
                </a:solidFill>
              </a:rPr>
              <a:t>3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8588AD-E188-A493-F9C6-CE5231E3E0B9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8D849F-440D-4956-ACFA-5F0E65ED7C52}"/>
              </a:ext>
            </a:extLst>
          </p:cNvPr>
          <p:cNvSpPr txBox="1"/>
          <p:nvPr/>
        </p:nvSpPr>
        <p:spPr>
          <a:xfrm>
            <a:off x="9428504" y="1798957"/>
            <a:ext cx="2763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“Recover” Label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dirty="0"/>
              <a:t> using Player 1’s Polytope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7CCAD9-4DD9-16A9-4A30-E0C331392EF3}"/>
                  </a:ext>
                </a:extLst>
              </p:cNvPr>
              <p:cNvSpPr txBox="1"/>
              <p:nvPr/>
            </p:nvSpPr>
            <p:spPr>
              <a:xfrm>
                <a:off x="9361936" y="3921625"/>
                <a:ext cx="25792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7CCAD9-4DD9-16A9-4A30-E0C331392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936" y="3921625"/>
                <a:ext cx="257923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3D77F7D-A927-89BC-6565-B7F9C863109D}"/>
              </a:ext>
            </a:extLst>
          </p:cNvPr>
          <p:cNvSpPr txBox="1"/>
          <p:nvPr/>
        </p:nvSpPr>
        <p:spPr>
          <a:xfrm>
            <a:off x="9231556" y="3117273"/>
            <a:ext cx="3157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Find adjacent vertex with: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C84A91-C3DF-FFB8-2B94-08014C3DE5B1}"/>
                  </a:ext>
                </a:extLst>
              </p:cNvPr>
              <p:cNvSpPr txBox="1"/>
              <p:nvPr/>
            </p:nvSpPr>
            <p:spPr>
              <a:xfrm>
                <a:off x="10192581" y="4542050"/>
                <a:ext cx="129516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(0,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,0)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C84A91-C3DF-FFB8-2B94-08014C3DE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2581" y="4542050"/>
                <a:ext cx="1295163" cy="8094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55A7FDC-6402-4405-9CAC-779BB2B60E4B}"/>
              </a:ext>
            </a:extLst>
          </p:cNvPr>
          <p:cNvSpPr txBox="1"/>
          <p:nvPr/>
        </p:nvSpPr>
        <p:spPr>
          <a:xfrm>
            <a:off x="9361936" y="5491628"/>
            <a:ext cx="2763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Lose Label </a:t>
            </a:r>
            <a:r>
              <a:rPr lang="en-US" sz="2400" b="1" dirty="0">
                <a:solidFill>
                  <a:srgbClr val="F21C0B"/>
                </a:solidFill>
              </a:rPr>
              <a:t>2</a:t>
            </a:r>
            <a:endParaRPr lang="en-US" sz="2400" dirty="0">
              <a:solidFill>
                <a:srgbClr val="064EA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14303A-C05D-DCE3-0C2A-FCD2FDBA12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7238" y="2326625"/>
            <a:ext cx="3907688" cy="3557624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B4F7983B-C3AC-CE7D-7D38-6BAB5D3847DB}"/>
              </a:ext>
            </a:extLst>
          </p:cNvPr>
          <p:cNvSpPr/>
          <p:nvPr/>
        </p:nvSpPr>
        <p:spPr>
          <a:xfrm>
            <a:off x="7049971" y="413706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17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3D70E-C18B-B601-AD5F-9F2FF8D2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EE442B6-3F8B-0163-ED05-39E0F1866DE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DC97A6-6A4B-6598-CDE9-AED0241A92F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0DF839-E3E8-800E-A4EA-0DEF42B359CD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0DF839-E3E8-800E-A4EA-0DEF42B35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732DAB1-9DE6-EFF8-A5C3-2EA6B01B10EB}"/>
              </a:ext>
            </a:extLst>
          </p:cNvPr>
          <p:cNvSpPr txBox="1"/>
          <p:nvPr/>
        </p:nvSpPr>
        <p:spPr>
          <a:xfrm>
            <a:off x="732334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1 Polytope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54213-BFE5-A5CA-3478-90907F00FB42}"/>
              </a:ext>
            </a:extLst>
          </p:cNvPr>
          <p:cNvSpPr txBox="1"/>
          <p:nvPr/>
        </p:nvSpPr>
        <p:spPr>
          <a:xfrm>
            <a:off x="5519751" y="1746282"/>
            <a:ext cx="3060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Player 2 Polytope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2CFC57-D59F-858E-62C5-857EED3E7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3" y="2243416"/>
            <a:ext cx="3692757" cy="3641349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A33770D8-E050-F797-5798-B5E6CECA1A31}"/>
              </a:ext>
            </a:extLst>
          </p:cNvPr>
          <p:cNvSpPr/>
          <p:nvPr/>
        </p:nvSpPr>
        <p:spPr>
          <a:xfrm>
            <a:off x="2708930" y="331966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CF2536-0F1A-E43E-3FCA-80408836E136}"/>
              </a:ext>
            </a:extLst>
          </p:cNvPr>
          <p:cNvSpPr txBox="1"/>
          <p:nvPr/>
        </p:nvSpPr>
        <p:spPr>
          <a:xfrm>
            <a:off x="1159211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21C0B"/>
                </a:solidFill>
              </a:rPr>
              <a:t>3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r>
              <a:rPr lang="en-US" sz="24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6BDF94-79BB-A365-D489-F8E9B53460F3}"/>
              </a:ext>
            </a:extLst>
          </p:cNvPr>
          <p:cNvSpPr txBox="1"/>
          <p:nvPr/>
        </p:nvSpPr>
        <p:spPr>
          <a:xfrm>
            <a:off x="6157345" y="6027003"/>
            <a:ext cx="263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Labels: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A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F21C0B"/>
                </a:solidFill>
              </a:rPr>
              <a:t> </a:t>
            </a:r>
            <a:r>
              <a:rPr lang="en-US" sz="2400" b="1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7B731-2044-22B0-5AE4-7BB754743608}"/>
              </a:ext>
            </a:extLst>
          </p:cNvPr>
          <p:cNvSpPr txBox="1"/>
          <p:nvPr/>
        </p:nvSpPr>
        <p:spPr>
          <a:xfrm>
            <a:off x="9428504" y="1804674"/>
            <a:ext cx="27634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We are fully labeled again and have thus found another Nash equilibrium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6EC6EB-BB34-E4F2-55FD-9276345B14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7238" y="2326625"/>
            <a:ext cx="3907688" cy="3557624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4A87395E-0C87-DAE7-9B64-C4BF5DE44E14}"/>
              </a:ext>
            </a:extLst>
          </p:cNvPr>
          <p:cNvSpPr/>
          <p:nvPr/>
        </p:nvSpPr>
        <p:spPr>
          <a:xfrm>
            <a:off x="7049971" y="4137068"/>
            <a:ext cx="109132" cy="1093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C418A7-614C-E041-2EDB-EE66DA0012BD}"/>
              </a:ext>
            </a:extLst>
          </p:cNvPr>
          <p:cNvSpPr txBox="1"/>
          <p:nvPr/>
        </p:nvSpPr>
        <p:spPr>
          <a:xfrm>
            <a:off x="9456110" y="3580179"/>
            <a:ext cx="27082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There is another Nash equilibrium at when Player 1 chooses pure strategy </a:t>
            </a:r>
            <a:r>
              <a:rPr lang="en-US" sz="2400" b="1" dirty="0">
                <a:solidFill>
                  <a:srgbClr val="FF0000"/>
                </a:solidFill>
              </a:rPr>
              <a:t>2 </a:t>
            </a:r>
            <a:r>
              <a:rPr lang="en-US" sz="2400" dirty="0"/>
              <a:t>and Player 2 chooses pure strategy </a:t>
            </a:r>
            <a:r>
              <a:rPr lang="en-US" sz="2400" b="1" dirty="0">
                <a:solidFill>
                  <a:srgbClr val="064EA1"/>
                </a:solidFill>
              </a:rPr>
              <a:t>B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6259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6DD1C-266B-D907-47E8-6CD9B3C4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6E0766-AB8A-B100-1893-AA0084227A6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29C7BD-A91A-4A9E-5F83-737BCA31D6A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F8C484-F4B7-A1C2-E74B-CBE8BDCB6E1A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F8C484-F4B7-A1C2-E74B-CBE8BDCB6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A22572-E4FD-9A56-3E1B-8CE123B07A7E}"/>
              </a:ext>
            </a:extLst>
          </p:cNvPr>
          <p:cNvGraphicFramePr>
            <a:graphicFrameLocks noGrp="1"/>
          </p:cNvGraphicFramePr>
          <p:nvPr/>
        </p:nvGraphicFramePr>
        <p:xfrm>
          <a:off x="1003242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2267359-D9FE-1C29-9BC6-A3FCD44BDB80}"/>
              </a:ext>
            </a:extLst>
          </p:cNvPr>
          <p:cNvSpPr txBox="1"/>
          <p:nvPr/>
        </p:nvSpPr>
        <p:spPr>
          <a:xfrm>
            <a:off x="8365516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D4C617-0AAE-B8BE-5759-B575D882E23F}"/>
              </a:ext>
            </a:extLst>
          </p:cNvPr>
          <p:cNvSpPr txBox="1"/>
          <p:nvPr/>
        </p:nvSpPr>
        <p:spPr>
          <a:xfrm rot="16200000">
            <a:off x="-655727" y="4406836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5795B9-80E6-68F4-12EF-5F938D086485}"/>
              </a:ext>
            </a:extLst>
          </p:cNvPr>
          <p:cNvSpPr txBox="1"/>
          <p:nvPr/>
        </p:nvSpPr>
        <p:spPr>
          <a:xfrm>
            <a:off x="538790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41487F-10F1-CE2D-7E65-CC2EFBE6612C}"/>
              </a:ext>
            </a:extLst>
          </p:cNvPr>
          <p:cNvSpPr txBox="1"/>
          <p:nvPr/>
        </p:nvSpPr>
        <p:spPr>
          <a:xfrm>
            <a:off x="538790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AA9468-B740-F876-6E0A-00D3E063E50D}"/>
              </a:ext>
            </a:extLst>
          </p:cNvPr>
          <p:cNvSpPr txBox="1"/>
          <p:nvPr/>
        </p:nvSpPr>
        <p:spPr>
          <a:xfrm>
            <a:off x="538790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A6851F-3352-DE97-8713-F7D5BAEB9B83}"/>
              </a:ext>
            </a:extLst>
          </p:cNvPr>
          <p:cNvSpPr txBox="1"/>
          <p:nvPr/>
        </p:nvSpPr>
        <p:spPr>
          <a:xfrm>
            <a:off x="1543812" y="333505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A45AC6-F25E-33F9-C339-09DA2FFAD9F0}"/>
              </a:ext>
            </a:extLst>
          </p:cNvPr>
          <p:cNvSpPr txBox="1"/>
          <p:nvPr/>
        </p:nvSpPr>
        <p:spPr>
          <a:xfrm>
            <a:off x="315237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34DD69-9EAB-762C-6E8B-0E44DD6D4BE8}"/>
              </a:ext>
            </a:extLst>
          </p:cNvPr>
          <p:cNvSpPr txBox="1"/>
          <p:nvPr/>
        </p:nvSpPr>
        <p:spPr>
          <a:xfrm>
            <a:off x="4549013" y="33293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514DB9-E6D8-8554-9345-B2B501651B4E}"/>
              </a:ext>
            </a:extLst>
          </p:cNvPr>
          <p:cNvSpPr txBox="1"/>
          <p:nvPr/>
        </p:nvSpPr>
        <p:spPr>
          <a:xfrm>
            <a:off x="942633" y="6166844"/>
            <a:ext cx="967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*No strategies can be eliminated by strict dominance of pure strategies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BCB2956-16B2-5F2E-800E-2510EA5C2BAE}"/>
              </a:ext>
            </a:extLst>
          </p:cNvPr>
          <p:cNvGraphicFramePr>
            <a:graphicFrameLocks noGrp="1"/>
          </p:cNvGraphicFramePr>
          <p:nvPr/>
        </p:nvGraphicFramePr>
        <p:xfrm>
          <a:off x="6874558" y="3886200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2FD6BAA2-9FFD-F0FB-AC39-83427E46A049}"/>
              </a:ext>
            </a:extLst>
          </p:cNvPr>
          <p:cNvSpPr txBox="1"/>
          <p:nvPr/>
        </p:nvSpPr>
        <p:spPr>
          <a:xfrm>
            <a:off x="6379678" y="391413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1AC3CA-208B-6CCB-44FB-B03AD685FEDD}"/>
              </a:ext>
            </a:extLst>
          </p:cNvPr>
          <p:cNvSpPr txBox="1"/>
          <p:nvPr/>
        </p:nvSpPr>
        <p:spPr>
          <a:xfrm>
            <a:off x="6379678" y="450884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C75020-3B84-ECD1-9EEE-4C703DACE208}"/>
              </a:ext>
            </a:extLst>
          </p:cNvPr>
          <p:cNvSpPr txBox="1"/>
          <p:nvPr/>
        </p:nvSpPr>
        <p:spPr>
          <a:xfrm>
            <a:off x="6379678" y="514283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E173B1-66F6-47F7-AD44-E795081D178E}"/>
              </a:ext>
            </a:extLst>
          </p:cNvPr>
          <p:cNvSpPr txBox="1"/>
          <p:nvPr/>
        </p:nvSpPr>
        <p:spPr>
          <a:xfrm>
            <a:off x="7437234" y="334658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7E7A0B-A734-9AEE-B451-14473B1FB4B2}"/>
              </a:ext>
            </a:extLst>
          </p:cNvPr>
          <p:cNvSpPr txBox="1"/>
          <p:nvPr/>
        </p:nvSpPr>
        <p:spPr>
          <a:xfrm>
            <a:off x="904579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93099A-9FCA-584D-29F7-77FF184239E4}"/>
              </a:ext>
            </a:extLst>
          </p:cNvPr>
          <p:cNvSpPr txBox="1"/>
          <p:nvPr/>
        </p:nvSpPr>
        <p:spPr>
          <a:xfrm>
            <a:off x="10442435" y="33408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747C6A-A64E-BD0A-C693-FD64468CFB7D}"/>
              </a:ext>
            </a:extLst>
          </p:cNvPr>
          <p:cNvSpPr txBox="1"/>
          <p:nvPr/>
        </p:nvSpPr>
        <p:spPr>
          <a:xfrm>
            <a:off x="2468633" y="2819927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C6F45C-014E-1EE7-153B-0F37745A0D17}"/>
              </a:ext>
            </a:extLst>
          </p:cNvPr>
          <p:cNvSpPr txBox="1"/>
          <p:nvPr/>
        </p:nvSpPr>
        <p:spPr>
          <a:xfrm rot="16200000">
            <a:off x="5213463" y="4399074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8E8B50-667A-ACE4-D620-775881BCDA27}"/>
              </a:ext>
            </a:extLst>
          </p:cNvPr>
          <p:cNvSpPr txBox="1"/>
          <p:nvPr/>
        </p:nvSpPr>
        <p:spPr>
          <a:xfrm>
            <a:off x="1144413" y="1896805"/>
            <a:ext cx="421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0A461-0E14-5B0D-12ED-9C65FE48891B}"/>
              </a:ext>
            </a:extLst>
          </p:cNvPr>
          <p:cNvSpPr txBox="1"/>
          <p:nvPr/>
        </p:nvSpPr>
        <p:spPr>
          <a:xfrm>
            <a:off x="7082617" y="1896804"/>
            <a:ext cx="4414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 Payoff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AD1A67-AED1-7AE6-BEDA-AC16C2CC7FAB}"/>
              </a:ext>
            </a:extLst>
          </p:cNvPr>
          <p:cNvSpPr/>
          <p:nvPr/>
        </p:nvSpPr>
        <p:spPr>
          <a:xfrm>
            <a:off x="2587571" y="4508846"/>
            <a:ext cx="1527230" cy="612707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4AADA6-F3F4-8A28-C4CE-3E989AD8E2FF}"/>
              </a:ext>
            </a:extLst>
          </p:cNvPr>
          <p:cNvSpPr/>
          <p:nvPr/>
        </p:nvSpPr>
        <p:spPr>
          <a:xfrm>
            <a:off x="8458200" y="4508846"/>
            <a:ext cx="1570383" cy="643777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80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8D642-4421-6752-BF31-2411E4F8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5E8DCF3-930F-46ED-C035-ED7B8A33FD7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17E590-BECC-546E-89C2-12214CCB89F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EE0E8C-E93E-C5B0-D8FD-A421E0B3AE2C}"/>
                  </a:ext>
                </a:extLst>
              </p:cNvPr>
              <p:cNvSpPr txBox="1"/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Lemke-Howson Algorithm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matrices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EE0E8C-E93E-C5B0-D8FD-A421E0B3A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12" y="136652"/>
                <a:ext cx="9330275" cy="1323439"/>
              </a:xfrm>
              <a:prstGeom prst="rect">
                <a:avLst/>
              </a:prstGeom>
              <a:blipFill>
                <a:blip r:embed="rId3"/>
                <a:stretch>
                  <a:fillRect t="-8257" b="-18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5427D0-EEC7-57CC-9308-A73AD4F83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84897"/>
              </p:ext>
            </p:extLst>
          </p:nvPr>
        </p:nvGraphicFramePr>
        <p:xfrm>
          <a:off x="1130581" y="4760844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EC724B5-CB03-0BC3-B5F0-BFAF59DFB200}"/>
              </a:ext>
            </a:extLst>
          </p:cNvPr>
          <p:cNvSpPr txBox="1"/>
          <p:nvPr/>
        </p:nvSpPr>
        <p:spPr>
          <a:xfrm>
            <a:off x="666129" y="478877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438E95-E631-A7F8-8CBC-F97D2FA760B9}"/>
              </a:ext>
            </a:extLst>
          </p:cNvPr>
          <p:cNvSpPr txBox="1"/>
          <p:nvPr/>
        </p:nvSpPr>
        <p:spPr>
          <a:xfrm>
            <a:off x="666129" y="538349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C5388E-3D92-6C4C-027D-B6EB679B2857}"/>
              </a:ext>
            </a:extLst>
          </p:cNvPr>
          <p:cNvSpPr txBox="1"/>
          <p:nvPr/>
        </p:nvSpPr>
        <p:spPr>
          <a:xfrm>
            <a:off x="666129" y="601748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9B16C7-416F-9B52-CD99-900073315AFE}"/>
              </a:ext>
            </a:extLst>
          </p:cNvPr>
          <p:cNvSpPr txBox="1"/>
          <p:nvPr/>
        </p:nvSpPr>
        <p:spPr>
          <a:xfrm>
            <a:off x="1671151" y="4209694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3D32B5-47C4-F540-915A-4E560FCC2C20}"/>
              </a:ext>
            </a:extLst>
          </p:cNvPr>
          <p:cNvSpPr txBox="1"/>
          <p:nvPr/>
        </p:nvSpPr>
        <p:spPr>
          <a:xfrm>
            <a:off x="3279712" y="420400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E4D3ED-2F02-534E-59EA-49770859951F}"/>
              </a:ext>
            </a:extLst>
          </p:cNvPr>
          <p:cNvSpPr txBox="1"/>
          <p:nvPr/>
        </p:nvSpPr>
        <p:spPr>
          <a:xfrm>
            <a:off x="4676352" y="420400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9017A7D-AD3F-DF3C-2497-53945E0BE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036569"/>
              </p:ext>
            </p:extLst>
          </p:nvPr>
        </p:nvGraphicFramePr>
        <p:xfrm>
          <a:off x="7001897" y="4760844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5910034-E05E-5BE1-AC33-D2146BEA4B33}"/>
              </a:ext>
            </a:extLst>
          </p:cNvPr>
          <p:cNvSpPr txBox="1"/>
          <p:nvPr/>
        </p:nvSpPr>
        <p:spPr>
          <a:xfrm>
            <a:off x="6507017" y="478877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AA1D46-6917-E115-6501-CB1C9FFD24BF}"/>
              </a:ext>
            </a:extLst>
          </p:cNvPr>
          <p:cNvSpPr txBox="1"/>
          <p:nvPr/>
        </p:nvSpPr>
        <p:spPr>
          <a:xfrm>
            <a:off x="6507017" y="538349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AA112F-F112-0B5D-94C0-B88A6D43F59B}"/>
              </a:ext>
            </a:extLst>
          </p:cNvPr>
          <p:cNvSpPr txBox="1"/>
          <p:nvPr/>
        </p:nvSpPr>
        <p:spPr>
          <a:xfrm>
            <a:off x="6507017" y="601748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E0208E-DA2D-0A30-D62D-7D5CE0C6F54A}"/>
              </a:ext>
            </a:extLst>
          </p:cNvPr>
          <p:cNvSpPr txBox="1"/>
          <p:nvPr/>
        </p:nvSpPr>
        <p:spPr>
          <a:xfrm>
            <a:off x="7564573" y="422122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C08AD7-C70C-E05E-876C-D349B4D93F9E}"/>
              </a:ext>
            </a:extLst>
          </p:cNvPr>
          <p:cNvSpPr txBox="1"/>
          <p:nvPr/>
        </p:nvSpPr>
        <p:spPr>
          <a:xfrm>
            <a:off x="9173134" y="421553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6FE301-36B7-181C-02AA-A31D194B6181}"/>
              </a:ext>
            </a:extLst>
          </p:cNvPr>
          <p:cNvSpPr txBox="1"/>
          <p:nvPr/>
        </p:nvSpPr>
        <p:spPr>
          <a:xfrm>
            <a:off x="10569774" y="421553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E6F9AB-0AAB-32C3-EDC2-F006190C294D}"/>
                  </a:ext>
                </a:extLst>
              </p:cNvPr>
              <p:cNvSpPr txBox="1"/>
              <p:nvPr/>
            </p:nvSpPr>
            <p:spPr>
              <a:xfrm>
                <a:off x="324274" y="1822520"/>
                <a:ext cx="6107594" cy="2297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There are also Nash equilibria at 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E6F9AB-0AAB-32C3-EDC2-F006190C2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74" y="1822520"/>
                <a:ext cx="6107594" cy="2297873"/>
              </a:xfrm>
              <a:prstGeom prst="rect">
                <a:avLst/>
              </a:prstGeom>
              <a:blipFill>
                <a:blip r:embed="rId4"/>
                <a:stretch>
                  <a:fillRect l="-1497" t="-2122" b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9007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EFFF1-F387-E5C8-4238-8D5FC1707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F9D220-50EF-DE02-3689-1046284991E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A34C21-84AB-C5DC-92AD-53934908ABD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B2C8F-B4AD-451A-77B6-8FFD02A030B0}"/>
              </a:ext>
            </a:extLst>
          </p:cNvPr>
          <p:cNvSpPr txBox="1"/>
          <p:nvPr/>
        </p:nvSpPr>
        <p:spPr>
          <a:xfrm>
            <a:off x="2470720" y="113006"/>
            <a:ext cx="78018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Best Response Polytopes with Negative Expectation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D7361A-DB26-C42D-4F99-10796E33691E}"/>
                  </a:ext>
                </a:extLst>
              </p:cNvPr>
              <p:cNvSpPr txBox="1"/>
              <p:nvPr/>
            </p:nvSpPr>
            <p:spPr>
              <a:xfrm>
                <a:off x="1655872" y="1762379"/>
                <a:ext cx="94315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is a probability vector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D7361A-DB26-C42D-4F99-10796E336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72" y="1762379"/>
                <a:ext cx="9431594" cy="523220"/>
              </a:xfrm>
              <a:prstGeom prst="rect">
                <a:avLst/>
              </a:prstGeom>
              <a:blipFill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EA7E5E-E520-04AD-B759-F437E7F180C1}"/>
                  </a:ext>
                </a:extLst>
              </p:cNvPr>
              <p:cNvSpPr txBox="1"/>
              <p:nvPr/>
            </p:nvSpPr>
            <p:spPr>
              <a:xfrm>
                <a:off x="1655872" y="2317590"/>
                <a:ext cx="94315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is a probability vector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EA7E5E-E520-04AD-B759-F437E7F18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72" y="2317590"/>
                <a:ext cx="9431594" cy="523220"/>
              </a:xfrm>
              <a:prstGeom prst="rect">
                <a:avLst/>
              </a:prstGeom>
              <a:blipFill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866290-4B54-3B7E-1251-11822166E6D4}"/>
                  </a:ext>
                </a:extLst>
              </p:cNvPr>
              <p:cNvSpPr txBox="1"/>
              <p:nvPr/>
            </p:nvSpPr>
            <p:spPr>
              <a:xfrm>
                <a:off x="7019919" y="3086616"/>
                <a:ext cx="34974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are positive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866290-4B54-3B7E-1251-11822166E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919" y="3086616"/>
                <a:ext cx="3497495" cy="461665"/>
              </a:xfrm>
              <a:prstGeom prst="rect">
                <a:avLst/>
              </a:prstGeom>
              <a:blipFill>
                <a:blip r:embed="rId5"/>
                <a:stretch>
                  <a:fillRect t="-10526" r="-261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B1D9016-91AD-BC04-33DD-BB5B42696EA2}"/>
                  </a:ext>
                </a:extLst>
              </p:cNvPr>
              <p:cNvSpPr txBox="1"/>
              <p:nvPr/>
            </p:nvSpPr>
            <p:spPr>
              <a:xfrm>
                <a:off x="4019210" y="3978376"/>
                <a:ext cx="94315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B1D9016-91AD-BC04-33DD-BB5B42696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210" y="3978376"/>
                <a:ext cx="943159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44735C-6185-2B8B-1548-EE779962193E}"/>
                  </a:ext>
                </a:extLst>
              </p:cNvPr>
              <p:cNvSpPr txBox="1"/>
              <p:nvPr/>
            </p:nvSpPr>
            <p:spPr>
              <a:xfrm>
                <a:off x="4019210" y="4537359"/>
                <a:ext cx="94315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44735C-6185-2B8B-1548-EE7799621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210" y="4537359"/>
                <a:ext cx="943159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Down 4">
            <a:extLst>
              <a:ext uri="{FF2B5EF4-FFF2-40B4-BE49-F238E27FC236}">
                <a16:creationId xmlns:a16="http://schemas.microsoft.com/office/drawing/2014/main" id="{ED20C04E-27F3-6C57-C5B1-0EEE6BCCEDDE}"/>
              </a:ext>
            </a:extLst>
          </p:cNvPr>
          <p:cNvSpPr/>
          <p:nvPr/>
        </p:nvSpPr>
        <p:spPr>
          <a:xfrm>
            <a:off x="7019919" y="2872801"/>
            <a:ext cx="605642" cy="106981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731C5EC-36BD-4246-B437-19BF134EF0D7}"/>
              </a:ext>
            </a:extLst>
          </p:cNvPr>
          <p:cNvSpPr/>
          <p:nvPr/>
        </p:nvSpPr>
        <p:spPr>
          <a:xfrm>
            <a:off x="3413568" y="2872802"/>
            <a:ext cx="605642" cy="228375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DC9D3C-7446-7E33-A49E-60F46E1F8146}"/>
                  </a:ext>
                </a:extLst>
              </p:cNvPr>
              <p:cNvSpPr txBox="1"/>
              <p:nvPr/>
            </p:nvSpPr>
            <p:spPr>
              <a:xfrm>
                <a:off x="-1302229" y="5402366"/>
                <a:ext cx="94315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DC9D3C-7446-7E33-A49E-60F46E1F8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2229" y="5402366"/>
                <a:ext cx="943159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406E7F-C302-4109-A06D-9553A289DFC6}"/>
                  </a:ext>
                </a:extLst>
              </p:cNvPr>
              <p:cNvSpPr txBox="1"/>
              <p:nvPr/>
            </p:nvSpPr>
            <p:spPr>
              <a:xfrm>
                <a:off x="-1302229" y="5961349"/>
                <a:ext cx="94315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406E7F-C302-4109-A06D-9553A289D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2229" y="5961349"/>
                <a:ext cx="943159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A89869-E573-E4C4-3C86-643229DF63DA}"/>
                  </a:ext>
                </a:extLst>
              </p:cNvPr>
              <p:cNvSpPr txBox="1"/>
              <p:nvPr/>
            </p:nvSpPr>
            <p:spPr>
              <a:xfrm>
                <a:off x="0" y="3560138"/>
                <a:ext cx="36274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are negative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A89869-E573-E4C4-3C86-643229DF6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60138"/>
                <a:ext cx="3627487" cy="461665"/>
              </a:xfrm>
              <a:prstGeom prst="rect">
                <a:avLst/>
              </a:prstGeom>
              <a:blipFill>
                <a:blip r:embed="rId10"/>
                <a:stretch>
                  <a:fillRect t="-10526" r="-84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556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1B334-EA4B-C5A3-66C0-338FD2C5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3F671F-014F-C133-B21F-55E15083C0A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503C85-67CA-90CB-1177-FE7D8500F37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377B4D-D30F-B2AF-CABC-3D938B005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" y="1714373"/>
            <a:ext cx="5675609" cy="2677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94254A-D462-60A7-50FC-DB4D52C94521}"/>
              </a:ext>
            </a:extLst>
          </p:cNvPr>
          <p:cNvSpPr txBox="1"/>
          <p:nvPr/>
        </p:nvSpPr>
        <p:spPr>
          <a:xfrm>
            <a:off x="1672287" y="267291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574AE-06DF-E2D9-4E0C-E29BB34C8BFF}"/>
              </a:ext>
            </a:extLst>
          </p:cNvPr>
          <p:cNvSpPr txBox="1"/>
          <p:nvPr/>
        </p:nvSpPr>
        <p:spPr>
          <a:xfrm>
            <a:off x="2967687" y="267291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AFA7E-69A1-1F8B-053E-67623C41153C}"/>
              </a:ext>
            </a:extLst>
          </p:cNvPr>
          <p:cNvSpPr txBox="1"/>
          <p:nvPr/>
        </p:nvSpPr>
        <p:spPr>
          <a:xfrm>
            <a:off x="4263087" y="265265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DBD62-DCA4-C5F8-E50B-824C66F2AB6F}"/>
              </a:ext>
            </a:extLst>
          </p:cNvPr>
          <p:cNvSpPr txBox="1"/>
          <p:nvPr/>
        </p:nvSpPr>
        <p:spPr>
          <a:xfrm>
            <a:off x="1672287" y="33053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ED24CC-8E17-68EE-74B4-B17349E02486}"/>
              </a:ext>
            </a:extLst>
          </p:cNvPr>
          <p:cNvSpPr txBox="1"/>
          <p:nvPr/>
        </p:nvSpPr>
        <p:spPr>
          <a:xfrm>
            <a:off x="2967687" y="33053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A04170-8D31-7496-3A1A-B76285BEE7B8}"/>
              </a:ext>
            </a:extLst>
          </p:cNvPr>
          <p:cNvSpPr txBox="1"/>
          <p:nvPr/>
        </p:nvSpPr>
        <p:spPr>
          <a:xfrm>
            <a:off x="4263087" y="328512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BA07F0-85B5-8D4D-32D6-7794B15D2EE2}"/>
              </a:ext>
            </a:extLst>
          </p:cNvPr>
          <p:cNvSpPr txBox="1"/>
          <p:nvPr/>
        </p:nvSpPr>
        <p:spPr>
          <a:xfrm>
            <a:off x="1672287" y="267291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36E7EA-E620-C9CC-280A-E995CAFB91AB}"/>
              </a:ext>
            </a:extLst>
          </p:cNvPr>
          <p:cNvSpPr txBox="1"/>
          <p:nvPr/>
        </p:nvSpPr>
        <p:spPr>
          <a:xfrm>
            <a:off x="2967687" y="267291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48B3E1-4059-6BC2-6714-2EF7F84661CF}"/>
              </a:ext>
            </a:extLst>
          </p:cNvPr>
          <p:cNvSpPr txBox="1"/>
          <p:nvPr/>
        </p:nvSpPr>
        <p:spPr>
          <a:xfrm>
            <a:off x="4263087" y="266753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DDF74C-7AD1-695C-D53A-08649C1213CF}"/>
              </a:ext>
            </a:extLst>
          </p:cNvPr>
          <p:cNvSpPr txBox="1"/>
          <p:nvPr/>
        </p:nvSpPr>
        <p:spPr>
          <a:xfrm>
            <a:off x="1672287" y="33053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60DF1C-FF5C-667C-DF17-7A9425683F85}"/>
              </a:ext>
            </a:extLst>
          </p:cNvPr>
          <p:cNvSpPr txBox="1"/>
          <p:nvPr/>
        </p:nvSpPr>
        <p:spPr>
          <a:xfrm>
            <a:off x="2967687" y="33053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F6706C-5D9F-01B2-3AD8-1DFD7D1308B9}"/>
              </a:ext>
            </a:extLst>
          </p:cNvPr>
          <p:cNvSpPr txBox="1"/>
          <p:nvPr/>
        </p:nvSpPr>
        <p:spPr>
          <a:xfrm>
            <a:off x="4263087" y="331014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51B559-A217-BBB6-8971-80F5A48A92A3}"/>
              </a:ext>
            </a:extLst>
          </p:cNvPr>
          <p:cNvSpPr txBox="1"/>
          <p:nvPr/>
        </p:nvSpPr>
        <p:spPr>
          <a:xfrm>
            <a:off x="0" y="4456577"/>
            <a:ext cx="52750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Expectation value lines bounding our polytope: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210D89-D07A-7509-C57D-574FF69A972F}"/>
                  </a:ext>
                </a:extLst>
              </p:cNvPr>
              <p:cNvSpPr txBox="1"/>
              <p:nvPr/>
            </p:nvSpPr>
            <p:spPr>
              <a:xfrm>
                <a:off x="1667371" y="5302393"/>
                <a:ext cx="22404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210D89-D07A-7509-C57D-574FF69A9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371" y="5302393"/>
                <a:ext cx="224042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D8D6E8-4F37-8BC0-9B4F-588B1C5D7BB9}"/>
                  </a:ext>
                </a:extLst>
              </p:cNvPr>
              <p:cNvSpPr txBox="1"/>
              <p:nvPr/>
            </p:nvSpPr>
            <p:spPr>
              <a:xfrm>
                <a:off x="1933470" y="5864753"/>
                <a:ext cx="197432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D8D6E8-4F37-8BC0-9B4F-588B1C5D7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470" y="5864753"/>
                <a:ext cx="197432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25DD432-5F8D-6346-80A8-D3E69427901C}"/>
                  </a:ext>
                </a:extLst>
              </p:cNvPr>
              <p:cNvSpPr txBox="1"/>
              <p:nvPr/>
            </p:nvSpPr>
            <p:spPr>
              <a:xfrm>
                <a:off x="1667371" y="6427113"/>
                <a:ext cx="23205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25DD432-5F8D-6346-80A8-D3E694279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371" y="6427113"/>
                <a:ext cx="232057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C33B699-8592-BEFC-0272-124E70AE659D}"/>
              </a:ext>
            </a:extLst>
          </p:cNvPr>
          <p:cNvSpPr txBox="1"/>
          <p:nvPr/>
        </p:nvSpPr>
        <p:spPr>
          <a:xfrm>
            <a:off x="3576809" y="422237"/>
            <a:ext cx="49298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Back to the Example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6EF2A01-54E6-9DFD-F42B-940A074B6C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1477" y="1887243"/>
            <a:ext cx="4298597" cy="422164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D83585-8B6C-D25F-3B32-CADC7248B170}"/>
              </a:ext>
            </a:extLst>
          </p:cNvPr>
          <p:cNvCxnSpPr>
            <a:cxnSpLocks/>
          </p:cNvCxnSpPr>
          <p:nvPr/>
        </p:nvCxnSpPr>
        <p:spPr>
          <a:xfrm>
            <a:off x="4022360" y="5515950"/>
            <a:ext cx="854765" cy="0"/>
          </a:xfrm>
          <a:prstGeom prst="line">
            <a:avLst/>
          </a:prstGeom>
          <a:ln w="57150">
            <a:solidFill>
              <a:srgbClr val="D267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A25718D-BA9A-C11F-939B-8E9B4221009C}"/>
              </a:ext>
            </a:extLst>
          </p:cNvPr>
          <p:cNvCxnSpPr>
            <a:cxnSpLocks/>
          </p:cNvCxnSpPr>
          <p:nvPr/>
        </p:nvCxnSpPr>
        <p:spPr>
          <a:xfrm>
            <a:off x="4022359" y="6073303"/>
            <a:ext cx="854765" cy="0"/>
          </a:xfrm>
          <a:prstGeom prst="line">
            <a:avLst/>
          </a:prstGeom>
          <a:ln w="57150">
            <a:solidFill>
              <a:srgbClr val="3E7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AC3E5A-4A82-8581-63A7-E5DB9E05C775}"/>
              </a:ext>
            </a:extLst>
          </p:cNvPr>
          <p:cNvCxnSpPr>
            <a:cxnSpLocks/>
          </p:cNvCxnSpPr>
          <p:nvPr/>
        </p:nvCxnSpPr>
        <p:spPr>
          <a:xfrm>
            <a:off x="4022359" y="6642556"/>
            <a:ext cx="854765" cy="0"/>
          </a:xfrm>
          <a:prstGeom prst="line">
            <a:avLst/>
          </a:prstGeom>
          <a:ln w="57150">
            <a:solidFill>
              <a:srgbClr val="3888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59DC5AB-4B89-A6F8-EE88-EB3113CDE5CE}"/>
                  </a:ext>
                </a:extLst>
              </p:cNvPr>
              <p:cNvSpPr txBox="1"/>
              <p:nvPr/>
            </p:nvSpPr>
            <p:spPr>
              <a:xfrm rot="19808965">
                <a:off x="8472133" y="3149730"/>
                <a:ext cx="19355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Area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59DC5AB-4B89-A6F8-EE88-EB3113CDE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08965">
                <a:off x="8472133" y="3149730"/>
                <a:ext cx="193552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AB1506-9E44-6097-BBEB-2A53BFF2F8E5}"/>
                  </a:ext>
                </a:extLst>
              </p:cNvPr>
              <p:cNvSpPr txBox="1"/>
              <p:nvPr/>
            </p:nvSpPr>
            <p:spPr>
              <a:xfrm rot="19808965">
                <a:off x="6189544" y="4741033"/>
                <a:ext cx="19355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Area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AB1506-9E44-6097-BBEB-2A53BFF2F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08965">
                <a:off x="6189544" y="4741033"/>
                <a:ext cx="1935526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8174D33-C831-F122-115A-BD84BDA4AB51}"/>
              </a:ext>
            </a:extLst>
          </p:cNvPr>
          <p:cNvSpPr txBox="1"/>
          <p:nvPr/>
        </p:nvSpPr>
        <p:spPr>
          <a:xfrm>
            <a:off x="5381835" y="6165813"/>
            <a:ext cx="67008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dirty="0"/>
              <a:t>The line corresponding to </a:t>
            </a:r>
            <a:r>
              <a:rPr lang="en-US" b="1" dirty="0">
                <a:solidFill>
                  <a:srgbClr val="064EA1"/>
                </a:solidFill>
              </a:rPr>
              <a:t>C</a:t>
            </a:r>
            <a:r>
              <a:rPr lang="en-US" dirty="0"/>
              <a:t> does not impact the area as </a:t>
            </a:r>
            <a:r>
              <a:rPr lang="en-US" b="1" dirty="0">
                <a:solidFill>
                  <a:srgbClr val="064EA1"/>
                </a:solidFill>
              </a:rPr>
              <a:t>C</a:t>
            </a:r>
            <a:r>
              <a:rPr lang="en-US" dirty="0"/>
              <a:t> is strictly dominated by a convex hull of </a:t>
            </a:r>
            <a:r>
              <a:rPr lang="en-US" b="1" dirty="0">
                <a:solidFill>
                  <a:srgbClr val="064EA1"/>
                </a:solidFill>
              </a:rPr>
              <a:t>A</a:t>
            </a:r>
            <a:r>
              <a:rPr lang="en-US" dirty="0"/>
              <a:t> and </a:t>
            </a:r>
            <a:r>
              <a:rPr lang="en-US" b="1" dirty="0">
                <a:solidFill>
                  <a:srgbClr val="064EA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943491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372B2-E656-1679-58DF-FD481CA41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0027E7-7459-A07E-475F-018C022E5CB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879CA0-2585-A0FF-3F16-AB6B423D67B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C203AE-ED3D-D24D-5FF3-6E994EE91EA1}"/>
              </a:ext>
            </a:extLst>
          </p:cNvPr>
          <p:cNvSpPr txBox="1"/>
          <p:nvPr/>
        </p:nvSpPr>
        <p:spPr>
          <a:xfrm>
            <a:off x="2470720" y="113006"/>
            <a:ext cx="78018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Best Response Polytopes with Negative Expectation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C944BA-C697-42D9-60F5-AF8587B73289}"/>
                  </a:ext>
                </a:extLst>
              </p:cNvPr>
              <p:cNvSpPr txBox="1"/>
              <p:nvPr/>
            </p:nvSpPr>
            <p:spPr>
              <a:xfrm>
                <a:off x="85490" y="1806045"/>
                <a:ext cx="637494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is a probability vector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C944BA-C697-42D9-60F5-AF8587B73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90" y="1806045"/>
                <a:ext cx="6374945" cy="400110"/>
              </a:xfrm>
              <a:prstGeom prst="rect">
                <a:avLst/>
              </a:prstGeom>
              <a:blipFill>
                <a:blip r:embed="rId3"/>
                <a:stretch>
                  <a:fillRect t="-6061" r="-1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2244AA-61C1-4E5E-A5D9-179FCA3B63B6}"/>
                  </a:ext>
                </a:extLst>
              </p:cNvPr>
              <p:cNvSpPr txBox="1"/>
              <p:nvPr/>
            </p:nvSpPr>
            <p:spPr>
              <a:xfrm>
                <a:off x="85490" y="2361256"/>
                <a:ext cx="637494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is a probability vector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2244AA-61C1-4E5E-A5D9-179FCA3B6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90" y="2361256"/>
                <a:ext cx="6374945" cy="400110"/>
              </a:xfrm>
              <a:prstGeom prst="rect">
                <a:avLst/>
              </a:prstGeom>
              <a:blipFill>
                <a:blip r:embed="rId4"/>
                <a:stretch>
                  <a:fillRect l="-287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Down 6">
            <a:extLst>
              <a:ext uri="{FF2B5EF4-FFF2-40B4-BE49-F238E27FC236}">
                <a16:creationId xmlns:a16="http://schemas.microsoft.com/office/drawing/2014/main" id="{8F1292FB-C39F-3606-1DB2-349B36083552}"/>
              </a:ext>
            </a:extLst>
          </p:cNvPr>
          <p:cNvSpPr/>
          <p:nvPr/>
        </p:nvSpPr>
        <p:spPr>
          <a:xfrm>
            <a:off x="1171282" y="2873511"/>
            <a:ext cx="662809" cy="184787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F171F5-2228-AAB8-C8E0-5CFDC3702832}"/>
                  </a:ext>
                </a:extLst>
              </p:cNvPr>
              <p:cNvSpPr txBox="1"/>
              <p:nvPr/>
            </p:nvSpPr>
            <p:spPr>
              <a:xfrm>
                <a:off x="-1124458" y="4833527"/>
                <a:ext cx="81911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F171F5-2228-AAB8-C8E0-5CFDC3702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4458" y="4833527"/>
                <a:ext cx="8191180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05DEAC-89B6-20EF-AE3C-4B07D37462CF}"/>
                  </a:ext>
                </a:extLst>
              </p:cNvPr>
              <p:cNvSpPr txBox="1"/>
              <p:nvPr/>
            </p:nvSpPr>
            <p:spPr>
              <a:xfrm>
                <a:off x="-730207" y="5422415"/>
                <a:ext cx="71111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05DEAC-89B6-20EF-AE3C-4B07D3746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0207" y="5422415"/>
                <a:ext cx="7111129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B81EE1-5D8A-93D8-569D-9A8C092A0EFF}"/>
                  </a:ext>
                </a:extLst>
              </p:cNvPr>
              <p:cNvSpPr txBox="1"/>
              <p:nvPr/>
            </p:nvSpPr>
            <p:spPr>
              <a:xfrm>
                <a:off x="1163804" y="3133125"/>
                <a:ext cx="4218315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are negative and we divide both sides by the absolute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B81EE1-5D8A-93D8-569D-9A8C092A0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804" y="3133125"/>
                <a:ext cx="4218315" cy="1015663"/>
              </a:xfrm>
              <a:prstGeom prst="rect">
                <a:avLst/>
              </a:prstGeom>
              <a:blipFill>
                <a:blip r:embed="rId7"/>
                <a:stretch>
                  <a:fillRect t="-2994" b="-1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364B2166-3A8E-4629-E040-5D5C2FD36F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0716" y="1864593"/>
            <a:ext cx="4337823" cy="3803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EE4480-5868-9F85-32AA-965010F990A8}"/>
                  </a:ext>
                </a:extLst>
              </p:cNvPr>
              <p:cNvSpPr txBox="1"/>
              <p:nvPr/>
            </p:nvSpPr>
            <p:spPr>
              <a:xfrm>
                <a:off x="7810368" y="5653247"/>
                <a:ext cx="25097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EE4480-5868-9F85-32AA-965010F99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368" y="5653247"/>
                <a:ext cx="2509726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A6CE06-5C81-DFBE-F258-F2E92412C952}"/>
                  </a:ext>
                </a:extLst>
              </p:cNvPr>
              <p:cNvSpPr txBox="1"/>
              <p:nvPr/>
            </p:nvSpPr>
            <p:spPr>
              <a:xfrm>
                <a:off x="8078070" y="6427113"/>
                <a:ext cx="224202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A6CE06-5C81-DFBE-F258-F2E92412C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070" y="6427113"/>
                <a:ext cx="2242024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C12B83-4114-E954-CC4F-2F20020BD82F}"/>
                  </a:ext>
                </a:extLst>
              </p:cNvPr>
              <p:cNvSpPr txBox="1"/>
              <p:nvPr/>
            </p:nvSpPr>
            <p:spPr>
              <a:xfrm>
                <a:off x="7810368" y="6051505"/>
                <a:ext cx="25097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C12B83-4114-E954-CC4F-2F20020BD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368" y="6051505"/>
                <a:ext cx="2509726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31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03154-02DE-CEBD-4E73-5DEB02FB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AAEADE-BBF5-F49C-ABA6-F02AEF9B631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315B48-9654-AAE8-02EF-F4D2AE8F525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D297F-3B1F-84BF-9B7F-248037841570}"/>
              </a:ext>
            </a:extLst>
          </p:cNvPr>
          <p:cNvSpPr txBox="1"/>
          <p:nvPr/>
        </p:nvSpPr>
        <p:spPr>
          <a:xfrm>
            <a:off x="2470720" y="113006"/>
            <a:ext cx="78018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How to Tell When Equilibrium Expectation Value is Negative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97575B-63F4-0698-FA58-BACCB4402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988" y="1779424"/>
            <a:ext cx="4337823" cy="3803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0F502F-9FC2-F2A3-AE45-228A09B69F95}"/>
                  </a:ext>
                </a:extLst>
              </p:cNvPr>
              <p:cNvSpPr txBox="1"/>
              <p:nvPr/>
            </p:nvSpPr>
            <p:spPr>
              <a:xfrm>
                <a:off x="7204457" y="5653247"/>
                <a:ext cx="25097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0F502F-9FC2-F2A3-AE45-228A09B69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457" y="5653247"/>
                <a:ext cx="2509726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5A504B-4685-8C3B-D092-C0905976D4CE}"/>
                  </a:ext>
                </a:extLst>
              </p:cNvPr>
              <p:cNvSpPr txBox="1"/>
              <p:nvPr/>
            </p:nvSpPr>
            <p:spPr>
              <a:xfrm>
                <a:off x="7472159" y="6427113"/>
                <a:ext cx="224202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5A504B-4685-8C3B-D092-C0905976D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159" y="6427113"/>
                <a:ext cx="224202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977F92-5A97-04B9-D17F-1224989FADDF}"/>
                  </a:ext>
                </a:extLst>
              </p:cNvPr>
              <p:cNvSpPr txBox="1"/>
              <p:nvPr/>
            </p:nvSpPr>
            <p:spPr>
              <a:xfrm>
                <a:off x="7204457" y="6051505"/>
                <a:ext cx="25097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≤−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977F92-5A97-04B9-D17F-1224989FA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457" y="6051505"/>
                <a:ext cx="25097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97177CB3-4C13-BBE4-CB4A-5008C55B65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9189" y="1813598"/>
            <a:ext cx="4337823" cy="37351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AEE98F-2AF3-8BBD-AC73-61CCD4F1663A}"/>
                  </a:ext>
                </a:extLst>
              </p:cNvPr>
              <p:cNvSpPr txBox="1"/>
              <p:nvPr/>
            </p:nvSpPr>
            <p:spPr>
              <a:xfrm>
                <a:off x="1668658" y="5653247"/>
                <a:ext cx="224202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AEE98F-2AF3-8BBD-AC73-61CCD4F1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658" y="5653247"/>
                <a:ext cx="224202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5F329B-49D6-6155-6E6A-DBF85F5DA0FA}"/>
                  </a:ext>
                </a:extLst>
              </p:cNvPr>
              <p:cNvSpPr txBox="1"/>
              <p:nvPr/>
            </p:nvSpPr>
            <p:spPr>
              <a:xfrm>
                <a:off x="1936360" y="6427113"/>
                <a:ext cx="19743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5F329B-49D6-6155-6E6A-DBF85F5DA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360" y="6427113"/>
                <a:ext cx="197432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2A1620-A7D7-AFC0-4F34-B47186CEF3DF}"/>
                  </a:ext>
                </a:extLst>
              </p:cNvPr>
              <p:cNvSpPr txBox="1"/>
              <p:nvPr/>
            </p:nvSpPr>
            <p:spPr>
              <a:xfrm>
                <a:off x="1668658" y="6051505"/>
                <a:ext cx="224202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2A1620-A7D7-AFC0-4F34-B47186CEF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658" y="6051505"/>
                <a:ext cx="2242024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806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4203-623B-7BC9-CAFE-3B3ECAD7B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2AE1B4-8DFF-CA73-0E1A-55AD3BDE9AD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10B0CE-B809-29CC-214C-30DA64C1F39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9C14A-C549-7272-9C22-8B0D74916304}"/>
              </a:ext>
            </a:extLst>
          </p:cNvPr>
          <p:cNvSpPr txBox="1"/>
          <p:nvPr/>
        </p:nvSpPr>
        <p:spPr>
          <a:xfrm>
            <a:off x="2470720" y="113006"/>
            <a:ext cx="78018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How to Tell When Equilibrium Expectation Value is Negative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DE9EE9-E9AB-3515-DBFC-007DCA097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" y="1714373"/>
            <a:ext cx="5675609" cy="2677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ACAC68-361B-768B-9046-761FD9766128}"/>
              </a:ext>
            </a:extLst>
          </p:cNvPr>
          <p:cNvSpPr txBox="1"/>
          <p:nvPr/>
        </p:nvSpPr>
        <p:spPr>
          <a:xfrm>
            <a:off x="1672287" y="267291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8682D-0E01-1F30-A50B-00EF3177326A}"/>
              </a:ext>
            </a:extLst>
          </p:cNvPr>
          <p:cNvSpPr txBox="1"/>
          <p:nvPr/>
        </p:nvSpPr>
        <p:spPr>
          <a:xfrm>
            <a:off x="2967687" y="267291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16E4F-8B11-B1C2-877D-E122305C2185}"/>
              </a:ext>
            </a:extLst>
          </p:cNvPr>
          <p:cNvSpPr txBox="1"/>
          <p:nvPr/>
        </p:nvSpPr>
        <p:spPr>
          <a:xfrm>
            <a:off x="4263087" y="266753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E0FC09-87BD-D7DB-EE76-FC86BDE41106}"/>
              </a:ext>
            </a:extLst>
          </p:cNvPr>
          <p:cNvSpPr txBox="1"/>
          <p:nvPr/>
        </p:nvSpPr>
        <p:spPr>
          <a:xfrm>
            <a:off x="1672287" y="33053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C93512-319B-A623-7ADD-564819EC26FC}"/>
              </a:ext>
            </a:extLst>
          </p:cNvPr>
          <p:cNvSpPr txBox="1"/>
          <p:nvPr/>
        </p:nvSpPr>
        <p:spPr>
          <a:xfrm>
            <a:off x="2967687" y="33053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109E7C-B850-826F-FF57-B478BBA7FECE}"/>
              </a:ext>
            </a:extLst>
          </p:cNvPr>
          <p:cNvSpPr txBox="1"/>
          <p:nvPr/>
        </p:nvSpPr>
        <p:spPr>
          <a:xfrm>
            <a:off x="4263087" y="331014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64B032-C39D-FAF6-6591-7F0C70672F71}"/>
                  </a:ext>
                </a:extLst>
              </p:cNvPr>
              <p:cNvSpPr txBox="1"/>
              <p:nvPr/>
            </p:nvSpPr>
            <p:spPr>
              <a:xfrm>
                <a:off x="8030594" y="5373115"/>
                <a:ext cx="20432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64B032-C39D-FAF6-6591-7F0C70672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594" y="5373115"/>
                <a:ext cx="204325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99A1579-C510-9C8A-2521-A08E93B11858}"/>
                  </a:ext>
                </a:extLst>
              </p:cNvPr>
              <p:cNvSpPr txBox="1"/>
              <p:nvPr/>
            </p:nvSpPr>
            <p:spPr>
              <a:xfrm>
                <a:off x="7831822" y="6169631"/>
                <a:ext cx="224202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99A1579-C510-9C8A-2521-A08E93B11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822" y="6169631"/>
                <a:ext cx="224202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65643EF-26C4-0FD2-32D1-49D949FC14A4}"/>
                  </a:ext>
                </a:extLst>
              </p:cNvPr>
              <p:cNvSpPr txBox="1"/>
              <p:nvPr/>
            </p:nvSpPr>
            <p:spPr>
              <a:xfrm>
                <a:off x="8030594" y="5771373"/>
                <a:ext cx="20432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65643EF-26C4-0FD2-32D1-49D949FC1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594" y="5771373"/>
                <a:ext cx="204325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0FB11FCE-2B51-8AB7-FDD5-052502867C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0383" y="1770724"/>
            <a:ext cx="3724901" cy="354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31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873D1-C369-5A72-9089-E9370385B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47C888-49F1-87E8-E2BC-D3F08C5B534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ED622E-C3A0-17AB-F671-2B71BEB2A9D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43F684-649C-89C6-7FD1-DAF96AA77521}"/>
              </a:ext>
            </a:extLst>
          </p:cNvPr>
          <p:cNvSpPr txBox="1"/>
          <p:nvPr/>
        </p:nvSpPr>
        <p:spPr>
          <a:xfrm>
            <a:off x="2470720" y="113006"/>
            <a:ext cx="78018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How to Tell When Equilibrium Expectation Value is Negative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CA7C17-975B-CC70-2DAC-EBC6BA52A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" y="1714373"/>
            <a:ext cx="5675609" cy="2677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708A16-D603-BF07-89A0-CD3ADA96EF1B}"/>
              </a:ext>
            </a:extLst>
          </p:cNvPr>
          <p:cNvSpPr txBox="1"/>
          <p:nvPr/>
        </p:nvSpPr>
        <p:spPr>
          <a:xfrm>
            <a:off x="1672287" y="267291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88741D-00E1-D544-CEBE-39FDC3B0ADC6}"/>
              </a:ext>
            </a:extLst>
          </p:cNvPr>
          <p:cNvSpPr txBox="1"/>
          <p:nvPr/>
        </p:nvSpPr>
        <p:spPr>
          <a:xfrm>
            <a:off x="2967687" y="267291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2F16A3-A7DC-0D82-DFB6-4DE1A5284C6D}"/>
              </a:ext>
            </a:extLst>
          </p:cNvPr>
          <p:cNvSpPr txBox="1"/>
          <p:nvPr/>
        </p:nvSpPr>
        <p:spPr>
          <a:xfrm>
            <a:off x="4263087" y="266753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D364F1-172C-B3B5-3E25-457C3957C872}"/>
              </a:ext>
            </a:extLst>
          </p:cNvPr>
          <p:cNvSpPr txBox="1"/>
          <p:nvPr/>
        </p:nvSpPr>
        <p:spPr>
          <a:xfrm>
            <a:off x="1672287" y="33053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39A1EF-D35A-4BFE-AD82-20B3E56092D3}"/>
              </a:ext>
            </a:extLst>
          </p:cNvPr>
          <p:cNvSpPr txBox="1"/>
          <p:nvPr/>
        </p:nvSpPr>
        <p:spPr>
          <a:xfrm>
            <a:off x="2967687" y="33053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AE13B0-E4D0-B6B8-D893-1E641E1365ED}"/>
              </a:ext>
            </a:extLst>
          </p:cNvPr>
          <p:cNvSpPr txBox="1"/>
          <p:nvPr/>
        </p:nvSpPr>
        <p:spPr>
          <a:xfrm>
            <a:off x="4263087" y="331014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30DE25-DFCA-F107-B077-03504576E530}"/>
                  </a:ext>
                </a:extLst>
              </p:cNvPr>
              <p:cNvSpPr txBox="1"/>
              <p:nvPr/>
            </p:nvSpPr>
            <p:spPr>
              <a:xfrm>
                <a:off x="8030594" y="5373115"/>
                <a:ext cx="23109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30DE25-DFCA-F107-B077-03504576E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594" y="5373115"/>
                <a:ext cx="2310954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14575A-C91D-67F6-6A77-6CAE2849A771}"/>
                  </a:ext>
                </a:extLst>
              </p:cNvPr>
              <p:cNvSpPr txBox="1"/>
              <p:nvPr/>
            </p:nvSpPr>
            <p:spPr>
              <a:xfrm>
                <a:off x="7831822" y="6169631"/>
                <a:ext cx="25097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14575A-C91D-67F6-6A77-6CAE2849A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822" y="6169631"/>
                <a:ext cx="25097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F01561-C626-1023-D432-2D901EE8EB6D}"/>
                  </a:ext>
                </a:extLst>
              </p:cNvPr>
              <p:cNvSpPr txBox="1"/>
              <p:nvPr/>
            </p:nvSpPr>
            <p:spPr>
              <a:xfrm>
                <a:off x="8030594" y="5771373"/>
                <a:ext cx="23109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F01561-C626-1023-D432-2D901EE8E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594" y="5771373"/>
                <a:ext cx="23109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AB43BEE1-9ABD-C91D-CFE8-EA10F32F5D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5994" y="1770724"/>
            <a:ext cx="3713678" cy="354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E4EC46-9F96-B09E-C5AA-F3A42F934A35}"/>
              </a:ext>
            </a:extLst>
          </p:cNvPr>
          <p:cNvSpPr txBox="1"/>
          <p:nvPr/>
        </p:nvSpPr>
        <p:spPr>
          <a:xfrm>
            <a:off x="904461" y="5447890"/>
            <a:ext cx="3686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Seems to depend on where the vertex with all non-zero entries lies</a:t>
            </a:r>
          </a:p>
        </p:txBody>
      </p:sp>
    </p:spTree>
    <p:extLst>
      <p:ext uri="{BB962C8B-B14F-4D97-AF65-F5344CB8AC3E}">
        <p14:creationId xmlns:p14="http://schemas.microsoft.com/office/powerpoint/2010/main" val="1944118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A4924-32D7-47F2-5EF3-BBE137BEA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3EA350-FE15-B26D-2AB1-4CE57D4E7CC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0E28D1-BABE-6249-5F45-43ED2307462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E36B87-F602-3850-C547-B1C7CA8AC6FB}"/>
              </a:ext>
            </a:extLst>
          </p:cNvPr>
          <p:cNvSpPr txBox="1"/>
          <p:nvPr/>
        </p:nvSpPr>
        <p:spPr>
          <a:xfrm>
            <a:off x="1532789" y="342307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Brown - von Neumann- Nash Dynamics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C1843-FF7D-601A-9986-9369704380FE}"/>
              </a:ext>
            </a:extLst>
          </p:cNvPr>
          <p:cNvSpPr txBox="1"/>
          <p:nvPr/>
        </p:nvSpPr>
        <p:spPr>
          <a:xfrm>
            <a:off x="170519" y="1807313"/>
            <a:ext cx="1095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use the set of continuous functions that Nash defined for his existence 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4FDEC0-D08B-2067-11D9-F7DCD14FAFF9}"/>
                  </a:ext>
                </a:extLst>
              </p:cNvPr>
              <p:cNvSpPr txBox="1"/>
              <p:nvPr/>
            </p:nvSpPr>
            <p:spPr>
              <a:xfrm>
                <a:off x="2517167" y="2268978"/>
                <a:ext cx="6258273" cy="517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 dirty="0">
                              <a:latin typeface="Cambria Math" panose="02040503050406030204" pitchFamily="18" charset="0"/>
                            </a:rPr>
                            <m:t>Payoff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Payoff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4FDEC0-D08B-2067-11D9-F7DCD14FA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167" y="2268978"/>
                <a:ext cx="6258273" cy="5178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C2AEAF-343C-2032-0D4B-C64FE0A9C4B2}"/>
                  </a:ext>
                </a:extLst>
              </p:cNvPr>
              <p:cNvSpPr txBox="1"/>
              <p:nvPr/>
            </p:nvSpPr>
            <p:spPr>
              <a:xfrm>
                <a:off x="986946" y="3017605"/>
                <a:ext cx="6258273" cy="411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Payoff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payoff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th Player from playing pure strategy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C2AEAF-343C-2032-0D4B-C64FE0A9C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946" y="3017605"/>
                <a:ext cx="6258273" cy="411395"/>
              </a:xfrm>
              <a:prstGeom prst="rect">
                <a:avLst/>
              </a:prstGeom>
              <a:blipFill>
                <a:blip r:embed="rId4"/>
                <a:stretch>
                  <a:fillRect l="-292" b="-19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6C25A8-5B85-7927-F561-177C32A87F7C}"/>
                  </a:ext>
                </a:extLst>
              </p:cNvPr>
              <p:cNvSpPr txBox="1"/>
              <p:nvPr/>
            </p:nvSpPr>
            <p:spPr>
              <a:xfrm>
                <a:off x="986946" y="3429000"/>
                <a:ext cx="6258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Payoff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payoff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th Player from playing strategy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6C25A8-5B85-7927-F561-177C32A87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946" y="3429000"/>
                <a:ext cx="6258273" cy="369332"/>
              </a:xfrm>
              <a:prstGeom prst="rect">
                <a:avLst/>
              </a:prstGeom>
              <a:blipFill>
                <a:blip r:embed="rId5"/>
                <a:stretch>
                  <a:fillRect l="-292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309D80-9F0A-72DF-80FF-6295686AFE46}"/>
                  </a:ext>
                </a:extLst>
              </p:cNvPr>
              <p:cNvSpPr txBox="1"/>
              <p:nvPr/>
            </p:nvSpPr>
            <p:spPr>
              <a:xfrm>
                <a:off x="986945" y="3798332"/>
                <a:ext cx="7559896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either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or the value gained by switching to pure strategy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309D80-9F0A-72DF-80FF-6295686AF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945" y="3798332"/>
                <a:ext cx="7559896" cy="391646"/>
              </a:xfrm>
              <a:prstGeom prst="rect">
                <a:avLst/>
              </a:prstGeom>
              <a:blipFill>
                <a:blip r:embed="rId6"/>
                <a:stretch>
                  <a:fillRect t="-4688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F0C565-1FEA-223E-9A15-DFB6B1780567}"/>
                  </a:ext>
                </a:extLst>
              </p:cNvPr>
              <p:cNvSpPr txBox="1"/>
              <p:nvPr/>
            </p:nvSpPr>
            <p:spPr>
              <a:xfrm>
                <a:off x="2517167" y="4904839"/>
                <a:ext cx="6258273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F0C565-1FEA-223E-9A15-DFB6B1780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167" y="4904839"/>
                <a:ext cx="6258273" cy="995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6A20B14-F9E6-849C-561B-7E97BAF11F3C}"/>
              </a:ext>
            </a:extLst>
          </p:cNvPr>
          <p:cNvSpPr txBox="1"/>
          <p:nvPr/>
        </p:nvSpPr>
        <p:spPr>
          <a:xfrm>
            <a:off x="322919" y="4496689"/>
            <a:ext cx="1095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evolve each player’s probabilities according to the following ODE: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EC617F-D080-F3D2-8502-0438BCC18770}"/>
                  </a:ext>
                </a:extLst>
              </p:cNvPr>
              <p:cNvSpPr txBox="1"/>
              <p:nvPr/>
            </p:nvSpPr>
            <p:spPr>
              <a:xfrm>
                <a:off x="1074030" y="5916359"/>
                <a:ext cx="7559896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the probability that player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chooses strategy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EC617F-D080-F3D2-8502-0438BCC18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030" y="5916359"/>
                <a:ext cx="7559896" cy="391646"/>
              </a:xfrm>
              <a:prstGeom prst="rect">
                <a:avLst/>
              </a:prstGeom>
              <a:blipFill>
                <a:blip r:embed="rId8"/>
                <a:stretch>
                  <a:fillRect t="-6250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9188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15CC4-4059-7EA6-5AE4-E178D436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4657D7-B083-AC81-6F8B-EEF73474A24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933D8F-D1F7-3F09-EF6F-D1210AF954F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A760B-44D0-3D60-6132-576E9E1388D1}"/>
              </a:ext>
            </a:extLst>
          </p:cNvPr>
          <p:cNvSpPr txBox="1"/>
          <p:nvPr/>
        </p:nvSpPr>
        <p:spPr>
          <a:xfrm>
            <a:off x="1532789" y="342307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Brown - von Neumann- Nash Dynamics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8145A-B2D6-3563-CF86-1DF1F4B38826}"/>
              </a:ext>
            </a:extLst>
          </p:cNvPr>
          <p:cNvSpPr txBox="1"/>
          <p:nvPr/>
        </p:nvSpPr>
        <p:spPr>
          <a:xfrm>
            <a:off x="170519" y="1807313"/>
            <a:ext cx="1095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Consider the two-player game: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F894B87C-DBDC-CB37-4415-4D62BDDCE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885403"/>
              </p:ext>
            </p:extLst>
          </p:nvPr>
        </p:nvGraphicFramePr>
        <p:xfrm>
          <a:off x="1411652" y="3663584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EBC28760-0EBE-6ADB-C056-9341FCED99EC}"/>
              </a:ext>
            </a:extLst>
          </p:cNvPr>
          <p:cNvSpPr txBox="1"/>
          <p:nvPr/>
        </p:nvSpPr>
        <p:spPr>
          <a:xfrm rot="16200000">
            <a:off x="-252606" y="3879495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8B3C71-7DE7-0D1F-8F61-E11B1CC99ECC}"/>
              </a:ext>
            </a:extLst>
          </p:cNvPr>
          <p:cNvSpPr txBox="1"/>
          <p:nvPr/>
        </p:nvSpPr>
        <p:spPr>
          <a:xfrm>
            <a:off x="947200" y="365660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DB76B5-1D20-70E5-A514-20DFE563EAC6}"/>
              </a:ext>
            </a:extLst>
          </p:cNvPr>
          <p:cNvSpPr txBox="1"/>
          <p:nvPr/>
        </p:nvSpPr>
        <p:spPr>
          <a:xfrm>
            <a:off x="947200" y="429047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937BCF-9422-365C-73D4-AB2A23448D5D}"/>
              </a:ext>
            </a:extLst>
          </p:cNvPr>
          <p:cNvSpPr txBox="1"/>
          <p:nvPr/>
        </p:nvSpPr>
        <p:spPr>
          <a:xfrm>
            <a:off x="1979613" y="308132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DABF66-DE1D-2EFD-C232-FD1BF3612B2B}"/>
              </a:ext>
            </a:extLst>
          </p:cNvPr>
          <p:cNvSpPr txBox="1"/>
          <p:nvPr/>
        </p:nvSpPr>
        <p:spPr>
          <a:xfrm>
            <a:off x="3537052" y="308006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5DB5FA-6A5C-E87F-E6F2-E389BE126E6B}"/>
              </a:ext>
            </a:extLst>
          </p:cNvPr>
          <p:cNvSpPr txBox="1"/>
          <p:nvPr/>
        </p:nvSpPr>
        <p:spPr>
          <a:xfrm>
            <a:off x="2153039" y="2587256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FDD15EE-BB6A-ADE0-FF04-BB9A36352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353521"/>
              </p:ext>
            </p:extLst>
          </p:nvPr>
        </p:nvGraphicFramePr>
        <p:xfrm>
          <a:off x="7415353" y="3656601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F1CD27BF-A908-E420-9AC0-3C2B13D82C60}"/>
              </a:ext>
            </a:extLst>
          </p:cNvPr>
          <p:cNvSpPr txBox="1"/>
          <p:nvPr/>
        </p:nvSpPr>
        <p:spPr>
          <a:xfrm rot="16200000">
            <a:off x="5751095" y="3872512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4CBDFF-7DBB-9C6B-7790-0146152F3074}"/>
              </a:ext>
            </a:extLst>
          </p:cNvPr>
          <p:cNvSpPr txBox="1"/>
          <p:nvPr/>
        </p:nvSpPr>
        <p:spPr>
          <a:xfrm>
            <a:off x="6950901" y="364961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DAC34A-E63F-6FD4-4A4B-C6D5C0E38F00}"/>
              </a:ext>
            </a:extLst>
          </p:cNvPr>
          <p:cNvSpPr txBox="1"/>
          <p:nvPr/>
        </p:nvSpPr>
        <p:spPr>
          <a:xfrm>
            <a:off x="6950901" y="42834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0476E4-5275-707D-ACB3-08B3EFADB927}"/>
              </a:ext>
            </a:extLst>
          </p:cNvPr>
          <p:cNvSpPr txBox="1"/>
          <p:nvPr/>
        </p:nvSpPr>
        <p:spPr>
          <a:xfrm>
            <a:off x="7983314" y="307434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C62C75-85A6-0C6B-3BB7-296FDD3107C7}"/>
              </a:ext>
            </a:extLst>
          </p:cNvPr>
          <p:cNvSpPr txBox="1"/>
          <p:nvPr/>
        </p:nvSpPr>
        <p:spPr>
          <a:xfrm>
            <a:off x="9540753" y="307308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EAD4F8-0702-FFC2-171D-878152523821}"/>
              </a:ext>
            </a:extLst>
          </p:cNvPr>
          <p:cNvSpPr txBox="1"/>
          <p:nvPr/>
        </p:nvSpPr>
        <p:spPr>
          <a:xfrm>
            <a:off x="8156740" y="2580273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E998CF-7460-FB13-A003-73842413F1A2}"/>
              </a:ext>
            </a:extLst>
          </p:cNvPr>
          <p:cNvSpPr txBox="1"/>
          <p:nvPr/>
        </p:nvSpPr>
        <p:spPr>
          <a:xfrm>
            <a:off x="1067058" y="2145428"/>
            <a:ext cx="421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F83587-629D-346A-83C4-015CB67FBE2D}"/>
              </a:ext>
            </a:extLst>
          </p:cNvPr>
          <p:cNvSpPr txBox="1"/>
          <p:nvPr/>
        </p:nvSpPr>
        <p:spPr>
          <a:xfrm>
            <a:off x="6777031" y="2138445"/>
            <a:ext cx="4414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9CCDA6-E750-4997-1FC5-E739176DDF00}"/>
                  </a:ext>
                </a:extLst>
              </p:cNvPr>
              <p:cNvSpPr txBox="1"/>
              <p:nvPr/>
            </p:nvSpPr>
            <p:spPr>
              <a:xfrm>
                <a:off x="657566" y="573129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7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9CCDA6-E750-4997-1FC5-E739176DD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6" y="5731292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08590B0-1E32-02C9-1CCB-02D68B05D270}"/>
                  </a:ext>
                </a:extLst>
              </p:cNvPr>
              <p:cNvSpPr txBox="1"/>
              <p:nvPr/>
            </p:nvSpPr>
            <p:spPr>
              <a:xfrm>
                <a:off x="1240429" y="5251333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08590B0-1E32-02C9-1CCB-02D68B05D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5251333"/>
                <a:ext cx="10951571" cy="461665"/>
              </a:xfrm>
              <a:prstGeom prst="rect">
                <a:avLst/>
              </a:prstGeom>
              <a:blipFill>
                <a:blip r:embed="rId4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ight Brace 52">
            <a:extLst>
              <a:ext uri="{FF2B5EF4-FFF2-40B4-BE49-F238E27FC236}">
                <a16:creationId xmlns:a16="http://schemas.microsoft.com/office/drawing/2014/main" id="{82A6EBC9-172D-3C97-8F78-8791D09DB6ED}"/>
              </a:ext>
            </a:extLst>
          </p:cNvPr>
          <p:cNvSpPr/>
          <p:nvPr/>
        </p:nvSpPr>
        <p:spPr>
          <a:xfrm rot="5400000">
            <a:off x="3967236" y="5702211"/>
            <a:ext cx="454149" cy="1172816"/>
          </a:xfrm>
          <a:prstGeom prst="rightBrace">
            <a:avLst>
              <a:gd name="adj1" fmla="val 8333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C1A3556A-E5D5-325E-3140-D2A3A3791CB4}"/>
              </a:ext>
            </a:extLst>
          </p:cNvPr>
          <p:cNvSpPr/>
          <p:nvPr/>
        </p:nvSpPr>
        <p:spPr>
          <a:xfrm rot="5400000">
            <a:off x="7337612" y="4069336"/>
            <a:ext cx="454149" cy="4569982"/>
          </a:xfrm>
          <a:prstGeom prst="rightBrace">
            <a:avLst>
              <a:gd name="adj1" fmla="val 8333"/>
              <a:gd name="adj2" fmla="val 483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C483F9-B913-0110-E974-022F67F33640}"/>
              </a:ext>
            </a:extLst>
          </p:cNvPr>
          <p:cNvSpPr txBox="1"/>
          <p:nvPr/>
        </p:nvSpPr>
        <p:spPr>
          <a:xfrm>
            <a:off x="3131610" y="6488668"/>
            <a:ext cx="212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of Strategy 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28D6B0-B9D5-E99F-8923-9321779AD56E}"/>
              </a:ext>
            </a:extLst>
          </p:cNvPr>
          <p:cNvSpPr txBox="1"/>
          <p:nvPr/>
        </p:nvSpPr>
        <p:spPr>
          <a:xfrm>
            <a:off x="6382940" y="6488668"/>
            <a:ext cx="2931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of current Strategy </a:t>
            </a:r>
          </a:p>
        </p:txBody>
      </p:sp>
    </p:spTree>
    <p:extLst>
      <p:ext uri="{BB962C8B-B14F-4D97-AF65-F5344CB8AC3E}">
        <p14:creationId xmlns:p14="http://schemas.microsoft.com/office/powerpoint/2010/main" val="1461371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337E9-2586-822B-C906-F174735C4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D0E423-0461-A8B9-9083-E685B4E6D72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E3B474-70CA-D0E9-E08D-72CC7E47A0E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EC306A-C19B-7F39-A9B1-A677A696F08F}"/>
              </a:ext>
            </a:extLst>
          </p:cNvPr>
          <p:cNvSpPr txBox="1"/>
          <p:nvPr/>
        </p:nvSpPr>
        <p:spPr>
          <a:xfrm>
            <a:off x="1532789" y="342307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Brown - von Neumann- Nash Dynamics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2D1B139-BA6F-C7D8-7A43-78E597C6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445788"/>
              </p:ext>
            </p:extLst>
          </p:nvPr>
        </p:nvGraphicFramePr>
        <p:xfrm>
          <a:off x="1411652" y="2238548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96169179-F363-5715-25A6-BF75AFB40137}"/>
              </a:ext>
            </a:extLst>
          </p:cNvPr>
          <p:cNvSpPr txBox="1"/>
          <p:nvPr/>
        </p:nvSpPr>
        <p:spPr>
          <a:xfrm>
            <a:off x="947200" y="22315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25C015-4D21-24BD-4229-6290F08513A1}"/>
              </a:ext>
            </a:extLst>
          </p:cNvPr>
          <p:cNvSpPr txBox="1"/>
          <p:nvPr/>
        </p:nvSpPr>
        <p:spPr>
          <a:xfrm>
            <a:off x="947200" y="286543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2D4F6B-5824-D6F8-A1B9-136A7E893574}"/>
              </a:ext>
            </a:extLst>
          </p:cNvPr>
          <p:cNvSpPr txBox="1"/>
          <p:nvPr/>
        </p:nvSpPr>
        <p:spPr>
          <a:xfrm>
            <a:off x="1979613" y="16562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E85745-876C-52F5-5466-30A49BE2BD37}"/>
              </a:ext>
            </a:extLst>
          </p:cNvPr>
          <p:cNvSpPr txBox="1"/>
          <p:nvPr/>
        </p:nvSpPr>
        <p:spPr>
          <a:xfrm>
            <a:off x="3537052" y="1655033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270FE91C-AAA3-B630-77EA-8EFC25CD4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046947"/>
              </p:ext>
            </p:extLst>
          </p:nvPr>
        </p:nvGraphicFramePr>
        <p:xfrm>
          <a:off x="7415353" y="2231565"/>
          <a:ext cx="3137618" cy="12537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1054F285-0A51-A112-35B2-6E43AD2FBFD3}"/>
              </a:ext>
            </a:extLst>
          </p:cNvPr>
          <p:cNvSpPr txBox="1"/>
          <p:nvPr/>
        </p:nvSpPr>
        <p:spPr>
          <a:xfrm>
            <a:off x="6950901" y="222458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23F4F2-EE44-43EA-308C-FA3A60987009}"/>
              </a:ext>
            </a:extLst>
          </p:cNvPr>
          <p:cNvSpPr txBox="1"/>
          <p:nvPr/>
        </p:nvSpPr>
        <p:spPr>
          <a:xfrm>
            <a:off x="6950901" y="2858456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250E84-EE09-90FC-FD9A-655A8F05C9D4}"/>
              </a:ext>
            </a:extLst>
          </p:cNvPr>
          <p:cNvSpPr txBox="1"/>
          <p:nvPr/>
        </p:nvSpPr>
        <p:spPr>
          <a:xfrm>
            <a:off x="7983314" y="164930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0C8951-E12A-B883-B9A2-47A70367F369}"/>
              </a:ext>
            </a:extLst>
          </p:cNvPr>
          <p:cNvSpPr txBox="1"/>
          <p:nvPr/>
        </p:nvSpPr>
        <p:spPr>
          <a:xfrm>
            <a:off x="9540753" y="164805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7391FB-BB43-556A-2E1F-975A11732D4A}"/>
                  </a:ext>
                </a:extLst>
              </p:cNvPr>
              <p:cNvSpPr txBox="1"/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7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7391FB-BB43-556A-2E1F-975A11732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178512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8B7078B-C24C-3E04-694D-3A32634F0C80}"/>
                  </a:ext>
                </a:extLst>
              </p:cNvPr>
              <p:cNvSpPr txBox="1"/>
              <p:nvPr/>
            </p:nvSpPr>
            <p:spPr>
              <a:xfrm>
                <a:off x="1491020" y="3551417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8B7078B-C24C-3E04-694D-3A32634F0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020" y="3551417"/>
                <a:ext cx="10951571" cy="461665"/>
              </a:xfrm>
              <a:prstGeom prst="rect">
                <a:avLst/>
              </a:prstGeom>
              <a:blipFill>
                <a:blip r:embed="rId4"/>
                <a:stretch>
                  <a:fillRect l="-891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976AF4-293A-07AB-1E4B-9B349BF1F282}"/>
                  </a:ext>
                </a:extLst>
              </p:cNvPr>
              <p:cNvSpPr txBox="1"/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976AF4-293A-07AB-1E4B-9B349BF1F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4844DE-B2BD-074A-D5D7-AA8FBC3ACCE4}"/>
                  </a:ext>
                </a:extLst>
              </p:cNvPr>
              <p:cNvSpPr txBox="1"/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4844DE-B2BD-074A-D5D7-AA8FBC3AC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AB71E9-1322-06D7-E49B-4C84F4B68620}"/>
                  </a:ext>
                </a:extLst>
              </p:cNvPr>
              <p:cNvSpPr txBox="1"/>
              <p:nvPr/>
            </p:nvSpPr>
            <p:spPr>
              <a:xfrm>
                <a:off x="947200" y="6099493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AB71E9-1322-06D7-E49B-4C84F4B68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6099493"/>
                <a:ext cx="9768242" cy="461665"/>
              </a:xfrm>
              <a:prstGeom prst="rect">
                <a:avLst/>
              </a:prstGeom>
              <a:blipFill>
                <a:blip r:embed="rId7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697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BBA80-896C-39F8-BFFC-71F6DD58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048F11-6534-6B9C-79DE-27E276C7D6B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C551C2-0EF0-6863-FA6D-8C83A5B2573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F030D-2A60-1520-ED1E-6E62B4F956DD}"/>
              </a:ext>
            </a:extLst>
          </p:cNvPr>
          <p:cNvSpPr txBox="1"/>
          <p:nvPr/>
        </p:nvSpPr>
        <p:spPr>
          <a:xfrm>
            <a:off x="1532789" y="342307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Brown - von Neumann- Nash Dynamics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F7C370C-3B3D-AD9A-CE3E-A75C44B4BA2D}"/>
                  </a:ext>
                </a:extLst>
              </p:cNvPr>
              <p:cNvSpPr txBox="1"/>
              <p:nvPr/>
            </p:nvSpPr>
            <p:spPr>
              <a:xfrm>
                <a:off x="947200" y="3544847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7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F7C370C-3B3D-AD9A-CE3E-A75C44B4B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3544847"/>
                <a:ext cx="9768242" cy="461665"/>
              </a:xfrm>
              <a:prstGeom prst="rect">
                <a:avLst/>
              </a:prstGeom>
              <a:blipFill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1A48FA-97CE-7CB9-8D10-C0612369603A}"/>
                  </a:ext>
                </a:extLst>
              </p:cNvPr>
              <p:cNvSpPr txBox="1"/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7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1A48FA-97CE-7CB9-8D10-C06123696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4822170"/>
                <a:ext cx="9768242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A78C6-73A4-D418-A805-45CF14744F93}"/>
                  </a:ext>
                </a:extLst>
              </p:cNvPr>
              <p:cNvSpPr txBox="1"/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A78C6-73A4-D418-A805-45CF14744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010" y="5465828"/>
                <a:ext cx="9768242" cy="461665"/>
              </a:xfrm>
              <a:prstGeom prst="rect">
                <a:avLst/>
              </a:prstGeom>
              <a:blipFill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F23549-00F7-097D-9CA8-136D82D5536B}"/>
                  </a:ext>
                </a:extLst>
              </p:cNvPr>
              <p:cNvSpPr txBox="1"/>
              <p:nvPr/>
            </p:nvSpPr>
            <p:spPr>
              <a:xfrm>
                <a:off x="947200" y="6099493"/>
                <a:ext cx="9768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6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F23549-00F7-097D-9CA8-136D82D55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" y="6099493"/>
                <a:ext cx="9768242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A67A1C-56AC-22D6-216D-A80672E59D10}"/>
                  </a:ext>
                </a:extLst>
              </p:cNvPr>
              <p:cNvSpPr txBox="1"/>
              <p:nvPr/>
            </p:nvSpPr>
            <p:spPr>
              <a:xfrm>
                <a:off x="2065904" y="1637006"/>
                <a:ext cx="6258273" cy="995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A67A1C-56AC-22D6-216D-A80672E59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904" y="1637006"/>
                <a:ext cx="6258273" cy="995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D52134-63B6-C07A-4993-C7C1004C2DD2}"/>
                  </a:ext>
                </a:extLst>
              </p:cNvPr>
              <p:cNvSpPr txBox="1"/>
              <p:nvPr/>
            </p:nvSpPr>
            <p:spPr>
              <a:xfrm>
                <a:off x="1083623" y="2755044"/>
                <a:ext cx="982281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D52134-63B6-C07A-4993-C7C1004C2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23" y="2755044"/>
                <a:ext cx="982281" cy="501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5094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F107D-0AC3-CAD1-E160-A85A28E5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7A051C-6050-4111-09E5-21A88A9B68A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9C9B8-03A7-CFC2-7665-042446070C1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B2E0CF-5B13-8ACA-8AFE-42A998B7583F}"/>
              </a:ext>
            </a:extLst>
          </p:cNvPr>
          <p:cNvSpPr txBox="1"/>
          <p:nvPr/>
        </p:nvSpPr>
        <p:spPr>
          <a:xfrm>
            <a:off x="1356217" y="145915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Fictitious 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A1CCAF-D750-F677-3C7B-5A38486EC1EA}"/>
                  </a:ext>
                </a:extLst>
              </p:cNvPr>
              <p:cNvSpPr txBox="1"/>
              <p:nvPr/>
            </p:nvSpPr>
            <p:spPr>
              <a:xfrm>
                <a:off x="170519" y="1807313"/>
                <a:ext cx="10951571" cy="5304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Fictitious play is a discrete variant of BNN dynamics introduced by Brown in 1951 and studied by Robinson in the same year. It’s also call Brown Robinson learning</a:t>
                </a:r>
              </a:p>
              <a:p>
                <a:pPr>
                  <a:spcAft>
                    <a:spcPts val="600"/>
                  </a:spcAft>
                </a:pPr>
                <a:endParaRPr lang="en-US" sz="2400" dirty="0"/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dirty="0"/>
                  <a:t> is replaced by the ordinal potential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which satisfies the conditions: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Higher potentials indicate higher payoffs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 ordinal potential essentially just stores the order of preferred strategies given the other player’s strategy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A1CCAF-D750-F677-3C7B-5A38486EC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19" y="1807313"/>
                <a:ext cx="10951571" cy="5304786"/>
              </a:xfrm>
              <a:prstGeom prst="rect">
                <a:avLst/>
              </a:prstGeom>
              <a:blipFill>
                <a:blip r:embed="rId3"/>
                <a:stretch>
                  <a:fillRect l="-891" t="-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E4EAC8F-6000-10A4-B4B3-E83DA63C32BE}"/>
              </a:ext>
            </a:extLst>
          </p:cNvPr>
          <p:cNvSpPr txBox="1"/>
          <p:nvPr/>
        </p:nvSpPr>
        <p:spPr>
          <a:xfrm>
            <a:off x="1430862" y="732503"/>
            <a:ext cx="9330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19345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09D47-3214-B33A-294E-58CF2D2D6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17C558-BAE7-C399-5CF9-21E27CF8559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94D0AC-A0FB-3899-B41F-9100F8494A5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C231EC9-9889-3651-1904-D241A1A9FAE8}"/>
                  </a:ext>
                </a:extLst>
              </p:cNvPr>
              <p:cNvSpPr txBox="1"/>
              <p:nvPr/>
            </p:nvSpPr>
            <p:spPr>
              <a:xfrm>
                <a:off x="170519" y="1807313"/>
                <a:ext cx="1095157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Fictitious play can involve either alternating turns (AFP) or simultaneous turns (SFP). SFP has been more extensively studied, but global convergence in non-degenerate ordinal games has only been proven for AFP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AFP is guaranteed to converge to a pure Nash equilibrium if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correspond to a nondegenerate game with finite payoffs (Berger, 2005)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C231EC9-9889-3651-1904-D241A1A9F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19" y="1807313"/>
                <a:ext cx="10951571" cy="2677656"/>
              </a:xfrm>
              <a:prstGeom prst="rect">
                <a:avLst/>
              </a:prstGeom>
              <a:blipFill>
                <a:blip r:embed="rId3"/>
                <a:stretch>
                  <a:fillRect l="-89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86CE88-29DD-7378-09E1-D30DB46F890C}"/>
              </a:ext>
            </a:extLst>
          </p:cNvPr>
          <p:cNvSpPr txBox="1"/>
          <p:nvPr/>
        </p:nvSpPr>
        <p:spPr>
          <a:xfrm>
            <a:off x="1356217" y="145915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Fictitious Play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4D721-12F6-5915-2A56-3BBEF1EA4F89}"/>
              </a:ext>
            </a:extLst>
          </p:cNvPr>
          <p:cNvSpPr txBox="1"/>
          <p:nvPr/>
        </p:nvSpPr>
        <p:spPr>
          <a:xfrm>
            <a:off x="1430862" y="732503"/>
            <a:ext cx="9330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Set Up</a:t>
            </a:r>
          </a:p>
        </p:txBody>
      </p:sp>
    </p:spTree>
    <p:extLst>
      <p:ext uri="{BB962C8B-B14F-4D97-AF65-F5344CB8AC3E}">
        <p14:creationId xmlns:p14="http://schemas.microsoft.com/office/powerpoint/2010/main" val="4044502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D916-266B-885B-A56A-3EB37224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DACBB3-7960-B10C-585D-65D831A8BD9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93DAB5-2A1D-18CB-162F-EF776A7D00B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83289-F3DA-730F-BE93-6D1E94A2D0F3}"/>
              </a:ext>
            </a:extLst>
          </p:cNvPr>
          <p:cNvSpPr txBox="1"/>
          <p:nvPr/>
        </p:nvSpPr>
        <p:spPr>
          <a:xfrm>
            <a:off x="1532789" y="342307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Degenerate Games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F83DA6-A702-619F-2458-7EF5409F9D65}"/>
                  </a:ext>
                </a:extLst>
              </p:cNvPr>
              <p:cNvSpPr txBox="1"/>
              <p:nvPr/>
            </p:nvSpPr>
            <p:spPr>
              <a:xfrm>
                <a:off x="170519" y="1807313"/>
                <a:ext cx="10951571" cy="4966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game will now called degenerate if at least one of the two properties hold: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Multiple Player 1 strategies provide the same payoff for a given Player 2 pure strategy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Multiple Player 2 strategies provide the same payoff for a given Player 1 pure strategy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r>
                  <a:rPr lang="en-US" sz="2400" dirty="0"/>
                  <a:t>Mathematically speaking, this is equivalent to: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There exist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There exist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F83DA6-A702-619F-2458-7EF5409F9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19" y="1807313"/>
                <a:ext cx="10951571" cy="4966488"/>
              </a:xfrm>
              <a:prstGeom prst="rect">
                <a:avLst/>
              </a:prstGeom>
              <a:blipFill>
                <a:blip r:embed="rId3"/>
                <a:stretch>
                  <a:fillRect l="-891" t="-982" b="-1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0575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0ED4-B274-8267-B121-80505C81A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8008E2-0869-095C-1F65-8385DE2503C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0C42B-F89D-C44D-063E-971AC6C0AAC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A92537-389C-363C-390F-5289CDF08CF7}"/>
                  </a:ext>
                </a:extLst>
              </p:cNvPr>
              <p:cNvSpPr txBox="1"/>
              <p:nvPr/>
            </p:nvSpPr>
            <p:spPr>
              <a:xfrm>
                <a:off x="-196218" y="5354084"/>
                <a:ext cx="8236975" cy="1129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A92537-389C-363C-390F-5289CDF08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6218" y="5354084"/>
                <a:ext cx="8236975" cy="11298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8BDF3AD-10E2-8B32-2991-E9F6DBEAE74F}"/>
              </a:ext>
            </a:extLst>
          </p:cNvPr>
          <p:cNvSpPr txBox="1"/>
          <p:nvPr/>
        </p:nvSpPr>
        <p:spPr>
          <a:xfrm>
            <a:off x="1356217" y="145915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Fictitious Play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FBF55-3309-9692-CE96-0A1330D87BBD}"/>
              </a:ext>
            </a:extLst>
          </p:cNvPr>
          <p:cNvSpPr txBox="1"/>
          <p:nvPr/>
        </p:nvSpPr>
        <p:spPr>
          <a:xfrm>
            <a:off x="1430862" y="732503"/>
            <a:ext cx="9330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AFP Iterations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4B12BA-3568-7E5C-1B96-A63B4339C943}"/>
                  </a:ext>
                </a:extLst>
              </p:cNvPr>
              <p:cNvSpPr txBox="1"/>
              <p:nvPr/>
            </p:nvSpPr>
            <p:spPr>
              <a:xfrm>
                <a:off x="-2944" y="1677500"/>
                <a:ext cx="10764081" cy="3676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We initialize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 (could use pure strategies or uniform distribution)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At each iteration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, we determine: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sz="2400" dirty="0"/>
                  <a:t>, a pure strategy best response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    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func>
                  </m:oMath>
                </a14:m>
                <a:endParaRPr lang="en-US" sz="2400" dirty="0"/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, a pure strategy best response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endParaRPr lang="en-US" sz="2400" dirty="0"/>
              </a:p>
              <a:p>
                <a:r>
                  <a:rPr lang="en-US" sz="2400" dirty="0"/>
                  <a:t>We then update each probability vector using the new pure strategy: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4B12BA-3568-7E5C-1B96-A63B4339C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44" y="1677500"/>
                <a:ext cx="10764081" cy="3676584"/>
              </a:xfrm>
              <a:prstGeom prst="rect">
                <a:avLst/>
              </a:prstGeom>
              <a:blipFill>
                <a:blip r:embed="rId4"/>
                <a:stretch>
                  <a:fillRect l="-907" t="-1161" b="-2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292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5168-86CF-C2E8-A10D-D78D67DE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41EFB8-B433-D7AB-7599-98462DDE48D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D33F4-02E5-3BD3-FEE6-70C4AE3CC22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FC316-CEAA-4FC8-B35C-64A24822EE50}"/>
              </a:ext>
            </a:extLst>
          </p:cNvPr>
          <p:cNvSpPr txBox="1"/>
          <p:nvPr/>
        </p:nvSpPr>
        <p:spPr>
          <a:xfrm>
            <a:off x="1430862" y="354928"/>
            <a:ext cx="9330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Fictitious 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EE80BB-9FFE-BB48-2765-A2C26E4DD9F4}"/>
                  </a:ext>
                </a:extLst>
              </p:cNvPr>
              <p:cNvSpPr txBox="1"/>
              <p:nvPr/>
            </p:nvSpPr>
            <p:spPr>
              <a:xfrm>
                <a:off x="170519" y="1807313"/>
                <a:ext cx="10951571" cy="120032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Theorem (Berger, 2005)</a:t>
                </a:r>
              </a:p>
              <a:p>
                <a:r>
                  <a:rPr lang="en-US" sz="2400" b="1" dirty="0"/>
                  <a:t> </a:t>
                </a:r>
                <a:r>
                  <a:rPr lang="en-US" sz="2400" dirty="0"/>
                  <a:t>Let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correspond to a nondegenerate ordinal potential game. Then every AFP process converges to a pure Nash equilibrium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EE80BB-9FFE-BB48-2765-A2C26E4DD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19" y="1807313"/>
                <a:ext cx="10951571" cy="1200329"/>
              </a:xfrm>
              <a:prstGeom prst="rect">
                <a:avLst/>
              </a:prstGeom>
              <a:blipFill>
                <a:blip r:embed="rId3"/>
                <a:stretch>
                  <a:fillRect l="-777" t="-2970" b="-8911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6FD49F4-E226-CDCD-1AC6-D23C9BB3896B}"/>
              </a:ext>
            </a:extLst>
          </p:cNvPr>
          <p:cNvSpPr txBox="1"/>
          <p:nvPr/>
        </p:nvSpPr>
        <p:spPr>
          <a:xfrm>
            <a:off x="170519" y="3128241"/>
            <a:ext cx="4385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Proof by Contradiction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0BF7A9-2707-1119-9B8D-C0BC41C26851}"/>
                  </a:ext>
                </a:extLst>
              </p:cNvPr>
              <p:cNvSpPr txBox="1"/>
              <p:nvPr/>
            </p:nvSpPr>
            <p:spPr>
              <a:xfrm>
                <a:off x="170519" y="3528351"/>
                <a:ext cx="1146475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Suppose the AFP process doesn’t converge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Then there exist a pair of non-equilibrium pure strategies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that Players 1 and 2 play infinitely often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Since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a not a pure strategy Nash equilibrium, there exists a Player 1 strategy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that is their best response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or there exists a Player 2 strategy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that is their best response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But since both Players’ expectation values should increase over time (proof in progress), the fact that we return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implies that a single player changing their strategy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does not increase their expectation value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Nash Equilibrium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0BF7A9-2707-1119-9B8D-C0BC41C26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19" y="3528351"/>
                <a:ext cx="11464754" cy="3785652"/>
              </a:xfrm>
              <a:prstGeom prst="rect">
                <a:avLst/>
              </a:prstGeom>
              <a:blipFill>
                <a:blip r:embed="rId4"/>
                <a:stretch>
                  <a:fillRect l="-585" t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98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4928</TotalTime>
  <Words>2617</Words>
  <Application>Microsoft Office PowerPoint</Application>
  <PresentationFormat>Widescreen</PresentationFormat>
  <Paragraphs>530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54</cp:revision>
  <cp:lastPrinted>2025-08-21T02:00:35Z</cp:lastPrinted>
  <dcterms:created xsi:type="dcterms:W3CDTF">2025-08-20T23:47:39Z</dcterms:created>
  <dcterms:modified xsi:type="dcterms:W3CDTF">2026-03-18T16:46:28Z</dcterms:modified>
</cp:coreProperties>
</file>