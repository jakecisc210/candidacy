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91" r:id="rId2"/>
    <p:sldId id="363" r:id="rId3"/>
    <p:sldId id="374" r:id="rId4"/>
    <p:sldId id="375" r:id="rId5"/>
    <p:sldId id="373" r:id="rId6"/>
    <p:sldId id="376" r:id="rId7"/>
    <p:sldId id="377" r:id="rId8"/>
    <p:sldId id="378" r:id="rId9"/>
    <p:sldId id="379" r:id="rId10"/>
    <p:sldId id="380" r:id="rId11"/>
    <p:sldId id="381" r:id="rId12"/>
    <p:sldId id="382" r:id="rId13"/>
    <p:sldId id="383" r:id="rId14"/>
    <p:sldId id="384" r:id="rId15"/>
    <p:sldId id="385" r:id="rId16"/>
    <p:sldId id="386" r:id="rId17"/>
    <p:sldId id="394" r:id="rId18"/>
    <p:sldId id="395" r:id="rId19"/>
    <p:sldId id="396" r:id="rId20"/>
    <p:sldId id="307" r:id="rId21"/>
    <p:sldId id="399" r:id="rId22"/>
    <p:sldId id="400" r:id="rId23"/>
    <p:sldId id="401" r:id="rId24"/>
    <p:sldId id="402" r:id="rId25"/>
    <p:sldId id="404" r:id="rId26"/>
    <p:sldId id="370" r:id="rId27"/>
    <p:sldId id="405" r:id="rId28"/>
    <p:sldId id="406" r:id="rId29"/>
    <p:sldId id="407" r:id="rId30"/>
    <p:sldId id="408" r:id="rId31"/>
    <p:sldId id="364" r:id="rId32"/>
    <p:sldId id="367" r:id="rId33"/>
    <p:sldId id="365" r:id="rId34"/>
    <p:sldId id="368" r:id="rId35"/>
    <p:sldId id="369" r:id="rId36"/>
  </p:sldIdLst>
  <p:sldSz cx="12192000" cy="6858000"/>
  <p:notesSz cx="6858000" cy="88915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D359C8-AACA-2EA8-D24E-0AAD455781CC}" name="Jacob Wyngaard" initials="JW" userId="6181fcd471e9845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4EA1"/>
    <a:srgbClr val="388847"/>
    <a:srgbClr val="3E7CB9"/>
    <a:srgbClr val="6D9CCA"/>
    <a:srgbClr val="D26764"/>
    <a:srgbClr val="FF66CC"/>
    <a:srgbClr val="FFCC00"/>
    <a:srgbClr val="F21C0B"/>
    <a:srgbClr val="5E83A6"/>
    <a:srgbClr val="EBF1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0E0AA5-EDD4-4DA4-919F-973F2175EE0A}" v="3523" dt="2026-03-30T21:35:07.9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3462" autoAdjust="0"/>
  </p:normalViewPr>
  <p:slideViewPr>
    <p:cSldViewPr snapToGrid="0">
      <p:cViewPr varScale="1">
        <p:scale>
          <a:sx n="77" d="100"/>
          <a:sy n="77" d="100"/>
        </p:scale>
        <p:origin x="106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Wyngaard" userId="6181fcd471e98458" providerId="LiveId" clId="{788BA123-62C9-4DDC-86E5-A6BCA4600216}"/>
    <pc:docChg chg="undo custSel addSld delSld modSld sldOrd">
      <pc:chgData name="Jacob Wyngaard" userId="6181fcd471e98458" providerId="LiveId" clId="{788BA123-62C9-4DDC-86E5-A6BCA4600216}" dt="2026-03-30T21:35:07.904" v="8609" actId="20577"/>
      <pc:docMkLst>
        <pc:docMk/>
      </pc:docMkLst>
      <pc:sldChg chg="addSp delSp modSp mod">
        <pc:chgData name="Jacob Wyngaard" userId="6181fcd471e98458" providerId="LiveId" clId="{788BA123-62C9-4DDC-86E5-A6BCA4600216}" dt="2026-03-18T14:41:39.738" v="8069" actId="1076"/>
        <pc:sldMkLst>
          <pc:docMk/>
          <pc:sldMk cId="606609933" sldId="291"/>
        </pc:sldMkLst>
        <pc:spChg chg="mod">
          <ac:chgData name="Jacob Wyngaard" userId="6181fcd471e98458" providerId="LiveId" clId="{788BA123-62C9-4DDC-86E5-A6BCA4600216}" dt="2026-03-17T18:41:01.048" v="13" actId="20577"/>
          <ac:spMkLst>
            <pc:docMk/>
            <pc:sldMk cId="606609933" sldId="291"/>
            <ac:spMk id="9" creationId="{146DFEDC-5C40-1E05-3C8E-45F902F03177}"/>
          </ac:spMkLst>
        </pc:spChg>
        <pc:picChg chg="add mod">
          <ac:chgData name="Jacob Wyngaard" userId="6181fcd471e98458" providerId="LiveId" clId="{788BA123-62C9-4DDC-86E5-A6BCA4600216}" dt="2026-03-18T14:41:39.738" v="8069" actId="1076"/>
          <ac:picMkLst>
            <pc:docMk/>
            <pc:sldMk cId="606609933" sldId="291"/>
            <ac:picMk id="3" creationId="{E6BE9B5C-D5C1-110C-30D2-FCB4B0A819DA}"/>
          </ac:picMkLst>
        </pc:picChg>
      </pc:sldChg>
      <pc:sldChg chg="modSp add del mod">
        <pc:chgData name="Jacob Wyngaard" userId="6181fcd471e98458" providerId="LiveId" clId="{788BA123-62C9-4DDC-86E5-A6BCA4600216}" dt="2026-03-18T03:08:40.216" v="7005" actId="1076"/>
        <pc:sldMkLst>
          <pc:docMk/>
          <pc:sldMk cId="2869556279" sldId="307"/>
        </pc:sldMkLst>
        <pc:spChg chg="mod">
          <ac:chgData name="Jacob Wyngaard" userId="6181fcd471e98458" providerId="LiveId" clId="{788BA123-62C9-4DDC-86E5-A6BCA4600216}" dt="2026-03-18T03:08:40.216" v="7005" actId="1076"/>
          <ac:spMkLst>
            <pc:docMk/>
            <pc:sldMk cId="2869556279" sldId="307"/>
            <ac:spMk id="9" creationId="{BB9B2C8F-B4AD-451A-77B6-8FFD02A030B0}"/>
          </ac:spMkLst>
        </pc:spChg>
      </pc:sldChg>
      <pc:sldChg chg="addSp delSp modSp mod">
        <pc:chgData name="Jacob Wyngaard" userId="6181fcd471e98458" providerId="LiveId" clId="{788BA123-62C9-4DDC-86E5-A6BCA4600216}" dt="2026-03-18T01:43:01.082" v="5506" actId="1076"/>
        <pc:sldMkLst>
          <pc:docMk/>
          <pc:sldMk cId="427175485" sldId="363"/>
        </pc:sldMkLst>
        <pc:spChg chg="mod">
          <ac:chgData name="Jacob Wyngaard" userId="6181fcd471e98458" providerId="LiveId" clId="{788BA123-62C9-4DDC-86E5-A6BCA4600216}" dt="2026-03-18T01:35:52.268" v="5301" actId="1076"/>
          <ac:spMkLst>
            <pc:docMk/>
            <pc:sldMk cId="427175485" sldId="363"/>
            <ac:spMk id="9" creationId="{DB227BA0-F6B2-5FBC-8609-82D18638DA1F}"/>
          </ac:spMkLst>
        </pc:spChg>
        <pc:spChg chg="add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10" creationId="{411F5C11-4B19-39BA-1F09-616536D5D646}"/>
          </ac:spMkLst>
        </pc:spChg>
        <pc:spChg chg="add mod">
          <ac:chgData name="Jacob Wyngaard" userId="6181fcd471e98458" providerId="LiveId" clId="{788BA123-62C9-4DDC-86E5-A6BCA4600216}" dt="2026-03-18T01:41:01.347" v="5399" actId="1076"/>
          <ac:spMkLst>
            <pc:docMk/>
            <pc:sldMk cId="427175485" sldId="363"/>
            <ac:spMk id="11" creationId="{353633A6-9293-ED7A-44DA-4A958C6F7249}"/>
          </ac:spMkLst>
        </pc:spChg>
        <pc:spChg chg="add del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12" creationId="{308514E3-C825-023B-C76A-CCDEC10D7338}"/>
          </ac:spMkLst>
        </pc:spChg>
        <pc:spChg chg="add del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13" creationId="{EA6460DD-675E-0F6E-D4A5-7ECA621406F7}"/>
          </ac:spMkLst>
        </pc:spChg>
        <pc:spChg chg="add del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14" creationId="{4D6DD23A-297A-E7D4-6C7D-7785AC45E6CA}"/>
          </ac:spMkLst>
        </pc:spChg>
        <pc:spChg chg="add del mod">
          <ac:chgData name="Jacob Wyngaard" userId="6181fcd471e98458" providerId="LiveId" clId="{788BA123-62C9-4DDC-86E5-A6BCA4600216}" dt="2026-03-18T01:40:15.346" v="5391" actId="1076"/>
          <ac:spMkLst>
            <pc:docMk/>
            <pc:sldMk cId="427175485" sldId="363"/>
            <ac:spMk id="15" creationId="{B291807D-0D2C-301B-0568-DC2611B0D18D}"/>
          </ac:spMkLst>
        </pc:spChg>
        <pc:spChg chg="add del mod">
          <ac:chgData name="Jacob Wyngaard" userId="6181fcd471e98458" providerId="LiveId" clId="{788BA123-62C9-4DDC-86E5-A6BCA4600216}" dt="2026-03-18T01:40:22.154" v="5392" actId="1076"/>
          <ac:spMkLst>
            <pc:docMk/>
            <pc:sldMk cId="427175485" sldId="363"/>
            <ac:spMk id="17" creationId="{DCB43E43-AAFF-BB80-8E37-0F24F19AFE10}"/>
          </ac:spMkLst>
        </pc:spChg>
        <pc:spChg chg="add del mod">
          <ac:chgData name="Jacob Wyngaard" userId="6181fcd471e98458" providerId="LiveId" clId="{788BA123-62C9-4DDC-86E5-A6BCA4600216}" dt="2026-03-18T01:40:31.674" v="5393" actId="1076"/>
          <ac:spMkLst>
            <pc:docMk/>
            <pc:sldMk cId="427175485" sldId="363"/>
            <ac:spMk id="19" creationId="{CA67B0B4-27D8-600D-5B18-B3DB1E319A17}"/>
          </ac:spMkLst>
        </pc:spChg>
        <pc:spChg chg="add mod">
          <ac:chgData name="Jacob Wyngaard" userId="6181fcd471e98458" providerId="LiveId" clId="{788BA123-62C9-4DDC-86E5-A6BCA4600216}" dt="2026-03-18T01:43:01.082" v="5506" actId="1076"/>
          <ac:spMkLst>
            <pc:docMk/>
            <pc:sldMk cId="427175485" sldId="363"/>
            <ac:spMk id="21" creationId="{8F529BEE-85B7-9305-315D-517B236298F7}"/>
          </ac:spMkLst>
        </pc:spChg>
        <pc:spChg chg="add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24" creationId="{135FAE71-208B-47A0-9311-4EFF36C6B9D8}"/>
          </ac:spMkLst>
        </pc:spChg>
        <pc:spChg chg="add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26" creationId="{29F2A2A5-5E69-2F5B-AC90-7991C435723C}"/>
          </ac:spMkLst>
        </pc:spChg>
        <pc:spChg chg="add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27" creationId="{8FE4BE1D-2103-8448-1223-14E7EDBBAFA4}"/>
          </ac:spMkLst>
        </pc:spChg>
        <pc:spChg chg="add mod">
          <ac:chgData name="Jacob Wyngaard" userId="6181fcd471e98458" providerId="LiveId" clId="{788BA123-62C9-4DDC-86E5-A6BCA4600216}" dt="2026-03-18T01:40:40.721" v="5395" actId="1076"/>
          <ac:spMkLst>
            <pc:docMk/>
            <pc:sldMk cId="427175485" sldId="363"/>
            <ac:spMk id="29" creationId="{5F2AC2AB-D437-6424-A1FB-7B3F5D67B90B}"/>
          </ac:spMkLst>
        </pc:spChg>
        <pc:spChg chg="add mod">
          <ac:chgData name="Jacob Wyngaard" userId="6181fcd471e98458" providerId="LiveId" clId="{788BA123-62C9-4DDC-86E5-A6BCA4600216}" dt="2026-03-18T01:40:40.721" v="5395" actId="1076"/>
          <ac:spMkLst>
            <pc:docMk/>
            <pc:sldMk cId="427175485" sldId="363"/>
            <ac:spMk id="30" creationId="{6D71A7AF-5039-E6A3-4B62-A1D498C77EB2}"/>
          </ac:spMkLst>
        </pc:spChg>
        <pc:spChg chg="add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31" creationId="{044CEDD8-2994-D939-AAE7-AE64F7667565}"/>
          </ac:spMkLst>
        </pc:spChg>
        <pc:spChg chg="add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32" creationId="{50A2AF2C-0C47-DEC3-7179-0873769610C8}"/>
          </ac:spMkLst>
        </pc:spChg>
        <pc:spChg chg="add mod">
          <ac:chgData name="Jacob Wyngaard" userId="6181fcd471e98458" providerId="LiveId" clId="{788BA123-62C9-4DDC-86E5-A6BCA4600216}" dt="2026-03-18T01:41:17.879" v="5419" actId="1036"/>
          <ac:spMkLst>
            <pc:docMk/>
            <pc:sldMk cId="427175485" sldId="363"/>
            <ac:spMk id="33" creationId="{54A6321A-1F2E-5AD2-68B7-4713EDDDBC39}"/>
          </ac:spMkLst>
        </pc:spChg>
        <pc:spChg chg="add mod">
          <ac:chgData name="Jacob Wyngaard" userId="6181fcd471e98458" providerId="LiveId" clId="{788BA123-62C9-4DDC-86E5-A6BCA4600216}" dt="2026-03-18T01:41:36.496" v="5438" actId="1076"/>
          <ac:spMkLst>
            <pc:docMk/>
            <pc:sldMk cId="427175485" sldId="363"/>
            <ac:spMk id="34" creationId="{873F73A5-6D9F-F9A7-A2D7-2C9843590285}"/>
          </ac:spMkLst>
        </pc:spChg>
        <pc:spChg chg="add mod">
          <ac:chgData name="Jacob Wyngaard" userId="6181fcd471e98458" providerId="LiveId" clId="{788BA123-62C9-4DDC-86E5-A6BCA4600216}" dt="2026-03-18T01:41:51.910" v="5460" actId="1076"/>
          <ac:spMkLst>
            <pc:docMk/>
            <pc:sldMk cId="427175485" sldId="363"/>
            <ac:spMk id="35" creationId="{75A1FE12-DE48-30B4-A05F-451359B76A0A}"/>
          </ac:spMkLst>
        </pc:spChg>
        <pc:graphicFrameChg chg="mod modGraphic">
          <ac:chgData name="Jacob Wyngaard" userId="6181fcd471e98458" providerId="LiveId" clId="{788BA123-62C9-4DDC-86E5-A6BCA4600216}" dt="2026-03-18T01:42:12.469" v="5471" actId="20577"/>
          <ac:graphicFrameMkLst>
            <pc:docMk/>
            <pc:sldMk cId="427175485" sldId="363"/>
            <ac:graphicFrameMk id="2" creationId="{DD0881B4-737A-CB88-6A8A-CF2967A43AEC}"/>
          </ac:graphicFrameMkLst>
        </pc:graphicFrameChg>
        <pc:graphicFrameChg chg="add mod modGraphic">
          <ac:chgData name="Jacob Wyngaard" userId="6181fcd471e98458" providerId="LiveId" clId="{788BA123-62C9-4DDC-86E5-A6BCA4600216}" dt="2026-03-18T01:42:33.252" v="5485" actId="20577"/>
          <ac:graphicFrameMkLst>
            <pc:docMk/>
            <pc:sldMk cId="427175485" sldId="363"/>
            <ac:graphicFrameMk id="23" creationId="{10296F28-D7C8-F039-9557-F9CE6041552C}"/>
          </ac:graphicFrameMkLst>
        </pc:graphicFrameChg>
      </pc:sldChg>
      <pc:sldChg chg="addSp delSp modSp add mod">
        <pc:chgData name="Jacob Wyngaard" userId="6181fcd471e98458" providerId="LiveId" clId="{788BA123-62C9-4DDC-86E5-A6BCA4600216}" dt="2026-03-17T19:09:08.010" v="1646" actId="20577"/>
        <pc:sldMkLst>
          <pc:docMk/>
          <pc:sldMk cId="131934546" sldId="364"/>
        </pc:sldMkLst>
        <pc:spChg chg="add mod">
          <ac:chgData name="Jacob Wyngaard" userId="6181fcd471e98458" providerId="LiveId" clId="{788BA123-62C9-4DDC-86E5-A6BCA4600216}" dt="2026-03-17T19:09:08.010" v="1646" actId="20577"/>
          <ac:spMkLst>
            <pc:docMk/>
            <pc:sldMk cId="131934546" sldId="364"/>
            <ac:spMk id="2" creationId="{7EA1CCAF-D750-F677-3C7B-5A38486EC1EA}"/>
          </ac:spMkLst>
        </pc:spChg>
        <pc:spChg chg="mod">
          <ac:chgData name="Jacob Wyngaard" userId="6181fcd471e98458" providerId="LiveId" clId="{788BA123-62C9-4DDC-86E5-A6BCA4600216}" dt="2026-03-17T19:06:48.096" v="1426" actId="1076"/>
          <ac:spMkLst>
            <pc:docMk/>
            <pc:sldMk cId="131934546" sldId="364"/>
            <ac:spMk id="9" creationId="{A0B2E0CF-5B13-8ACA-8AFE-42A998B7583F}"/>
          </ac:spMkLst>
        </pc:spChg>
        <pc:spChg chg="add mod">
          <ac:chgData name="Jacob Wyngaard" userId="6181fcd471e98458" providerId="LiveId" clId="{788BA123-62C9-4DDC-86E5-A6BCA4600216}" dt="2026-03-17T19:06:43.316" v="1425" actId="1076"/>
          <ac:spMkLst>
            <pc:docMk/>
            <pc:sldMk cId="131934546" sldId="364"/>
            <ac:spMk id="10" creationId="{8E4EAC8F-6000-10A4-B4B3-E83DA63C32BE}"/>
          </ac:spMkLst>
        </pc:spChg>
      </pc:sldChg>
      <pc:sldChg chg="modSp add mod ord">
        <pc:chgData name="Jacob Wyngaard" userId="6181fcd471e98458" providerId="LiveId" clId="{788BA123-62C9-4DDC-86E5-A6BCA4600216}" dt="2026-03-17T19:09:42.691" v="1659"/>
        <pc:sldMkLst>
          <pc:docMk/>
          <pc:sldMk cId="3630575026" sldId="365"/>
        </pc:sldMkLst>
        <pc:spChg chg="mod">
          <ac:chgData name="Jacob Wyngaard" userId="6181fcd471e98458" providerId="LiveId" clId="{788BA123-62C9-4DDC-86E5-A6BCA4600216}" dt="2026-03-17T18:52:29.549" v="642" actId="20577"/>
          <ac:spMkLst>
            <pc:docMk/>
            <pc:sldMk cId="3630575026" sldId="365"/>
            <ac:spMk id="2" creationId="{FAF83DA6-A702-619F-2458-7EF5409F9D65}"/>
          </ac:spMkLst>
        </pc:spChg>
        <pc:spChg chg="mod">
          <ac:chgData name="Jacob Wyngaard" userId="6181fcd471e98458" providerId="LiveId" clId="{788BA123-62C9-4DDC-86E5-A6BCA4600216}" dt="2026-03-17T18:46:40.378" v="119" actId="20577"/>
          <ac:spMkLst>
            <pc:docMk/>
            <pc:sldMk cId="3630575026" sldId="365"/>
            <ac:spMk id="9" creationId="{66683289-F3DA-730F-BE93-6D1E94A2D0F3}"/>
          </ac:spMkLst>
        </pc:spChg>
      </pc:sldChg>
      <pc:sldChg chg="addSp delSp modSp add mod">
        <pc:chgData name="Jacob Wyngaard" userId="6181fcd471e98458" providerId="LiveId" clId="{788BA123-62C9-4DDC-86E5-A6BCA4600216}" dt="2026-03-18T03:53:01.653" v="7824" actId="20577"/>
        <pc:sldMkLst>
          <pc:docMk/>
          <pc:sldMk cId="4044502709" sldId="367"/>
        </pc:sldMkLst>
        <pc:spChg chg="mod">
          <ac:chgData name="Jacob Wyngaard" userId="6181fcd471e98458" providerId="LiveId" clId="{788BA123-62C9-4DDC-86E5-A6BCA4600216}" dt="2026-03-18T03:53:01.653" v="7824" actId="20577"/>
          <ac:spMkLst>
            <pc:docMk/>
            <pc:sldMk cId="4044502709" sldId="367"/>
            <ac:spMk id="2" creationId="{0C231EC9-9889-3651-1904-D241A1A9FAE8}"/>
          </ac:spMkLst>
        </pc:spChg>
        <pc:spChg chg="add mod">
          <ac:chgData name="Jacob Wyngaard" userId="6181fcd471e98458" providerId="LiveId" clId="{788BA123-62C9-4DDC-86E5-A6BCA4600216}" dt="2026-03-17T19:06:54.142" v="1428"/>
          <ac:spMkLst>
            <pc:docMk/>
            <pc:sldMk cId="4044502709" sldId="367"/>
            <ac:spMk id="3" creationId="{FD86CE88-29DD-7378-09E1-D30DB46F890C}"/>
          </ac:spMkLst>
        </pc:spChg>
        <pc:spChg chg="add mod">
          <ac:chgData name="Jacob Wyngaard" userId="6181fcd471e98458" providerId="LiveId" clId="{788BA123-62C9-4DDC-86E5-A6BCA4600216}" dt="2026-03-17T19:09:37.879" v="1657" actId="20577"/>
          <ac:spMkLst>
            <pc:docMk/>
            <pc:sldMk cId="4044502709" sldId="367"/>
            <ac:spMk id="4" creationId="{0084D721-12F6-5915-2A56-3BBEF1EA4F89}"/>
          </ac:spMkLst>
        </pc:spChg>
      </pc:sldChg>
      <pc:sldChg chg="addSp delSp modSp add mod">
        <pc:chgData name="Jacob Wyngaard" userId="6181fcd471e98458" providerId="LiveId" clId="{788BA123-62C9-4DDC-86E5-A6BCA4600216}" dt="2026-03-17T20:53:44.842" v="3789" actId="1076"/>
        <pc:sldMkLst>
          <pc:docMk/>
          <pc:sldMk cId="833292840" sldId="368"/>
        </pc:sldMkLst>
        <pc:spChg chg="mod">
          <ac:chgData name="Jacob Wyngaard" userId="6181fcd471e98458" providerId="LiveId" clId="{788BA123-62C9-4DDC-86E5-A6BCA4600216}" dt="2026-03-17T20:53:44.842" v="3789" actId="1076"/>
          <ac:spMkLst>
            <pc:docMk/>
            <pc:sldMk cId="833292840" sldId="368"/>
            <ac:spMk id="2" creationId="{07A92537-389C-363C-390F-5289CDF08CF7}"/>
          </ac:spMkLst>
        </pc:spChg>
        <pc:spChg chg="mod">
          <ac:chgData name="Jacob Wyngaard" userId="6181fcd471e98458" providerId="LiveId" clId="{788BA123-62C9-4DDC-86E5-A6BCA4600216}" dt="2026-03-17T19:43:57.863" v="2179" actId="20577"/>
          <ac:spMkLst>
            <pc:docMk/>
            <pc:sldMk cId="833292840" sldId="368"/>
            <ac:spMk id="4" creationId="{EABFBF55-3309-9692-CE96-0A1330D87BBD}"/>
          </ac:spMkLst>
        </pc:spChg>
        <pc:spChg chg="add mod">
          <ac:chgData name="Jacob Wyngaard" userId="6181fcd471e98458" providerId="LiveId" clId="{788BA123-62C9-4DDC-86E5-A6BCA4600216}" dt="2026-03-17T20:42:56.802" v="3622" actId="20577"/>
          <ac:spMkLst>
            <pc:docMk/>
            <pc:sldMk cId="833292840" sldId="368"/>
            <ac:spMk id="9" creationId="{5C4B12BA-3568-7E5C-1B96-A63B4339C943}"/>
          </ac:spMkLst>
        </pc:spChg>
      </pc:sldChg>
      <pc:sldChg chg="modSp add mod ord">
        <pc:chgData name="Jacob Wyngaard" userId="6181fcd471e98458" providerId="LiveId" clId="{788BA123-62C9-4DDC-86E5-A6BCA4600216}" dt="2026-03-18T01:04:25.155" v="5232" actId="20577"/>
        <pc:sldMkLst>
          <pc:docMk/>
          <pc:sldMk cId="3615985843" sldId="369"/>
        </pc:sldMkLst>
        <pc:spChg chg="mod">
          <ac:chgData name="Jacob Wyngaard" userId="6181fcd471e98458" providerId="LiveId" clId="{788BA123-62C9-4DDC-86E5-A6BCA4600216}" dt="2026-03-18T01:04:25.155" v="5232" actId="20577"/>
          <ac:spMkLst>
            <pc:docMk/>
            <pc:sldMk cId="3615985843" sldId="369"/>
            <ac:spMk id="4" creationId="{600BF7A9-2707-1119-9B8D-C0BC41C26851}"/>
          </ac:spMkLst>
        </pc:spChg>
      </pc:sldChg>
      <pc:sldChg chg="add">
        <pc:chgData name="Jacob Wyngaard" userId="6181fcd471e98458" providerId="LiveId" clId="{788BA123-62C9-4DDC-86E5-A6BCA4600216}" dt="2026-03-18T01:04:37.003" v="5233" actId="2890"/>
        <pc:sldMkLst>
          <pc:docMk/>
          <pc:sldMk cId="3113918867" sldId="370"/>
        </pc:sldMkLst>
      </pc:sldChg>
      <pc:sldChg chg="addSp delSp modSp add mod">
        <pc:chgData name="Jacob Wyngaard" userId="6181fcd471e98458" providerId="LiveId" clId="{788BA123-62C9-4DDC-86E5-A6BCA4600216}" dt="2026-03-18T02:01:42.923" v="5801" actId="1076"/>
        <pc:sldMkLst>
          <pc:docMk/>
          <pc:sldMk cId="324640011" sldId="373"/>
        </pc:sldMkLst>
        <pc:spChg chg="add mod">
          <ac:chgData name="Jacob Wyngaard" userId="6181fcd471e98458" providerId="LiveId" clId="{788BA123-62C9-4DDC-86E5-A6BCA4600216}" dt="2026-03-18T01:51:40.919" v="5607" actId="20577"/>
          <ac:spMkLst>
            <pc:docMk/>
            <pc:sldMk cId="324640011" sldId="373"/>
            <ac:spMk id="4" creationId="{7BCA368A-F1AD-E7EB-7D0F-BB43A0263C94}"/>
          </ac:spMkLst>
        </pc:spChg>
        <pc:spChg chg="add mod">
          <ac:chgData name="Jacob Wyngaard" userId="6181fcd471e98458" providerId="LiveId" clId="{788BA123-62C9-4DDC-86E5-A6BCA4600216}" dt="2026-03-18T01:51:44.806" v="5609" actId="20577"/>
          <ac:spMkLst>
            <pc:docMk/>
            <pc:sldMk cId="324640011" sldId="373"/>
            <ac:spMk id="5" creationId="{E9AC1850-189C-EEC2-CD02-A22CFA1F5C29}"/>
          </ac:spMkLst>
        </pc:spChg>
        <pc:spChg chg="add mod">
          <ac:chgData name="Jacob Wyngaard" userId="6181fcd471e98458" providerId="LiveId" clId="{788BA123-62C9-4DDC-86E5-A6BCA4600216}" dt="2026-03-18T01:51:47.951" v="5611" actId="20577"/>
          <ac:spMkLst>
            <pc:docMk/>
            <pc:sldMk cId="324640011" sldId="373"/>
            <ac:spMk id="7" creationId="{150C9B26-6CC8-76C9-2B94-272E7533D958}"/>
          </ac:spMkLst>
        </pc:spChg>
        <pc:spChg chg="add mod">
          <ac:chgData name="Jacob Wyngaard" userId="6181fcd471e98458" providerId="LiveId" clId="{788BA123-62C9-4DDC-86E5-A6BCA4600216}" dt="2026-03-18T02:01:42.923" v="5801" actId="1076"/>
          <ac:spMkLst>
            <pc:docMk/>
            <pc:sldMk cId="324640011" sldId="373"/>
            <ac:spMk id="16" creationId="{56CF4209-8CFA-AEFD-38B1-0767DE96077A}"/>
          </ac:spMkLst>
        </pc:spChg>
        <pc:spChg chg="add mod">
          <ac:chgData name="Jacob Wyngaard" userId="6181fcd471e98458" providerId="LiveId" clId="{788BA123-62C9-4DDC-86E5-A6BCA4600216}" dt="2026-03-18T01:52:36.474" v="5619" actId="20577"/>
          <ac:spMkLst>
            <pc:docMk/>
            <pc:sldMk cId="324640011" sldId="373"/>
            <ac:spMk id="18" creationId="{9C1D21A7-8823-4B04-3C03-C1E594B8E6A1}"/>
          </ac:spMkLst>
        </pc:spChg>
        <pc:spChg chg="add mod">
          <ac:chgData name="Jacob Wyngaard" userId="6181fcd471e98458" providerId="LiveId" clId="{788BA123-62C9-4DDC-86E5-A6BCA4600216}" dt="2026-03-18T01:52:41.792" v="5623" actId="20577"/>
          <ac:spMkLst>
            <pc:docMk/>
            <pc:sldMk cId="324640011" sldId="373"/>
            <ac:spMk id="20" creationId="{900FE307-2735-516A-9CC2-D3FE750B354D}"/>
          </ac:spMkLst>
        </pc:spChg>
        <pc:spChg chg="add mod">
          <ac:chgData name="Jacob Wyngaard" userId="6181fcd471e98458" providerId="LiveId" clId="{788BA123-62C9-4DDC-86E5-A6BCA4600216}" dt="2026-03-18T01:50:58.148" v="5584" actId="1076"/>
          <ac:spMkLst>
            <pc:docMk/>
            <pc:sldMk cId="324640011" sldId="373"/>
            <ac:spMk id="22" creationId="{F26EEA8B-3227-D79A-8C65-3A3189780570}"/>
          </ac:spMkLst>
        </pc:spChg>
        <pc:spChg chg="add mod">
          <ac:chgData name="Jacob Wyngaard" userId="6181fcd471e98458" providerId="LiveId" clId="{788BA123-62C9-4DDC-86E5-A6BCA4600216}" dt="2026-03-18T01:50:58.148" v="5584" actId="1076"/>
          <ac:spMkLst>
            <pc:docMk/>
            <pc:sldMk cId="324640011" sldId="373"/>
            <ac:spMk id="25" creationId="{D327B8D9-C6E9-6BA9-3EDD-E59C48459E95}"/>
          </ac:spMkLst>
        </pc:spChg>
        <pc:spChg chg="add mod">
          <ac:chgData name="Jacob Wyngaard" userId="6181fcd471e98458" providerId="LiveId" clId="{788BA123-62C9-4DDC-86E5-A6BCA4600216}" dt="2026-03-18T01:50:58.148" v="5584" actId="1076"/>
          <ac:spMkLst>
            <pc:docMk/>
            <pc:sldMk cId="324640011" sldId="373"/>
            <ac:spMk id="28" creationId="{B9AB2AEF-B774-14FE-3217-243B02E11596}"/>
          </ac:spMkLst>
        </pc:spChg>
      </pc:sldChg>
      <pc:sldChg chg="addSp delSp modSp add mod">
        <pc:chgData name="Jacob Wyngaard" userId="6181fcd471e98458" providerId="LiveId" clId="{788BA123-62C9-4DDC-86E5-A6BCA4600216}" dt="2026-03-18T01:47:14.832" v="5565" actId="1076"/>
        <pc:sldMkLst>
          <pc:docMk/>
          <pc:sldMk cId="2416028285" sldId="374"/>
        </pc:sldMkLst>
        <pc:spChg chg="add mod">
          <ac:chgData name="Jacob Wyngaard" userId="6181fcd471e98458" providerId="LiveId" clId="{788BA123-62C9-4DDC-86E5-A6BCA4600216}" dt="2026-03-18T01:46:55.810" v="5560" actId="14100"/>
          <ac:spMkLst>
            <pc:docMk/>
            <pc:sldMk cId="2416028285" sldId="374"/>
            <ac:spMk id="3" creationId="{F97A502B-F13C-AA5C-A85B-2CC1AE55037D}"/>
          </ac:spMkLst>
        </pc:spChg>
        <pc:spChg chg="add mod">
          <ac:chgData name="Jacob Wyngaard" userId="6181fcd471e98458" providerId="LiveId" clId="{788BA123-62C9-4DDC-86E5-A6BCA4600216}" dt="2026-03-18T01:47:01.884" v="5562" actId="14100"/>
          <ac:spMkLst>
            <pc:docMk/>
            <pc:sldMk cId="2416028285" sldId="374"/>
            <ac:spMk id="4" creationId="{FFF0EFE8-A0E7-3597-4A5D-5162A01EAD3B}"/>
          </ac:spMkLst>
        </pc:spChg>
        <pc:spChg chg="add mod">
          <ac:chgData name="Jacob Wyngaard" userId="6181fcd471e98458" providerId="LiveId" clId="{788BA123-62C9-4DDC-86E5-A6BCA4600216}" dt="2026-03-18T01:44:58.194" v="5521" actId="1076"/>
          <ac:spMkLst>
            <pc:docMk/>
            <pc:sldMk cId="2416028285" sldId="374"/>
            <ac:spMk id="5" creationId="{3AB99846-62E2-18EC-ACE4-D53093F0C677}"/>
          </ac:spMkLst>
        </pc:spChg>
        <pc:spChg chg="add mod">
          <ac:chgData name="Jacob Wyngaard" userId="6181fcd471e98458" providerId="LiveId" clId="{788BA123-62C9-4DDC-86E5-A6BCA4600216}" dt="2026-03-18T01:46:19.081" v="5553" actId="403"/>
          <ac:spMkLst>
            <pc:docMk/>
            <pc:sldMk cId="2416028285" sldId="374"/>
            <ac:spMk id="7" creationId="{1B076584-BCDA-F817-A927-3059B4781AEC}"/>
          </ac:spMkLst>
        </pc:spChg>
        <pc:spChg chg="add mod">
          <ac:chgData name="Jacob Wyngaard" userId="6181fcd471e98458" providerId="LiveId" clId="{788BA123-62C9-4DDC-86E5-A6BCA4600216}" dt="2026-03-18T01:46:36.686" v="5556" actId="1076"/>
          <ac:spMkLst>
            <pc:docMk/>
            <pc:sldMk cId="2416028285" sldId="374"/>
            <ac:spMk id="16" creationId="{4C7058D0-831B-F8DE-591C-006B6E0403BC}"/>
          </ac:spMkLst>
        </pc:spChg>
        <pc:spChg chg="add mod">
          <ac:chgData name="Jacob Wyngaard" userId="6181fcd471e98458" providerId="LiveId" clId="{788BA123-62C9-4DDC-86E5-A6BCA4600216}" dt="2026-03-18T01:46:42.822" v="5557" actId="1076"/>
          <ac:spMkLst>
            <pc:docMk/>
            <pc:sldMk cId="2416028285" sldId="374"/>
            <ac:spMk id="18" creationId="{3E8822C5-84D4-394A-6A17-D8632F9C1FA3}"/>
          </ac:spMkLst>
        </pc:spChg>
        <pc:spChg chg="add mod">
          <ac:chgData name="Jacob Wyngaard" userId="6181fcd471e98458" providerId="LiveId" clId="{788BA123-62C9-4DDC-86E5-A6BCA4600216}" dt="2026-03-18T01:46:49.434" v="5558" actId="1076"/>
          <ac:spMkLst>
            <pc:docMk/>
            <pc:sldMk cId="2416028285" sldId="374"/>
            <ac:spMk id="20" creationId="{82972B08-932F-7655-B075-49A80CE20F3D}"/>
          </ac:spMkLst>
        </pc:spChg>
        <pc:spChg chg="add mod">
          <ac:chgData name="Jacob Wyngaard" userId="6181fcd471e98458" providerId="LiveId" clId="{788BA123-62C9-4DDC-86E5-A6BCA4600216}" dt="2026-03-18T01:47:10.854" v="5564" actId="1076"/>
          <ac:spMkLst>
            <pc:docMk/>
            <pc:sldMk cId="2416028285" sldId="374"/>
            <ac:spMk id="22" creationId="{A77AA291-BA54-B6A7-0687-6048A52E454F}"/>
          </ac:spMkLst>
        </pc:spChg>
        <pc:spChg chg="add mod">
          <ac:chgData name="Jacob Wyngaard" userId="6181fcd471e98458" providerId="LiveId" clId="{788BA123-62C9-4DDC-86E5-A6BCA4600216}" dt="2026-03-18T01:47:14.832" v="5565" actId="1076"/>
          <ac:spMkLst>
            <pc:docMk/>
            <pc:sldMk cId="2416028285" sldId="374"/>
            <ac:spMk id="25" creationId="{A664122B-7F1B-EC4D-D1A1-932961EB7FFD}"/>
          </ac:spMkLst>
        </pc:spChg>
      </pc:sldChg>
      <pc:sldChg chg="addSp delSp modSp add mod">
        <pc:chgData name="Jacob Wyngaard" userId="6181fcd471e98458" providerId="LiveId" clId="{788BA123-62C9-4DDC-86E5-A6BCA4600216}" dt="2026-03-18T01:50:00.385" v="5582" actId="1076"/>
        <pc:sldMkLst>
          <pc:docMk/>
          <pc:sldMk cId="583008452" sldId="375"/>
        </pc:sldMkLst>
        <pc:spChg chg="add mod">
          <ac:chgData name="Jacob Wyngaard" userId="6181fcd471e98458" providerId="LiveId" clId="{788BA123-62C9-4DDC-86E5-A6BCA4600216}" dt="2026-03-18T01:50:00.385" v="5582" actId="1076"/>
          <ac:spMkLst>
            <pc:docMk/>
            <pc:sldMk cId="583008452" sldId="375"/>
            <ac:spMk id="2" creationId="{2E22095B-A010-C90E-EBEF-A71ADADF49E8}"/>
          </ac:spMkLst>
        </pc:spChg>
      </pc:sldChg>
      <pc:sldChg chg="addSp delSp modSp add mod">
        <pc:chgData name="Jacob Wyngaard" userId="6181fcd471e98458" providerId="LiveId" clId="{788BA123-62C9-4DDC-86E5-A6BCA4600216}" dt="2026-03-18T02:12:21.292" v="6227" actId="1076"/>
        <pc:sldMkLst>
          <pc:docMk/>
          <pc:sldMk cId="337895567" sldId="376"/>
        </pc:sldMkLst>
        <pc:spChg chg="add mod">
          <ac:chgData name="Jacob Wyngaard" userId="6181fcd471e98458" providerId="LiveId" clId="{788BA123-62C9-4DDC-86E5-A6BCA4600216}" dt="2026-03-18T01:54:26.323" v="5631" actId="14100"/>
          <ac:spMkLst>
            <pc:docMk/>
            <pc:sldMk cId="337895567" sldId="376"/>
            <ac:spMk id="3" creationId="{0800EBC8-0D6B-5073-7F75-19825D5B663F}"/>
          </ac:spMkLst>
        </pc:spChg>
        <pc:spChg chg="mod">
          <ac:chgData name="Jacob Wyngaard" userId="6181fcd471e98458" providerId="LiveId" clId="{788BA123-62C9-4DDC-86E5-A6BCA4600216}" dt="2026-03-18T02:12:21.292" v="6227" actId="1076"/>
          <ac:spMkLst>
            <pc:docMk/>
            <pc:sldMk cId="337895567" sldId="376"/>
            <ac:spMk id="18" creationId="{2AFFC38E-B46C-57C3-4C13-23D64F94E09C}"/>
          </ac:spMkLst>
        </pc:spChg>
      </pc:sldChg>
      <pc:sldChg chg="addSp delSp modSp add mod">
        <pc:chgData name="Jacob Wyngaard" userId="6181fcd471e98458" providerId="LiveId" clId="{788BA123-62C9-4DDC-86E5-A6BCA4600216}" dt="2026-03-18T01:59:02.420" v="5718" actId="207"/>
        <pc:sldMkLst>
          <pc:docMk/>
          <pc:sldMk cId="1500251672" sldId="377"/>
        </pc:sldMkLst>
        <pc:spChg chg="add mod">
          <ac:chgData name="Jacob Wyngaard" userId="6181fcd471e98458" providerId="LiveId" clId="{788BA123-62C9-4DDC-86E5-A6BCA4600216}" dt="2026-03-18T01:55:28.454" v="5646" actId="1076"/>
          <ac:spMkLst>
            <pc:docMk/>
            <pc:sldMk cId="1500251672" sldId="377"/>
            <ac:spMk id="2" creationId="{25CC9E58-638E-C1A4-32A5-24154A5933E2}"/>
          </ac:spMkLst>
        </pc:spChg>
        <pc:spChg chg="add mod">
          <ac:chgData name="Jacob Wyngaard" userId="6181fcd471e98458" providerId="LiveId" clId="{788BA123-62C9-4DDC-86E5-A6BCA4600216}" dt="2026-03-18T01:55:33.252" v="5647" actId="1076"/>
          <ac:spMkLst>
            <pc:docMk/>
            <pc:sldMk cId="1500251672" sldId="377"/>
            <ac:spMk id="10" creationId="{ED174CA6-61BF-32F2-0C61-034C008AF497}"/>
          </ac:spMkLst>
        </pc:spChg>
        <pc:spChg chg="add mod">
          <ac:chgData name="Jacob Wyngaard" userId="6181fcd471e98458" providerId="LiveId" clId="{788BA123-62C9-4DDC-86E5-A6BCA4600216}" dt="2026-03-18T01:57:59.181" v="5674" actId="1076"/>
          <ac:spMkLst>
            <pc:docMk/>
            <pc:sldMk cId="1500251672" sldId="377"/>
            <ac:spMk id="11" creationId="{FA68F7E2-F41E-3150-6348-423A9A80E206}"/>
          </ac:spMkLst>
        </pc:spChg>
        <pc:spChg chg="add mod">
          <ac:chgData name="Jacob Wyngaard" userId="6181fcd471e98458" providerId="LiveId" clId="{788BA123-62C9-4DDC-86E5-A6BCA4600216}" dt="2026-03-18T01:57:42.223" v="5668" actId="1076"/>
          <ac:spMkLst>
            <pc:docMk/>
            <pc:sldMk cId="1500251672" sldId="377"/>
            <ac:spMk id="21" creationId="{94E2651A-6C17-A558-6AF1-18B823EC7862}"/>
          </ac:spMkLst>
        </pc:spChg>
        <pc:spChg chg="add mod">
          <ac:chgData name="Jacob Wyngaard" userId="6181fcd471e98458" providerId="LiveId" clId="{788BA123-62C9-4DDC-86E5-A6BCA4600216}" dt="2026-03-18T01:57:50.684" v="5671" actId="1076"/>
          <ac:spMkLst>
            <pc:docMk/>
            <pc:sldMk cId="1500251672" sldId="377"/>
            <ac:spMk id="23" creationId="{D044E562-D49F-BD8B-E46B-6DB4257CAADB}"/>
          </ac:spMkLst>
        </pc:spChg>
        <pc:spChg chg="add mod">
          <ac:chgData name="Jacob Wyngaard" userId="6181fcd471e98458" providerId="LiveId" clId="{788BA123-62C9-4DDC-86E5-A6BCA4600216}" dt="2026-03-18T01:58:38.727" v="5704" actId="20577"/>
          <ac:spMkLst>
            <pc:docMk/>
            <pc:sldMk cId="1500251672" sldId="377"/>
            <ac:spMk id="24" creationId="{630B13CF-7B31-940B-BEE6-3196E191F5CE}"/>
          </ac:spMkLst>
        </pc:spChg>
        <pc:spChg chg="add mod">
          <ac:chgData name="Jacob Wyngaard" userId="6181fcd471e98458" providerId="LiveId" clId="{788BA123-62C9-4DDC-86E5-A6BCA4600216}" dt="2026-03-18T01:59:02.420" v="5718" actId="207"/>
          <ac:spMkLst>
            <pc:docMk/>
            <pc:sldMk cId="1500251672" sldId="377"/>
            <ac:spMk id="26" creationId="{D2805D29-6FA5-2C76-82E2-B023EBA22E49}"/>
          </ac:spMkLst>
        </pc:spChg>
        <pc:picChg chg="add mod">
          <ac:chgData name="Jacob Wyngaard" userId="6181fcd471e98458" providerId="LiveId" clId="{788BA123-62C9-4DDC-86E5-A6BCA4600216}" dt="2026-03-18T01:57:01.176" v="5657" actId="1076"/>
          <ac:picMkLst>
            <pc:docMk/>
            <pc:sldMk cId="1500251672" sldId="377"/>
            <ac:picMk id="13" creationId="{14BFE242-83FD-4B2F-E403-617303EBD892}"/>
          </ac:picMkLst>
        </pc:picChg>
        <pc:picChg chg="add mod">
          <ac:chgData name="Jacob Wyngaard" userId="6181fcd471e98458" providerId="LiveId" clId="{788BA123-62C9-4DDC-86E5-A6BCA4600216}" dt="2026-03-18T01:56:56.470" v="5655" actId="1076"/>
          <ac:picMkLst>
            <pc:docMk/>
            <pc:sldMk cId="1500251672" sldId="377"/>
            <ac:picMk id="15" creationId="{A9342931-E168-2682-31BB-1C32C119DBD3}"/>
          </ac:picMkLst>
        </pc:picChg>
      </pc:sldChg>
      <pc:sldChg chg="addSp delSp modSp add mod">
        <pc:chgData name="Jacob Wyngaard" userId="6181fcd471e98458" providerId="LiveId" clId="{788BA123-62C9-4DDC-86E5-A6BCA4600216}" dt="2026-03-18T02:07:18.349" v="5988" actId="207"/>
        <pc:sldMkLst>
          <pc:docMk/>
          <pc:sldMk cId="1584019165" sldId="378"/>
        </pc:sldMkLst>
        <pc:spChg chg="mod">
          <ac:chgData name="Jacob Wyngaard" userId="6181fcd471e98458" providerId="LiveId" clId="{788BA123-62C9-4DDC-86E5-A6BCA4600216}" dt="2026-03-18T02:07:11.020" v="5983" actId="14100"/>
          <ac:spMkLst>
            <pc:docMk/>
            <pc:sldMk cId="1584019165" sldId="378"/>
            <ac:spMk id="11" creationId="{391F58C0-6769-D323-807E-587FD9D4EF87}"/>
          </ac:spMkLst>
        </pc:spChg>
        <pc:spChg chg="mod">
          <ac:chgData name="Jacob Wyngaard" userId="6181fcd471e98458" providerId="LiveId" clId="{788BA123-62C9-4DDC-86E5-A6BCA4600216}" dt="2026-03-18T02:07:18.349" v="5988" actId="207"/>
          <ac:spMkLst>
            <pc:docMk/>
            <pc:sldMk cId="1584019165" sldId="378"/>
            <ac:spMk id="24" creationId="{CE403972-716B-386B-E4EC-8D4C92C5FF77}"/>
          </ac:spMkLst>
        </pc:spChg>
      </pc:sldChg>
      <pc:sldChg chg="addSp delSp modSp add mod">
        <pc:chgData name="Jacob Wyngaard" userId="6181fcd471e98458" providerId="LiveId" clId="{788BA123-62C9-4DDC-86E5-A6BCA4600216}" dt="2026-03-18T02:06:57.318" v="5978" actId="313"/>
        <pc:sldMkLst>
          <pc:docMk/>
          <pc:sldMk cId="4222837792" sldId="379"/>
        </pc:sldMkLst>
        <pc:spChg chg="mod">
          <ac:chgData name="Jacob Wyngaard" userId="6181fcd471e98458" providerId="LiveId" clId="{788BA123-62C9-4DDC-86E5-A6BCA4600216}" dt="2026-03-18T02:06:57.318" v="5978" actId="313"/>
          <ac:spMkLst>
            <pc:docMk/>
            <pc:sldMk cId="4222837792" sldId="379"/>
            <ac:spMk id="3" creationId="{1CDEADA4-CC06-7DD9-3641-DB01E43F3CF7}"/>
          </ac:spMkLst>
        </pc:spChg>
        <pc:spChg chg="add mod">
          <ac:chgData name="Jacob Wyngaard" userId="6181fcd471e98458" providerId="LiveId" clId="{788BA123-62C9-4DDC-86E5-A6BCA4600216}" dt="2026-03-18T02:02:59.287" v="5865" actId="1076"/>
          <ac:spMkLst>
            <pc:docMk/>
            <pc:sldMk cId="4222837792" sldId="379"/>
            <ac:spMk id="4" creationId="{490813E2-CAC1-7AD4-380A-DAFF2D490C59}"/>
          </ac:spMkLst>
        </pc:spChg>
        <pc:spChg chg="add mod">
          <ac:chgData name="Jacob Wyngaard" userId="6181fcd471e98458" providerId="LiveId" clId="{788BA123-62C9-4DDC-86E5-A6BCA4600216}" dt="2026-03-18T02:02:57.381" v="5864" actId="1076"/>
          <ac:spMkLst>
            <pc:docMk/>
            <pc:sldMk cId="4222837792" sldId="379"/>
            <ac:spMk id="5" creationId="{2E430CC2-5721-A9EB-9DD6-0853A92361AA}"/>
          </ac:spMkLst>
        </pc:spChg>
        <pc:spChg chg="add mod">
          <ac:chgData name="Jacob Wyngaard" userId="6181fcd471e98458" providerId="LiveId" clId="{788BA123-62C9-4DDC-86E5-A6BCA4600216}" dt="2026-03-18T02:03:08.455" v="5866" actId="1076"/>
          <ac:spMkLst>
            <pc:docMk/>
            <pc:sldMk cId="4222837792" sldId="379"/>
            <ac:spMk id="7" creationId="{9BB332EB-8FE8-EFEB-3AB9-B49646B1C261}"/>
          </ac:spMkLst>
        </pc:spChg>
        <pc:spChg chg="add mod">
          <ac:chgData name="Jacob Wyngaard" userId="6181fcd471e98458" providerId="LiveId" clId="{788BA123-62C9-4DDC-86E5-A6BCA4600216}" dt="2026-03-18T02:03:29.302" v="5876" actId="1076"/>
          <ac:spMkLst>
            <pc:docMk/>
            <pc:sldMk cId="4222837792" sldId="379"/>
            <ac:spMk id="12" creationId="{9AD9A32C-5A13-8808-6877-50EA0ED7F982}"/>
          </ac:spMkLst>
        </pc:spChg>
        <pc:spChg chg="mod ord">
          <ac:chgData name="Jacob Wyngaard" userId="6181fcd471e98458" providerId="LiveId" clId="{788BA123-62C9-4DDC-86E5-A6BCA4600216}" dt="2026-03-18T02:04:32.531" v="5887" actId="1076"/>
          <ac:spMkLst>
            <pc:docMk/>
            <pc:sldMk cId="4222837792" sldId="379"/>
            <ac:spMk id="21" creationId="{AB1327C7-818E-BAA0-5A9D-51449DC86C8F}"/>
          </ac:spMkLst>
        </pc:spChg>
        <pc:spChg chg="mod">
          <ac:chgData name="Jacob Wyngaard" userId="6181fcd471e98458" providerId="LiveId" clId="{788BA123-62C9-4DDC-86E5-A6BCA4600216}" dt="2026-03-18T02:06:51.245" v="5974" actId="207"/>
          <ac:spMkLst>
            <pc:docMk/>
            <pc:sldMk cId="4222837792" sldId="379"/>
            <ac:spMk id="24" creationId="{865F6C42-5547-63A6-5189-0169E10D884E}"/>
          </ac:spMkLst>
        </pc:spChg>
        <pc:spChg chg="mod">
          <ac:chgData name="Jacob Wyngaard" userId="6181fcd471e98458" providerId="LiveId" clId="{788BA123-62C9-4DDC-86E5-A6BCA4600216}" dt="2026-03-18T02:03:46.846" v="5878"/>
          <ac:spMkLst>
            <pc:docMk/>
            <pc:sldMk cId="4222837792" sldId="379"/>
            <ac:spMk id="26" creationId="{0518684E-2AE4-DEA1-4836-F2B7A6133C3A}"/>
          </ac:spMkLst>
        </pc:spChg>
        <pc:picChg chg="add mod">
          <ac:chgData name="Jacob Wyngaard" userId="6181fcd471e98458" providerId="LiveId" clId="{788BA123-62C9-4DDC-86E5-A6BCA4600216}" dt="2026-03-18T02:04:22.452" v="5884" actId="14100"/>
          <ac:picMkLst>
            <pc:docMk/>
            <pc:sldMk cId="4222837792" sldId="379"/>
            <ac:picMk id="16" creationId="{BD571BAE-2C94-C508-F9F4-289E780BDBEA}"/>
          </ac:picMkLst>
        </pc:picChg>
      </pc:sldChg>
      <pc:sldChg chg="modSp add mod">
        <pc:chgData name="Jacob Wyngaard" userId="6181fcd471e98458" providerId="LiveId" clId="{788BA123-62C9-4DDC-86E5-A6BCA4600216}" dt="2026-03-18T02:09:16.060" v="6055" actId="1035"/>
        <pc:sldMkLst>
          <pc:docMk/>
          <pc:sldMk cId="540286430" sldId="380"/>
        </pc:sldMkLst>
        <pc:spChg chg="mod">
          <ac:chgData name="Jacob Wyngaard" userId="6181fcd471e98458" providerId="LiveId" clId="{788BA123-62C9-4DDC-86E5-A6BCA4600216}" dt="2026-03-18T02:04:45.385" v="5889"/>
          <ac:spMkLst>
            <pc:docMk/>
            <pc:sldMk cId="540286430" sldId="380"/>
            <ac:spMk id="3" creationId="{437CB808-83EB-B89E-6ECF-FBAAAAA02BC6}"/>
          </ac:spMkLst>
        </pc:spChg>
        <pc:spChg chg="mod">
          <ac:chgData name="Jacob Wyngaard" userId="6181fcd471e98458" providerId="LiveId" clId="{788BA123-62C9-4DDC-86E5-A6BCA4600216}" dt="2026-03-18T02:05:23.524" v="5893" actId="1076"/>
          <ac:spMkLst>
            <pc:docMk/>
            <pc:sldMk cId="540286430" sldId="380"/>
            <ac:spMk id="4" creationId="{B25B0632-51C5-CBF3-8D27-BB1EC07211D1}"/>
          </ac:spMkLst>
        </pc:spChg>
        <pc:spChg chg="mod">
          <ac:chgData name="Jacob Wyngaard" userId="6181fcd471e98458" providerId="LiveId" clId="{788BA123-62C9-4DDC-86E5-A6BCA4600216}" dt="2026-03-18T02:06:15.831" v="5969" actId="20577"/>
          <ac:spMkLst>
            <pc:docMk/>
            <pc:sldMk cId="540286430" sldId="380"/>
            <ac:spMk id="12" creationId="{D8CFAF73-A54C-CBF8-559E-E182ACC7E037}"/>
          </ac:spMkLst>
        </pc:spChg>
        <pc:spChg chg="mod">
          <ac:chgData name="Jacob Wyngaard" userId="6181fcd471e98458" providerId="LiveId" clId="{788BA123-62C9-4DDC-86E5-A6BCA4600216}" dt="2026-03-18T02:09:16.060" v="6055" actId="1035"/>
          <ac:spMkLst>
            <pc:docMk/>
            <pc:sldMk cId="540286430" sldId="380"/>
            <ac:spMk id="23" creationId="{357B6922-2F1F-2787-B532-5E53A824C016}"/>
          </ac:spMkLst>
        </pc:spChg>
        <pc:spChg chg="mod">
          <ac:chgData name="Jacob Wyngaard" userId="6181fcd471e98458" providerId="LiveId" clId="{788BA123-62C9-4DDC-86E5-A6BCA4600216}" dt="2026-03-18T02:08:25.596" v="5992" actId="207"/>
          <ac:spMkLst>
            <pc:docMk/>
            <pc:sldMk cId="540286430" sldId="380"/>
            <ac:spMk id="24" creationId="{2A2A9EDA-A2F6-67BB-2DDE-7723BADD58A2}"/>
          </ac:spMkLst>
        </pc:spChg>
      </pc:sldChg>
      <pc:sldChg chg="addSp delSp modSp add mod">
        <pc:chgData name="Jacob Wyngaard" userId="6181fcd471e98458" providerId="LiveId" clId="{788BA123-62C9-4DDC-86E5-A6BCA4600216}" dt="2026-03-18T02:10:06.872" v="6183" actId="207"/>
        <pc:sldMkLst>
          <pc:docMk/>
          <pc:sldMk cId="3587299601" sldId="381"/>
        </pc:sldMkLst>
        <pc:spChg chg="mod">
          <ac:chgData name="Jacob Wyngaard" userId="6181fcd471e98458" providerId="LiveId" clId="{788BA123-62C9-4DDC-86E5-A6BCA4600216}" dt="2026-03-18T02:10:06.872" v="6183" actId="207"/>
          <ac:spMkLst>
            <pc:docMk/>
            <pc:sldMk cId="3587299601" sldId="381"/>
            <ac:spMk id="3" creationId="{8887AF23-36C9-608E-20DC-4CCB8170A201}"/>
          </ac:spMkLst>
        </pc:spChg>
        <pc:spChg chg="add mod">
          <ac:chgData name="Jacob Wyngaard" userId="6181fcd471e98458" providerId="LiveId" clId="{788BA123-62C9-4DDC-86E5-A6BCA4600216}" dt="2026-03-18T02:09:21.950" v="6057"/>
          <ac:spMkLst>
            <pc:docMk/>
            <pc:sldMk cId="3587299601" sldId="381"/>
            <ac:spMk id="11" creationId="{21C8E309-AE74-E88D-18AE-56BDB63E2BE2}"/>
          </ac:spMkLst>
        </pc:spChg>
      </pc:sldChg>
      <pc:sldChg chg="addSp modSp add mod ord">
        <pc:chgData name="Jacob Wyngaard" userId="6181fcd471e98458" providerId="LiveId" clId="{788BA123-62C9-4DDC-86E5-A6BCA4600216}" dt="2026-03-18T02:10:49.596" v="6192" actId="14100"/>
        <pc:sldMkLst>
          <pc:docMk/>
          <pc:sldMk cId="895016654" sldId="382"/>
        </pc:sldMkLst>
        <pc:spChg chg="add mod">
          <ac:chgData name="Jacob Wyngaard" userId="6181fcd471e98458" providerId="LiveId" clId="{788BA123-62C9-4DDC-86E5-A6BCA4600216}" dt="2026-03-18T02:10:38.900" v="6189" actId="14100"/>
          <ac:spMkLst>
            <pc:docMk/>
            <pc:sldMk cId="895016654" sldId="382"/>
            <ac:spMk id="3" creationId="{F2D46C9D-4E44-139E-11BA-4E3477C2C93C}"/>
          </ac:spMkLst>
        </pc:spChg>
        <pc:spChg chg="add mod">
          <ac:chgData name="Jacob Wyngaard" userId="6181fcd471e98458" providerId="LiveId" clId="{788BA123-62C9-4DDC-86E5-A6BCA4600216}" dt="2026-03-18T02:10:49.596" v="6192" actId="14100"/>
          <ac:spMkLst>
            <pc:docMk/>
            <pc:sldMk cId="895016654" sldId="382"/>
            <ac:spMk id="4" creationId="{7ED73993-A8C6-BED1-C4D2-01E2AE5FD12B}"/>
          </ac:spMkLst>
        </pc:spChg>
      </pc:sldChg>
      <pc:sldChg chg="addSp modSp add mod">
        <pc:chgData name="Jacob Wyngaard" userId="6181fcd471e98458" providerId="LiveId" clId="{788BA123-62C9-4DDC-86E5-A6BCA4600216}" dt="2026-03-18T02:11:38.900" v="6222" actId="1076"/>
        <pc:sldMkLst>
          <pc:docMk/>
          <pc:sldMk cId="3720348771" sldId="383"/>
        </pc:sldMkLst>
        <pc:spChg chg="add mod">
          <ac:chgData name="Jacob Wyngaard" userId="6181fcd471e98458" providerId="LiveId" clId="{788BA123-62C9-4DDC-86E5-A6BCA4600216}" dt="2026-03-18T02:11:35.725" v="6221" actId="1076"/>
          <ac:spMkLst>
            <pc:docMk/>
            <pc:sldMk cId="3720348771" sldId="383"/>
            <ac:spMk id="3" creationId="{FCBDEECC-7796-988B-9DB5-79572A8EF248}"/>
          </ac:spMkLst>
        </pc:spChg>
        <pc:spChg chg="mod">
          <ac:chgData name="Jacob Wyngaard" userId="6181fcd471e98458" providerId="LiveId" clId="{788BA123-62C9-4DDC-86E5-A6BCA4600216}" dt="2026-03-18T02:11:38.900" v="6222" actId="1076"/>
          <ac:spMkLst>
            <pc:docMk/>
            <pc:sldMk cId="3720348771" sldId="383"/>
            <ac:spMk id="11" creationId="{FD814064-DB42-090C-5AA2-848474672B87}"/>
          </ac:spMkLst>
        </pc:spChg>
      </pc:sldChg>
      <pc:sldChg chg="modSp add mod">
        <pc:chgData name="Jacob Wyngaard" userId="6181fcd471e98458" providerId="LiveId" clId="{788BA123-62C9-4DDC-86E5-A6BCA4600216}" dt="2026-03-18T02:11:48.487" v="6224" actId="20577"/>
        <pc:sldMkLst>
          <pc:docMk/>
          <pc:sldMk cId="800408498" sldId="384"/>
        </pc:sldMkLst>
        <pc:spChg chg="mod">
          <ac:chgData name="Jacob Wyngaard" userId="6181fcd471e98458" providerId="LiveId" clId="{788BA123-62C9-4DDC-86E5-A6BCA4600216}" dt="2026-03-18T02:11:48.487" v="6224" actId="20577"/>
          <ac:spMkLst>
            <pc:docMk/>
            <pc:sldMk cId="800408498" sldId="384"/>
            <ac:spMk id="11" creationId="{8BE8CCE3-47FB-21CC-E358-1ACA76E2A72F}"/>
          </ac:spMkLst>
        </pc:spChg>
      </pc:sldChg>
      <pc:sldChg chg="modSp add mod">
        <pc:chgData name="Jacob Wyngaard" userId="6181fcd471e98458" providerId="LiveId" clId="{788BA123-62C9-4DDC-86E5-A6BCA4600216}" dt="2026-03-18T02:14:53.836" v="6239" actId="1076"/>
        <pc:sldMkLst>
          <pc:docMk/>
          <pc:sldMk cId="3776942976" sldId="385"/>
        </pc:sldMkLst>
        <pc:spChg chg="mod">
          <ac:chgData name="Jacob Wyngaard" userId="6181fcd471e98458" providerId="LiveId" clId="{788BA123-62C9-4DDC-86E5-A6BCA4600216}" dt="2026-03-18T02:11:59.712" v="6226" actId="20577"/>
          <ac:spMkLst>
            <pc:docMk/>
            <pc:sldMk cId="3776942976" sldId="385"/>
            <ac:spMk id="3" creationId="{90CC9A2A-7E7D-4EE9-485D-7EB4605AE45F}"/>
          </ac:spMkLst>
        </pc:spChg>
        <pc:spChg chg="mod">
          <ac:chgData name="Jacob Wyngaard" userId="6181fcd471e98458" providerId="LiveId" clId="{788BA123-62C9-4DDC-86E5-A6BCA4600216}" dt="2026-03-18T02:13:11.362" v="6229" actId="1076"/>
          <ac:spMkLst>
            <pc:docMk/>
            <pc:sldMk cId="3776942976" sldId="385"/>
            <ac:spMk id="4" creationId="{0755CE5F-2405-A218-7648-496683A022E7}"/>
          </ac:spMkLst>
        </pc:spChg>
        <pc:spChg chg="mod">
          <ac:chgData name="Jacob Wyngaard" userId="6181fcd471e98458" providerId="LiveId" clId="{788BA123-62C9-4DDC-86E5-A6BCA4600216}" dt="2026-03-18T02:13:39.504" v="6232" actId="20577"/>
          <ac:spMkLst>
            <pc:docMk/>
            <pc:sldMk cId="3776942976" sldId="385"/>
            <ac:spMk id="7" creationId="{1728127F-B2E6-B374-70E3-C5DD6E1FF269}"/>
          </ac:spMkLst>
        </pc:spChg>
        <pc:spChg chg="mod">
          <ac:chgData name="Jacob Wyngaard" userId="6181fcd471e98458" providerId="LiveId" clId="{788BA123-62C9-4DDC-86E5-A6BCA4600216}" dt="2026-03-18T02:14:03.425" v="6233"/>
          <ac:spMkLst>
            <pc:docMk/>
            <pc:sldMk cId="3776942976" sldId="385"/>
            <ac:spMk id="12" creationId="{CD96C823-39FA-9568-0C70-CA654993575A}"/>
          </ac:spMkLst>
        </pc:spChg>
        <pc:spChg chg="mod">
          <ac:chgData name="Jacob Wyngaard" userId="6181fcd471e98458" providerId="LiveId" clId="{788BA123-62C9-4DDC-86E5-A6BCA4600216}" dt="2026-03-18T02:14:53.836" v="6239" actId="1076"/>
          <ac:spMkLst>
            <pc:docMk/>
            <pc:sldMk cId="3776942976" sldId="385"/>
            <ac:spMk id="21" creationId="{9A513078-1AF4-C21B-31E7-8477592EC904}"/>
          </ac:spMkLst>
        </pc:spChg>
        <pc:spChg chg="mod">
          <ac:chgData name="Jacob Wyngaard" userId="6181fcd471e98458" providerId="LiveId" clId="{788BA123-62C9-4DDC-86E5-A6BCA4600216}" dt="2026-03-18T02:14:09.846" v="6235" actId="20577"/>
          <ac:spMkLst>
            <pc:docMk/>
            <pc:sldMk cId="3776942976" sldId="385"/>
            <ac:spMk id="26" creationId="{7FCBA5A1-0B34-517E-F8A5-0D06FC0BD330}"/>
          </ac:spMkLst>
        </pc:spChg>
        <pc:picChg chg="mod">
          <ac:chgData name="Jacob Wyngaard" userId="6181fcd471e98458" providerId="LiveId" clId="{788BA123-62C9-4DDC-86E5-A6BCA4600216}" dt="2026-03-18T02:14:47.816" v="6238" actId="14826"/>
          <ac:picMkLst>
            <pc:docMk/>
            <pc:sldMk cId="3776942976" sldId="385"/>
            <ac:picMk id="16" creationId="{90B864F3-E6AC-4F14-6BFC-A3948258B4AC}"/>
          </ac:picMkLst>
        </pc:picChg>
      </pc:sldChg>
      <pc:sldChg chg="modSp add mod">
        <pc:chgData name="Jacob Wyngaard" userId="6181fcd471e98458" providerId="LiveId" clId="{788BA123-62C9-4DDC-86E5-A6BCA4600216}" dt="2026-03-18T02:50:38.738" v="6706" actId="1076"/>
        <pc:sldMkLst>
          <pc:docMk/>
          <pc:sldMk cId="1388917450" sldId="386"/>
        </pc:sldMkLst>
        <pc:spChg chg="mod">
          <ac:chgData name="Jacob Wyngaard" userId="6181fcd471e98458" providerId="LiveId" clId="{788BA123-62C9-4DDC-86E5-A6BCA4600216}" dt="2026-03-18T02:15:12.674" v="6242" actId="20577"/>
          <ac:spMkLst>
            <pc:docMk/>
            <pc:sldMk cId="1388917450" sldId="386"/>
            <ac:spMk id="3" creationId="{8C8D849F-440D-4956-ACFA-5F0E65ED7C52}"/>
          </ac:spMkLst>
        </pc:spChg>
        <pc:spChg chg="mod">
          <ac:chgData name="Jacob Wyngaard" userId="6181fcd471e98458" providerId="LiveId" clId="{788BA123-62C9-4DDC-86E5-A6BCA4600216}" dt="2026-03-18T02:15:27.939" v="6246" actId="20577"/>
          <ac:spMkLst>
            <pc:docMk/>
            <pc:sldMk cId="1388917450" sldId="386"/>
            <ac:spMk id="4" creationId="{637CCAD9-4DD9-16A9-4A30-E0C331392EF3}"/>
          </ac:spMkLst>
        </pc:spChg>
        <pc:spChg chg="mod">
          <ac:chgData name="Jacob Wyngaard" userId="6181fcd471e98458" providerId="LiveId" clId="{788BA123-62C9-4DDC-86E5-A6BCA4600216}" dt="2026-03-18T02:49:46.012" v="6703" actId="20577"/>
          <ac:spMkLst>
            <pc:docMk/>
            <pc:sldMk cId="1388917450" sldId="386"/>
            <ac:spMk id="7" creationId="{19C84A91-C3DF-FFB8-2B94-08014C3DE5B1}"/>
          </ac:spMkLst>
        </pc:spChg>
        <pc:spChg chg="mod">
          <ac:chgData name="Jacob Wyngaard" userId="6181fcd471e98458" providerId="LiveId" clId="{788BA123-62C9-4DDC-86E5-A6BCA4600216}" dt="2026-03-18T02:50:38.738" v="6706" actId="1076"/>
          <ac:spMkLst>
            <pc:docMk/>
            <pc:sldMk cId="1388917450" sldId="386"/>
            <ac:spMk id="12" creationId="{E55A7FDC-6402-4405-9CAC-779BB2B60E4B}"/>
          </ac:spMkLst>
        </pc:spChg>
        <pc:spChg chg="mod">
          <ac:chgData name="Jacob Wyngaard" userId="6181fcd471e98458" providerId="LiveId" clId="{788BA123-62C9-4DDC-86E5-A6BCA4600216}" dt="2026-03-18T02:15:51.605" v="6251" actId="1076"/>
          <ac:spMkLst>
            <pc:docMk/>
            <pc:sldMk cId="1388917450" sldId="386"/>
            <ac:spMk id="23" creationId="{9448ABA8-0E18-5D74-A0F6-BA21CCCA5657}"/>
          </ac:spMkLst>
        </pc:spChg>
        <pc:spChg chg="mod">
          <ac:chgData name="Jacob Wyngaard" userId="6181fcd471e98458" providerId="LiveId" clId="{788BA123-62C9-4DDC-86E5-A6BCA4600216}" dt="2026-03-18T02:49:57.679" v="6705" actId="20577"/>
          <ac:spMkLst>
            <pc:docMk/>
            <pc:sldMk cId="1388917450" sldId="386"/>
            <ac:spMk id="24" creationId="{1814FA21-E139-5303-A816-E2B212E5D5B9}"/>
          </ac:spMkLst>
        </pc:spChg>
      </pc:sldChg>
      <pc:sldChg chg="addSp delSp modSp add mod">
        <pc:chgData name="Jacob Wyngaard" userId="6181fcd471e98458" providerId="LiveId" clId="{788BA123-62C9-4DDC-86E5-A6BCA4600216}" dt="2026-03-18T02:51:53.300" v="6803" actId="20577"/>
        <pc:sldMkLst>
          <pc:docMk/>
          <pc:sldMk cId="2876259235" sldId="394"/>
        </pc:sldMkLst>
        <pc:spChg chg="mod">
          <ac:chgData name="Jacob Wyngaard" userId="6181fcd471e98458" providerId="LiveId" clId="{788BA123-62C9-4DDC-86E5-A6BCA4600216}" dt="2026-03-18T02:51:19.316" v="6784" actId="1076"/>
          <ac:spMkLst>
            <pc:docMk/>
            <pc:sldMk cId="2876259235" sldId="394"/>
            <ac:spMk id="3" creationId="{7707B731-2044-22B0-5AE4-7BB754743608}"/>
          </ac:spMkLst>
        </pc:spChg>
        <pc:spChg chg="add mod">
          <ac:chgData name="Jacob Wyngaard" userId="6181fcd471e98458" providerId="LiveId" clId="{788BA123-62C9-4DDC-86E5-A6BCA4600216}" dt="2026-03-18T02:51:53.300" v="6803" actId="20577"/>
          <ac:spMkLst>
            <pc:docMk/>
            <pc:sldMk cId="2876259235" sldId="394"/>
            <ac:spMk id="17" creationId="{5FC418A7-614C-E041-2EDB-EE66DA0012BD}"/>
          </ac:spMkLst>
        </pc:spChg>
      </pc:sldChg>
      <pc:sldChg chg="modSp add mod">
        <pc:chgData name="Jacob Wyngaard" userId="6181fcd471e98458" providerId="LiveId" clId="{788BA123-62C9-4DDC-86E5-A6BCA4600216}" dt="2026-03-18T02:52:19.024" v="6810" actId="14100"/>
        <pc:sldMkLst>
          <pc:docMk/>
          <pc:sldMk cId="3904580308" sldId="395"/>
        </pc:sldMkLst>
        <pc:spChg chg="mod">
          <ac:chgData name="Jacob Wyngaard" userId="6181fcd471e98458" providerId="LiveId" clId="{788BA123-62C9-4DDC-86E5-A6BCA4600216}" dt="2026-03-18T02:52:06.226" v="6806" actId="14100"/>
          <ac:spMkLst>
            <pc:docMk/>
            <pc:sldMk cId="3904580308" sldId="395"/>
            <ac:spMk id="3" creationId="{32AD1A67-AED1-7AE6-BEDA-AC16C2CC7FAB}"/>
          </ac:spMkLst>
        </pc:spChg>
        <pc:spChg chg="mod">
          <ac:chgData name="Jacob Wyngaard" userId="6181fcd471e98458" providerId="LiveId" clId="{788BA123-62C9-4DDC-86E5-A6BCA4600216}" dt="2026-03-18T02:52:19.024" v="6810" actId="14100"/>
          <ac:spMkLst>
            <pc:docMk/>
            <pc:sldMk cId="3904580308" sldId="395"/>
            <ac:spMk id="4" creationId="{FF4AADA6-F3F4-8A28-C4CE-3E989AD8E2FF}"/>
          </ac:spMkLst>
        </pc:spChg>
      </pc:sldChg>
      <pc:sldChg chg="addSp delSp modSp add mod">
        <pc:chgData name="Jacob Wyngaard" userId="6181fcd471e98458" providerId="LiveId" clId="{788BA123-62C9-4DDC-86E5-A6BCA4600216}" dt="2026-03-18T02:57:21.169" v="6972" actId="20577"/>
        <pc:sldMkLst>
          <pc:docMk/>
          <pc:sldMk cId="3929007621" sldId="396"/>
        </pc:sldMkLst>
        <pc:spChg chg="add mod">
          <ac:chgData name="Jacob Wyngaard" userId="6181fcd471e98458" providerId="LiveId" clId="{788BA123-62C9-4DDC-86E5-A6BCA4600216}" dt="2026-03-18T02:57:21.169" v="6972" actId="20577"/>
          <ac:spMkLst>
            <pc:docMk/>
            <pc:sldMk cId="3929007621" sldId="396"/>
            <ac:spMk id="7" creationId="{42E6F9AB-0AAB-32C3-EDC2-F006190C294D}"/>
          </ac:spMkLst>
        </pc:spChg>
        <pc:spChg chg="mod">
          <ac:chgData name="Jacob Wyngaard" userId="6181fcd471e98458" providerId="LiveId" clId="{788BA123-62C9-4DDC-86E5-A6BCA4600216}" dt="2026-03-18T02:53:07.489" v="6813" actId="1076"/>
          <ac:spMkLst>
            <pc:docMk/>
            <pc:sldMk cId="3929007621" sldId="396"/>
            <ac:spMk id="12" creationId="{1EC724B5-CB03-0BC3-B5F0-BFAF59DFB200}"/>
          </ac:spMkLst>
        </pc:spChg>
        <pc:spChg chg="mod">
          <ac:chgData name="Jacob Wyngaard" userId="6181fcd471e98458" providerId="LiveId" clId="{788BA123-62C9-4DDC-86E5-A6BCA4600216}" dt="2026-03-18T02:53:07.489" v="6813" actId="1076"/>
          <ac:spMkLst>
            <pc:docMk/>
            <pc:sldMk cId="3929007621" sldId="396"/>
            <ac:spMk id="13" creationId="{9B438E95-E631-A7F8-8CBC-F97D2FA760B9}"/>
          </ac:spMkLst>
        </pc:spChg>
        <pc:spChg chg="mod">
          <ac:chgData name="Jacob Wyngaard" userId="6181fcd471e98458" providerId="LiveId" clId="{788BA123-62C9-4DDC-86E5-A6BCA4600216}" dt="2026-03-18T02:53:07.489" v="6813" actId="1076"/>
          <ac:spMkLst>
            <pc:docMk/>
            <pc:sldMk cId="3929007621" sldId="396"/>
            <ac:spMk id="17" creationId="{5C3D32B5-47C4-F540-915A-4E560FCC2C20}"/>
          </ac:spMkLst>
        </pc:spChg>
        <pc:spChg chg="mod">
          <ac:chgData name="Jacob Wyngaard" userId="6181fcd471e98458" providerId="LiveId" clId="{788BA123-62C9-4DDC-86E5-A6BCA4600216}" dt="2026-03-18T02:53:07.489" v="6813" actId="1076"/>
          <ac:spMkLst>
            <pc:docMk/>
            <pc:sldMk cId="3929007621" sldId="396"/>
            <ac:spMk id="19" creationId="{09E4D3ED-2F02-534E-59EA-49770859951F}"/>
          </ac:spMkLst>
        </pc:spChg>
        <pc:spChg chg="mod">
          <ac:chgData name="Jacob Wyngaard" userId="6181fcd471e98458" providerId="LiveId" clId="{788BA123-62C9-4DDC-86E5-A6BCA4600216}" dt="2026-03-18T02:53:07.489" v="6813" actId="1076"/>
          <ac:spMkLst>
            <pc:docMk/>
            <pc:sldMk cId="3929007621" sldId="396"/>
            <ac:spMk id="26" creationId="{D4AA1D46-6917-E115-6501-CB1C9FFD24BF}"/>
          </ac:spMkLst>
        </pc:spChg>
        <pc:spChg chg="mod">
          <ac:chgData name="Jacob Wyngaard" userId="6181fcd471e98458" providerId="LiveId" clId="{788BA123-62C9-4DDC-86E5-A6BCA4600216}" dt="2026-03-18T02:53:07.489" v="6813" actId="1076"/>
          <ac:spMkLst>
            <pc:docMk/>
            <pc:sldMk cId="3929007621" sldId="396"/>
            <ac:spMk id="29" creationId="{29E0208E-DA2D-0A30-D62D-7D5CE0C6F54A}"/>
          </ac:spMkLst>
        </pc:spChg>
        <pc:spChg chg="mod">
          <ac:chgData name="Jacob Wyngaard" userId="6181fcd471e98458" providerId="LiveId" clId="{788BA123-62C9-4DDC-86E5-A6BCA4600216}" dt="2026-03-18T02:53:07.489" v="6813" actId="1076"/>
          <ac:spMkLst>
            <pc:docMk/>
            <pc:sldMk cId="3929007621" sldId="396"/>
            <ac:spMk id="31" creationId="{626FE301-36B7-181C-02AA-A31D194B6181}"/>
          </ac:spMkLst>
        </pc:spChg>
      </pc:sldChg>
      <pc:sldChg chg="addSp modSp add mod">
        <pc:chgData name="Jacob Wyngaard" userId="6181fcd471e98458" providerId="LiveId" clId="{788BA123-62C9-4DDC-86E5-A6BCA4600216}" dt="2026-03-18T03:23:09.581" v="7359" actId="207"/>
        <pc:sldMkLst>
          <pc:docMk/>
          <pc:sldMk cId="943491800" sldId="399"/>
        </pc:sldMkLst>
        <pc:spChg chg="add mod">
          <ac:chgData name="Jacob Wyngaard" userId="6181fcd471e98458" providerId="LiveId" clId="{788BA123-62C9-4DDC-86E5-A6BCA4600216}" dt="2026-03-18T03:23:09.581" v="7359" actId="207"/>
          <ac:spMkLst>
            <pc:docMk/>
            <pc:sldMk cId="943491800" sldId="399"/>
            <ac:spMk id="4" creationId="{08174D33-C831-F122-115A-BD84BDA4AB51}"/>
          </ac:spMkLst>
        </pc:spChg>
      </pc:sldChg>
      <pc:sldChg chg="addSp delSp modSp add mod ord">
        <pc:chgData name="Jacob Wyngaard" userId="6181fcd471e98458" providerId="LiveId" clId="{788BA123-62C9-4DDC-86E5-A6BCA4600216}" dt="2026-03-18T03:33:54.387" v="7564" actId="1076"/>
        <pc:sldMkLst>
          <pc:docMk/>
          <pc:sldMk cId="407131855" sldId="400"/>
        </pc:sldMkLst>
        <pc:spChg chg="mod">
          <ac:chgData name="Jacob Wyngaard" userId="6181fcd471e98458" providerId="LiveId" clId="{788BA123-62C9-4DDC-86E5-A6BCA4600216}" dt="2026-03-18T03:32:29.802" v="7538" actId="1076"/>
          <ac:spMkLst>
            <pc:docMk/>
            <pc:sldMk cId="407131855" sldId="400"/>
            <ac:spMk id="7" creationId="{8F1292FB-C39F-3606-1DB2-349B36083552}"/>
          </ac:spMkLst>
        </pc:spChg>
        <pc:spChg chg="mod">
          <ac:chgData name="Jacob Wyngaard" userId="6181fcd471e98458" providerId="LiveId" clId="{788BA123-62C9-4DDC-86E5-A6BCA4600216}" dt="2026-03-18T03:32:36.178" v="7541" actId="14100"/>
          <ac:spMkLst>
            <pc:docMk/>
            <pc:sldMk cId="407131855" sldId="400"/>
            <ac:spMk id="10" creationId="{8EF171F5-2228-AAB8-C8E0-5CFDC3702832}"/>
          </ac:spMkLst>
        </pc:spChg>
        <pc:spChg chg="mod">
          <ac:chgData name="Jacob Wyngaard" userId="6181fcd471e98458" providerId="LiveId" clId="{788BA123-62C9-4DDC-86E5-A6BCA4600216}" dt="2026-03-18T03:32:43.770" v="7543" actId="14100"/>
          <ac:spMkLst>
            <pc:docMk/>
            <pc:sldMk cId="407131855" sldId="400"/>
            <ac:spMk id="11" creationId="{2905DEAC-89B6-20EF-AE3C-4B07D37462CF}"/>
          </ac:spMkLst>
        </pc:spChg>
        <pc:spChg chg="mod">
          <ac:chgData name="Jacob Wyngaard" userId="6181fcd471e98458" providerId="LiveId" clId="{788BA123-62C9-4DDC-86E5-A6BCA4600216}" dt="2026-03-18T03:32:32.099" v="7539" actId="1076"/>
          <ac:spMkLst>
            <pc:docMk/>
            <pc:sldMk cId="407131855" sldId="400"/>
            <ac:spMk id="12" creationId="{39B81EE1-5D8A-93D8-569D-9A8C092A0EFF}"/>
          </ac:spMkLst>
        </pc:spChg>
        <pc:spChg chg="mod">
          <ac:chgData name="Jacob Wyngaard" userId="6181fcd471e98458" providerId="LiveId" clId="{788BA123-62C9-4DDC-86E5-A6BCA4600216}" dt="2026-03-18T03:32:20.377" v="7534" actId="14100"/>
          <ac:spMkLst>
            <pc:docMk/>
            <pc:sldMk cId="407131855" sldId="400"/>
            <ac:spMk id="13" creationId="{EBC944BA-C697-42D9-60F5-AF8587B73289}"/>
          </ac:spMkLst>
        </pc:spChg>
        <pc:spChg chg="mod">
          <ac:chgData name="Jacob Wyngaard" userId="6181fcd471e98458" providerId="LiveId" clId="{788BA123-62C9-4DDC-86E5-A6BCA4600216}" dt="2026-03-18T03:32:20.377" v="7534" actId="14100"/>
          <ac:spMkLst>
            <pc:docMk/>
            <pc:sldMk cId="407131855" sldId="400"/>
            <ac:spMk id="14" creationId="{B62244AA-61C1-4E5E-A5D9-179FCA3B63B6}"/>
          </ac:spMkLst>
        </pc:spChg>
        <pc:spChg chg="add mod">
          <ac:chgData name="Jacob Wyngaard" userId="6181fcd471e98458" providerId="LiveId" clId="{788BA123-62C9-4DDC-86E5-A6BCA4600216}" dt="2026-03-18T03:33:42.852" v="7562" actId="1076"/>
          <ac:spMkLst>
            <pc:docMk/>
            <pc:sldMk cId="407131855" sldId="400"/>
            <ac:spMk id="17" creationId="{90EE4480-5868-9F85-32AA-965010F990A8}"/>
          </ac:spMkLst>
        </pc:spChg>
        <pc:spChg chg="add mod">
          <ac:chgData name="Jacob Wyngaard" userId="6181fcd471e98458" providerId="LiveId" clId="{788BA123-62C9-4DDC-86E5-A6BCA4600216}" dt="2026-03-18T03:33:54.387" v="7564" actId="1076"/>
          <ac:spMkLst>
            <pc:docMk/>
            <pc:sldMk cId="407131855" sldId="400"/>
            <ac:spMk id="18" creationId="{F1A6CE06-5C81-DFBE-F258-F2E92412C952}"/>
          </ac:spMkLst>
        </pc:spChg>
        <pc:spChg chg="add mod">
          <ac:chgData name="Jacob Wyngaard" userId="6181fcd471e98458" providerId="LiveId" clId="{788BA123-62C9-4DDC-86E5-A6BCA4600216}" dt="2026-03-18T03:33:47.523" v="7563" actId="1076"/>
          <ac:spMkLst>
            <pc:docMk/>
            <pc:sldMk cId="407131855" sldId="400"/>
            <ac:spMk id="19" creationId="{51C12B83-4114-E954-CC4F-2F20020BD82F}"/>
          </ac:spMkLst>
        </pc:spChg>
        <pc:picChg chg="add mod">
          <ac:chgData name="Jacob Wyngaard" userId="6181fcd471e98458" providerId="LiveId" clId="{788BA123-62C9-4DDC-86E5-A6BCA4600216}" dt="2026-03-18T03:32:52.035" v="7548" actId="1076"/>
          <ac:picMkLst>
            <pc:docMk/>
            <pc:sldMk cId="407131855" sldId="400"/>
            <ac:picMk id="15" creationId="{364B2166-3A8E-4629-E040-5D5C2FD36FC1}"/>
          </ac:picMkLst>
        </pc:picChg>
      </pc:sldChg>
      <pc:sldChg chg="addSp delSp modSp add mod">
        <pc:chgData name="Jacob Wyngaard" userId="6181fcd471e98458" providerId="LiveId" clId="{788BA123-62C9-4DDC-86E5-A6BCA4600216}" dt="2026-03-18T03:36:33.645" v="7677" actId="20577"/>
        <pc:sldMkLst>
          <pc:docMk/>
          <pc:sldMk cId="3292806520" sldId="401"/>
        </pc:sldMkLst>
        <pc:spChg chg="add mod">
          <ac:chgData name="Jacob Wyngaard" userId="6181fcd471e98458" providerId="LiveId" clId="{788BA123-62C9-4DDC-86E5-A6BCA4600216}" dt="2026-03-18T03:36:30.886" v="7675" actId="20577"/>
          <ac:spMkLst>
            <pc:docMk/>
            <pc:sldMk cId="3292806520" sldId="401"/>
            <ac:spMk id="3" creationId="{16AEE98F-2AF3-8BBD-AC73-61CCD4F1663A}"/>
          </ac:spMkLst>
        </pc:spChg>
        <pc:spChg chg="add mod">
          <ac:chgData name="Jacob Wyngaard" userId="6181fcd471e98458" providerId="LiveId" clId="{788BA123-62C9-4DDC-86E5-A6BCA4600216}" dt="2026-03-18T03:36:33.645" v="7677" actId="20577"/>
          <ac:spMkLst>
            <pc:docMk/>
            <pc:sldMk cId="3292806520" sldId="401"/>
            <ac:spMk id="4" creationId="{455F329B-49D6-6155-6E6A-DBF85F5DA0FA}"/>
          </ac:spMkLst>
        </pc:spChg>
        <pc:spChg chg="add mod">
          <ac:chgData name="Jacob Wyngaard" userId="6181fcd471e98458" providerId="LiveId" clId="{788BA123-62C9-4DDC-86E5-A6BCA4600216}" dt="2026-03-18T03:36:32.518" v="7676" actId="20577"/>
          <ac:spMkLst>
            <pc:docMk/>
            <pc:sldMk cId="3292806520" sldId="401"/>
            <ac:spMk id="5" creationId="{262A1620-A7D7-AFC0-4F34-B47186CEF3DF}"/>
          </ac:spMkLst>
        </pc:spChg>
        <pc:spChg chg="mod">
          <ac:chgData name="Jacob Wyngaard" userId="6181fcd471e98458" providerId="LiveId" clId="{788BA123-62C9-4DDC-86E5-A6BCA4600216}" dt="2026-03-18T03:34:41.237" v="7660" actId="20577"/>
          <ac:spMkLst>
            <pc:docMk/>
            <pc:sldMk cId="3292806520" sldId="401"/>
            <ac:spMk id="9" creationId="{107D297F-3B1F-84BF-9B7F-248037841570}"/>
          </ac:spMkLst>
        </pc:spChg>
        <pc:spChg chg="mod">
          <ac:chgData name="Jacob Wyngaard" userId="6181fcd471e98458" providerId="LiveId" clId="{788BA123-62C9-4DDC-86E5-A6BCA4600216}" dt="2026-03-18T03:35:53.468" v="7673" actId="1076"/>
          <ac:spMkLst>
            <pc:docMk/>
            <pc:sldMk cId="3292806520" sldId="401"/>
            <ac:spMk id="17" creationId="{DC0F502F-9FC2-F2A3-AE45-228A09B69F95}"/>
          </ac:spMkLst>
        </pc:spChg>
        <pc:spChg chg="mod">
          <ac:chgData name="Jacob Wyngaard" userId="6181fcd471e98458" providerId="LiveId" clId="{788BA123-62C9-4DDC-86E5-A6BCA4600216}" dt="2026-03-18T03:35:53.468" v="7673" actId="1076"/>
          <ac:spMkLst>
            <pc:docMk/>
            <pc:sldMk cId="3292806520" sldId="401"/>
            <ac:spMk id="18" creationId="{625A504B-4685-8C3B-D092-C0905976D4CE}"/>
          </ac:spMkLst>
        </pc:spChg>
        <pc:spChg chg="mod">
          <ac:chgData name="Jacob Wyngaard" userId="6181fcd471e98458" providerId="LiveId" clId="{788BA123-62C9-4DDC-86E5-A6BCA4600216}" dt="2026-03-18T03:35:53.468" v="7673" actId="1076"/>
          <ac:spMkLst>
            <pc:docMk/>
            <pc:sldMk cId="3292806520" sldId="401"/>
            <ac:spMk id="19" creationId="{27977F92-5A97-04B9-D17F-1224989FADDF}"/>
          </ac:spMkLst>
        </pc:spChg>
        <pc:picChg chg="add mod">
          <ac:chgData name="Jacob Wyngaard" userId="6181fcd471e98458" providerId="LiveId" clId="{788BA123-62C9-4DDC-86E5-A6BCA4600216}" dt="2026-03-18T03:36:24.232" v="7674" actId="14826"/>
          <ac:picMkLst>
            <pc:docMk/>
            <pc:sldMk cId="3292806520" sldId="401"/>
            <ac:picMk id="2" creationId="{97177CB3-4C13-BBE4-CB4A-5008C55B65FE}"/>
          </ac:picMkLst>
        </pc:picChg>
        <pc:picChg chg="mod">
          <ac:chgData name="Jacob Wyngaard" userId="6181fcd471e98458" providerId="LiveId" clId="{788BA123-62C9-4DDC-86E5-A6BCA4600216}" dt="2026-03-18T03:35:53.468" v="7673" actId="1076"/>
          <ac:picMkLst>
            <pc:docMk/>
            <pc:sldMk cId="3292806520" sldId="401"/>
            <ac:picMk id="15" creationId="{2F97575B-63F4-0698-FA58-BACCB44026C5}"/>
          </ac:picMkLst>
        </pc:picChg>
      </pc:sldChg>
      <pc:sldChg chg="addSp delSp modSp add mod">
        <pc:chgData name="Jacob Wyngaard" userId="6181fcd471e98458" providerId="LiveId" clId="{788BA123-62C9-4DDC-86E5-A6BCA4600216}" dt="2026-03-18T03:48:36.532" v="7723" actId="1076"/>
        <pc:sldMkLst>
          <pc:docMk/>
          <pc:sldMk cId="1144331095" sldId="402"/>
        </pc:sldMkLst>
        <pc:spChg chg="add mod">
          <ac:chgData name="Jacob Wyngaard" userId="6181fcd471e98458" providerId="LiveId" clId="{788BA123-62C9-4DDC-86E5-A6BCA4600216}" dt="2026-03-18T03:46:40.784" v="7688" actId="20577"/>
          <ac:spMkLst>
            <pc:docMk/>
            <pc:sldMk cId="1144331095" sldId="402"/>
            <ac:spMk id="10" creationId="{8BACAC68-361B-768B-9046-761FD9766128}"/>
          </ac:spMkLst>
        </pc:spChg>
        <pc:spChg chg="add mod">
          <ac:chgData name="Jacob Wyngaard" userId="6181fcd471e98458" providerId="LiveId" clId="{788BA123-62C9-4DDC-86E5-A6BCA4600216}" dt="2026-03-18T03:46:44.816" v="7690" actId="20577"/>
          <ac:spMkLst>
            <pc:docMk/>
            <pc:sldMk cId="1144331095" sldId="402"/>
            <ac:spMk id="11" creationId="{0D98682D-0E01-1F30-A50B-00EF3177326A}"/>
          </ac:spMkLst>
        </pc:spChg>
        <pc:spChg chg="add mod">
          <ac:chgData name="Jacob Wyngaard" userId="6181fcd471e98458" providerId="LiveId" clId="{788BA123-62C9-4DDC-86E5-A6BCA4600216}" dt="2026-03-18T03:46:33.695" v="7687"/>
          <ac:spMkLst>
            <pc:docMk/>
            <pc:sldMk cId="1144331095" sldId="402"/>
            <ac:spMk id="12" creationId="{8FD16E4F-8B11-B1C2-877D-E122305C2185}"/>
          </ac:spMkLst>
        </pc:spChg>
        <pc:spChg chg="add mod">
          <ac:chgData name="Jacob Wyngaard" userId="6181fcd471e98458" providerId="LiveId" clId="{788BA123-62C9-4DDC-86E5-A6BCA4600216}" dt="2026-03-18T03:46:43.018" v="7689" actId="20577"/>
          <ac:spMkLst>
            <pc:docMk/>
            <pc:sldMk cId="1144331095" sldId="402"/>
            <ac:spMk id="13" creationId="{68E0FC09-87BD-D7DB-EE76-FC86BDE41106}"/>
          </ac:spMkLst>
        </pc:spChg>
        <pc:spChg chg="add mod">
          <ac:chgData name="Jacob Wyngaard" userId="6181fcd471e98458" providerId="LiveId" clId="{788BA123-62C9-4DDC-86E5-A6BCA4600216}" dt="2026-03-18T03:46:46.783" v="7691" actId="20577"/>
          <ac:spMkLst>
            <pc:docMk/>
            <pc:sldMk cId="1144331095" sldId="402"/>
            <ac:spMk id="14" creationId="{45C93512-319B-A623-7ADD-564819EC26FC}"/>
          </ac:spMkLst>
        </pc:spChg>
        <pc:spChg chg="add mod">
          <ac:chgData name="Jacob Wyngaard" userId="6181fcd471e98458" providerId="LiveId" clId="{788BA123-62C9-4DDC-86E5-A6BCA4600216}" dt="2026-03-18T03:46:49.119" v="7692" actId="20577"/>
          <ac:spMkLst>
            <pc:docMk/>
            <pc:sldMk cId="1144331095" sldId="402"/>
            <ac:spMk id="16" creationId="{6B109E7C-B850-826F-FF57-B478BBA7FECE}"/>
          </ac:spMkLst>
        </pc:spChg>
        <pc:spChg chg="add mod">
          <ac:chgData name="Jacob Wyngaard" userId="6181fcd471e98458" providerId="LiveId" clId="{788BA123-62C9-4DDC-86E5-A6BCA4600216}" dt="2026-03-18T03:47:12.842" v="7700" actId="20577"/>
          <ac:spMkLst>
            <pc:docMk/>
            <pc:sldMk cId="1144331095" sldId="402"/>
            <ac:spMk id="20" creationId="{EF64B032-C39D-FAF6-6591-7F0C70672F71}"/>
          </ac:spMkLst>
        </pc:spChg>
        <pc:spChg chg="add mod">
          <ac:chgData name="Jacob Wyngaard" userId="6181fcd471e98458" providerId="LiveId" clId="{788BA123-62C9-4DDC-86E5-A6BCA4600216}" dt="2026-03-18T03:47:35.453" v="7718" actId="1076"/>
          <ac:spMkLst>
            <pc:docMk/>
            <pc:sldMk cId="1144331095" sldId="402"/>
            <ac:spMk id="21" creationId="{E99A1579-C510-9C8A-2521-A08E93B11858}"/>
          </ac:spMkLst>
        </pc:spChg>
        <pc:spChg chg="add mod">
          <ac:chgData name="Jacob Wyngaard" userId="6181fcd471e98458" providerId="LiveId" clId="{788BA123-62C9-4DDC-86E5-A6BCA4600216}" dt="2026-03-18T03:47:17.221" v="7703" actId="20577"/>
          <ac:spMkLst>
            <pc:docMk/>
            <pc:sldMk cId="1144331095" sldId="402"/>
            <ac:spMk id="22" creationId="{B65643EF-26C4-0FD2-32D1-49D949FC14A4}"/>
          </ac:spMkLst>
        </pc:spChg>
        <pc:picChg chg="add mod">
          <ac:chgData name="Jacob Wyngaard" userId="6181fcd471e98458" providerId="LiveId" clId="{788BA123-62C9-4DDC-86E5-A6BCA4600216}" dt="2026-03-18T03:46:33.695" v="7687"/>
          <ac:picMkLst>
            <pc:docMk/>
            <pc:sldMk cId="1144331095" sldId="402"/>
            <ac:picMk id="7" creationId="{59DE9EE9-E9AB-3515-DBFC-007DCA0979AB}"/>
          </ac:picMkLst>
        </pc:picChg>
        <pc:picChg chg="add mod">
          <ac:chgData name="Jacob Wyngaard" userId="6181fcd471e98458" providerId="LiveId" clId="{788BA123-62C9-4DDC-86E5-A6BCA4600216}" dt="2026-03-18T03:48:36.532" v="7723" actId="1076"/>
          <ac:picMkLst>
            <pc:docMk/>
            <pc:sldMk cId="1144331095" sldId="402"/>
            <ac:picMk id="24" creationId="{0FB11FCE-2B51-8AB7-FDD5-052502867C95}"/>
          </ac:picMkLst>
        </pc:picChg>
      </pc:sldChg>
      <pc:sldChg chg="addSp modSp add mod">
        <pc:chgData name="Jacob Wyngaard" userId="6181fcd471e98458" providerId="LiveId" clId="{788BA123-62C9-4DDC-86E5-A6BCA4600216}" dt="2026-03-18T03:51:50.389" v="7816" actId="1076"/>
        <pc:sldMkLst>
          <pc:docMk/>
          <pc:sldMk cId="1944118352" sldId="404"/>
        </pc:sldMkLst>
        <pc:spChg chg="add mod">
          <ac:chgData name="Jacob Wyngaard" userId="6181fcd471e98458" providerId="LiveId" clId="{788BA123-62C9-4DDC-86E5-A6BCA4600216}" dt="2026-03-18T03:51:50.389" v="7816" actId="1076"/>
          <ac:spMkLst>
            <pc:docMk/>
            <pc:sldMk cId="1944118352" sldId="404"/>
            <ac:spMk id="2" creationId="{E4E4EC46-9F96-B09E-C5AA-F3A42F934A35}"/>
          </ac:spMkLst>
        </pc:spChg>
        <pc:spChg chg="mod">
          <ac:chgData name="Jacob Wyngaard" userId="6181fcd471e98458" providerId="LiveId" clId="{788BA123-62C9-4DDC-86E5-A6BCA4600216}" dt="2026-03-18T03:49:34.741" v="7730" actId="20577"/>
          <ac:spMkLst>
            <pc:docMk/>
            <pc:sldMk cId="1944118352" sldId="404"/>
            <ac:spMk id="20" creationId="{E530DE25-DFCA-F107-B077-03504576E530}"/>
          </ac:spMkLst>
        </pc:spChg>
        <pc:spChg chg="mod">
          <ac:chgData name="Jacob Wyngaard" userId="6181fcd471e98458" providerId="LiveId" clId="{788BA123-62C9-4DDC-86E5-A6BCA4600216}" dt="2026-03-18T03:49:36.679" v="7732" actId="20577"/>
          <ac:spMkLst>
            <pc:docMk/>
            <pc:sldMk cId="1944118352" sldId="404"/>
            <ac:spMk id="21" creationId="{0514575A-C91D-67F6-6A77-6CAE2849A771}"/>
          </ac:spMkLst>
        </pc:spChg>
        <pc:spChg chg="mod">
          <ac:chgData name="Jacob Wyngaard" userId="6181fcd471e98458" providerId="LiveId" clId="{788BA123-62C9-4DDC-86E5-A6BCA4600216}" dt="2026-03-18T03:49:35.920" v="7731" actId="20577"/>
          <ac:spMkLst>
            <pc:docMk/>
            <pc:sldMk cId="1944118352" sldId="404"/>
            <ac:spMk id="22" creationId="{10F01561-C626-1023-D432-2D901EE8EB6D}"/>
          </ac:spMkLst>
        </pc:spChg>
        <pc:picChg chg="mod">
          <ac:chgData name="Jacob Wyngaard" userId="6181fcd471e98458" providerId="LiveId" clId="{788BA123-62C9-4DDC-86E5-A6BCA4600216}" dt="2026-03-18T03:50:26.167" v="7733" actId="14826"/>
          <ac:picMkLst>
            <pc:docMk/>
            <pc:sldMk cId="1944118352" sldId="404"/>
            <ac:picMk id="24" creationId="{AB43BEE1-9ABD-C91D-CFE8-EA10F32F5D03}"/>
          </ac:picMkLst>
        </pc:picChg>
      </pc:sldChg>
      <pc:sldChg chg="addSp delSp modSp add mod">
        <pc:chgData name="Jacob Wyngaard" userId="6181fcd471e98458" providerId="LiveId" clId="{788BA123-62C9-4DDC-86E5-A6BCA4600216}" dt="2026-03-18T04:07:08.270" v="8065" actId="1076"/>
        <pc:sldMkLst>
          <pc:docMk/>
          <pc:sldMk cId="1461371969" sldId="405"/>
        </pc:sldMkLst>
        <pc:spChg chg="mod">
          <ac:chgData name="Jacob Wyngaard" userId="6181fcd471e98458" providerId="LiveId" clId="{788BA123-62C9-4DDC-86E5-A6BCA4600216}" dt="2026-03-18T03:56:40.786" v="7881" actId="20577"/>
          <ac:spMkLst>
            <pc:docMk/>
            <pc:sldMk cId="1461371969" sldId="405"/>
            <ac:spMk id="3" creationId="{ABA8145A-B2D6-3563-CF86-1DF1F4B38826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36" creationId="{EBC28760-0EBE-6ADB-C056-9341FCED99EC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37" creationId="{598B3C71-7DE7-0D1F-8F61-E11B1CC99ECC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38" creationId="{72DB76B5-1D20-70E5-A514-20DFE563EAC6}"/>
          </ac:spMkLst>
        </pc:spChg>
        <pc:spChg chg="add mod">
          <ac:chgData name="Jacob Wyngaard" userId="6181fcd471e98458" providerId="LiveId" clId="{788BA123-62C9-4DDC-86E5-A6BCA4600216}" dt="2026-03-18T03:55:22.863" v="7841" actId="1076"/>
          <ac:spMkLst>
            <pc:docMk/>
            <pc:sldMk cId="1461371969" sldId="405"/>
            <ac:spMk id="39" creationId="{35937BCF-9422-365C-73D4-AB2A23448D5D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40" creationId="{EEDABF66-DE1D-2EFD-C232-FD1BF3612B2B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41" creationId="{B45DB5FA-6A5C-E87F-E6F2-E389BE126E6B}"/>
          </ac:spMkLst>
        </pc:spChg>
        <pc:spChg chg="add mod">
          <ac:chgData name="Jacob Wyngaard" userId="6181fcd471e98458" providerId="LiveId" clId="{788BA123-62C9-4DDC-86E5-A6BCA4600216}" dt="2026-03-18T03:55:43.703" v="7843" actId="1076"/>
          <ac:spMkLst>
            <pc:docMk/>
            <pc:sldMk cId="1461371969" sldId="405"/>
            <ac:spMk id="43" creationId="{F1CD27BF-A908-E420-9AC0-3C2B13D82C60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44" creationId="{814CBDFF-7DBB-9C6B-7790-0146152F3074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45" creationId="{DEDAC34A-E63F-6FD4-4A4B-C6D5C0E38F00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46" creationId="{E60476E4-5275-707D-ACB3-08B3EFADB927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47" creationId="{D0C62C75-85A6-0C6B-3BB7-296FDD3107C7}"/>
          </ac:spMkLst>
        </pc:spChg>
        <pc:spChg chg="add mod">
          <ac:chgData name="Jacob Wyngaard" userId="6181fcd471e98458" providerId="LiveId" clId="{788BA123-62C9-4DDC-86E5-A6BCA4600216}" dt="2026-03-18T03:56:49.999" v="7883" actId="1076"/>
          <ac:spMkLst>
            <pc:docMk/>
            <pc:sldMk cId="1461371969" sldId="405"/>
            <ac:spMk id="48" creationId="{C3EAD4F8-0702-FFC2-171D-878152523821}"/>
          </ac:spMkLst>
        </pc:spChg>
        <pc:spChg chg="add mod">
          <ac:chgData name="Jacob Wyngaard" userId="6181fcd471e98458" providerId="LiveId" clId="{788BA123-62C9-4DDC-86E5-A6BCA4600216}" dt="2026-03-18T03:57:09.518" v="7885" actId="1076"/>
          <ac:spMkLst>
            <pc:docMk/>
            <pc:sldMk cId="1461371969" sldId="405"/>
            <ac:spMk id="49" creationId="{AFE998CF-7460-FB13-A003-73842413F1A2}"/>
          </ac:spMkLst>
        </pc:spChg>
        <pc:spChg chg="add mod">
          <ac:chgData name="Jacob Wyngaard" userId="6181fcd471e98458" providerId="LiveId" clId="{788BA123-62C9-4DDC-86E5-A6BCA4600216}" dt="2026-03-18T03:57:17.166" v="7886" actId="1076"/>
          <ac:spMkLst>
            <pc:docMk/>
            <pc:sldMk cId="1461371969" sldId="405"/>
            <ac:spMk id="50" creationId="{8BF83587-629D-346A-83C4-015CB67FBE2D}"/>
          </ac:spMkLst>
        </pc:spChg>
        <pc:spChg chg="add mod">
          <ac:chgData name="Jacob Wyngaard" userId="6181fcd471e98458" providerId="LiveId" clId="{788BA123-62C9-4DDC-86E5-A6BCA4600216}" dt="2026-03-18T04:06:30.628" v="8028" actId="20577"/>
          <ac:spMkLst>
            <pc:docMk/>
            <pc:sldMk cId="1461371969" sldId="405"/>
            <ac:spMk id="51" creationId="{6F9CCDA6-E750-4997-1FC5-E739176DDF00}"/>
          </ac:spMkLst>
        </pc:spChg>
        <pc:spChg chg="add mod">
          <ac:chgData name="Jacob Wyngaard" userId="6181fcd471e98458" providerId="LiveId" clId="{788BA123-62C9-4DDC-86E5-A6BCA4600216}" dt="2026-03-18T04:02:43.096" v="8008" actId="20577"/>
          <ac:spMkLst>
            <pc:docMk/>
            <pc:sldMk cId="1461371969" sldId="405"/>
            <ac:spMk id="52" creationId="{508590B0-1E32-02C9-1CCB-02D68B05D270}"/>
          </ac:spMkLst>
        </pc:spChg>
        <pc:spChg chg="add mod">
          <ac:chgData name="Jacob Wyngaard" userId="6181fcd471e98458" providerId="LiveId" clId="{788BA123-62C9-4DDC-86E5-A6BCA4600216}" dt="2026-03-18T04:06:09.222" v="8017" actId="14100"/>
          <ac:spMkLst>
            <pc:docMk/>
            <pc:sldMk cId="1461371969" sldId="405"/>
            <ac:spMk id="53" creationId="{82A6EBC9-172D-3C97-8F78-8791D09DB6ED}"/>
          </ac:spMkLst>
        </pc:spChg>
        <pc:spChg chg="add mod">
          <ac:chgData name="Jacob Wyngaard" userId="6181fcd471e98458" providerId="LiveId" clId="{788BA123-62C9-4DDC-86E5-A6BCA4600216}" dt="2026-03-18T04:06:16.982" v="8020" actId="14100"/>
          <ac:spMkLst>
            <pc:docMk/>
            <pc:sldMk cId="1461371969" sldId="405"/>
            <ac:spMk id="54" creationId="{C1A3556A-E5D5-325E-3140-D2A3A3791CB4}"/>
          </ac:spMkLst>
        </pc:spChg>
        <pc:spChg chg="add mod">
          <ac:chgData name="Jacob Wyngaard" userId="6181fcd471e98458" providerId="LiveId" clId="{788BA123-62C9-4DDC-86E5-A6BCA4600216}" dt="2026-03-18T04:06:48.926" v="8050" actId="1076"/>
          <ac:spMkLst>
            <pc:docMk/>
            <pc:sldMk cId="1461371969" sldId="405"/>
            <ac:spMk id="55" creationId="{51C483F9-B913-0110-E974-022F67F33640}"/>
          </ac:spMkLst>
        </pc:spChg>
        <pc:spChg chg="add mod">
          <ac:chgData name="Jacob Wyngaard" userId="6181fcd471e98458" providerId="LiveId" clId="{788BA123-62C9-4DDC-86E5-A6BCA4600216}" dt="2026-03-18T04:07:08.270" v="8065" actId="1076"/>
          <ac:spMkLst>
            <pc:docMk/>
            <pc:sldMk cId="1461371969" sldId="405"/>
            <ac:spMk id="56" creationId="{A428D6B0-B9D5-E99F-8923-9321779AD56E}"/>
          </ac:spMkLst>
        </pc:spChg>
        <pc:graphicFrameChg chg="add mod modGraphic">
          <ac:chgData name="Jacob Wyngaard" userId="6181fcd471e98458" providerId="LiveId" clId="{788BA123-62C9-4DDC-86E5-A6BCA4600216}" dt="2026-03-18T03:55:22.863" v="7841" actId="1076"/>
          <ac:graphicFrameMkLst>
            <pc:docMk/>
            <pc:sldMk cId="1461371969" sldId="405"/>
            <ac:graphicFrameMk id="35" creationId="{F894B87C-DBDC-CB37-4415-4D62BDDCEF0F}"/>
          </ac:graphicFrameMkLst>
        </pc:graphicFrameChg>
        <pc:graphicFrameChg chg="add mod modGraphic">
          <ac:chgData name="Jacob Wyngaard" userId="6181fcd471e98458" providerId="LiveId" clId="{788BA123-62C9-4DDC-86E5-A6BCA4600216}" dt="2026-03-18T03:55:56.443" v="7847" actId="20577"/>
          <ac:graphicFrameMkLst>
            <pc:docMk/>
            <pc:sldMk cId="1461371969" sldId="405"/>
            <ac:graphicFrameMk id="42" creationId="{4FDD15EE-BB6A-ADE0-FF04-BB9A36352A96}"/>
          </ac:graphicFrameMkLst>
        </pc:graphicFrameChg>
      </pc:sldChg>
      <pc:sldChg chg="modSp">
        <pc:chgData name="Jacob Wyngaard" userId="6181fcd471e98458" providerId="LiveId" clId="{788BA123-62C9-4DDC-86E5-A6BCA4600216}" dt="2026-03-30T21:28:45.471" v="8607" actId="20577"/>
        <pc:sldMkLst>
          <pc:docMk/>
          <pc:sldMk cId="810697123" sldId="406"/>
        </pc:sldMkLst>
        <pc:spChg chg="mod">
          <ac:chgData name="Jacob Wyngaard" userId="6181fcd471e98458" providerId="LiveId" clId="{788BA123-62C9-4DDC-86E5-A6BCA4600216}" dt="2026-03-30T21:28:45.471" v="8607" actId="20577"/>
          <ac:spMkLst>
            <pc:docMk/>
            <pc:sldMk cId="810697123" sldId="406"/>
            <ac:spMk id="52" creationId="{58B7078B-C24C-3E04-694D-3A32634F0C80}"/>
          </ac:spMkLst>
        </pc:spChg>
      </pc:sldChg>
      <pc:sldChg chg="addSp delSp modSp mod">
        <pc:chgData name="Jacob Wyngaard" userId="6181fcd471e98458" providerId="LiveId" clId="{788BA123-62C9-4DDC-86E5-A6BCA4600216}" dt="2026-03-30T21:35:07.904" v="8609" actId="20577"/>
        <pc:sldMkLst>
          <pc:docMk/>
          <pc:sldMk cId="1635094457" sldId="407"/>
        </pc:sldMkLst>
        <pc:spChg chg="add mod">
          <ac:chgData name="Jacob Wyngaard" userId="6181fcd471e98458" providerId="LiveId" clId="{788BA123-62C9-4DDC-86E5-A6BCA4600216}" dt="2026-03-19T23:37:50.073" v="8487" actId="1076"/>
          <ac:spMkLst>
            <pc:docMk/>
            <pc:sldMk cId="1635094457" sldId="407"/>
            <ac:spMk id="7" creationId="{1AAD541B-27D8-669B-42C7-E635D32472A0}"/>
          </ac:spMkLst>
        </pc:spChg>
        <pc:spChg chg="mod">
          <ac:chgData name="Jacob Wyngaard" userId="6181fcd471e98458" providerId="LiveId" clId="{788BA123-62C9-4DDC-86E5-A6BCA4600216}" dt="2026-03-19T23:38:37.714" v="8515" actId="20577"/>
          <ac:spMkLst>
            <pc:docMk/>
            <pc:sldMk cId="1635094457" sldId="407"/>
            <ac:spMk id="10" creationId="{DCD52134-63B6-C07A-4993-C7C1004C2DD2}"/>
          </ac:spMkLst>
        </pc:spChg>
        <pc:spChg chg="add mod">
          <ac:chgData name="Jacob Wyngaard" userId="6181fcd471e98458" providerId="LiveId" clId="{788BA123-62C9-4DDC-86E5-A6BCA4600216}" dt="2026-03-19T23:43:58.792" v="8600" actId="20577"/>
          <ac:spMkLst>
            <pc:docMk/>
            <pc:sldMk cId="1635094457" sldId="407"/>
            <ac:spMk id="11" creationId="{B32C35B1-7824-F68F-39B7-B66DB7381E50}"/>
          </ac:spMkLst>
        </pc:spChg>
        <pc:spChg chg="add mod">
          <ac:chgData name="Jacob Wyngaard" userId="6181fcd471e98458" providerId="LiveId" clId="{788BA123-62C9-4DDC-86E5-A6BCA4600216}" dt="2026-03-19T23:44:01.588" v="8602" actId="20577"/>
          <ac:spMkLst>
            <pc:docMk/>
            <pc:sldMk cId="1635094457" sldId="407"/>
            <ac:spMk id="12" creationId="{09B6A33D-EB0B-F67C-1FF5-87B2BBD3627E}"/>
          </ac:spMkLst>
        </pc:spChg>
        <pc:spChg chg="add mod">
          <ac:chgData name="Jacob Wyngaard" userId="6181fcd471e98458" providerId="LiveId" clId="{788BA123-62C9-4DDC-86E5-A6BCA4600216}" dt="2026-03-19T23:44:06.292" v="8606" actId="20577"/>
          <ac:spMkLst>
            <pc:docMk/>
            <pc:sldMk cId="1635094457" sldId="407"/>
            <ac:spMk id="13" creationId="{0CAF03BB-BC8A-31AD-6B0E-B165BD3BB510}"/>
          </ac:spMkLst>
        </pc:spChg>
        <pc:spChg chg="add mod">
          <ac:chgData name="Jacob Wyngaard" userId="6181fcd471e98458" providerId="LiveId" clId="{788BA123-62C9-4DDC-86E5-A6BCA4600216}" dt="2026-03-19T23:39:12.245" v="8528" actId="1076"/>
          <ac:spMkLst>
            <pc:docMk/>
            <pc:sldMk cId="1635094457" sldId="407"/>
            <ac:spMk id="14" creationId="{5EE4BD6C-E85C-3D3B-1FF9-6E2CC2FDAF07}"/>
          </ac:spMkLst>
        </pc:spChg>
        <pc:spChg chg="add mod">
          <ac:chgData name="Jacob Wyngaard" userId="6181fcd471e98458" providerId="LiveId" clId="{788BA123-62C9-4DDC-86E5-A6BCA4600216}" dt="2026-03-30T21:35:07.904" v="8609" actId="20577"/>
          <ac:spMkLst>
            <pc:docMk/>
            <pc:sldMk cId="1635094457" sldId="407"/>
            <ac:spMk id="15" creationId="{1C25A9F9-3AD0-AC7B-27C4-C56199ED7C5B}"/>
          </ac:spMkLst>
        </pc:spChg>
        <pc:spChg chg="add mod">
          <ac:chgData name="Jacob Wyngaard" userId="6181fcd471e98458" providerId="LiveId" clId="{788BA123-62C9-4DDC-86E5-A6BCA4600216}" dt="2026-03-19T23:39:55.886" v="8556" actId="20577"/>
          <ac:spMkLst>
            <pc:docMk/>
            <pc:sldMk cId="1635094457" sldId="407"/>
            <ac:spMk id="16" creationId="{A5DA4C87-F6B1-4BB5-7BBC-0789349AA1DC}"/>
          </ac:spMkLst>
        </pc:spChg>
        <pc:spChg chg="add mod">
          <ac:chgData name="Jacob Wyngaard" userId="6181fcd471e98458" providerId="LiveId" clId="{788BA123-62C9-4DDC-86E5-A6BCA4600216}" dt="2026-03-19T23:43:37.808" v="8598" actId="20577"/>
          <ac:spMkLst>
            <pc:docMk/>
            <pc:sldMk cId="1635094457" sldId="407"/>
            <ac:spMk id="17" creationId="{B3C279AC-3CE3-024C-740A-7CA5F13F4617}"/>
          </ac:spMkLst>
        </pc:spChg>
      </pc:sldChg>
      <pc:sldChg chg="addSp delSp modSp add mod">
        <pc:chgData name="Jacob Wyngaard" userId="6181fcd471e98458" providerId="LiveId" clId="{788BA123-62C9-4DDC-86E5-A6BCA4600216}" dt="2026-03-19T23:36:11.167" v="8358" actId="1076"/>
        <pc:sldMkLst>
          <pc:docMk/>
          <pc:sldMk cId="4141360654" sldId="408"/>
        </pc:sldMkLst>
        <pc:spChg chg="mod">
          <ac:chgData name="Jacob Wyngaard" userId="6181fcd471e98458" providerId="LiveId" clId="{788BA123-62C9-4DDC-86E5-A6BCA4600216}" dt="2026-03-19T23:32:35.233" v="8083" actId="1076"/>
          <ac:spMkLst>
            <pc:docMk/>
            <pc:sldMk cId="4141360654" sldId="408"/>
            <ac:spMk id="6" creationId="{D52D6B67-19D7-498D-DC81-34FCCD967423}"/>
          </ac:spMkLst>
        </pc:spChg>
        <pc:spChg chg="add mod">
          <ac:chgData name="Jacob Wyngaard" userId="6181fcd471e98458" providerId="LiveId" clId="{788BA123-62C9-4DDC-86E5-A6BCA4600216}" dt="2026-03-19T23:36:11.167" v="8358" actId="1076"/>
          <ac:spMkLst>
            <pc:docMk/>
            <pc:sldMk cId="4141360654" sldId="408"/>
            <ac:spMk id="12" creationId="{F4DDBFAA-A1FB-65CF-1CDB-7E9E4221D55F}"/>
          </ac:spMkLst>
        </pc:spChg>
        <pc:picChg chg="add mod">
          <ac:chgData name="Jacob Wyngaard" userId="6181fcd471e98458" providerId="LiveId" clId="{788BA123-62C9-4DDC-86E5-A6BCA4600216}" dt="2026-03-19T23:32:44.899" v="8087" actId="1076"/>
          <ac:picMkLst>
            <pc:docMk/>
            <pc:sldMk cId="4141360654" sldId="408"/>
            <ac:picMk id="11" creationId="{7AE801BC-439E-0D07-FAC7-7E1105AC743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1EB116-73EE-4936-876D-CA605434604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1111250"/>
            <a:ext cx="5334000" cy="3000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278313"/>
            <a:ext cx="5486400" cy="35020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C46F5-682E-4C43-810E-48CF7D15B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85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48DEE-8688-93C9-6E1B-FC8ABD9A6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51C0AC-AFF8-DB4F-F9C6-BA5C8A1AB0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8E64E2-0F36-CDC5-E56C-CC746E3D93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2FB14-34EF-0D4F-4C27-E601370305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545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9D28F-8906-6FF3-590F-CD48EFA72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FACBB5-5552-8CDA-E9CE-B545A39B3B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D87170-B7CD-CAEA-65E9-75FE20E273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C02363-17FE-B44B-C09D-FD26A27FF9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830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4B0753-9A19-E8AC-0507-8D71AD4A2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A2AEF6-7828-AE3C-D1FB-C23D8806D6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68946-184B-7A02-F2EB-BEF10052CB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6CA493-272F-42BE-3DB7-6A59A01D04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6292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0A258-D15B-3D21-1250-8E7705A8C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AA69E2-C37E-BCF0-F1C8-95677E9BDA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AF88B4-CB45-466E-15B1-598D578F44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E916A0-B70D-EF28-BDC9-72D8307251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0769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8CAFF-A59A-37CA-01B0-3FB969254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700EBE-6806-F714-3351-3378EB6500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F03AE8-4CAC-2019-4C1D-65776A5A0C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557D91-9F28-5175-0144-DB20198B75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568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C5986-0E7C-F167-945E-3E4BD2AC9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836CDD-9382-D876-D0F0-1744096803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074288-77BC-69F3-B912-6DB83CE578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4682FF-413F-5ED3-1028-1AA101B618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5119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B5051-467F-020F-0B26-0203636EC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265D3E-6B99-7F12-B1E2-30E33D173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35E289-4108-C7E7-4282-BCA75620E1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E244FC-EDAA-AC4F-645C-FFBAFC9F1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8157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7F00B-2CF6-4A68-0762-2945E978B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A5DF7A-A7E3-2556-F1F9-E7D915E5B0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BC42A6-22D9-D1CE-CE27-62CD0B35BE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7D0B5C-3EF9-0AC4-19DF-153DF0E831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5378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38070-2618-C7BD-6C7F-376225F86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ED6E5D-DAC2-74CB-7C62-7780C6603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90617B-21AE-B76E-5B7C-5CC2982688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9C8632-4EFB-CF86-E7B7-01C36777A0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0646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530EE-0C5E-9FFD-807F-700C72E0C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737240-DEA0-62ED-4197-7DE9CDB99C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1A871E-568D-5BD4-FC60-75A3BED910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0D1DB5-F06B-7E23-EEC3-CCE1167E9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8320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AAEAD-24BC-3D8A-69AB-224283713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8C6274-F07E-084F-F166-109E77FC7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41B78D-8E81-0D25-D167-5EE57DA999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626ABC-8268-E708-19CE-618FEBDCEB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7391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414AF-0774-F597-B5E1-D64FEB8F3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8C11E2-17C8-5ACB-9B16-C180F3E52A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00BC93-3E3D-F35E-C31F-AF1382DC89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67AE6A-A36F-234F-2A9E-617D34F2BA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7792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4B651-6745-9461-A63E-4AE41286D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C1157E-A1A7-0F1E-BDBE-8C95D29F29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E0D75F-44CC-893B-0961-9B66BFDEC2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47E6FD-399B-6E0B-E054-5D0DDFA2FE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7281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856CD-665A-AB13-93E7-2F7C60A4B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F3D014-EDF1-EEE5-7139-EF34263147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C4CFB3-217E-19BA-41F4-3C3844B1CA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5AE6AB-213C-6830-23F4-3F1D8DE9DC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3593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94052-1529-D195-6405-FEA5FE48D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7930D6-725E-5358-D98A-DAB5A14FC0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BE2B5C-7457-450C-F8E3-93A4FF43F6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1ACF3-5D63-237C-9439-42EE076956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449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B5CF4-3683-75E5-4D6A-B8DEFE7AA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83D888-AC6B-ABAE-E6AD-1E0765AD73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C8AA9B-AC40-C064-BDBE-42EC0988A4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F367D1-22B7-2AFF-6CC6-6051583691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3095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B2E0E-C960-D167-C1A8-7C9F25752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E3BC23-93E9-656D-4940-BD57EB62F2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28AD9A-DF4B-9C23-3A0E-8D52B28536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D16470-BD53-5A55-DCC3-D180D8EA27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7124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EF8ED-0E13-805F-4D06-AFD095DF8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737681-297B-0C54-B7F3-842AE0DEDE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8D2BA3-2CC1-8DA6-F190-EE90AD7BC6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0731B7-0533-0862-28F9-FE947163C0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594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88C13-EFC8-459D-0937-6F6F43B85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C749FA-8A04-895C-1CB4-E1CCE7530F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89493A-1DEF-B157-CF74-E3962BCA5B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25F6C4-6B7A-36CB-A7AE-CB0ABA2F5C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13055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9EA1A-FF4A-ADDB-ABC9-1BD4D5702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6638CB-CAB1-80AE-4CF8-5BD33E1227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89EE3C-9092-B71C-9BBD-CB9F8D1599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5AFCA-17F0-A49F-18D4-4D1480373F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17761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B09AF-1D5D-FFE2-DE26-195F52BB8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492CBF-EDD6-6A1A-B2F0-3316CE8F71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D9A6D2-39C3-8D58-8FAA-03068F4F87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E0D91D-73C8-5C5E-711A-549B301B5E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34408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12A81-81DA-2992-54CC-E851DBEEC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DBEED5-EFFE-BE95-4AA7-BA7405B3C1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C2AB29-6A60-36D6-0076-2298AC3B6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47A65-D436-C079-9D16-E709DFECD9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302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286E8-DCA6-784E-4EC0-25E2F585B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7E6BFB-3F62-E6D2-BBE4-DE2E346AAF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60A142-C37C-17B4-B438-8D44C39506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E60D23-43E2-23A6-1F23-DDACBBF8FB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9410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48C09-9F04-63E5-5853-817741051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DBA3C4-33A8-F75C-C8A1-18B35354E0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125159-8D06-C17D-972A-BEC50618C7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0FB52-C85D-C0A7-D74C-89FDA1185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66534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C6596-4675-62E6-00D4-CC735AD38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438601-2599-F19D-AA7F-AA2E73F1C8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B53481-9283-5197-DCD0-05BD9EB0A6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7222-D473-25E9-CF49-1FB3AA367F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8875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41319-664C-EF03-5587-B37080C26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4F3776-830B-9EFE-04C1-9BC08224D3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A17F46-99AE-616F-8118-3C3B2D2F15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3CCBB-0B7D-773E-CF21-DCE2A316A1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42459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C5465-89FF-1DAB-3CCC-D4D6AA9D0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697A9-B8B4-C5DF-BB04-C60DC89BB1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C2DFD7-45C8-FD54-0648-EDFB434BB5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E9A44A-EA45-C11F-0A70-B0AA679677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73735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A8814-2852-FD9D-AF0E-2A01FE5AA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293BCB-5140-70CF-C8FD-AFA902806E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0515BB-4258-06D7-78D2-F2384A19EB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6DA776-889B-A0AF-9DD5-B835F84356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74773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915A7-2B2F-F5BD-60BF-0A3D99233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7A7B4-C906-5070-65DF-D0FE3FA45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14515D-7555-ACFB-09C3-844D8D1D0F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E02609-FA4D-E9B0-7315-18A45177E3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0532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86496-D8F7-5897-C0A4-FF8DF4A6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61803B-A377-1451-54E7-44110ADFC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3B6C31-2FD4-E86F-A11B-9DEE3E3367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C48C11-6857-4EB9-20A5-822D6E9F63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33855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FDCA6-74AD-A784-C6B6-8EA3C7201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634411-A40D-CC70-D70C-46FC4DE116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7E59A3-6FF0-318F-65A0-0EC8D82AC3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02870C-0053-805E-16ED-CF969565AF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1150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CEAD8-4CF5-014F-26D0-F6CD672F8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3E510D-2A13-0422-EF58-3FFEB8F4C3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1988B2-2534-B9C3-7DD0-1762E30827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DFD8CC-15B7-D957-4E44-0B682BEF32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251256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0C89B-3E3E-4F23-A553-CEA4A4169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759DC6-926B-D39F-8006-B5C304C86C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A61741-9230-2CEF-B87F-5F0AEF5A70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0E5CBA-B22D-8F0C-45E5-4A4EA2B5FB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18465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1D511-1DDF-AB3A-00F5-1BE9EC434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D3B625-6D64-889E-5054-1BA2509449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E53DB4-5EC0-D9B6-E585-D252E74E6B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4BDF32-DACB-0D14-41A2-F8ED1B71F6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5348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F67DA-EF88-764F-4BB2-90DD369EC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CB49-A6FF-5490-06FF-C691E6E10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6D7E6-71BD-58F2-CBF4-E78503AEC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D95E3-7A82-5D3E-BFDC-1AE7B474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9A11E-99A9-F23F-4238-A31D781DA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7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F64B2-129B-23A1-2674-8563348AE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7FD9C-0A2E-B601-59FC-3A526EBBC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6DEFB-358E-B6E9-602E-E50D1A5B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837DC-70E9-4BCE-762A-A3016527F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871CA-989F-854F-0506-DBC06C39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93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4B9F-5339-2DC7-EF1C-7ADE66AAF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F5A0D-A60D-B108-1000-8AB1BEDDE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A1A79-101A-F9D5-2D58-008D93940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96FEA-451C-9BD7-FE85-ABE7721EA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68E22-35AC-C4A7-7DF0-25148A4FD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8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8D99-A43C-243B-C4C8-DD6A377ED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4F5C7-3E98-385C-D4CC-79AA9A5761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A97EA5-02FD-3408-9C44-22CA696BE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A5EB16-71B7-FEF2-D131-1DC6215A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5B5499-CE45-E51E-C9F3-B31DCD75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EEEB8-6109-294D-EB1A-32BC9A6C5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4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16EFE-93E5-8BCF-08CB-2CFD45401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D2989-0587-FFA8-CA9B-6B1FC2808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ADFDD-D356-34C7-ABB2-12E204D7CC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45A8C9-58F4-D8A2-E078-6C86700EB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961E0-F79F-DC8A-8942-3409FF4AC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262B5-71DA-9BC0-4EA2-2B7D366C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ED025E-4D61-3485-686F-F7FDC83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1E9E3-1C2A-3967-AB7D-37A593FD1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09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17C0D-B790-78A5-844C-07DA00A7B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B3C7A-A272-8A74-FDB0-FF10B7AF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EE517F-231E-473E-2A52-0DBD0429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0E8D7-AEF1-33EF-5C16-F459BB1F5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07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3CB47C-D1EE-D077-3BEF-928DF2122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751ED4-DC95-A9E0-24B4-C2DCA6CB5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0BDA7-CF32-77AD-D5CE-23B56BC2F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1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42E5-59E4-6D3E-78BE-A1E0FD169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9E5C4-4836-AEE1-B05E-74FDAD2EF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81F0D4-A283-375A-35D9-26B05BFBD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6B98DC-0C98-0E90-27A7-75B4CAFEE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80928-22DB-5761-6D60-267606D0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FF7E1-E86C-19C0-0A2C-5A4E7FB38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30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0DA3-7875-1508-B11E-26D67ED2C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4211B7-5EEF-8BCE-B12B-6DEA70B8F0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EC012-F909-E4E6-108A-9A27D6B2E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00A5A7-09B3-7AD1-786E-53E84044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CA55B-44A9-BB54-0C67-0AFC84A3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7F222-9F9A-9E7F-90EE-737ADC31C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57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68E4-12C6-EA01-70EB-D1FAC1AF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CB90F-6B0E-ACFF-CC12-B1507D46E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B0E2F-8C14-7F4B-68F3-EE72E41F1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771C8-4AEB-0EA1-C952-CDA04AAD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CEBF8-7B84-5F80-4F7D-AF4F5DBD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980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531484-78AC-FB0F-7630-C4370575FE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2053D0-EB63-CDF3-BF9D-35E71B339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C4B92-42E9-67BF-9B36-EA7CF5677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637F-4C75-7B24-2A1D-152979DF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CF603-77C0-B9F2-A64B-E73520BA8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9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00D885-ED30-8EA9-7F49-AFA92BBC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E0D96-F750-2F67-FAFA-EA3A47809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ADF68-C2D2-7D96-F604-E6D594860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DFCA7-2E84-49E5-A4F2-77D92A699F3D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578D3-0307-EBF0-53AA-0815083E1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E9A0A-1B61-6FF9-649F-8F9311932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18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1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hyperlink" Target="https://www.desmos.com/3d/jphqsgyzsv" TargetMode="External"/><Relationship Id="rId3" Type="http://schemas.openxmlformats.org/officeDocument/2006/relationships/image" Target="../media/image11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11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hyperlink" Target="https://www.desmos.com/3d/yfdmewfuhv" TargetMode="External"/><Relationship Id="rId3" Type="http://schemas.openxmlformats.org/officeDocument/2006/relationships/image" Target="../media/image111.png"/><Relationship Id="rId7" Type="http://schemas.openxmlformats.org/officeDocument/2006/relationships/image" Target="../media/image20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7.pn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png"/><Relationship Id="rId3" Type="http://schemas.openxmlformats.org/officeDocument/2006/relationships/image" Target="../media/image100.png"/><Relationship Id="rId7" Type="http://schemas.openxmlformats.org/officeDocument/2006/relationships/image" Target="../media/image16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0.png"/><Relationship Id="rId5" Type="http://schemas.openxmlformats.org/officeDocument/2006/relationships/image" Target="../media/image120.png"/><Relationship Id="rId10" Type="http://schemas.openxmlformats.org/officeDocument/2006/relationships/image" Target="../media/image210.png"/><Relationship Id="rId4" Type="http://schemas.openxmlformats.org/officeDocument/2006/relationships/image" Target="../media/image110.png"/><Relationship Id="rId9" Type="http://schemas.openxmlformats.org/officeDocument/2006/relationships/image" Target="../media/image18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11" Type="http://schemas.openxmlformats.org/officeDocument/2006/relationships/image" Target="../media/image50.png"/><Relationship Id="rId5" Type="http://schemas.openxmlformats.org/officeDocument/2006/relationships/image" Target="../media/image44.png"/><Relationship Id="rId10" Type="http://schemas.openxmlformats.org/officeDocument/2006/relationships/image" Target="../media/image49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7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10" Type="http://schemas.openxmlformats.org/officeDocument/2006/relationships/image" Target="../media/image57.png"/><Relationship Id="rId4" Type="http://schemas.openxmlformats.org/officeDocument/2006/relationships/image" Target="../media/image51.png"/><Relationship Id="rId9" Type="http://schemas.openxmlformats.org/officeDocument/2006/relationships/image" Target="../media/image5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7" Type="http://schemas.openxmlformats.org/officeDocument/2006/relationships/image" Target="../media/image7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13" Type="http://schemas.openxmlformats.org/officeDocument/2006/relationships/image" Target="../media/image85.png"/><Relationship Id="rId7" Type="http://schemas.openxmlformats.org/officeDocument/2006/relationships/image" Target="../media/image80.png"/><Relationship Id="rId12" Type="http://schemas.openxmlformats.org/officeDocument/2006/relationships/image" Target="../media/image84.png"/><Relationship Id="rId2" Type="http://schemas.openxmlformats.org/officeDocument/2006/relationships/notesSlide" Target="../notesSlides/notesSlide28.xml"/><Relationship Id="rId16" Type="http://schemas.openxmlformats.org/officeDocument/2006/relationships/image" Target="../media/image88.pn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83.png"/><Relationship Id="rId15" Type="http://schemas.openxmlformats.org/officeDocument/2006/relationships/image" Target="../media/image87.png"/><Relationship Id="rId10" Type="http://schemas.openxmlformats.org/officeDocument/2006/relationships/image" Target="../media/image82.png"/><Relationship Id="rId9" Type="http://schemas.openxmlformats.org/officeDocument/2006/relationships/image" Target="../media/image81.png"/><Relationship Id="rId14" Type="http://schemas.openxmlformats.org/officeDocument/2006/relationships/image" Target="../media/image8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8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8EFE3-AECE-0A3E-F708-3B138EC37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72625B0-9C50-5F21-824B-42EEFCC925B0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517C76-1160-6A2D-B8A6-15DDA1E83A22}"/>
              </a:ext>
            </a:extLst>
          </p:cNvPr>
          <p:cNvSpPr/>
          <p:nvPr/>
        </p:nvSpPr>
        <p:spPr>
          <a:xfrm>
            <a:off x="6095999" y="0"/>
            <a:ext cx="383459" cy="6858000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DFEDC-5C40-1E05-3C8E-45F902F03177}"/>
              </a:ext>
            </a:extLst>
          </p:cNvPr>
          <p:cNvSpPr txBox="1"/>
          <p:nvPr/>
        </p:nvSpPr>
        <p:spPr>
          <a:xfrm>
            <a:off x="206478" y="2305615"/>
            <a:ext cx="550606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</a:rPr>
              <a:t>Game Theory Six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From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Mathematical Optimization and Economic Theory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411B8F-F3DD-7217-C318-4E4BB0649028}"/>
              </a:ext>
            </a:extLst>
          </p:cNvPr>
          <p:cNvSpPr txBox="1"/>
          <p:nvPr/>
        </p:nvSpPr>
        <p:spPr>
          <a:xfrm>
            <a:off x="294968" y="5998682"/>
            <a:ext cx="550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Jacob Wyngaard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BE9B5C-D5C1-110C-30D2-FCB4B0A81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7186" y="2305615"/>
            <a:ext cx="5268336" cy="2918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60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9F092-C6F9-D881-6354-9BD6EF823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6F89225-CA9A-10E0-CBC5-7339A2E6147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F4744A-E811-E3CE-4BAC-70326501239B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227BA0-F6B2-5FBC-8609-82D18638DA1F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227BA0-F6B2-5FBC-8609-82D18638D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D0881B4-737A-CB88-6A8A-CF2967A43A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5229383"/>
              </p:ext>
            </p:extLst>
          </p:nvPr>
        </p:nvGraphicFramePr>
        <p:xfrm>
          <a:off x="1003242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411F5C11-4B19-39BA-1F09-616536D5D646}"/>
              </a:ext>
            </a:extLst>
          </p:cNvPr>
          <p:cNvSpPr txBox="1"/>
          <p:nvPr/>
        </p:nvSpPr>
        <p:spPr>
          <a:xfrm>
            <a:off x="8365516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3633A6-9293-ED7A-44DA-4A958C6F7249}"/>
              </a:ext>
            </a:extLst>
          </p:cNvPr>
          <p:cNvSpPr txBox="1"/>
          <p:nvPr/>
        </p:nvSpPr>
        <p:spPr>
          <a:xfrm rot="16200000">
            <a:off x="-655727" y="440683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8514E3-C825-023B-C76A-CCDEC10D7338}"/>
              </a:ext>
            </a:extLst>
          </p:cNvPr>
          <p:cNvSpPr txBox="1"/>
          <p:nvPr/>
        </p:nvSpPr>
        <p:spPr>
          <a:xfrm>
            <a:off x="538790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6460DD-675E-0F6E-D4A5-7ECA621406F7}"/>
              </a:ext>
            </a:extLst>
          </p:cNvPr>
          <p:cNvSpPr txBox="1"/>
          <p:nvPr/>
        </p:nvSpPr>
        <p:spPr>
          <a:xfrm>
            <a:off x="538790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D6DD23A-297A-E7D4-6C7D-7785AC45E6CA}"/>
              </a:ext>
            </a:extLst>
          </p:cNvPr>
          <p:cNvSpPr txBox="1"/>
          <p:nvPr/>
        </p:nvSpPr>
        <p:spPr>
          <a:xfrm>
            <a:off x="538790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91807D-0D2C-301B-0568-DC2611B0D18D}"/>
              </a:ext>
            </a:extLst>
          </p:cNvPr>
          <p:cNvSpPr txBox="1"/>
          <p:nvPr/>
        </p:nvSpPr>
        <p:spPr>
          <a:xfrm>
            <a:off x="1543812" y="333505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B43E43-AAFF-BB80-8E37-0F24F19AFE10}"/>
              </a:ext>
            </a:extLst>
          </p:cNvPr>
          <p:cNvSpPr txBox="1"/>
          <p:nvPr/>
        </p:nvSpPr>
        <p:spPr>
          <a:xfrm>
            <a:off x="315237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67B0B4-27D8-600D-5B18-B3DB1E319A17}"/>
              </a:ext>
            </a:extLst>
          </p:cNvPr>
          <p:cNvSpPr txBox="1"/>
          <p:nvPr/>
        </p:nvSpPr>
        <p:spPr>
          <a:xfrm>
            <a:off x="454901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529BEE-85B7-9305-315D-517B236298F7}"/>
              </a:ext>
            </a:extLst>
          </p:cNvPr>
          <p:cNvSpPr txBox="1"/>
          <p:nvPr/>
        </p:nvSpPr>
        <p:spPr>
          <a:xfrm>
            <a:off x="942633" y="6166844"/>
            <a:ext cx="96760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*No strategies can be eliminated by strict dominance of pure strategies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0296F28-D7C8-F039-9557-F9CE604155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785359"/>
              </p:ext>
            </p:extLst>
          </p:nvPr>
        </p:nvGraphicFramePr>
        <p:xfrm>
          <a:off x="6874558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135FAE71-208B-47A0-9311-4EFF36C6B9D8}"/>
              </a:ext>
            </a:extLst>
          </p:cNvPr>
          <p:cNvSpPr txBox="1"/>
          <p:nvPr/>
        </p:nvSpPr>
        <p:spPr>
          <a:xfrm>
            <a:off x="6379678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9F2A2A5-5E69-2F5B-AC90-7991C435723C}"/>
              </a:ext>
            </a:extLst>
          </p:cNvPr>
          <p:cNvSpPr txBox="1"/>
          <p:nvPr/>
        </p:nvSpPr>
        <p:spPr>
          <a:xfrm>
            <a:off x="6379678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E4BE1D-2103-8448-1223-14E7EDBBAFA4}"/>
              </a:ext>
            </a:extLst>
          </p:cNvPr>
          <p:cNvSpPr txBox="1"/>
          <p:nvPr/>
        </p:nvSpPr>
        <p:spPr>
          <a:xfrm>
            <a:off x="6379678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F2AC2AB-D437-6424-A1FB-7B3F5D67B90B}"/>
              </a:ext>
            </a:extLst>
          </p:cNvPr>
          <p:cNvSpPr txBox="1"/>
          <p:nvPr/>
        </p:nvSpPr>
        <p:spPr>
          <a:xfrm>
            <a:off x="7437234" y="334658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D71A7AF-5039-E6A3-4B62-A1D498C77EB2}"/>
              </a:ext>
            </a:extLst>
          </p:cNvPr>
          <p:cNvSpPr txBox="1"/>
          <p:nvPr/>
        </p:nvSpPr>
        <p:spPr>
          <a:xfrm>
            <a:off x="904579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44CEDD8-2994-D939-AAE7-AE64F7667565}"/>
              </a:ext>
            </a:extLst>
          </p:cNvPr>
          <p:cNvSpPr txBox="1"/>
          <p:nvPr/>
        </p:nvSpPr>
        <p:spPr>
          <a:xfrm>
            <a:off x="1044243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A2AF2C-0C47-DEC3-7179-0873769610C8}"/>
              </a:ext>
            </a:extLst>
          </p:cNvPr>
          <p:cNvSpPr txBox="1"/>
          <p:nvPr/>
        </p:nvSpPr>
        <p:spPr>
          <a:xfrm>
            <a:off x="2468633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A6321A-1F2E-5AD2-68B7-4713EDDDBC39}"/>
              </a:ext>
            </a:extLst>
          </p:cNvPr>
          <p:cNvSpPr txBox="1"/>
          <p:nvPr/>
        </p:nvSpPr>
        <p:spPr>
          <a:xfrm rot="16200000">
            <a:off x="5213463" y="4399074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3F73A5-6D9F-F9A7-A2D7-2C9843590285}"/>
              </a:ext>
            </a:extLst>
          </p:cNvPr>
          <p:cNvSpPr txBox="1"/>
          <p:nvPr/>
        </p:nvSpPr>
        <p:spPr>
          <a:xfrm>
            <a:off x="1144413" y="1896805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A1FE12-DE48-30B4-A05F-451359B76A0A}"/>
              </a:ext>
            </a:extLst>
          </p:cNvPr>
          <p:cNvSpPr txBox="1"/>
          <p:nvPr/>
        </p:nvSpPr>
        <p:spPr>
          <a:xfrm>
            <a:off x="7082617" y="1896804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</p:spTree>
    <p:extLst>
      <p:ext uri="{BB962C8B-B14F-4D97-AF65-F5344CB8AC3E}">
        <p14:creationId xmlns:p14="http://schemas.microsoft.com/office/powerpoint/2010/main" val="4271754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EC597-328F-1EB2-3ACE-882E936A8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F9D5791-BAFF-5FEC-69FC-3591E36A598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59B908-7572-D9D0-A6A8-F3105E72859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E029904-A099-0C52-E9AD-588DA99B5355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E029904-A099-0C52-E9AD-588DA99B53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D66F4D8A-0643-2E7E-0533-B667808E1CB9}"/>
              </a:ext>
            </a:extLst>
          </p:cNvPr>
          <p:cNvSpPr txBox="1"/>
          <p:nvPr/>
        </p:nvSpPr>
        <p:spPr>
          <a:xfrm>
            <a:off x="8365516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07ACBB85-838A-561B-95F8-E24BDD4501AC}"/>
              </a:ext>
            </a:extLst>
          </p:cNvPr>
          <p:cNvGraphicFramePr>
            <a:graphicFrameLocks noGrp="1"/>
          </p:cNvGraphicFramePr>
          <p:nvPr/>
        </p:nvGraphicFramePr>
        <p:xfrm>
          <a:off x="6874558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76732884-BCAA-3D66-47B1-66323D22B7D4}"/>
              </a:ext>
            </a:extLst>
          </p:cNvPr>
          <p:cNvSpPr txBox="1"/>
          <p:nvPr/>
        </p:nvSpPr>
        <p:spPr>
          <a:xfrm>
            <a:off x="6379678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AD318D-0F5F-EF88-0305-488646CE21E8}"/>
              </a:ext>
            </a:extLst>
          </p:cNvPr>
          <p:cNvSpPr txBox="1"/>
          <p:nvPr/>
        </p:nvSpPr>
        <p:spPr>
          <a:xfrm>
            <a:off x="6379678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B2465BE-C438-B66D-18E7-AF6D606DCEFE}"/>
              </a:ext>
            </a:extLst>
          </p:cNvPr>
          <p:cNvSpPr txBox="1"/>
          <p:nvPr/>
        </p:nvSpPr>
        <p:spPr>
          <a:xfrm>
            <a:off x="6379678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B3604D-2453-7FAA-78A0-3108B7F6368F}"/>
              </a:ext>
            </a:extLst>
          </p:cNvPr>
          <p:cNvSpPr txBox="1"/>
          <p:nvPr/>
        </p:nvSpPr>
        <p:spPr>
          <a:xfrm>
            <a:off x="7437234" y="334658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B98C57D-0702-F5DC-79E6-C90AD7C587AE}"/>
              </a:ext>
            </a:extLst>
          </p:cNvPr>
          <p:cNvSpPr txBox="1"/>
          <p:nvPr/>
        </p:nvSpPr>
        <p:spPr>
          <a:xfrm>
            <a:off x="904579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A2CDE72-A4CD-7FC9-CCB7-AFBBB1D9B4E2}"/>
              </a:ext>
            </a:extLst>
          </p:cNvPr>
          <p:cNvSpPr txBox="1"/>
          <p:nvPr/>
        </p:nvSpPr>
        <p:spPr>
          <a:xfrm>
            <a:off x="1044243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E536F72-B7DB-1C0E-D07F-C57031F65778}"/>
              </a:ext>
            </a:extLst>
          </p:cNvPr>
          <p:cNvSpPr txBox="1"/>
          <p:nvPr/>
        </p:nvSpPr>
        <p:spPr>
          <a:xfrm rot="16200000">
            <a:off x="5213463" y="4399074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7679DC2-C3F7-BE61-896D-3E49AC85D2CC}"/>
              </a:ext>
            </a:extLst>
          </p:cNvPr>
          <p:cNvSpPr txBox="1"/>
          <p:nvPr/>
        </p:nvSpPr>
        <p:spPr>
          <a:xfrm>
            <a:off x="7082617" y="1896804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97A502B-F13C-AA5C-A85B-2CC1AE55037D}"/>
                  </a:ext>
                </a:extLst>
              </p:cNvPr>
              <p:cNvSpPr txBox="1"/>
              <p:nvPr/>
            </p:nvSpPr>
            <p:spPr>
              <a:xfrm>
                <a:off x="0" y="1896804"/>
                <a:ext cx="660952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97A502B-F13C-AA5C-A85B-2CC1AE550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96804"/>
                <a:ext cx="660952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FF0EFE8-A0E7-3597-4A5D-5162A01EAD3B}"/>
                  </a:ext>
                </a:extLst>
              </p:cNvPr>
              <p:cNvSpPr txBox="1"/>
              <p:nvPr/>
            </p:nvSpPr>
            <p:spPr>
              <a:xfrm>
                <a:off x="-255793" y="2533161"/>
                <a:ext cx="3277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8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FF0EFE8-A0E7-3597-4A5D-5162A01EAD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5793" y="2533161"/>
                <a:ext cx="3277289" cy="523220"/>
              </a:xfrm>
              <a:prstGeom prst="rect">
                <a:avLst/>
              </a:prstGeom>
              <a:blipFill>
                <a:blip r:embed="rId5"/>
                <a:stretch>
                  <a:fillRect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B99846-62E2-18EC-ACE4-D53093F0C677}"/>
                  </a:ext>
                </a:extLst>
              </p:cNvPr>
              <p:cNvSpPr txBox="1"/>
              <p:nvPr/>
            </p:nvSpPr>
            <p:spPr>
              <a:xfrm>
                <a:off x="-255794" y="3071355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B99846-62E2-18EC-ACE4-D53093F0C6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5794" y="3071355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B076584-BCDA-F817-A927-3059B4781AEC}"/>
                  </a:ext>
                </a:extLst>
              </p:cNvPr>
              <p:cNvSpPr txBox="1"/>
              <p:nvPr/>
            </p:nvSpPr>
            <p:spPr>
              <a:xfrm>
                <a:off x="847942" y="3609549"/>
                <a:ext cx="28581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B076584-BCDA-F817-A927-3059B4781A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42" y="3609549"/>
                <a:ext cx="2858155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C7058D0-831B-F8DE-591C-006B6E0403BC}"/>
                  </a:ext>
                </a:extLst>
              </p:cNvPr>
              <p:cNvSpPr txBox="1"/>
              <p:nvPr/>
            </p:nvSpPr>
            <p:spPr>
              <a:xfrm>
                <a:off x="1105160" y="4116965"/>
                <a:ext cx="25808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C7058D0-831B-F8DE-591C-006B6E0403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60" y="4116965"/>
                <a:ext cx="2580835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E8822C5-84D4-394A-6A17-D8632F9C1FA3}"/>
                  </a:ext>
                </a:extLst>
              </p:cNvPr>
              <p:cNvSpPr txBox="1"/>
              <p:nvPr/>
            </p:nvSpPr>
            <p:spPr>
              <a:xfrm>
                <a:off x="1026613" y="4620480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E8822C5-84D4-394A-6A17-D8632F9C1F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613" y="4620480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2972B08-932F-7655-B075-49A80CE20F3D}"/>
                  </a:ext>
                </a:extLst>
              </p:cNvPr>
              <p:cNvSpPr txBox="1"/>
              <p:nvPr/>
            </p:nvSpPr>
            <p:spPr>
              <a:xfrm>
                <a:off x="2664433" y="5142837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2972B08-932F-7655-B075-49A80CE20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433" y="5142837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77AA291-BA54-B6A7-0687-6048A52E454F}"/>
                  </a:ext>
                </a:extLst>
              </p:cNvPr>
              <p:cNvSpPr txBox="1"/>
              <p:nvPr/>
            </p:nvSpPr>
            <p:spPr>
              <a:xfrm>
                <a:off x="2664433" y="5631411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77AA291-BA54-B6A7-0687-6048A52E45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433" y="5631411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664122B-7F1B-EC4D-D1A1-932961EB7FFD}"/>
                  </a:ext>
                </a:extLst>
              </p:cNvPr>
              <p:cNvSpPr txBox="1"/>
              <p:nvPr/>
            </p:nvSpPr>
            <p:spPr>
              <a:xfrm>
                <a:off x="2706913" y="6119985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664122B-7F1B-EC4D-D1A1-932961EB7F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913" y="6119985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60282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E0373-313C-AF25-E0A8-17375CA72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4E14AEE-CFFA-0ADE-338E-584EDB9D44B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86DC55-333F-813F-C864-E2EB9CE5E9C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9D2F58D-E3B0-CEE8-7504-C71C05F277B9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9D2F58D-E3B0-CEE8-7504-C71C05F277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01B54E1-E781-7364-0E5F-3954C0699BEB}"/>
                  </a:ext>
                </a:extLst>
              </p:cNvPr>
              <p:cNvSpPr txBox="1"/>
              <p:nvPr/>
            </p:nvSpPr>
            <p:spPr>
              <a:xfrm>
                <a:off x="0" y="1896804"/>
                <a:ext cx="660952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01B54E1-E781-7364-0E5F-3954C069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96804"/>
                <a:ext cx="660952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23A245E-E163-D173-A221-1EE9C17F299E}"/>
                  </a:ext>
                </a:extLst>
              </p:cNvPr>
              <p:cNvSpPr txBox="1"/>
              <p:nvPr/>
            </p:nvSpPr>
            <p:spPr>
              <a:xfrm>
                <a:off x="-255793" y="2533161"/>
                <a:ext cx="3277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8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23A245E-E163-D173-A221-1EE9C17F29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5793" y="2533161"/>
                <a:ext cx="3277289" cy="523220"/>
              </a:xfrm>
              <a:prstGeom prst="rect">
                <a:avLst/>
              </a:prstGeom>
              <a:blipFill>
                <a:blip r:embed="rId5"/>
                <a:stretch>
                  <a:fillRect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2977BD-8E43-A84B-7A78-5948035BE7DF}"/>
                  </a:ext>
                </a:extLst>
              </p:cNvPr>
              <p:cNvSpPr txBox="1"/>
              <p:nvPr/>
            </p:nvSpPr>
            <p:spPr>
              <a:xfrm>
                <a:off x="-255794" y="3071355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2977BD-8E43-A84B-7A78-5948035BE7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5794" y="3071355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126CF5-0C3B-1886-1822-34BFE0C1DC92}"/>
                  </a:ext>
                </a:extLst>
              </p:cNvPr>
              <p:cNvSpPr txBox="1"/>
              <p:nvPr/>
            </p:nvSpPr>
            <p:spPr>
              <a:xfrm>
                <a:off x="847942" y="3609549"/>
                <a:ext cx="28581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126CF5-0C3B-1886-1822-34BFE0C1DC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42" y="3609549"/>
                <a:ext cx="2858155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E69E192-D20A-B2EE-E847-1F541BC56F27}"/>
                  </a:ext>
                </a:extLst>
              </p:cNvPr>
              <p:cNvSpPr txBox="1"/>
              <p:nvPr/>
            </p:nvSpPr>
            <p:spPr>
              <a:xfrm>
                <a:off x="1105160" y="4116965"/>
                <a:ext cx="25808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E69E192-D20A-B2EE-E847-1F541BC56F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60" y="4116965"/>
                <a:ext cx="2580835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33BBDC8-AEA7-70BE-6EB0-7C3B15B0419D}"/>
                  </a:ext>
                </a:extLst>
              </p:cNvPr>
              <p:cNvSpPr txBox="1"/>
              <p:nvPr/>
            </p:nvSpPr>
            <p:spPr>
              <a:xfrm>
                <a:off x="1026613" y="4620480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33BBDC8-AEA7-70BE-6EB0-7C3B15B041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613" y="4620480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E72918F-28FF-FFD1-411A-BAFB4805CEB0}"/>
                  </a:ext>
                </a:extLst>
              </p:cNvPr>
              <p:cNvSpPr txBox="1"/>
              <p:nvPr/>
            </p:nvSpPr>
            <p:spPr>
              <a:xfrm>
                <a:off x="2664433" y="5142837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E72918F-28FF-FFD1-411A-BAFB4805CE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433" y="5142837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95D80C3-6D00-5A92-4447-4FF23E283A74}"/>
                  </a:ext>
                </a:extLst>
              </p:cNvPr>
              <p:cNvSpPr txBox="1"/>
              <p:nvPr/>
            </p:nvSpPr>
            <p:spPr>
              <a:xfrm>
                <a:off x="2664433" y="5631411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95D80C3-6D00-5A92-4447-4FF23E283A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433" y="5631411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FAC39C5-1D21-5B23-9CD6-164F7F68E693}"/>
                  </a:ext>
                </a:extLst>
              </p:cNvPr>
              <p:cNvSpPr txBox="1"/>
              <p:nvPr/>
            </p:nvSpPr>
            <p:spPr>
              <a:xfrm>
                <a:off x="2706913" y="6119985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FAC39C5-1D21-5B23-9CD6-164F7F68E6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913" y="6119985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E22095B-A010-C90E-EBEF-A71ADADF49E8}"/>
              </a:ext>
            </a:extLst>
          </p:cNvPr>
          <p:cNvSpPr txBox="1"/>
          <p:nvPr/>
        </p:nvSpPr>
        <p:spPr>
          <a:xfrm>
            <a:off x="7444409" y="3071355"/>
            <a:ext cx="30214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13"/>
              </a:rPr>
              <a:t>Player 1 Polytope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830084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BF4E0-40A1-6046-B50B-C1A059C5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AB559CD-ACA1-9C45-DCB8-32F3665C2B6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7A108F-F968-7B29-658F-153EF503CB5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03A547-89A8-519B-9EFF-8BCA440EA0E7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03A547-89A8-519B-9EFF-8BCA440EA0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E3A9E26-EFF1-A421-979E-E55468B9E65C}"/>
              </a:ext>
            </a:extLst>
          </p:cNvPr>
          <p:cNvGraphicFramePr>
            <a:graphicFrameLocks noGrp="1"/>
          </p:cNvGraphicFramePr>
          <p:nvPr/>
        </p:nvGraphicFramePr>
        <p:xfrm>
          <a:off x="1003242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7D46566-5464-E474-B4D2-32150BE28EBA}"/>
              </a:ext>
            </a:extLst>
          </p:cNvPr>
          <p:cNvSpPr txBox="1"/>
          <p:nvPr/>
        </p:nvSpPr>
        <p:spPr>
          <a:xfrm rot="16200000">
            <a:off x="-655727" y="440683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C1179B-C585-9B9B-F67A-A507A916DFDB}"/>
              </a:ext>
            </a:extLst>
          </p:cNvPr>
          <p:cNvSpPr txBox="1"/>
          <p:nvPr/>
        </p:nvSpPr>
        <p:spPr>
          <a:xfrm>
            <a:off x="538790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757C9E-D6FC-C485-2B21-A077CE465DB5}"/>
              </a:ext>
            </a:extLst>
          </p:cNvPr>
          <p:cNvSpPr txBox="1"/>
          <p:nvPr/>
        </p:nvSpPr>
        <p:spPr>
          <a:xfrm>
            <a:off x="538790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B27BC1-F914-EA1B-3663-EE55D75C1F39}"/>
              </a:ext>
            </a:extLst>
          </p:cNvPr>
          <p:cNvSpPr txBox="1"/>
          <p:nvPr/>
        </p:nvSpPr>
        <p:spPr>
          <a:xfrm>
            <a:off x="538790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100A60-879D-7D4A-AB43-A40D28DA05F7}"/>
              </a:ext>
            </a:extLst>
          </p:cNvPr>
          <p:cNvSpPr txBox="1"/>
          <p:nvPr/>
        </p:nvSpPr>
        <p:spPr>
          <a:xfrm>
            <a:off x="1543812" y="333505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635768-BB1A-A09C-C899-FE4A9DA36DD7}"/>
              </a:ext>
            </a:extLst>
          </p:cNvPr>
          <p:cNvSpPr txBox="1"/>
          <p:nvPr/>
        </p:nvSpPr>
        <p:spPr>
          <a:xfrm>
            <a:off x="315237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209B33-1A3D-563B-0E96-1CE4A30D8564}"/>
              </a:ext>
            </a:extLst>
          </p:cNvPr>
          <p:cNvSpPr txBox="1"/>
          <p:nvPr/>
        </p:nvSpPr>
        <p:spPr>
          <a:xfrm>
            <a:off x="454901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1717646-3A2E-FB40-F163-8E379B466273}"/>
              </a:ext>
            </a:extLst>
          </p:cNvPr>
          <p:cNvSpPr txBox="1"/>
          <p:nvPr/>
        </p:nvSpPr>
        <p:spPr>
          <a:xfrm>
            <a:off x="2468633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4A9D9F7-236B-1CB7-3443-AFE1288B03B8}"/>
              </a:ext>
            </a:extLst>
          </p:cNvPr>
          <p:cNvSpPr txBox="1"/>
          <p:nvPr/>
        </p:nvSpPr>
        <p:spPr>
          <a:xfrm>
            <a:off x="1144413" y="1896805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CA368A-F1AD-E7EB-7D0F-BB43A0263C94}"/>
                  </a:ext>
                </a:extLst>
              </p:cNvPr>
              <p:cNvSpPr txBox="1"/>
              <p:nvPr/>
            </p:nvSpPr>
            <p:spPr>
              <a:xfrm>
                <a:off x="5599473" y="1923973"/>
                <a:ext cx="660952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CA368A-F1AD-E7EB-7D0F-BB43A0263C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9473" y="1923973"/>
                <a:ext cx="660952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AC1850-189C-EEC2-CD02-A22CFA1F5C29}"/>
                  </a:ext>
                </a:extLst>
              </p:cNvPr>
              <p:cNvSpPr txBox="1"/>
              <p:nvPr/>
            </p:nvSpPr>
            <p:spPr>
              <a:xfrm>
                <a:off x="5343680" y="2560330"/>
                <a:ext cx="3277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8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AC1850-189C-EEC2-CD02-A22CFA1F5C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3680" y="2560330"/>
                <a:ext cx="3277289" cy="523220"/>
              </a:xfrm>
              <a:prstGeom prst="rect">
                <a:avLst/>
              </a:prstGeom>
              <a:blipFill>
                <a:blip r:embed="rId5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50C9B26-6CC8-76C9-2B94-272E7533D958}"/>
                  </a:ext>
                </a:extLst>
              </p:cNvPr>
              <p:cNvSpPr txBox="1"/>
              <p:nvPr/>
            </p:nvSpPr>
            <p:spPr>
              <a:xfrm>
                <a:off x="5343679" y="3098524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50C9B26-6CC8-76C9-2B94-272E7533D9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3679" y="3098524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CF4209-8CFA-AEFD-38B1-0767DE96077A}"/>
                  </a:ext>
                </a:extLst>
              </p:cNvPr>
              <p:cNvSpPr txBox="1"/>
              <p:nvPr/>
            </p:nvSpPr>
            <p:spPr>
              <a:xfrm>
                <a:off x="6824859" y="3627437"/>
                <a:ext cx="265938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CF4209-8CFA-AEFD-38B1-0767DE9607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4859" y="3627437"/>
                <a:ext cx="2659381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C1D21A7-8823-4B04-3C03-C1E594B8E6A1}"/>
                  </a:ext>
                </a:extLst>
              </p:cNvPr>
              <p:cNvSpPr txBox="1"/>
              <p:nvPr/>
            </p:nvSpPr>
            <p:spPr>
              <a:xfrm>
                <a:off x="6704633" y="4144134"/>
                <a:ext cx="277960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C1D21A7-8823-4B04-3C03-C1E594B8E6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4633" y="4144134"/>
                <a:ext cx="2779607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0FE307-2735-516A-9CC2-D3FE750B354D}"/>
                  </a:ext>
                </a:extLst>
              </p:cNvPr>
              <p:cNvSpPr txBox="1"/>
              <p:nvPr/>
            </p:nvSpPr>
            <p:spPr>
              <a:xfrm>
                <a:off x="6626086" y="4647649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0FE307-2735-516A-9CC2-D3FE750B35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6086" y="4647649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EEA8B-3227-D79A-8C65-3A3189780570}"/>
                  </a:ext>
                </a:extLst>
              </p:cNvPr>
              <p:cNvSpPr txBox="1"/>
              <p:nvPr/>
            </p:nvSpPr>
            <p:spPr>
              <a:xfrm>
                <a:off x="8263906" y="5170006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EEA8B-3227-D79A-8C65-3A31897805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906" y="5170006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327B8D9-C6E9-6BA9-3EDD-E59C48459E95}"/>
                  </a:ext>
                </a:extLst>
              </p:cNvPr>
              <p:cNvSpPr txBox="1"/>
              <p:nvPr/>
            </p:nvSpPr>
            <p:spPr>
              <a:xfrm>
                <a:off x="8263906" y="5658580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327B8D9-C6E9-6BA9-3EDD-E59C48459E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906" y="5658580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9AB2AEF-B774-14FE-3217-243B02E11596}"/>
                  </a:ext>
                </a:extLst>
              </p:cNvPr>
              <p:cNvSpPr txBox="1"/>
              <p:nvPr/>
            </p:nvSpPr>
            <p:spPr>
              <a:xfrm>
                <a:off x="8306386" y="6147154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9AB2AEF-B774-14FE-3217-243B02E115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6386" y="6147154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6400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2EC67-3043-CEBE-6C9D-2FE747529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EA5D004-0BE5-125E-746F-2DF3CA876D5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D00D46-E02B-5823-FB43-B4F3C0F9C15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CEE90CB-B8D4-83F7-5A3B-C4F6A7097EA6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CEE90CB-B8D4-83F7-5A3B-C4F6A7097E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D0F9709-F408-9F2F-6B60-742DFC830AA0}"/>
                  </a:ext>
                </a:extLst>
              </p:cNvPr>
              <p:cNvSpPr txBox="1"/>
              <p:nvPr/>
            </p:nvSpPr>
            <p:spPr>
              <a:xfrm>
                <a:off x="5599473" y="1923973"/>
                <a:ext cx="660952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D0F9709-F408-9F2F-6B60-742DFC830A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9473" y="1923973"/>
                <a:ext cx="660952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871670-53A6-59E0-FC41-4D16807DCF24}"/>
                  </a:ext>
                </a:extLst>
              </p:cNvPr>
              <p:cNvSpPr txBox="1"/>
              <p:nvPr/>
            </p:nvSpPr>
            <p:spPr>
              <a:xfrm>
                <a:off x="5343680" y="2560330"/>
                <a:ext cx="3277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8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871670-53A6-59E0-FC41-4D16807DCF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3680" y="2560330"/>
                <a:ext cx="3277289" cy="523220"/>
              </a:xfrm>
              <a:prstGeom prst="rect">
                <a:avLst/>
              </a:prstGeom>
              <a:blipFill>
                <a:blip r:embed="rId5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C51FC4-5E93-FE6E-F98F-C6AEDCECC273}"/>
                  </a:ext>
                </a:extLst>
              </p:cNvPr>
              <p:cNvSpPr txBox="1"/>
              <p:nvPr/>
            </p:nvSpPr>
            <p:spPr>
              <a:xfrm>
                <a:off x="5343679" y="3098524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C51FC4-5E93-FE6E-F98F-C6AEDCECC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3679" y="3098524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7408CE7-6FED-A045-755C-8E1FC7FF45EA}"/>
                  </a:ext>
                </a:extLst>
              </p:cNvPr>
              <p:cNvSpPr txBox="1"/>
              <p:nvPr/>
            </p:nvSpPr>
            <p:spPr>
              <a:xfrm>
                <a:off x="6447415" y="3636718"/>
                <a:ext cx="265938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7408CE7-6FED-A045-755C-8E1FC7FF4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415" y="3636718"/>
                <a:ext cx="2659381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AFFC38E-B46C-57C3-4C13-23D64F94E09C}"/>
                  </a:ext>
                </a:extLst>
              </p:cNvPr>
              <p:cNvSpPr txBox="1"/>
              <p:nvPr/>
            </p:nvSpPr>
            <p:spPr>
              <a:xfrm>
                <a:off x="6525963" y="4140233"/>
                <a:ext cx="277960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AFFC38E-B46C-57C3-4C13-23D64F94E0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5963" y="4140233"/>
                <a:ext cx="2779607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BD1B631-FF94-6745-8A82-9BF046ED7F67}"/>
                  </a:ext>
                </a:extLst>
              </p:cNvPr>
              <p:cNvSpPr txBox="1"/>
              <p:nvPr/>
            </p:nvSpPr>
            <p:spPr>
              <a:xfrm>
                <a:off x="6626086" y="4647649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BD1B631-FF94-6745-8A82-9BF046ED7F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6086" y="4647649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353C948-360F-3D98-B570-433B41056E22}"/>
                  </a:ext>
                </a:extLst>
              </p:cNvPr>
              <p:cNvSpPr txBox="1"/>
              <p:nvPr/>
            </p:nvSpPr>
            <p:spPr>
              <a:xfrm>
                <a:off x="8263906" y="5170006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353C948-360F-3D98-B570-433B41056E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906" y="5170006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8990C4C-1186-E6B5-6145-8D75DC41452C}"/>
                  </a:ext>
                </a:extLst>
              </p:cNvPr>
              <p:cNvSpPr txBox="1"/>
              <p:nvPr/>
            </p:nvSpPr>
            <p:spPr>
              <a:xfrm>
                <a:off x="8263906" y="5658580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8990C4C-1186-E6B5-6145-8D75DC4145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906" y="5658580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A0B7B44-898C-D654-BBC5-8D67A5E50641}"/>
                  </a:ext>
                </a:extLst>
              </p:cNvPr>
              <p:cNvSpPr txBox="1"/>
              <p:nvPr/>
            </p:nvSpPr>
            <p:spPr>
              <a:xfrm>
                <a:off x="8306386" y="6147154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A0B7B44-898C-D654-BBC5-8D67A5E50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6386" y="6147154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800EBC8-0D6B-5073-7F75-19825D5B663F}"/>
              </a:ext>
            </a:extLst>
          </p:cNvPr>
          <p:cNvSpPr txBox="1"/>
          <p:nvPr/>
        </p:nvSpPr>
        <p:spPr>
          <a:xfrm>
            <a:off x="1543811" y="3098523"/>
            <a:ext cx="25709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13"/>
              </a:rPr>
              <a:t>Player 2 Polytope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7895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AE72C-B18E-BDBD-9F12-460A14E59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8480BBB-CF11-93AD-411C-0B74116DBED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E1AEC3-D342-AB19-74F3-D6E982FE109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F18FCE9-F6BD-9193-15D1-B77B6763CEA5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F18FCE9-F6BD-9193-15D1-B77B6763CE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5CC9E58-638E-C1A4-32A5-24154A5933E2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174CA6-61BF-32F2-0C61-034C008AF497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68F7E2-F41E-3150-6348-423A9A80E206}"/>
              </a:ext>
            </a:extLst>
          </p:cNvPr>
          <p:cNvSpPr txBox="1"/>
          <p:nvPr/>
        </p:nvSpPr>
        <p:spPr>
          <a:xfrm>
            <a:off x="9428504" y="3686357"/>
            <a:ext cx="26335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Start with the pair of origin vertices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4BFE242-83FD-4B2F-E403-617303EBD8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9342931-E168-2682-31BB-1C32C119DB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9751" y="2207947"/>
            <a:ext cx="3908753" cy="3787819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94E2651A-6C17-A558-6AF1-18B823EC7862}"/>
              </a:ext>
            </a:extLst>
          </p:cNvPr>
          <p:cNvSpPr/>
          <p:nvPr/>
        </p:nvSpPr>
        <p:spPr>
          <a:xfrm>
            <a:off x="7295323" y="402534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044E562-D49F-BD8B-E46B-6DB4257CAADB}"/>
              </a:ext>
            </a:extLst>
          </p:cNvPr>
          <p:cNvSpPr/>
          <p:nvPr/>
        </p:nvSpPr>
        <p:spPr>
          <a:xfrm>
            <a:off x="2708930" y="3916016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30B13CF-7B31-940B-BEE6-3196E191F5CE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21C0B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2805D29-6FA5-2C76-82E2-B023EBA22E49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002516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93888-FA47-2239-E8BC-C3D010825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4224CFD-C94E-28DE-273E-62A5E22FDD5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91DF5B-26A3-D439-CF9C-F0CE4B55D13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9160319-8B00-5BD6-5DC9-E979812997E7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9160319-8B00-5BD6-5DC9-E97981299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BF62A90-ABA8-9B08-B1EC-5BBB2E3DD7F2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B78810-184B-821F-455C-16F93749C335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1F58C0-6769-D323-807E-587FD9D4EF87}"/>
              </a:ext>
            </a:extLst>
          </p:cNvPr>
          <p:cNvSpPr txBox="1"/>
          <p:nvPr/>
        </p:nvSpPr>
        <p:spPr>
          <a:xfrm>
            <a:off x="9273209" y="3719181"/>
            <a:ext cx="291879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“Drop” Label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dirty="0"/>
              <a:t> from Player 1’s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90C7A6B-968F-63F4-4F7E-71EC26EE9F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AF0BF70-77DD-2A13-5747-9A0C5F5422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9751" y="2207947"/>
            <a:ext cx="3908753" cy="3787819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5DC4D118-6E8D-03FC-0CEB-971491AC6413}"/>
              </a:ext>
            </a:extLst>
          </p:cNvPr>
          <p:cNvSpPr/>
          <p:nvPr/>
        </p:nvSpPr>
        <p:spPr>
          <a:xfrm>
            <a:off x="7295323" y="402534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E21F7E0F-1A93-44A4-95FE-AF6ADFAFAAF4}"/>
              </a:ext>
            </a:extLst>
          </p:cNvPr>
          <p:cNvSpPr/>
          <p:nvPr/>
        </p:nvSpPr>
        <p:spPr>
          <a:xfrm>
            <a:off x="2708930" y="3916016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403972-716B-386B-E4EC-8D4C92C5FF77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90FA52-F93A-3E4D-F218-FABE7620046C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840191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4BF2C-2C87-DF4A-0150-CB1A7B90E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28D3EBB-A16E-B2C4-9181-3DB14107C89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080146-E6DA-317B-F8AD-B9B29B2E988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C9EDA9C-333D-7669-7A07-B6DFDBAE69E5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C9EDA9C-333D-7669-7A07-B6DFDBAE6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A1958ECF-AEB6-24FF-FF04-6FDBBB019E99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A9076C-425C-992E-7F93-4B8A6C609B18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EAB7895-DB98-9F9D-D602-94741F5FB2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4F5BC431-37E2-3CC9-3896-D85A0A6E1B64}"/>
              </a:ext>
            </a:extLst>
          </p:cNvPr>
          <p:cNvSpPr/>
          <p:nvPr/>
        </p:nvSpPr>
        <p:spPr>
          <a:xfrm>
            <a:off x="2708930" y="3916016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5F6C42-5547-63A6-5189-0169E10D884E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18684E-2AE4-DEA1-4836-F2B7A6133C3A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DEADA4-CC06-7DD9-3641-DB01E43F3CF7}"/>
              </a:ext>
            </a:extLst>
          </p:cNvPr>
          <p:cNvSpPr txBox="1"/>
          <p:nvPr/>
        </p:nvSpPr>
        <p:spPr>
          <a:xfrm>
            <a:off x="9428504" y="1798957"/>
            <a:ext cx="27634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“Recover” Label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dirty="0"/>
              <a:t> using Player 2’s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90813E2-CAC1-7AD4-380A-DAFF2D490C59}"/>
                  </a:ext>
                </a:extLst>
              </p:cNvPr>
              <p:cNvSpPr txBox="1"/>
              <p:nvPr/>
            </p:nvSpPr>
            <p:spPr>
              <a:xfrm>
                <a:off x="9480560" y="3919236"/>
                <a:ext cx="265938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90813E2-CAC1-7AD4-380A-DAFF2D490C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0560" y="3919236"/>
                <a:ext cx="2659381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E430CC2-5721-A9EB-9DD6-0853A92361AA}"/>
              </a:ext>
            </a:extLst>
          </p:cNvPr>
          <p:cNvSpPr txBox="1"/>
          <p:nvPr/>
        </p:nvSpPr>
        <p:spPr>
          <a:xfrm>
            <a:off x="9231556" y="3117273"/>
            <a:ext cx="31573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Find adjacent vertex with: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BB332EB-8FE8-EFEB-3AB9-B49646B1C261}"/>
                  </a:ext>
                </a:extLst>
              </p:cNvPr>
              <p:cNvSpPr txBox="1"/>
              <p:nvPr/>
            </p:nvSpPr>
            <p:spPr>
              <a:xfrm>
                <a:off x="10192581" y="4542050"/>
                <a:ext cx="1235338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,0,0)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BB332EB-8FE8-EFEB-3AB9-B49646B1C2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581" y="4542050"/>
                <a:ext cx="1235338" cy="8066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9AD9A32C-5A13-8808-6877-50EA0ED7F982}"/>
              </a:ext>
            </a:extLst>
          </p:cNvPr>
          <p:cNvSpPr txBox="1"/>
          <p:nvPr/>
        </p:nvSpPr>
        <p:spPr>
          <a:xfrm>
            <a:off x="9376445" y="5423100"/>
            <a:ext cx="27634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Lose Label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endParaRPr lang="en-US" sz="2400" dirty="0">
              <a:solidFill>
                <a:srgbClr val="064EA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D571BAE-2C94-C508-F9F4-289E780BDB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17238" y="2284763"/>
            <a:ext cx="3907688" cy="3641349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AB1327C7-818E-BAA0-5A9D-51449DC86C8F}"/>
              </a:ext>
            </a:extLst>
          </p:cNvPr>
          <p:cNvSpPr/>
          <p:nvPr/>
        </p:nvSpPr>
        <p:spPr>
          <a:xfrm>
            <a:off x="7474127" y="4137069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8377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C29E2-D1AC-5507-76E6-9AE57F08F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9CEB6F3-5888-58AF-A7E7-BC4511A9D51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3C483A-1292-4FA8-6D14-202246EB43A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38096A-EFB4-F42B-2F9F-F0846A63D35B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38096A-EFB4-F42B-2F9F-F0846A63D3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E89B30CE-9CA2-E0C4-DB3C-1DBD8CA76105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63799E-9644-6CC9-017B-D5270C02E54B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775EC50-3ED7-7C16-6B76-3E4C85CAC4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357B6922-2F1F-2787-B532-5E53A824C016}"/>
              </a:ext>
            </a:extLst>
          </p:cNvPr>
          <p:cNvSpPr/>
          <p:nvPr/>
        </p:nvSpPr>
        <p:spPr>
          <a:xfrm>
            <a:off x="2922447" y="409549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2A9EDA-A2F6-67BB-2DDE-7723BADD58A2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064EA1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9A078A-EA66-A74A-B7E3-12C537A1816A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7CB808-83EB-B89E-6ECF-FBAAAAA02BC6}"/>
              </a:ext>
            </a:extLst>
          </p:cNvPr>
          <p:cNvSpPr txBox="1"/>
          <p:nvPr/>
        </p:nvSpPr>
        <p:spPr>
          <a:xfrm>
            <a:off x="9428504" y="1798957"/>
            <a:ext cx="27634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Recover Label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dirty="0"/>
              <a:t> using Player 2’s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25B0632-51C5-CBF3-8D27-BB1EC07211D1}"/>
                  </a:ext>
                </a:extLst>
              </p:cNvPr>
              <p:cNvSpPr txBox="1"/>
              <p:nvPr/>
            </p:nvSpPr>
            <p:spPr>
              <a:xfrm>
                <a:off x="9361936" y="3921625"/>
                <a:ext cx="277800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25B0632-51C5-CBF3-8D27-BB1EC07211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1936" y="3921625"/>
                <a:ext cx="2778005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86116898-F104-55EA-08B7-EFB9C43BA133}"/>
              </a:ext>
            </a:extLst>
          </p:cNvPr>
          <p:cNvSpPr txBox="1"/>
          <p:nvPr/>
        </p:nvSpPr>
        <p:spPr>
          <a:xfrm>
            <a:off x="9231556" y="3117273"/>
            <a:ext cx="31573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Find adjacent vertex with: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0A538E6-B34D-768B-58F3-D0CD0E8B6D80}"/>
                  </a:ext>
                </a:extLst>
              </p:cNvPr>
              <p:cNvSpPr txBox="1"/>
              <p:nvPr/>
            </p:nvSpPr>
            <p:spPr>
              <a:xfrm>
                <a:off x="10192581" y="4542050"/>
                <a:ext cx="1235338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,0,0)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0A538E6-B34D-768B-58F3-D0CD0E8B6D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581" y="4542050"/>
                <a:ext cx="1235338" cy="8066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D8CFAF73-A54C-CBF8-559E-E182ACC7E037}"/>
              </a:ext>
            </a:extLst>
          </p:cNvPr>
          <p:cNvSpPr txBox="1"/>
          <p:nvPr/>
        </p:nvSpPr>
        <p:spPr>
          <a:xfrm>
            <a:off x="9376445" y="5423100"/>
            <a:ext cx="27634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We Officially Lose Label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 </a:t>
            </a:r>
            <a:r>
              <a:rPr lang="en-US" sz="2400" dirty="0"/>
              <a:t>from Player 1’s </a:t>
            </a:r>
            <a:endParaRPr lang="en-US" sz="2400" dirty="0">
              <a:solidFill>
                <a:srgbClr val="064EA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C636A97-38D4-FA2C-53C7-D10104B03E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17238" y="2284763"/>
            <a:ext cx="3907688" cy="3641349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EA062C53-E0B1-69F9-8DB2-25FAAD473EC5}"/>
              </a:ext>
            </a:extLst>
          </p:cNvPr>
          <p:cNvSpPr/>
          <p:nvPr/>
        </p:nvSpPr>
        <p:spPr>
          <a:xfrm>
            <a:off x="7474127" y="4137069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2864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8BBB0-4F4B-3BA9-F5C6-BC3B2A2B6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C259BEE-02E6-C0F5-6939-5B54E8C94C9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0FCE59-A010-5188-3FE3-F76AA1E48EB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99850D1-50DB-FAD9-E639-5FE7009561EC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99850D1-50DB-FAD9-E639-5FE7009561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F358556B-77F2-CC59-1F57-4B3418260C93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B72029-4F5D-6ECF-E557-79A55A22F47A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6DB5C13-A934-AE79-C2AE-ADCBBDCEA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9F96D70-8F27-D2B6-33B4-58AD80049CD2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064EA1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D9EF9C0-9737-3F60-8FE0-34886CD74C2A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87AF23-36C9-608E-20DC-4CCB8170A201}"/>
              </a:ext>
            </a:extLst>
          </p:cNvPr>
          <p:cNvSpPr txBox="1"/>
          <p:nvPr/>
        </p:nvSpPr>
        <p:spPr>
          <a:xfrm>
            <a:off x="9428504" y="1798957"/>
            <a:ext cx="276349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Wait a minute…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We’re fully labeled!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There is a Nash equilibrium at when Player 1 chooses pure strategy </a:t>
            </a:r>
            <a:r>
              <a:rPr lang="en-US" sz="2400" b="1" dirty="0">
                <a:solidFill>
                  <a:srgbClr val="FF0000"/>
                </a:solidFill>
              </a:rPr>
              <a:t>1 </a:t>
            </a:r>
            <a:r>
              <a:rPr lang="en-US" sz="2400" dirty="0"/>
              <a:t>and Player 2 chooses pure strategy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endParaRPr lang="en-US" sz="2400" dirty="0"/>
          </a:p>
          <a:p>
            <a:pPr algn="ctr"/>
            <a:endParaRPr lang="en-US" sz="24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2E6B8B8-9F24-7F6C-63F6-2D9F6C48AB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7238" y="2284763"/>
            <a:ext cx="3907688" cy="3641349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FECB88C4-82F0-77EF-0C87-D2EBE6B63795}"/>
              </a:ext>
            </a:extLst>
          </p:cNvPr>
          <p:cNvSpPr/>
          <p:nvPr/>
        </p:nvSpPr>
        <p:spPr>
          <a:xfrm>
            <a:off x="7474127" y="4137069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1C8E309-AE74-E88D-18AE-56BDB63E2BE2}"/>
              </a:ext>
            </a:extLst>
          </p:cNvPr>
          <p:cNvSpPr/>
          <p:nvPr/>
        </p:nvSpPr>
        <p:spPr>
          <a:xfrm>
            <a:off x="2922447" y="409549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2996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83305-C153-3F96-26FA-B5522E78C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99376AE-B7F5-A175-878C-4E46C9C00E75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AEC4C38-FD8E-E36F-D03E-2CFF2A60357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7626E95-36AB-47B2-E544-0BAE4DF70674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7626E95-36AB-47B2-E544-0BAE4DF706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271CBAB-74AB-46C5-492E-79116229CD0D}"/>
              </a:ext>
            </a:extLst>
          </p:cNvPr>
          <p:cNvGraphicFramePr>
            <a:graphicFrameLocks noGrp="1"/>
          </p:cNvGraphicFramePr>
          <p:nvPr/>
        </p:nvGraphicFramePr>
        <p:xfrm>
          <a:off x="1003242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A3CD3E8F-E5E4-2B18-6136-83B698B27BFA}"/>
              </a:ext>
            </a:extLst>
          </p:cNvPr>
          <p:cNvSpPr txBox="1"/>
          <p:nvPr/>
        </p:nvSpPr>
        <p:spPr>
          <a:xfrm>
            <a:off x="8365516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66E56D-A5CD-3151-1075-713F5D5140EF}"/>
              </a:ext>
            </a:extLst>
          </p:cNvPr>
          <p:cNvSpPr txBox="1"/>
          <p:nvPr/>
        </p:nvSpPr>
        <p:spPr>
          <a:xfrm rot="16200000">
            <a:off x="-655727" y="440683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61F692-F58E-A8D5-F525-117B63491FAD}"/>
              </a:ext>
            </a:extLst>
          </p:cNvPr>
          <p:cNvSpPr txBox="1"/>
          <p:nvPr/>
        </p:nvSpPr>
        <p:spPr>
          <a:xfrm>
            <a:off x="538790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51021A-50F2-E60E-0AA1-D5C56701C14C}"/>
              </a:ext>
            </a:extLst>
          </p:cNvPr>
          <p:cNvSpPr txBox="1"/>
          <p:nvPr/>
        </p:nvSpPr>
        <p:spPr>
          <a:xfrm>
            <a:off x="538790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94ACC6-F8C1-EEDA-A95A-B344D9FD1A78}"/>
              </a:ext>
            </a:extLst>
          </p:cNvPr>
          <p:cNvSpPr txBox="1"/>
          <p:nvPr/>
        </p:nvSpPr>
        <p:spPr>
          <a:xfrm>
            <a:off x="538790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29A1AB-FCA4-3F86-B2BF-2A0079BEB4C3}"/>
              </a:ext>
            </a:extLst>
          </p:cNvPr>
          <p:cNvSpPr txBox="1"/>
          <p:nvPr/>
        </p:nvSpPr>
        <p:spPr>
          <a:xfrm>
            <a:off x="1543812" y="333505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714A118-D354-BBD4-E5CF-BF6C820C4B98}"/>
              </a:ext>
            </a:extLst>
          </p:cNvPr>
          <p:cNvSpPr txBox="1"/>
          <p:nvPr/>
        </p:nvSpPr>
        <p:spPr>
          <a:xfrm>
            <a:off x="315237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C74D9D7-D2F5-33DC-0557-1DFCF9AB2C19}"/>
              </a:ext>
            </a:extLst>
          </p:cNvPr>
          <p:cNvSpPr txBox="1"/>
          <p:nvPr/>
        </p:nvSpPr>
        <p:spPr>
          <a:xfrm>
            <a:off x="454901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F96CAC-ABDC-DBA8-2FF4-31610B971E5A}"/>
              </a:ext>
            </a:extLst>
          </p:cNvPr>
          <p:cNvSpPr txBox="1"/>
          <p:nvPr/>
        </p:nvSpPr>
        <p:spPr>
          <a:xfrm>
            <a:off x="942633" y="6166844"/>
            <a:ext cx="96760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*No strategies can be eliminated by strict dominance of pure strategies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69E3650F-6DB9-0B15-DFB3-2D590A5C5535}"/>
              </a:ext>
            </a:extLst>
          </p:cNvPr>
          <p:cNvGraphicFramePr>
            <a:graphicFrameLocks noGrp="1"/>
          </p:cNvGraphicFramePr>
          <p:nvPr/>
        </p:nvGraphicFramePr>
        <p:xfrm>
          <a:off x="6874558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E7288D29-FCCB-3CE3-B913-FD33839E4C16}"/>
              </a:ext>
            </a:extLst>
          </p:cNvPr>
          <p:cNvSpPr txBox="1"/>
          <p:nvPr/>
        </p:nvSpPr>
        <p:spPr>
          <a:xfrm>
            <a:off x="6379678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899543C-EEC5-7D8C-A0ED-53C857CBBE11}"/>
              </a:ext>
            </a:extLst>
          </p:cNvPr>
          <p:cNvSpPr txBox="1"/>
          <p:nvPr/>
        </p:nvSpPr>
        <p:spPr>
          <a:xfrm>
            <a:off x="6379678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66E2EB9-E689-DB2F-61C8-DA868316F51A}"/>
              </a:ext>
            </a:extLst>
          </p:cNvPr>
          <p:cNvSpPr txBox="1"/>
          <p:nvPr/>
        </p:nvSpPr>
        <p:spPr>
          <a:xfrm>
            <a:off x="6379678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255E5B1-5ED6-EDE4-F124-FF6E3818B8CC}"/>
              </a:ext>
            </a:extLst>
          </p:cNvPr>
          <p:cNvSpPr txBox="1"/>
          <p:nvPr/>
        </p:nvSpPr>
        <p:spPr>
          <a:xfrm>
            <a:off x="7437234" y="334658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55FEA2A-6161-BB5E-B887-A142AD1C7065}"/>
              </a:ext>
            </a:extLst>
          </p:cNvPr>
          <p:cNvSpPr txBox="1"/>
          <p:nvPr/>
        </p:nvSpPr>
        <p:spPr>
          <a:xfrm>
            <a:off x="904579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7E10ED8-5F47-3808-F649-73165817F479}"/>
              </a:ext>
            </a:extLst>
          </p:cNvPr>
          <p:cNvSpPr txBox="1"/>
          <p:nvPr/>
        </p:nvSpPr>
        <p:spPr>
          <a:xfrm>
            <a:off x="1044243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A421D0A-AECB-D48B-601F-FAB7E7F9B778}"/>
              </a:ext>
            </a:extLst>
          </p:cNvPr>
          <p:cNvSpPr txBox="1"/>
          <p:nvPr/>
        </p:nvSpPr>
        <p:spPr>
          <a:xfrm>
            <a:off x="2468633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AED7F2-2539-C1C4-5B7D-DA9EAA9B34D1}"/>
              </a:ext>
            </a:extLst>
          </p:cNvPr>
          <p:cNvSpPr txBox="1"/>
          <p:nvPr/>
        </p:nvSpPr>
        <p:spPr>
          <a:xfrm rot="16200000">
            <a:off x="5213463" y="4399074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E0C7F6C-7F0B-E929-E1C7-5319B5762187}"/>
              </a:ext>
            </a:extLst>
          </p:cNvPr>
          <p:cNvSpPr txBox="1"/>
          <p:nvPr/>
        </p:nvSpPr>
        <p:spPr>
          <a:xfrm>
            <a:off x="1144413" y="1896805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FA4427-93B2-BA7A-9BC9-AFDDB1D80AFD}"/>
              </a:ext>
            </a:extLst>
          </p:cNvPr>
          <p:cNvSpPr txBox="1"/>
          <p:nvPr/>
        </p:nvSpPr>
        <p:spPr>
          <a:xfrm>
            <a:off x="7082617" y="1896804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2D46C9D-4E44-139E-11BA-4E3477C2C93C}"/>
              </a:ext>
            </a:extLst>
          </p:cNvPr>
          <p:cNvSpPr/>
          <p:nvPr/>
        </p:nvSpPr>
        <p:spPr>
          <a:xfrm>
            <a:off x="990117" y="3886200"/>
            <a:ext cx="1594057" cy="612707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D73993-A8C6-BED1-C4D2-01E2AE5FD12B}"/>
              </a:ext>
            </a:extLst>
          </p:cNvPr>
          <p:cNvSpPr/>
          <p:nvPr/>
        </p:nvSpPr>
        <p:spPr>
          <a:xfrm>
            <a:off x="6879683" y="3891516"/>
            <a:ext cx="1578517" cy="612707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0166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2A7FD-8762-1BF7-6AF3-828B8A31F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23E6E82-74FE-512A-A463-B2E82FB11BD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8A945D-E31F-BE01-7D70-0778801DAE2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35C2318-C2C3-3B39-9DE5-C2DC07A3AE58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35C2318-C2C3-3B39-9DE5-C2DC07A3AE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7E3150B4-FD81-6DFE-5C5F-2F3BF1BBF1DE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07643D-562F-62E7-7C70-50C89A97DA6E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814064-DB42-090C-5AA2-848474672B87}"/>
              </a:ext>
            </a:extLst>
          </p:cNvPr>
          <p:cNvSpPr txBox="1"/>
          <p:nvPr/>
        </p:nvSpPr>
        <p:spPr>
          <a:xfrm>
            <a:off x="9428504" y="3736755"/>
            <a:ext cx="26335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Start with the pair of origin vertices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D8CA15A-F45C-B921-8EF2-8E494679C6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1C138E2-61F9-FE1C-9A83-22C06E2CD5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9751" y="2207947"/>
            <a:ext cx="3908753" cy="3787819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2B2405A2-6100-722D-B54C-849C77F3EAFA}"/>
              </a:ext>
            </a:extLst>
          </p:cNvPr>
          <p:cNvSpPr/>
          <p:nvPr/>
        </p:nvSpPr>
        <p:spPr>
          <a:xfrm>
            <a:off x="7295323" y="402534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3FE8887-BDD2-9A40-54EF-B07518ACF67E}"/>
              </a:ext>
            </a:extLst>
          </p:cNvPr>
          <p:cNvSpPr/>
          <p:nvPr/>
        </p:nvSpPr>
        <p:spPr>
          <a:xfrm>
            <a:off x="2708930" y="3916016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4AD54CB-E44D-201D-AA04-1AAD9D637844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21C0B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11FC850-5567-BA02-D0F8-8D4AA4F159FF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BDEECC-7796-988B-9DB5-79572A8EF248}"/>
              </a:ext>
            </a:extLst>
          </p:cNvPr>
          <p:cNvSpPr txBox="1"/>
          <p:nvPr/>
        </p:nvSpPr>
        <p:spPr>
          <a:xfrm>
            <a:off x="9428504" y="2824123"/>
            <a:ext cx="26335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Let’s try this again…</a:t>
            </a:r>
          </a:p>
        </p:txBody>
      </p:sp>
    </p:spTree>
    <p:extLst>
      <p:ext uri="{BB962C8B-B14F-4D97-AF65-F5344CB8AC3E}">
        <p14:creationId xmlns:p14="http://schemas.microsoft.com/office/powerpoint/2010/main" val="37203487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F73C2-FC65-099A-9E7C-4EF7E2639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B4E99DD-E932-CC85-CEB4-4C29DA3D065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2B3A80-3A9F-594C-F35F-705D262A6EA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4808F-409A-4DE8-01E5-1C789BE26668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4808F-409A-4DE8-01E5-1C789BE26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D68A6ECE-E3D7-8ECC-0513-9DE574E99171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D9D3C2-BB96-E8C4-4E91-480C25D3345E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E8CCE3-47FB-21CC-E358-1ACA76E2A72F}"/>
              </a:ext>
            </a:extLst>
          </p:cNvPr>
          <p:cNvSpPr txBox="1"/>
          <p:nvPr/>
        </p:nvSpPr>
        <p:spPr>
          <a:xfrm>
            <a:off x="9273209" y="3719181"/>
            <a:ext cx="291879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“Drop” Label </a:t>
            </a:r>
            <a:r>
              <a:rPr lang="en-US" sz="2400" b="1" dirty="0">
                <a:solidFill>
                  <a:srgbClr val="FF0000"/>
                </a:solidFill>
              </a:rPr>
              <a:t>2</a:t>
            </a:r>
            <a:r>
              <a:rPr lang="en-US" sz="2400" dirty="0"/>
              <a:t> from Player 1’s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B39214A-4339-3308-0F1A-6BAF35B180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C42291B-C79B-7AB4-3DC1-FA2FE2B84F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9751" y="2207947"/>
            <a:ext cx="3908753" cy="3787819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8A6F7C4A-5EB5-7345-F023-2EB73B75B7FC}"/>
              </a:ext>
            </a:extLst>
          </p:cNvPr>
          <p:cNvSpPr/>
          <p:nvPr/>
        </p:nvSpPr>
        <p:spPr>
          <a:xfrm>
            <a:off x="7295323" y="402534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CE87D6C-8EED-B7CF-F16E-EB3BE6FC3344}"/>
              </a:ext>
            </a:extLst>
          </p:cNvPr>
          <p:cNvSpPr/>
          <p:nvPr/>
        </p:nvSpPr>
        <p:spPr>
          <a:xfrm>
            <a:off x="2708930" y="3916016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7F8E757-1420-3ACC-9CBD-DB6650D56DB7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4B6E3D7-1BEF-3033-6DFE-A92A34D8AE86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004084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2D0F8-4546-0BF1-259E-656E8EC45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3A416EA-4F0A-8728-F695-0C664694F96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D70A53-3150-4AC5-4DCC-9CA3160382F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126BEC7-38C0-26AB-000B-863B70F5F455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126BEC7-38C0-26AB-000B-863B70F5F4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D79783A4-2BCD-7760-C5E0-473C4FFF0C66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08824-DACB-E856-F312-F7C730C8277B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A998D33-05B1-4480-00AF-10EBE8844F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77ABFBD8-CBA4-DB89-ED2D-98217D321DCE}"/>
              </a:ext>
            </a:extLst>
          </p:cNvPr>
          <p:cNvSpPr/>
          <p:nvPr/>
        </p:nvSpPr>
        <p:spPr>
          <a:xfrm>
            <a:off x="2708930" y="3916016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CC21EB-BB6B-6B83-EFB0-CD6878648428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CBA5A1-0B34-517E-F8A5-0D06FC0BD330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CC9A2A-7E7D-4EE9-485D-7EB4605AE45F}"/>
              </a:ext>
            </a:extLst>
          </p:cNvPr>
          <p:cNvSpPr txBox="1"/>
          <p:nvPr/>
        </p:nvSpPr>
        <p:spPr>
          <a:xfrm>
            <a:off x="9428504" y="1798957"/>
            <a:ext cx="27634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“Recover” Label </a:t>
            </a:r>
            <a:r>
              <a:rPr lang="en-US" sz="2400" b="1" dirty="0">
                <a:solidFill>
                  <a:srgbClr val="FF0000"/>
                </a:solidFill>
              </a:rPr>
              <a:t>2</a:t>
            </a:r>
            <a:r>
              <a:rPr lang="en-US" sz="2400" dirty="0"/>
              <a:t> using Player 2’s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755CE5F-2405-A218-7648-496683A022E7}"/>
                  </a:ext>
                </a:extLst>
              </p:cNvPr>
              <p:cNvSpPr txBox="1"/>
              <p:nvPr/>
            </p:nvSpPr>
            <p:spPr>
              <a:xfrm>
                <a:off x="9361936" y="3921625"/>
                <a:ext cx="277800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755CE5F-2405-A218-7648-496683A022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1936" y="3921625"/>
                <a:ext cx="2778005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11D80DA-34B3-4BF1-E5EC-CE0E954DADDA}"/>
              </a:ext>
            </a:extLst>
          </p:cNvPr>
          <p:cNvSpPr txBox="1"/>
          <p:nvPr/>
        </p:nvSpPr>
        <p:spPr>
          <a:xfrm>
            <a:off x="9231556" y="3117273"/>
            <a:ext cx="31573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Find adjacent vertex with: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28127F-B2E6-B374-70E3-C5DD6E1FF269}"/>
                  </a:ext>
                </a:extLst>
              </p:cNvPr>
              <p:cNvSpPr txBox="1"/>
              <p:nvPr/>
            </p:nvSpPr>
            <p:spPr>
              <a:xfrm>
                <a:off x="10192581" y="4542050"/>
                <a:ext cx="1295163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(0,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,0)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28127F-B2E6-B374-70E3-C5DD6E1FF2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581" y="4542050"/>
                <a:ext cx="1295163" cy="8066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CD96C823-39FA-9568-0C70-CA654993575A}"/>
              </a:ext>
            </a:extLst>
          </p:cNvPr>
          <p:cNvSpPr txBox="1"/>
          <p:nvPr/>
        </p:nvSpPr>
        <p:spPr>
          <a:xfrm>
            <a:off x="9376445" y="5423100"/>
            <a:ext cx="27634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Lose Label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endParaRPr lang="en-US" sz="2400" dirty="0">
              <a:solidFill>
                <a:srgbClr val="064EA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0B864F3-E6AC-4F14-6BFC-A3948258B4A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17238" y="2326625"/>
            <a:ext cx="3907688" cy="3557624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9A513078-1AF4-C21B-31E7-8477592EC904}"/>
              </a:ext>
            </a:extLst>
          </p:cNvPr>
          <p:cNvSpPr/>
          <p:nvPr/>
        </p:nvSpPr>
        <p:spPr>
          <a:xfrm>
            <a:off x="7049971" y="413706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9429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2C0BF-E86A-8D7F-2BC2-BA77F1052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7551488-4089-6D2A-D5C7-45B4ACBA8DC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68C66D-0013-3F89-71B0-C9CB0066196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6EC69D-1555-670A-3FA1-763391CAB2AE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6EC69D-1555-670A-3FA1-763391CAB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3F3717AF-673A-3E86-65A9-CB2AB2EACE8B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D55AA3-3424-FC86-372B-1264835D60E8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DCAEE75-676A-7E28-67E4-175A03BA24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9448ABA8-0E18-5D74-A0F6-BA21CCCA5657}"/>
              </a:ext>
            </a:extLst>
          </p:cNvPr>
          <p:cNvSpPr/>
          <p:nvPr/>
        </p:nvSpPr>
        <p:spPr>
          <a:xfrm>
            <a:off x="2708930" y="331966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14FA21-E139-5303-A816-E2B212E5D5B9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3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A8588AD-E188-A493-F9C6-CE5231E3E0B9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8D849F-440D-4956-ACFA-5F0E65ED7C52}"/>
              </a:ext>
            </a:extLst>
          </p:cNvPr>
          <p:cNvSpPr txBox="1"/>
          <p:nvPr/>
        </p:nvSpPr>
        <p:spPr>
          <a:xfrm>
            <a:off x="9428504" y="1798957"/>
            <a:ext cx="27634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“Recover” Label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dirty="0"/>
              <a:t> using Player 1’s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37CCAD9-4DD9-16A9-4A30-E0C331392EF3}"/>
                  </a:ext>
                </a:extLst>
              </p:cNvPr>
              <p:cNvSpPr txBox="1"/>
              <p:nvPr/>
            </p:nvSpPr>
            <p:spPr>
              <a:xfrm>
                <a:off x="9361936" y="3921625"/>
                <a:ext cx="257923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37CCAD9-4DD9-16A9-4A30-E0C331392E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1936" y="3921625"/>
                <a:ext cx="2579232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B3D77F7D-A927-89BC-6565-B7F9C863109D}"/>
              </a:ext>
            </a:extLst>
          </p:cNvPr>
          <p:cNvSpPr txBox="1"/>
          <p:nvPr/>
        </p:nvSpPr>
        <p:spPr>
          <a:xfrm>
            <a:off x="9231556" y="3117273"/>
            <a:ext cx="31573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Find adjacent vertex with: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9C84A91-C3DF-FFB8-2B94-08014C3DE5B1}"/>
                  </a:ext>
                </a:extLst>
              </p:cNvPr>
              <p:cNvSpPr txBox="1"/>
              <p:nvPr/>
            </p:nvSpPr>
            <p:spPr>
              <a:xfrm>
                <a:off x="10192581" y="4542050"/>
                <a:ext cx="1295163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(0,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,0)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9C84A91-C3DF-FFB8-2B94-08014C3DE5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581" y="4542050"/>
                <a:ext cx="1295163" cy="80945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E55A7FDC-6402-4405-9CAC-779BB2B60E4B}"/>
              </a:ext>
            </a:extLst>
          </p:cNvPr>
          <p:cNvSpPr txBox="1"/>
          <p:nvPr/>
        </p:nvSpPr>
        <p:spPr>
          <a:xfrm>
            <a:off x="9361936" y="5491628"/>
            <a:ext cx="27634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Lose Label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endParaRPr lang="en-US" sz="2400" dirty="0">
              <a:solidFill>
                <a:srgbClr val="064EA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714303A-C05D-DCE3-0C2A-FCD2FDBA129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17238" y="2326625"/>
            <a:ext cx="3907688" cy="3557624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B4F7983B-C3AC-CE7D-7D38-6BAB5D3847DB}"/>
              </a:ext>
            </a:extLst>
          </p:cNvPr>
          <p:cNvSpPr/>
          <p:nvPr/>
        </p:nvSpPr>
        <p:spPr>
          <a:xfrm>
            <a:off x="7049971" y="413706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9174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3D70E-C18B-B601-AD5F-9F2FF8D27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EE442B6-3F8B-0163-ED05-39E0F1866DE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DC97A6-6A4B-6598-CDE9-AED0241A92F5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40DF839-E3E8-800E-A4EA-0DEF42B359CD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40DF839-E3E8-800E-A4EA-0DEF42B359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732DAB1-9DE6-EFF8-A5C3-2EA6B01B10EB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154213-BFE5-A5CA-3478-90907F00FB42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62CFC57-D59F-858E-62C5-857EED3E72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13" y="2243416"/>
            <a:ext cx="3692757" cy="3641349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A33770D8-E050-F797-5798-B5E6CECA1A31}"/>
              </a:ext>
            </a:extLst>
          </p:cNvPr>
          <p:cNvSpPr/>
          <p:nvPr/>
        </p:nvSpPr>
        <p:spPr>
          <a:xfrm>
            <a:off x="2708930" y="331966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CF2536-0F1A-E43E-3FCA-80408836E136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3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B6BDF94-79BB-A365-D489-F8E9B53460F3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07B731-2044-22B0-5AE4-7BB754743608}"/>
              </a:ext>
            </a:extLst>
          </p:cNvPr>
          <p:cNvSpPr txBox="1"/>
          <p:nvPr/>
        </p:nvSpPr>
        <p:spPr>
          <a:xfrm>
            <a:off x="9428504" y="1804674"/>
            <a:ext cx="276349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We are fully labeled again and have thus found another Nash equilibrium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A6EC6EB-BB34-E4F2-55FD-9276345B14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17238" y="2326625"/>
            <a:ext cx="3907688" cy="3557624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4A87395E-0C87-DAE7-9B64-C4BF5DE44E14}"/>
              </a:ext>
            </a:extLst>
          </p:cNvPr>
          <p:cNvSpPr/>
          <p:nvPr/>
        </p:nvSpPr>
        <p:spPr>
          <a:xfrm>
            <a:off x="7049971" y="413706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C418A7-614C-E041-2EDB-EE66DA0012BD}"/>
              </a:ext>
            </a:extLst>
          </p:cNvPr>
          <p:cNvSpPr txBox="1"/>
          <p:nvPr/>
        </p:nvSpPr>
        <p:spPr>
          <a:xfrm>
            <a:off x="9456110" y="3580179"/>
            <a:ext cx="2708283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There is another Nash equilibrium at when Player 1 chooses pure strategy </a:t>
            </a:r>
            <a:r>
              <a:rPr lang="en-US" sz="2400" b="1" dirty="0">
                <a:solidFill>
                  <a:srgbClr val="FF0000"/>
                </a:solidFill>
              </a:rPr>
              <a:t>2 </a:t>
            </a:r>
            <a:r>
              <a:rPr lang="en-US" sz="2400" dirty="0"/>
              <a:t>and Player 2 chooses pure strategy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762592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6DD1C-266B-D907-47E8-6CD9B3C40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D6E0766-AB8A-B100-1893-AA0084227A6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29C7BD-A91A-4A9E-5F83-737BCA31D6A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1F8C484-F4B7-A1C2-E74B-CBE8BDCB6E1A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1F8C484-F4B7-A1C2-E74B-CBE8BDCB6E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BA22572-E4FD-9A56-3E1B-8CE123B07A7E}"/>
              </a:ext>
            </a:extLst>
          </p:cNvPr>
          <p:cNvGraphicFramePr>
            <a:graphicFrameLocks noGrp="1"/>
          </p:cNvGraphicFramePr>
          <p:nvPr/>
        </p:nvGraphicFramePr>
        <p:xfrm>
          <a:off x="1003242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02267359-D9FE-1C29-9BC6-A3FCD44BDB80}"/>
              </a:ext>
            </a:extLst>
          </p:cNvPr>
          <p:cNvSpPr txBox="1"/>
          <p:nvPr/>
        </p:nvSpPr>
        <p:spPr>
          <a:xfrm>
            <a:off x="8365516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D4C617-0AAE-B8BE-5759-B575D882E23F}"/>
              </a:ext>
            </a:extLst>
          </p:cNvPr>
          <p:cNvSpPr txBox="1"/>
          <p:nvPr/>
        </p:nvSpPr>
        <p:spPr>
          <a:xfrm rot="16200000">
            <a:off x="-655727" y="440683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5795B9-80E6-68F4-12EF-5F938D086485}"/>
              </a:ext>
            </a:extLst>
          </p:cNvPr>
          <p:cNvSpPr txBox="1"/>
          <p:nvPr/>
        </p:nvSpPr>
        <p:spPr>
          <a:xfrm>
            <a:off x="538790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41487F-10F1-CE2D-7E65-CC2EFBE6612C}"/>
              </a:ext>
            </a:extLst>
          </p:cNvPr>
          <p:cNvSpPr txBox="1"/>
          <p:nvPr/>
        </p:nvSpPr>
        <p:spPr>
          <a:xfrm>
            <a:off x="538790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AA9468-B740-F876-6E0A-00D3E063E50D}"/>
              </a:ext>
            </a:extLst>
          </p:cNvPr>
          <p:cNvSpPr txBox="1"/>
          <p:nvPr/>
        </p:nvSpPr>
        <p:spPr>
          <a:xfrm>
            <a:off x="538790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A6851F-3352-DE97-8713-F7D5BAEB9B83}"/>
              </a:ext>
            </a:extLst>
          </p:cNvPr>
          <p:cNvSpPr txBox="1"/>
          <p:nvPr/>
        </p:nvSpPr>
        <p:spPr>
          <a:xfrm>
            <a:off x="1543812" y="333505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A45AC6-F25E-33F9-C339-09DA2FFAD9F0}"/>
              </a:ext>
            </a:extLst>
          </p:cNvPr>
          <p:cNvSpPr txBox="1"/>
          <p:nvPr/>
        </p:nvSpPr>
        <p:spPr>
          <a:xfrm>
            <a:off x="315237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F34DD69-9EAB-762C-6E8B-0E44DD6D4BE8}"/>
              </a:ext>
            </a:extLst>
          </p:cNvPr>
          <p:cNvSpPr txBox="1"/>
          <p:nvPr/>
        </p:nvSpPr>
        <p:spPr>
          <a:xfrm>
            <a:off x="454901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514DB9-E6D8-8554-9345-B2B501651B4E}"/>
              </a:ext>
            </a:extLst>
          </p:cNvPr>
          <p:cNvSpPr txBox="1"/>
          <p:nvPr/>
        </p:nvSpPr>
        <p:spPr>
          <a:xfrm>
            <a:off x="942633" y="6166844"/>
            <a:ext cx="96760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*No strategies can be eliminated by strict dominance of pure strategies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6BCB2956-16B2-5F2E-800E-2510EA5C2BAE}"/>
              </a:ext>
            </a:extLst>
          </p:cNvPr>
          <p:cNvGraphicFramePr>
            <a:graphicFrameLocks noGrp="1"/>
          </p:cNvGraphicFramePr>
          <p:nvPr/>
        </p:nvGraphicFramePr>
        <p:xfrm>
          <a:off x="6874558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2FD6BAA2-9FFD-F0FB-AC39-83427E46A049}"/>
              </a:ext>
            </a:extLst>
          </p:cNvPr>
          <p:cNvSpPr txBox="1"/>
          <p:nvPr/>
        </p:nvSpPr>
        <p:spPr>
          <a:xfrm>
            <a:off x="6379678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51AC3CA-208B-6CCB-44FB-B03AD685FEDD}"/>
              </a:ext>
            </a:extLst>
          </p:cNvPr>
          <p:cNvSpPr txBox="1"/>
          <p:nvPr/>
        </p:nvSpPr>
        <p:spPr>
          <a:xfrm>
            <a:off x="6379678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1C75020-3B84-ECD1-9EEE-4C703DACE208}"/>
              </a:ext>
            </a:extLst>
          </p:cNvPr>
          <p:cNvSpPr txBox="1"/>
          <p:nvPr/>
        </p:nvSpPr>
        <p:spPr>
          <a:xfrm>
            <a:off x="6379678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3E173B1-66F6-47F7-AD44-E795081D178E}"/>
              </a:ext>
            </a:extLst>
          </p:cNvPr>
          <p:cNvSpPr txBox="1"/>
          <p:nvPr/>
        </p:nvSpPr>
        <p:spPr>
          <a:xfrm>
            <a:off x="7437234" y="334658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57E7A0B-A734-9AEE-B451-14473B1FB4B2}"/>
              </a:ext>
            </a:extLst>
          </p:cNvPr>
          <p:cNvSpPr txBox="1"/>
          <p:nvPr/>
        </p:nvSpPr>
        <p:spPr>
          <a:xfrm>
            <a:off x="904579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093099A-9FCA-584D-29F7-77FF184239E4}"/>
              </a:ext>
            </a:extLst>
          </p:cNvPr>
          <p:cNvSpPr txBox="1"/>
          <p:nvPr/>
        </p:nvSpPr>
        <p:spPr>
          <a:xfrm>
            <a:off x="1044243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8747C6A-A64E-BD0A-C693-FD64468CFB7D}"/>
              </a:ext>
            </a:extLst>
          </p:cNvPr>
          <p:cNvSpPr txBox="1"/>
          <p:nvPr/>
        </p:nvSpPr>
        <p:spPr>
          <a:xfrm>
            <a:off x="2468633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DC6F45C-014E-1EE7-153B-0F37745A0D17}"/>
              </a:ext>
            </a:extLst>
          </p:cNvPr>
          <p:cNvSpPr txBox="1"/>
          <p:nvPr/>
        </p:nvSpPr>
        <p:spPr>
          <a:xfrm rot="16200000">
            <a:off x="5213463" y="4399074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28E8B50-667A-ACE4-D620-775881BCDA27}"/>
              </a:ext>
            </a:extLst>
          </p:cNvPr>
          <p:cNvSpPr txBox="1"/>
          <p:nvPr/>
        </p:nvSpPr>
        <p:spPr>
          <a:xfrm>
            <a:off x="1144413" y="1896805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20A461-0E14-5B0D-12ED-9C65FE48891B}"/>
              </a:ext>
            </a:extLst>
          </p:cNvPr>
          <p:cNvSpPr txBox="1"/>
          <p:nvPr/>
        </p:nvSpPr>
        <p:spPr>
          <a:xfrm>
            <a:off x="7082617" y="1896804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AD1A67-AED1-7AE6-BEDA-AC16C2CC7FAB}"/>
              </a:ext>
            </a:extLst>
          </p:cNvPr>
          <p:cNvSpPr/>
          <p:nvPr/>
        </p:nvSpPr>
        <p:spPr>
          <a:xfrm>
            <a:off x="2587571" y="4508846"/>
            <a:ext cx="1527230" cy="612707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4AADA6-F3F4-8A28-C4CE-3E989AD8E2FF}"/>
              </a:ext>
            </a:extLst>
          </p:cNvPr>
          <p:cNvSpPr/>
          <p:nvPr/>
        </p:nvSpPr>
        <p:spPr>
          <a:xfrm>
            <a:off x="8458200" y="4508846"/>
            <a:ext cx="1570383" cy="643777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5803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8D642-4421-6752-BF31-2411E4F83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5E8DCF3-930F-46ED-C035-ED7B8A33FD7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017E590-BECC-546E-89C2-12214CCB89F0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BEE0E8C-E93E-C5B0-D8FD-A421E0B3AE2C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BEE0E8C-E93E-C5B0-D8FD-A421E0B3A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D5427D0-EEC7-57CC-9308-A73AD4F834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084897"/>
              </p:ext>
            </p:extLst>
          </p:nvPr>
        </p:nvGraphicFramePr>
        <p:xfrm>
          <a:off x="1130581" y="4760844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1EC724B5-CB03-0BC3-B5F0-BFAF59DFB200}"/>
              </a:ext>
            </a:extLst>
          </p:cNvPr>
          <p:cNvSpPr txBox="1"/>
          <p:nvPr/>
        </p:nvSpPr>
        <p:spPr>
          <a:xfrm>
            <a:off x="666129" y="478877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438E95-E631-A7F8-8CBC-F97D2FA760B9}"/>
              </a:ext>
            </a:extLst>
          </p:cNvPr>
          <p:cNvSpPr txBox="1"/>
          <p:nvPr/>
        </p:nvSpPr>
        <p:spPr>
          <a:xfrm>
            <a:off x="666129" y="538349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C5388E-3D92-6C4C-027D-B6EB679B2857}"/>
              </a:ext>
            </a:extLst>
          </p:cNvPr>
          <p:cNvSpPr txBox="1"/>
          <p:nvPr/>
        </p:nvSpPr>
        <p:spPr>
          <a:xfrm>
            <a:off x="666129" y="601748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9B16C7-416F-9B52-CD99-900073315AFE}"/>
              </a:ext>
            </a:extLst>
          </p:cNvPr>
          <p:cNvSpPr txBox="1"/>
          <p:nvPr/>
        </p:nvSpPr>
        <p:spPr>
          <a:xfrm>
            <a:off x="1671151" y="4209694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3D32B5-47C4-F540-915A-4E560FCC2C20}"/>
              </a:ext>
            </a:extLst>
          </p:cNvPr>
          <p:cNvSpPr txBox="1"/>
          <p:nvPr/>
        </p:nvSpPr>
        <p:spPr>
          <a:xfrm>
            <a:off x="3279712" y="42040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9E4D3ED-2F02-534E-59EA-49770859951F}"/>
              </a:ext>
            </a:extLst>
          </p:cNvPr>
          <p:cNvSpPr txBox="1"/>
          <p:nvPr/>
        </p:nvSpPr>
        <p:spPr>
          <a:xfrm>
            <a:off x="4676352" y="42040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69017A7D-AD3F-DF3C-2497-53945E0BEE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0036569"/>
              </p:ext>
            </p:extLst>
          </p:nvPr>
        </p:nvGraphicFramePr>
        <p:xfrm>
          <a:off x="7001897" y="4760844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A5910034-E05E-5BE1-AC33-D2146BEA4B33}"/>
              </a:ext>
            </a:extLst>
          </p:cNvPr>
          <p:cNvSpPr txBox="1"/>
          <p:nvPr/>
        </p:nvSpPr>
        <p:spPr>
          <a:xfrm>
            <a:off x="6507017" y="478877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AA1D46-6917-E115-6501-CB1C9FFD24BF}"/>
              </a:ext>
            </a:extLst>
          </p:cNvPr>
          <p:cNvSpPr txBox="1"/>
          <p:nvPr/>
        </p:nvSpPr>
        <p:spPr>
          <a:xfrm>
            <a:off x="6507017" y="538349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5AA112F-F112-0B5D-94C0-B88A6D43F59B}"/>
              </a:ext>
            </a:extLst>
          </p:cNvPr>
          <p:cNvSpPr txBox="1"/>
          <p:nvPr/>
        </p:nvSpPr>
        <p:spPr>
          <a:xfrm>
            <a:off x="6507017" y="601748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9E0208E-DA2D-0A30-D62D-7D5CE0C6F54A}"/>
              </a:ext>
            </a:extLst>
          </p:cNvPr>
          <p:cNvSpPr txBox="1"/>
          <p:nvPr/>
        </p:nvSpPr>
        <p:spPr>
          <a:xfrm>
            <a:off x="7564573" y="422122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3C08AD7-C70C-E05E-876C-D349B4D93F9E}"/>
              </a:ext>
            </a:extLst>
          </p:cNvPr>
          <p:cNvSpPr txBox="1"/>
          <p:nvPr/>
        </p:nvSpPr>
        <p:spPr>
          <a:xfrm>
            <a:off x="9173134" y="421553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6FE301-36B7-181C-02AA-A31D194B6181}"/>
              </a:ext>
            </a:extLst>
          </p:cNvPr>
          <p:cNvSpPr txBox="1"/>
          <p:nvPr/>
        </p:nvSpPr>
        <p:spPr>
          <a:xfrm>
            <a:off x="10569774" y="421553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2E6F9AB-0AAB-32C3-EDC2-F006190C294D}"/>
                  </a:ext>
                </a:extLst>
              </p:cNvPr>
              <p:cNvSpPr txBox="1"/>
              <p:nvPr/>
            </p:nvSpPr>
            <p:spPr>
              <a:xfrm>
                <a:off x="324274" y="1822520"/>
                <a:ext cx="6107594" cy="22978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2400" dirty="0"/>
                  <a:t>There are also Nash equilibria at </a:t>
                </a:r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en-US" sz="24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sz="24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2E6F9AB-0AAB-32C3-EDC2-F006190C29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274" y="1822520"/>
                <a:ext cx="6107594" cy="2297873"/>
              </a:xfrm>
              <a:prstGeom prst="rect">
                <a:avLst/>
              </a:prstGeom>
              <a:blipFill>
                <a:blip r:embed="rId4"/>
                <a:stretch>
                  <a:fillRect l="-1497" t="-2122" b="-7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90076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EFFF1-F387-E5C8-4238-8D5FC1707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1F9D220-50EF-DE02-3689-1046284991E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A34C21-84AB-C5DC-92AD-53934908ABD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9B2C8F-B4AD-451A-77B6-8FFD02A030B0}"/>
              </a:ext>
            </a:extLst>
          </p:cNvPr>
          <p:cNvSpPr txBox="1"/>
          <p:nvPr/>
        </p:nvSpPr>
        <p:spPr>
          <a:xfrm>
            <a:off x="2470720" y="113006"/>
            <a:ext cx="78018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Best Response Polytopes with Negative Expectation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BD7361A-DB26-C42D-4F99-10796E33691E}"/>
                  </a:ext>
                </a:extLst>
              </p:cNvPr>
              <p:cNvSpPr txBox="1"/>
              <p:nvPr/>
            </p:nvSpPr>
            <p:spPr>
              <a:xfrm>
                <a:off x="1655872" y="1762379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sz="28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800" b="1" dirty="0"/>
                  <a:t> </a:t>
                </a:r>
                <a:r>
                  <a:rPr lang="en-US" sz="2800" dirty="0"/>
                  <a:t>is a probability vector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BD7361A-DB26-C42D-4F99-10796E3369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5872" y="1762379"/>
                <a:ext cx="9431594" cy="523220"/>
              </a:xfrm>
              <a:prstGeom prst="rect">
                <a:avLst/>
              </a:prstGeom>
              <a:blipFill>
                <a:blip r:embed="rId3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BEA7E5E-E520-04AD-B759-F437E7F180C1}"/>
                  </a:ext>
                </a:extLst>
              </p:cNvPr>
              <p:cNvSpPr txBox="1"/>
              <p:nvPr/>
            </p:nvSpPr>
            <p:spPr>
              <a:xfrm>
                <a:off x="1655872" y="2317590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l-G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sz="28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800" b="1" dirty="0"/>
                  <a:t> </a:t>
                </a:r>
                <a:r>
                  <a:rPr lang="en-US" sz="2800" dirty="0"/>
                  <a:t>is a probability vector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BEA7E5E-E520-04AD-B759-F437E7F180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5872" y="2317590"/>
                <a:ext cx="9431594" cy="523220"/>
              </a:xfrm>
              <a:prstGeom prst="rect">
                <a:avLst/>
              </a:prstGeom>
              <a:blipFill>
                <a:blip r:embed="rId4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866290-4B54-3B7E-1251-11822166E6D4}"/>
                  </a:ext>
                </a:extLst>
              </p:cNvPr>
              <p:cNvSpPr txBox="1"/>
              <p:nvPr/>
            </p:nvSpPr>
            <p:spPr>
              <a:xfrm>
                <a:off x="7019919" y="3086616"/>
                <a:ext cx="349749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I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</m:t>
                    </m:r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 are positive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866290-4B54-3B7E-1251-11822166E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9919" y="3086616"/>
                <a:ext cx="3497495" cy="461665"/>
              </a:xfrm>
              <a:prstGeom prst="rect">
                <a:avLst/>
              </a:prstGeom>
              <a:blipFill>
                <a:blip r:embed="rId5"/>
                <a:stretch>
                  <a:fillRect t="-10526" r="-2618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B1D9016-91AD-BC04-33DD-BB5B42696EA2}"/>
                  </a:ext>
                </a:extLst>
              </p:cNvPr>
              <p:cNvSpPr txBox="1"/>
              <p:nvPr/>
            </p:nvSpPr>
            <p:spPr>
              <a:xfrm>
                <a:off x="4019210" y="3978376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B1D9016-91AD-BC04-33DD-BB5B42696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9210" y="3978376"/>
                <a:ext cx="9431594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F44735C-6185-2B8B-1548-EE779962193E}"/>
                  </a:ext>
                </a:extLst>
              </p:cNvPr>
              <p:cNvSpPr txBox="1"/>
              <p:nvPr/>
            </p:nvSpPr>
            <p:spPr>
              <a:xfrm>
                <a:off x="4019210" y="4537359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           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F44735C-6185-2B8B-1548-EE77996219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9210" y="4537359"/>
                <a:ext cx="9431594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Arrow: Down 4">
            <a:extLst>
              <a:ext uri="{FF2B5EF4-FFF2-40B4-BE49-F238E27FC236}">
                <a16:creationId xmlns:a16="http://schemas.microsoft.com/office/drawing/2014/main" id="{ED20C04E-27F3-6C57-C5B1-0EEE6BCCEDDE}"/>
              </a:ext>
            </a:extLst>
          </p:cNvPr>
          <p:cNvSpPr/>
          <p:nvPr/>
        </p:nvSpPr>
        <p:spPr>
          <a:xfrm>
            <a:off x="7019919" y="2872801"/>
            <a:ext cx="605642" cy="1069812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8731C5EC-36BD-4246-B437-19BF134EF0D7}"/>
              </a:ext>
            </a:extLst>
          </p:cNvPr>
          <p:cNvSpPr/>
          <p:nvPr/>
        </p:nvSpPr>
        <p:spPr>
          <a:xfrm>
            <a:off x="3413568" y="2872802"/>
            <a:ext cx="605642" cy="2283758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3DC9D3C-7446-7E33-A49E-60F46E1F8146}"/>
                  </a:ext>
                </a:extLst>
              </p:cNvPr>
              <p:cNvSpPr txBox="1"/>
              <p:nvPr/>
            </p:nvSpPr>
            <p:spPr>
              <a:xfrm>
                <a:off x="-1302229" y="5402366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3DC9D3C-7446-7E33-A49E-60F46E1F81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02229" y="5402366"/>
                <a:ext cx="9431594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D406E7F-C302-4109-A06D-9553A289DFC6}"/>
                  </a:ext>
                </a:extLst>
              </p:cNvPr>
              <p:cNvSpPr txBox="1"/>
              <p:nvPr/>
            </p:nvSpPr>
            <p:spPr>
              <a:xfrm>
                <a:off x="-1302229" y="5961349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           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D406E7F-C302-4109-A06D-9553A289DF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02229" y="5961349"/>
                <a:ext cx="9431594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EA89869-E573-E4C4-3C86-643229DF63DA}"/>
                  </a:ext>
                </a:extLst>
              </p:cNvPr>
              <p:cNvSpPr txBox="1"/>
              <p:nvPr/>
            </p:nvSpPr>
            <p:spPr>
              <a:xfrm>
                <a:off x="0" y="3560138"/>
                <a:ext cx="36274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I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</m:t>
                    </m:r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 are negative 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EA89869-E573-E4C4-3C86-643229DF63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560138"/>
                <a:ext cx="3627487" cy="461665"/>
              </a:xfrm>
              <a:prstGeom prst="rect">
                <a:avLst/>
              </a:prstGeom>
              <a:blipFill>
                <a:blip r:embed="rId10"/>
                <a:stretch>
                  <a:fillRect t="-10526" r="-840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95562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1B334-EA4B-C5A3-66C0-338FD2C50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93F671F-014F-C133-B21F-55E15083C0A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503C85-67CA-90CB-1177-FE7D8500F37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C377B4D-D30F-B2AF-CABC-3D938B005D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" y="1714373"/>
            <a:ext cx="5675609" cy="267747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394254A-D462-60A7-50FC-DB4D52C94521}"/>
              </a:ext>
            </a:extLst>
          </p:cNvPr>
          <p:cNvSpPr txBox="1"/>
          <p:nvPr/>
        </p:nvSpPr>
        <p:spPr>
          <a:xfrm>
            <a:off x="16722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3574AE-06DF-E2D9-4E0C-E29BB34C8BFF}"/>
              </a:ext>
            </a:extLst>
          </p:cNvPr>
          <p:cNvSpPr txBox="1"/>
          <p:nvPr/>
        </p:nvSpPr>
        <p:spPr>
          <a:xfrm>
            <a:off x="29676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2AFA7E-69A1-1F8B-053E-67623C41153C}"/>
              </a:ext>
            </a:extLst>
          </p:cNvPr>
          <p:cNvSpPr txBox="1"/>
          <p:nvPr/>
        </p:nvSpPr>
        <p:spPr>
          <a:xfrm>
            <a:off x="4263087" y="265265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CDBD62-DCA4-C5F8-E50B-824C66F2AB6F}"/>
              </a:ext>
            </a:extLst>
          </p:cNvPr>
          <p:cNvSpPr txBox="1"/>
          <p:nvPr/>
        </p:nvSpPr>
        <p:spPr>
          <a:xfrm>
            <a:off x="16722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ED24CC-8E17-68EE-74B4-B17349E02486}"/>
              </a:ext>
            </a:extLst>
          </p:cNvPr>
          <p:cNvSpPr txBox="1"/>
          <p:nvPr/>
        </p:nvSpPr>
        <p:spPr>
          <a:xfrm>
            <a:off x="29676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A04170-8D31-7496-3A1A-B76285BEE7B8}"/>
              </a:ext>
            </a:extLst>
          </p:cNvPr>
          <p:cNvSpPr txBox="1"/>
          <p:nvPr/>
        </p:nvSpPr>
        <p:spPr>
          <a:xfrm>
            <a:off x="4263087" y="328512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BA07F0-85B5-8D4D-32D6-7794B15D2EE2}"/>
              </a:ext>
            </a:extLst>
          </p:cNvPr>
          <p:cNvSpPr txBox="1"/>
          <p:nvPr/>
        </p:nvSpPr>
        <p:spPr>
          <a:xfrm>
            <a:off x="16722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36E7EA-E620-C9CC-280A-E995CAFB91AB}"/>
              </a:ext>
            </a:extLst>
          </p:cNvPr>
          <p:cNvSpPr txBox="1"/>
          <p:nvPr/>
        </p:nvSpPr>
        <p:spPr>
          <a:xfrm>
            <a:off x="29676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648B3E1-4059-6BC2-6714-2EF7F84661CF}"/>
              </a:ext>
            </a:extLst>
          </p:cNvPr>
          <p:cNvSpPr txBox="1"/>
          <p:nvPr/>
        </p:nvSpPr>
        <p:spPr>
          <a:xfrm>
            <a:off x="4263087" y="266753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ADDF74C-7AD1-695C-D53A-08649C1213CF}"/>
              </a:ext>
            </a:extLst>
          </p:cNvPr>
          <p:cNvSpPr txBox="1"/>
          <p:nvPr/>
        </p:nvSpPr>
        <p:spPr>
          <a:xfrm>
            <a:off x="16722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60DF1C-FF5C-667C-DF17-7A9425683F85}"/>
              </a:ext>
            </a:extLst>
          </p:cNvPr>
          <p:cNvSpPr txBox="1"/>
          <p:nvPr/>
        </p:nvSpPr>
        <p:spPr>
          <a:xfrm>
            <a:off x="29676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BF6706C-5D9F-01B2-3AD8-1DFD7D1308B9}"/>
              </a:ext>
            </a:extLst>
          </p:cNvPr>
          <p:cNvSpPr txBox="1"/>
          <p:nvPr/>
        </p:nvSpPr>
        <p:spPr>
          <a:xfrm>
            <a:off x="4263087" y="331014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51B559-A217-BBB6-8971-80F5A48A92A3}"/>
              </a:ext>
            </a:extLst>
          </p:cNvPr>
          <p:cNvSpPr txBox="1"/>
          <p:nvPr/>
        </p:nvSpPr>
        <p:spPr>
          <a:xfrm>
            <a:off x="0" y="4456577"/>
            <a:ext cx="527500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Expectation value lines bounding our polytope: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5210D89-D07A-7509-C57D-574FF69A972F}"/>
                  </a:ext>
                </a:extLst>
              </p:cNvPr>
              <p:cNvSpPr txBox="1"/>
              <p:nvPr/>
            </p:nvSpPr>
            <p:spPr>
              <a:xfrm>
                <a:off x="1667371" y="5302393"/>
                <a:ext cx="224042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5210D89-D07A-7509-C57D-574FF69A9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7371" y="5302393"/>
                <a:ext cx="2240422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1D8D6E8-4F37-8BC0-9B4F-588B1C5D7BB9}"/>
                  </a:ext>
                </a:extLst>
              </p:cNvPr>
              <p:cNvSpPr txBox="1"/>
              <p:nvPr/>
            </p:nvSpPr>
            <p:spPr>
              <a:xfrm>
                <a:off x="1933470" y="5864753"/>
                <a:ext cx="197432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1D8D6E8-4F37-8BC0-9B4F-588B1C5D7B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3470" y="5864753"/>
                <a:ext cx="1974323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25DD432-5F8D-6346-80A8-D3E69427901C}"/>
                  </a:ext>
                </a:extLst>
              </p:cNvPr>
              <p:cNvSpPr txBox="1"/>
              <p:nvPr/>
            </p:nvSpPr>
            <p:spPr>
              <a:xfrm>
                <a:off x="1667371" y="6427113"/>
                <a:ext cx="232057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25DD432-5F8D-6346-80A8-D3E694279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7371" y="6427113"/>
                <a:ext cx="2320572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7C33B699-8592-BEFC-0272-124E70AE659D}"/>
              </a:ext>
            </a:extLst>
          </p:cNvPr>
          <p:cNvSpPr txBox="1"/>
          <p:nvPr/>
        </p:nvSpPr>
        <p:spPr>
          <a:xfrm>
            <a:off x="3576809" y="422237"/>
            <a:ext cx="49298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Back to the Example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56EF2A01-54E6-9DFD-F42B-940A074B6C8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1477" y="1887243"/>
            <a:ext cx="4298597" cy="4221640"/>
          </a:xfrm>
          <a:prstGeom prst="rect">
            <a:avLst/>
          </a:prstGeom>
        </p:spPr>
      </p:pic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9D83585-8B6C-D25F-3B32-CADC7248B170}"/>
              </a:ext>
            </a:extLst>
          </p:cNvPr>
          <p:cNvCxnSpPr>
            <a:cxnSpLocks/>
          </p:cNvCxnSpPr>
          <p:nvPr/>
        </p:nvCxnSpPr>
        <p:spPr>
          <a:xfrm>
            <a:off x="4022360" y="5515950"/>
            <a:ext cx="854765" cy="0"/>
          </a:xfrm>
          <a:prstGeom prst="line">
            <a:avLst/>
          </a:prstGeom>
          <a:ln w="57150">
            <a:solidFill>
              <a:srgbClr val="D267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A25718D-BA9A-C11F-939B-8E9B4221009C}"/>
              </a:ext>
            </a:extLst>
          </p:cNvPr>
          <p:cNvCxnSpPr>
            <a:cxnSpLocks/>
          </p:cNvCxnSpPr>
          <p:nvPr/>
        </p:nvCxnSpPr>
        <p:spPr>
          <a:xfrm>
            <a:off x="4022359" y="6073303"/>
            <a:ext cx="854765" cy="0"/>
          </a:xfrm>
          <a:prstGeom prst="line">
            <a:avLst/>
          </a:prstGeom>
          <a:ln w="57150">
            <a:solidFill>
              <a:srgbClr val="3E7C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AAC3E5A-4A82-8581-63A7-E5DB9E05C775}"/>
              </a:ext>
            </a:extLst>
          </p:cNvPr>
          <p:cNvCxnSpPr>
            <a:cxnSpLocks/>
          </p:cNvCxnSpPr>
          <p:nvPr/>
        </p:nvCxnSpPr>
        <p:spPr>
          <a:xfrm>
            <a:off x="4022359" y="6642556"/>
            <a:ext cx="854765" cy="0"/>
          </a:xfrm>
          <a:prstGeom prst="line">
            <a:avLst/>
          </a:prstGeom>
          <a:ln w="57150">
            <a:solidFill>
              <a:srgbClr val="3888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59DC5AB-4B89-A6F8-EE88-EB3113CDE5CE}"/>
                  </a:ext>
                </a:extLst>
              </p:cNvPr>
              <p:cNvSpPr txBox="1"/>
              <p:nvPr/>
            </p:nvSpPr>
            <p:spPr>
              <a:xfrm rot="19808965">
                <a:off x="8472133" y="3149730"/>
                <a:ext cx="193552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Area of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59DC5AB-4B89-A6F8-EE88-EB3113CDE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808965">
                <a:off x="8472133" y="3149730"/>
                <a:ext cx="1935526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1AB1506-9E44-6097-BBEB-2A53BFF2F8E5}"/>
                  </a:ext>
                </a:extLst>
              </p:cNvPr>
              <p:cNvSpPr txBox="1"/>
              <p:nvPr/>
            </p:nvSpPr>
            <p:spPr>
              <a:xfrm rot="19808965">
                <a:off x="6189544" y="4741033"/>
                <a:ext cx="193552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Area of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1AB1506-9E44-6097-BBEB-2A53BFF2F8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808965">
                <a:off x="6189544" y="4741033"/>
                <a:ext cx="1935526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8174D33-C831-F122-115A-BD84BDA4AB51}"/>
              </a:ext>
            </a:extLst>
          </p:cNvPr>
          <p:cNvSpPr txBox="1"/>
          <p:nvPr/>
        </p:nvSpPr>
        <p:spPr>
          <a:xfrm>
            <a:off x="5381835" y="6165813"/>
            <a:ext cx="670083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dirty="0"/>
              <a:t>The line corresponding to </a:t>
            </a:r>
            <a:r>
              <a:rPr lang="en-US" b="1" dirty="0">
                <a:solidFill>
                  <a:srgbClr val="064EA1"/>
                </a:solidFill>
              </a:rPr>
              <a:t>C</a:t>
            </a:r>
            <a:r>
              <a:rPr lang="en-US" dirty="0"/>
              <a:t> does not impact the area as </a:t>
            </a:r>
            <a:r>
              <a:rPr lang="en-US" b="1" dirty="0">
                <a:solidFill>
                  <a:srgbClr val="064EA1"/>
                </a:solidFill>
              </a:rPr>
              <a:t>C</a:t>
            </a:r>
            <a:r>
              <a:rPr lang="en-US" dirty="0"/>
              <a:t> is strictly dominated by a convex hull of </a:t>
            </a:r>
            <a:r>
              <a:rPr lang="en-US" b="1" dirty="0">
                <a:solidFill>
                  <a:srgbClr val="064EA1"/>
                </a:solidFill>
              </a:rPr>
              <a:t>A</a:t>
            </a:r>
            <a:r>
              <a:rPr lang="en-US" dirty="0"/>
              <a:t> and </a:t>
            </a:r>
            <a:r>
              <a:rPr lang="en-US" b="1" dirty="0">
                <a:solidFill>
                  <a:srgbClr val="064EA1"/>
                </a:solidFill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9434918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372B2-E656-1679-58DF-FD481CA41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D0027E7-7459-A07E-475F-018C022E5CB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879CA0-2585-A0FF-3F16-AB6B423D67B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C203AE-ED3D-D24D-5FF3-6E994EE91EA1}"/>
              </a:ext>
            </a:extLst>
          </p:cNvPr>
          <p:cNvSpPr txBox="1"/>
          <p:nvPr/>
        </p:nvSpPr>
        <p:spPr>
          <a:xfrm>
            <a:off x="2470720" y="113006"/>
            <a:ext cx="78018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Best Response Polytopes with Negative Expectation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BC944BA-C697-42D9-60F5-AF8587B73289}"/>
                  </a:ext>
                </a:extLst>
              </p:cNvPr>
              <p:cNvSpPr txBox="1"/>
              <p:nvPr/>
            </p:nvSpPr>
            <p:spPr>
              <a:xfrm>
                <a:off x="85490" y="1806045"/>
                <a:ext cx="637494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sz="20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b="1" dirty="0"/>
                  <a:t> </a:t>
                </a:r>
                <a:r>
                  <a:rPr lang="en-US" sz="2000" dirty="0"/>
                  <a:t>is a probability vector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BC944BA-C697-42D9-60F5-AF8587B73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90" y="1806045"/>
                <a:ext cx="6374945" cy="400110"/>
              </a:xfrm>
              <a:prstGeom prst="rect">
                <a:avLst/>
              </a:prstGeom>
              <a:blipFill>
                <a:blip r:embed="rId3"/>
                <a:stretch>
                  <a:fillRect t="-6061" r="-191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62244AA-61C1-4E5E-A5D9-179FCA3B63B6}"/>
                  </a:ext>
                </a:extLst>
              </p:cNvPr>
              <p:cNvSpPr txBox="1"/>
              <p:nvPr/>
            </p:nvSpPr>
            <p:spPr>
              <a:xfrm>
                <a:off x="85490" y="2361256"/>
                <a:ext cx="637494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sz="20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b="1" dirty="0"/>
                  <a:t> </a:t>
                </a:r>
                <a:r>
                  <a:rPr lang="en-US" sz="2000" dirty="0"/>
                  <a:t>is a probability vector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62244AA-61C1-4E5E-A5D9-179FCA3B63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90" y="2361256"/>
                <a:ext cx="6374945" cy="400110"/>
              </a:xfrm>
              <a:prstGeom prst="rect">
                <a:avLst/>
              </a:prstGeom>
              <a:blipFill>
                <a:blip r:embed="rId4"/>
                <a:stretch>
                  <a:fillRect l="-287" t="-6061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Arrow: Down 6">
            <a:extLst>
              <a:ext uri="{FF2B5EF4-FFF2-40B4-BE49-F238E27FC236}">
                <a16:creationId xmlns:a16="http://schemas.microsoft.com/office/drawing/2014/main" id="{8F1292FB-C39F-3606-1DB2-349B36083552}"/>
              </a:ext>
            </a:extLst>
          </p:cNvPr>
          <p:cNvSpPr/>
          <p:nvPr/>
        </p:nvSpPr>
        <p:spPr>
          <a:xfrm>
            <a:off x="1171282" y="2873511"/>
            <a:ext cx="662809" cy="1847871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EF171F5-2228-AAB8-C8E0-5CFDC3702832}"/>
                  </a:ext>
                </a:extLst>
              </p:cNvPr>
              <p:cNvSpPr txBox="1"/>
              <p:nvPr/>
            </p:nvSpPr>
            <p:spPr>
              <a:xfrm>
                <a:off x="-1124458" y="4833527"/>
                <a:ext cx="81911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4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EF171F5-2228-AAB8-C8E0-5CFDC3702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24458" y="4833527"/>
                <a:ext cx="8191180" cy="461665"/>
              </a:xfrm>
              <a:prstGeom prst="rect">
                <a:avLst/>
              </a:prstGeom>
              <a:blipFill>
                <a:blip r:embed="rId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905DEAC-89B6-20EF-AE3C-4B07D37462CF}"/>
                  </a:ext>
                </a:extLst>
              </p:cNvPr>
              <p:cNvSpPr txBox="1"/>
              <p:nvPr/>
            </p:nvSpPr>
            <p:spPr>
              <a:xfrm>
                <a:off x="-730207" y="5422415"/>
                <a:ext cx="711112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4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          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905DEAC-89B6-20EF-AE3C-4B07D37462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30207" y="5422415"/>
                <a:ext cx="7111129" cy="461665"/>
              </a:xfrm>
              <a:prstGeom prst="rect">
                <a:avLst/>
              </a:prstGeom>
              <a:blipFill>
                <a:blip r:embed="rId6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9B81EE1-5D8A-93D8-569D-9A8C092A0EFF}"/>
                  </a:ext>
                </a:extLst>
              </p:cNvPr>
              <p:cNvSpPr txBox="1"/>
              <p:nvPr/>
            </p:nvSpPr>
            <p:spPr>
              <a:xfrm>
                <a:off x="1163804" y="3133125"/>
                <a:ext cx="4218315" cy="1015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000" dirty="0"/>
                  <a:t>I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</m:t>
                    </m:r>
                    <m:r>
                      <a:rPr lang="en-US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000" dirty="0"/>
                  <a:t> are negative and we divide both sides by the absolute value of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9B81EE1-5D8A-93D8-569D-9A8C092A0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3804" y="3133125"/>
                <a:ext cx="4218315" cy="1015663"/>
              </a:xfrm>
              <a:prstGeom prst="rect">
                <a:avLst/>
              </a:prstGeom>
              <a:blipFill>
                <a:blip r:embed="rId7"/>
                <a:stretch>
                  <a:fillRect t="-2994" b="-101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Picture 14">
            <a:extLst>
              <a:ext uri="{FF2B5EF4-FFF2-40B4-BE49-F238E27FC236}">
                <a16:creationId xmlns:a16="http://schemas.microsoft.com/office/drawing/2014/main" id="{364B2166-3A8E-4629-E040-5D5C2FD36FC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30716" y="1864593"/>
            <a:ext cx="4337823" cy="380353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0EE4480-5868-9F85-32AA-965010F990A8}"/>
                  </a:ext>
                </a:extLst>
              </p:cNvPr>
              <p:cNvSpPr txBox="1"/>
              <p:nvPr/>
            </p:nvSpPr>
            <p:spPr>
              <a:xfrm>
                <a:off x="7810368" y="5653247"/>
                <a:ext cx="25097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0EE4480-5868-9F85-32AA-965010F990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368" y="5653247"/>
                <a:ext cx="2509726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1A6CE06-5C81-DFBE-F258-F2E92412C952}"/>
                  </a:ext>
                </a:extLst>
              </p:cNvPr>
              <p:cNvSpPr txBox="1"/>
              <p:nvPr/>
            </p:nvSpPr>
            <p:spPr>
              <a:xfrm>
                <a:off x="8078070" y="6427113"/>
                <a:ext cx="224202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1A6CE06-5C81-DFBE-F258-F2E92412C9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8070" y="6427113"/>
                <a:ext cx="2242024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1C12B83-4114-E954-CC4F-2F20020BD82F}"/>
                  </a:ext>
                </a:extLst>
              </p:cNvPr>
              <p:cNvSpPr txBox="1"/>
              <p:nvPr/>
            </p:nvSpPr>
            <p:spPr>
              <a:xfrm>
                <a:off x="7810368" y="6051505"/>
                <a:ext cx="25097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1C12B83-4114-E954-CC4F-2F20020BD8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368" y="6051505"/>
                <a:ext cx="2509726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71318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3154-02DE-CEBD-4E73-5DEB02FB5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4AAEADE-BBF5-F49C-ABA6-F02AEF9B631E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315B48-9654-AAE8-02EF-F4D2AE8F525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7D297F-3B1F-84BF-9B7F-248037841570}"/>
              </a:ext>
            </a:extLst>
          </p:cNvPr>
          <p:cNvSpPr txBox="1"/>
          <p:nvPr/>
        </p:nvSpPr>
        <p:spPr>
          <a:xfrm>
            <a:off x="2470720" y="113006"/>
            <a:ext cx="78018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How to Tell When Equilibrium Expectation Value is Negative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F97575B-63F4-0698-FA58-BACCB44026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4988" y="1779424"/>
            <a:ext cx="4337823" cy="380353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C0F502F-9FC2-F2A3-AE45-228A09B69F95}"/>
                  </a:ext>
                </a:extLst>
              </p:cNvPr>
              <p:cNvSpPr txBox="1"/>
              <p:nvPr/>
            </p:nvSpPr>
            <p:spPr>
              <a:xfrm>
                <a:off x="7204457" y="5653247"/>
                <a:ext cx="25097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C0F502F-9FC2-F2A3-AE45-228A09B69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4457" y="5653247"/>
                <a:ext cx="2509726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25A504B-4685-8C3B-D092-C0905976D4CE}"/>
                  </a:ext>
                </a:extLst>
              </p:cNvPr>
              <p:cNvSpPr txBox="1"/>
              <p:nvPr/>
            </p:nvSpPr>
            <p:spPr>
              <a:xfrm>
                <a:off x="7472159" y="6427113"/>
                <a:ext cx="224202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25A504B-4685-8C3B-D092-C0905976D4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2159" y="6427113"/>
                <a:ext cx="224202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7977F92-5A97-04B9-D17F-1224989FADDF}"/>
                  </a:ext>
                </a:extLst>
              </p:cNvPr>
              <p:cNvSpPr txBox="1"/>
              <p:nvPr/>
            </p:nvSpPr>
            <p:spPr>
              <a:xfrm>
                <a:off x="7204457" y="6051505"/>
                <a:ext cx="25097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7977F92-5A97-04B9-D17F-1224989FAD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4457" y="6051505"/>
                <a:ext cx="2509726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97177CB3-4C13-BBE4-CB4A-5008C55B65F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59189" y="1813598"/>
            <a:ext cx="4337823" cy="373518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6AEE98F-2AF3-8BBD-AC73-61CCD4F1663A}"/>
                  </a:ext>
                </a:extLst>
              </p:cNvPr>
              <p:cNvSpPr txBox="1"/>
              <p:nvPr/>
            </p:nvSpPr>
            <p:spPr>
              <a:xfrm>
                <a:off x="1668658" y="5653247"/>
                <a:ext cx="224202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6AEE98F-2AF3-8BBD-AC73-61CCD4F1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658" y="5653247"/>
                <a:ext cx="2242024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55F329B-49D6-6155-6E6A-DBF85F5DA0FA}"/>
                  </a:ext>
                </a:extLst>
              </p:cNvPr>
              <p:cNvSpPr txBox="1"/>
              <p:nvPr/>
            </p:nvSpPr>
            <p:spPr>
              <a:xfrm>
                <a:off x="1936360" y="6427113"/>
                <a:ext cx="197432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55F329B-49D6-6155-6E6A-DBF85F5DA0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6360" y="6427113"/>
                <a:ext cx="197432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2A1620-A7D7-AFC0-4F34-B47186CEF3DF}"/>
                  </a:ext>
                </a:extLst>
              </p:cNvPr>
              <p:cNvSpPr txBox="1"/>
              <p:nvPr/>
            </p:nvSpPr>
            <p:spPr>
              <a:xfrm>
                <a:off x="1668658" y="6051505"/>
                <a:ext cx="224202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2A1620-A7D7-AFC0-4F34-B47186CEF3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658" y="6051505"/>
                <a:ext cx="2242024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28065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A4203-623B-7BC9-CAFE-3B3ECAD7B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22AE1B4-8DFF-CA73-0E1A-55AD3BDE9AD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10B0CE-B809-29CC-214C-30DA64C1F390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E9C14A-C549-7272-9C22-8B0D74916304}"/>
              </a:ext>
            </a:extLst>
          </p:cNvPr>
          <p:cNvSpPr txBox="1"/>
          <p:nvPr/>
        </p:nvSpPr>
        <p:spPr>
          <a:xfrm>
            <a:off x="2470720" y="113006"/>
            <a:ext cx="78018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How to Tell When Equilibrium Expectation Value is Negative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9DE9EE9-E9AB-3515-DBFC-007DCA0979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" y="1714373"/>
            <a:ext cx="5675609" cy="267747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BACAC68-361B-768B-9046-761FD9766128}"/>
              </a:ext>
            </a:extLst>
          </p:cNvPr>
          <p:cNvSpPr txBox="1"/>
          <p:nvPr/>
        </p:nvSpPr>
        <p:spPr>
          <a:xfrm>
            <a:off x="16722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98682D-0E01-1F30-A50B-00EF3177326A}"/>
              </a:ext>
            </a:extLst>
          </p:cNvPr>
          <p:cNvSpPr txBox="1"/>
          <p:nvPr/>
        </p:nvSpPr>
        <p:spPr>
          <a:xfrm>
            <a:off x="29676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D16E4F-8B11-B1C2-877D-E122305C2185}"/>
              </a:ext>
            </a:extLst>
          </p:cNvPr>
          <p:cNvSpPr txBox="1"/>
          <p:nvPr/>
        </p:nvSpPr>
        <p:spPr>
          <a:xfrm>
            <a:off x="4263087" y="266753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E0FC09-87BD-D7DB-EE76-FC86BDE41106}"/>
              </a:ext>
            </a:extLst>
          </p:cNvPr>
          <p:cNvSpPr txBox="1"/>
          <p:nvPr/>
        </p:nvSpPr>
        <p:spPr>
          <a:xfrm>
            <a:off x="16722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C93512-319B-A623-7ADD-564819EC26FC}"/>
              </a:ext>
            </a:extLst>
          </p:cNvPr>
          <p:cNvSpPr txBox="1"/>
          <p:nvPr/>
        </p:nvSpPr>
        <p:spPr>
          <a:xfrm>
            <a:off x="29676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B109E7C-B850-826F-FF57-B478BBA7FECE}"/>
              </a:ext>
            </a:extLst>
          </p:cNvPr>
          <p:cNvSpPr txBox="1"/>
          <p:nvPr/>
        </p:nvSpPr>
        <p:spPr>
          <a:xfrm>
            <a:off x="4263087" y="331014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F64B032-C39D-FAF6-6591-7F0C70672F71}"/>
                  </a:ext>
                </a:extLst>
              </p:cNvPr>
              <p:cNvSpPr txBox="1"/>
              <p:nvPr/>
            </p:nvSpPr>
            <p:spPr>
              <a:xfrm>
                <a:off x="8030594" y="5373115"/>
                <a:ext cx="204325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F64B032-C39D-FAF6-6591-7F0C70672F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0594" y="5373115"/>
                <a:ext cx="2043252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99A1579-C510-9C8A-2521-A08E93B11858}"/>
                  </a:ext>
                </a:extLst>
              </p:cNvPr>
              <p:cNvSpPr txBox="1"/>
              <p:nvPr/>
            </p:nvSpPr>
            <p:spPr>
              <a:xfrm>
                <a:off x="7831822" y="6169631"/>
                <a:ext cx="224202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99A1579-C510-9C8A-2521-A08E93B118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1822" y="6169631"/>
                <a:ext cx="224202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5643EF-26C4-0FD2-32D1-49D949FC14A4}"/>
                  </a:ext>
                </a:extLst>
              </p:cNvPr>
              <p:cNvSpPr txBox="1"/>
              <p:nvPr/>
            </p:nvSpPr>
            <p:spPr>
              <a:xfrm>
                <a:off x="8030594" y="5771373"/>
                <a:ext cx="204325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5643EF-26C4-0FD2-32D1-49D949FC14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0594" y="5771373"/>
                <a:ext cx="2043252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Picture 23">
            <a:extLst>
              <a:ext uri="{FF2B5EF4-FFF2-40B4-BE49-F238E27FC236}">
                <a16:creationId xmlns:a16="http://schemas.microsoft.com/office/drawing/2014/main" id="{0FB11FCE-2B51-8AB7-FDD5-052502867C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90383" y="1770724"/>
            <a:ext cx="3724901" cy="3542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3310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873D1-C369-5A72-9089-E9370385B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C47C888-49F1-87E8-E2BC-D3F08C5B534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ED622E-C3A0-17AB-F671-2B71BEB2A9D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43F684-649C-89C6-7FD1-DAF96AA77521}"/>
              </a:ext>
            </a:extLst>
          </p:cNvPr>
          <p:cNvSpPr txBox="1"/>
          <p:nvPr/>
        </p:nvSpPr>
        <p:spPr>
          <a:xfrm>
            <a:off x="2470720" y="113006"/>
            <a:ext cx="78018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How to Tell When Equilibrium Expectation Value is Negative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5CA7C17-975B-CC70-2DAC-EBC6BA52A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" y="1714373"/>
            <a:ext cx="5675609" cy="267747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C708A16-D603-BF07-89A0-CD3ADA96EF1B}"/>
              </a:ext>
            </a:extLst>
          </p:cNvPr>
          <p:cNvSpPr txBox="1"/>
          <p:nvPr/>
        </p:nvSpPr>
        <p:spPr>
          <a:xfrm>
            <a:off x="16722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88741D-00E1-D544-CEBE-39FDC3B0ADC6}"/>
              </a:ext>
            </a:extLst>
          </p:cNvPr>
          <p:cNvSpPr txBox="1"/>
          <p:nvPr/>
        </p:nvSpPr>
        <p:spPr>
          <a:xfrm>
            <a:off x="2967687" y="267291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2F16A3-A7DC-0D82-DFB6-4DE1A5284C6D}"/>
              </a:ext>
            </a:extLst>
          </p:cNvPr>
          <p:cNvSpPr txBox="1"/>
          <p:nvPr/>
        </p:nvSpPr>
        <p:spPr>
          <a:xfrm>
            <a:off x="4263087" y="266753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D364F1-172C-B3B5-3E25-457C3957C872}"/>
              </a:ext>
            </a:extLst>
          </p:cNvPr>
          <p:cNvSpPr txBox="1"/>
          <p:nvPr/>
        </p:nvSpPr>
        <p:spPr>
          <a:xfrm>
            <a:off x="16722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39A1EF-D35A-4BFE-AD82-20B3E56092D3}"/>
              </a:ext>
            </a:extLst>
          </p:cNvPr>
          <p:cNvSpPr txBox="1"/>
          <p:nvPr/>
        </p:nvSpPr>
        <p:spPr>
          <a:xfrm>
            <a:off x="2967687" y="33053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AE13B0-E4D0-B6B8-D893-1E641E1365ED}"/>
              </a:ext>
            </a:extLst>
          </p:cNvPr>
          <p:cNvSpPr txBox="1"/>
          <p:nvPr/>
        </p:nvSpPr>
        <p:spPr>
          <a:xfrm>
            <a:off x="4263087" y="331014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530DE25-DFCA-F107-B077-03504576E530}"/>
                  </a:ext>
                </a:extLst>
              </p:cNvPr>
              <p:cNvSpPr txBox="1"/>
              <p:nvPr/>
            </p:nvSpPr>
            <p:spPr>
              <a:xfrm>
                <a:off x="8030594" y="5373115"/>
                <a:ext cx="23109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530DE25-DFCA-F107-B077-03504576E5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0594" y="5373115"/>
                <a:ext cx="2310954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514575A-C91D-67F6-6A77-6CAE2849A771}"/>
                  </a:ext>
                </a:extLst>
              </p:cNvPr>
              <p:cNvSpPr txBox="1"/>
              <p:nvPr/>
            </p:nvSpPr>
            <p:spPr>
              <a:xfrm>
                <a:off x="7831822" y="6169631"/>
                <a:ext cx="25097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514575A-C91D-67F6-6A77-6CAE2849A7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1822" y="6169631"/>
                <a:ext cx="2509726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F01561-C626-1023-D432-2D901EE8EB6D}"/>
                  </a:ext>
                </a:extLst>
              </p:cNvPr>
              <p:cNvSpPr txBox="1"/>
              <p:nvPr/>
            </p:nvSpPr>
            <p:spPr>
              <a:xfrm>
                <a:off x="8030594" y="5771373"/>
                <a:ext cx="23109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F01561-C626-1023-D432-2D901EE8EB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0594" y="5771373"/>
                <a:ext cx="2310954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Picture 23">
            <a:extLst>
              <a:ext uri="{FF2B5EF4-FFF2-40B4-BE49-F238E27FC236}">
                <a16:creationId xmlns:a16="http://schemas.microsoft.com/office/drawing/2014/main" id="{AB43BEE1-9ABD-C91D-CFE8-EA10F32F5D0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95994" y="1770724"/>
            <a:ext cx="3713678" cy="354248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4E4EC46-9F96-B09E-C5AA-F3A42F934A35}"/>
              </a:ext>
            </a:extLst>
          </p:cNvPr>
          <p:cNvSpPr txBox="1"/>
          <p:nvPr/>
        </p:nvSpPr>
        <p:spPr>
          <a:xfrm>
            <a:off x="904461" y="5447890"/>
            <a:ext cx="368661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Seems to depend on where the vertex with all non-zero entries lies</a:t>
            </a:r>
          </a:p>
        </p:txBody>
      </p:sp>
    </p:spTree>
    <p:extLst>
      <p:ext uri="{BB962C8B-B14F-4D97-AF65-F5344CB8AC3E}">
        <p14:creationId xmlns:p14="http://schemas.microsoft.com/office/powerpoint/2010/main" val="19441183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A4924-32D7-47F2-5EF3-BBE137BEA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3EA350-FE15-B26D-2AB1-4CE57D4E7CC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0E28D1-BABE-6249-5F45-43ED23074621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E36B87-F602-3850-C547-B1C7CA8AC6FB}"/>
              </a:ext>
            </a:extLst>
          </p:cNvPr>
          <p:cNvSpPr txBox="1"/>
          <p:nvPr/>
        </p:nvSpPr>
        <p:spPr>
          <a:xfrm>
            <a:off x="1532789" y="342307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Brown - von Neumann- Nash Dynamics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5C1843-FF7D-601A-9986-9369704380FE}"/>
              </a:ext>
            </a:extLst>
          </p:cNvPr>
          <p:cNvSpPr txBox="1"/>
          <p:nvPr/>
        </p:nvSpPr>
        <p:spPr>
          <a:xfrm>
            <a:off x="170519" y="1807313"/>
            <a:ext cx="1095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use the set of continuous functions that Nash defined for his existence proof: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F4FDEC0-D08B-2067-11D9-F7DCD14FAFF9}"/>
                  </a:ext>
                </a:extLst>
              </p:cNvPr>
              <p:cNvSpPr txBox="1"/>
              <p:nvPr/>
            </p:nvSpPr>
            <p:spPr>
              <a:xfrm>
                <a:off x="2517167" y="2268978"/>
                <a:ext cx="6258273" cy="5178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i="0" dirty="0">
                              <a:latin typeface="Cambria Math" panose="02040503050406030204" pitchFamily="18" charset="0"/>
                            </a:rPr>
                            <m:t>Payoff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dirty="0">
                              <a:latin typeface="Cambria Math" panose="02040503050406030204" pitchFamily="18" charset="0"/>
                            </a:rPr>
                            <m:t>Payoff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F4FDEC0-D08B-2067-11D9-F7DCD14FAF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7167" y="2268978"/>
                <a:ext cx="6258273" cy="51783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BC2AEAF-343C-2032-0D4B-C64FE0A9C4B2}"/>
                  </a:ext>
                </a:extLst>
              </p:cNvPr>
              <p:cNvSpPr txBox="1"/>
              <p:nvPr/>
            </p:nvSpPr>
            <p:spPr>
              <a:xfrm>
                <a:off x="986946" y="3017605"/>
                <a:ext cx="6258273" cy="4113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Payoff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/>
                  <a:t> payoff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th Player from playing pure strategy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BC2AEAF-343C-2032-0D4B-C64FE0A9C4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946" y="3017605"/>
                <a:ext cx="6258273" cy="411395"/>
              </a:xfrm>
              <a:prstGeom prst="rect">
                <a:avLst/>
              </a:prstGeom>
              <a:blipFill>
                <a:blip r:embed="rId4"/>
                <a:stretch>
                  <a:fillRect l="-292" b="-191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6C25A8-5B85-7927-F561-177C32A87F7C}"/>
                  </a:ext>
                </a:extLst>
              </p:cNvPr>
              <p:cNvSpPr txBox="1"/>
              <p:nvPr/>
            </p:nvSpPr>
            <p:spPr>
              <a:xfrm>
                <a:off x="986946" y="3429000"/>
                <a:ext cx="625827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Payoff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/>
                  <a:t> payoff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th Player from playing strategy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6C25A8-5B85-7927-F561-177C32A87F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946" y="3429000"/>
                <a:ext cx="6258273" cy="369332"/>
              </a:xfrm>
              <a:prstGeom prst="rect">
                <a:avLst/>
              </a:prstGeom>
              <a:blipFill>
                <a:blip r:embed="rId5"/>
                <a:stretch>
                  <a:fillRect l="-292" t="-833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7309D80-9F0A-72DF-80FF-6295686AFE46}"/>
                  </a:ext>
                </a:extLst>
              </p:cNvPr>
              <p:cNvSpPr txBox="1"/>
              <p:nvPr/>
            </p:nvSpPr>
            <p:spPr>
              <a:xfrm>
                <a:off x="986945" y="3798332"/>
                <a:ext cx="7559896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d>
                      <m:d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/>
                  <a:t> either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or the value gained by switching to pure strategy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7309D80-9F0A-72DF-80FF-6295686AF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945" y="3798332"/>
                <a:ext cx="7559896" cy="391646"/>
              </a:xfrm>
              <a:prstGeom prst="rect">
                <a:avLst/>
              </a:prstGeom>
              <a:blipFill>
                <a:blip r:embed="rId6"/>
                <a:stretch>
                  <a:fillRect t="-4688" b="-21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AF0C565-1FEA-223E-9A15-DFB6B1780567}"/>
                  </a:ext>
                </a:extLst>
              </p:cNvPr>
              <p:cNvSpPr txBox="1"/>
              <p:nvPr/>
            </p:nvSpPr>
            <p:spPr>
              <a:xfrm>
                <a:off x="2517167" y="4904839"/>
                <a:ext cx="6258273" cy="9950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AF0C565-1FEA-223E-9A15-DFB6B17805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7167" y="4904839"/>
                <a:ext cx="6258273" cy="99501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46A20B14-F9E6-849C-561B-7E97BAF11F3C}"/>
              </a:ext>
            </a:extLst>
          </p:cNvPr>
          <p:cNvSpPr txBox="1"/>
          <p:nvPr/>
        </p:nvSpPr>
        <p:spPr>
          <a:xfrm>
            <a:off x="322919" y="4496689"/>
            <a:ext cx="1095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evolve each player’s probabilities according to the following ODE: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9EC617F-D080-F3D2-8502-0438BCC18770}"/>
                  </a:ext>
                </a:extLst>
              </p:cNvPr>
              <p:cNvSpPr txBox="1"/>
              <p:nvPr/>
            </p:nvSpPr>
            <p:spPr>
              <a:xfrm>
                <a:off x="1074030" y="5916359"/>
                <a:ext cx="7559896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d>
                      <m:d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/>
                  <a:t> the probability that player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chooses strategy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9EC617F-D080-F3D2-8502-0438BCC187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030" y="5916359"/>
                <a:ext cx="7559896" cy="391646"/>
              </a:xfrm>
              <a:prstGeom prst="rect">
                <a:avLst/>
              </a:prstGeom>
              <a:blipFill>
                <a:blip r:embed="rId8"/>
                <a:stretch>
                  <a:fillRect t="-6250" b="-21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39188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15CC4-4059-7EA6-5AE4-E178D436F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D4657D7-B083-AC81-6F8B-EEF73474A24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9933D8F-D1F7-3F09-EF6F-D1210AF954F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7A760B-44D0-3D60-6132-576E9E1388D1}"/>
              </a:ext>
            </a:extLst>
          </p:cNvPr>
          <p:cNvSpPr txBox="1"/>
          <p:nvPr/>
        </p:nvSpPr>
        <p:spPr>
          <a:xfrm>
            <a:off x="1532789" y="342307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Brown - von Neumann- Nash Dynamics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A8145A-B2D6-3563-CF86-1DF1F4B38826}"/>
              </a:ext>
            </a:extLst>
          </p:cNvPr>
          <p:cNvSpPr txBox="1"/>
          <p:nvPr/>
        </p:nvSpPr>
        <p:spPr>
          <a:xfrm>
            <a:off x="170519" y="1807313"/>
            <a:ext cx="1095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Consider the two-player game:</a:t>
            </a: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F894B87C-DBDC-CB37-4415-4D62BDDCEF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1885403"/>
              </p:ext>
            </p:extLst>
          </p:nvPr>
        </p:nvGraphicFramePr>
        <p:xfrm>
          <a:off x="1411652" y="3663584"/>
          <a:ext cx="3137618" cy="125378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36" name="TextBox 35">
            <a:extLst>
              <a:ext uri="{FF2B5EF4-FFF2-40B4-BE49-F238E27FC236}">
                <a16:creationId xmlns:a16="http://schemas.microsoft.com/office/drawing/2014/main" id="{EBC28760-0EBE-6ADB-C056-9341FCED99EC}"/>
              </a:ext>
            </a:extLst>
          </p:cNvPr>
          <p:cNvSpPr txBox="1"/>
          <p:nvPr/>
        </p:nvSpPr>
        <p:spPr>
          <a:xfrm rot="16200000">
            <a:off x="-252606" y="3879495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98B3C71-7DE7-0D1F-8F61-E11B1CC99ECC}"/>
              </a:ext>
            </a:extLst>
          </p:cNvPr>
          <p:cNvSpPr txBox="1"/>
          <p:nvPr/>
        </p:nvSpPr>
        <p:spPr>
          <a:xfrm>
            <a:off x="947200" y="36566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2DB76B5-1D20-70E5-A514-20DFE563EAC6}"/>
              </a:ext>
            </a:extLst>
          </p:cNvPr>
          <p:cNvSpPr txBox="1"/>
          <p:nvPr/>
        </p:nvSpPr>
        <p:spPr>
          <a:xfrm>
            <a:off x="947200" y="429047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937BCF-9422-365C-73D4-AB2A23448D5D}"/>
              </a:ext>
            </a:extLst>
          </p:cNvPr>
          <p:cNvSpPr txBox="1"/>
          <p:nvPr/>
        </p:nvSpPr>
        <p:spPr>
          <a:xfrm>
            <a:off x="1979613" y="308132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EDABF66-DE1D-2EFD-C232-FD1BF3612B2B}"/>
              </a:ext>
            </a:extLst>
          </p:cNvPr>
          <p:cNvSpPr txBox="1"/>
          <p:nvPr/>
        </p:nvSpPr>
        <p:spPr>
          <a:xfrm>
            <a:off x="3537052" y="308006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5DB5FA-6A5C-E87F-E6F2-E389BE126E6B}"/>
              </a:ext>
            </a:extLst>
          </p:cNvPr>
          <p:cNvSpPr txBox="1"/>
          <p:nvPr/>
        </p:nvSpPr>
        <p:spPr>
          <a:xfrm>
            <a:off x="2153039" y="258725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4FDD15EE-BB6A-ADE0-FF04-BB9A36352A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7353521"/>
              </p:ext>
            </p:extLst>
          </p:nvPr>
        </p:nvGraphicFramePr>
        <p:xfrm>
          <a:off x="7415353" y="3656601"/>
          <a:ext cx="3137618" cy="125378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43" name="TextBox 42">
            <a:extLst>
              <a:ext uri="{FF2B5EF4-FFF2-40B4-BE49-F238E27FC236}">
                <a16:creationId xmlns:a16="http://schemas.microsoft.com/office/drawing/2014/main" id="{F1CD27BF-A908-E420-9AC0-3C2B13D82C60}"/>
              </a:ext>
            </a:extLst>
          </p:cNvPr>
          <p:cNvSpPr txBox="1"/>
          <p:nvPr/>
        </p:nvSpPr>
        <p:spPr>
          <a:xfrm rot="16200000">
            <a:off x="5751095" y="3872512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14CBDFF-7DBB-9C6B-7790-0146152F3074}"/>
              </a:ext>
            </a:extLst>
          </p:cNvPr>
          <p:cNvSpPr txBox="1"/>
          <p:nvPr/>
        </p:nvSpPr>
        <p:spPr>
          <a:xfrm>
            <a:off x="6950901" y="364961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EDAC34A-E63F-6FD4-4A4B-C6D5C0E38F00}"/>
              </a:ext>
            </a:extLst>
          </p:cNvPr>
          <p:cNvSpPr txBox="1"/>
          <p:nvPr/>
        </p:nvSpPr>
        <p:spPr>
          <a:xfrm>
            <a:off x="6950901" y="42834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60476E4-5275-707D-ACB3-08B3EFADB927}"/>
              </a:ext>
            </a:extLst>
          </p:cNvPr>
          <p:cNvSpPr txBox="1"/>
          <p:nvPr/>
        </p:nvSpPr>
        <p:spPr>
          <a:xfrm>
            <a:off x="7983314" y="307434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0C62C75-85A6-0C6B-3BB7-296FDD3107C7}"/>
              </a:ext>
            </a:extLst>
          </p:cNvPr>
          <p:cNvSpPr txBox="1"/>
          <p:nvPr/>
        </p:nvSpPr>
        <p:spPr>
          <a:xfrm>
            <a:off x="9540753" y="307308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3EAD4F8-0702-FFC2-171D-878152523821}"/>
              </a:ext>
            </a:extLst>
          </p:cNvPr>
          <p:cNvSpPr txBox="1"/>
          <p:nvPr/>
        </p:nvSpPr>
        <p:spPr>
          <a:xfrm>
            <a:off x="8156740" y="2580273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FE998CF-7460-FB13-A003-73842413F1A2}"/>
              </a:ext>
            </a:extLst>
          </p:cNvPr>
          <p:cNvSpPr txBox="1"/>
          <p:nvPr/>
        </p:nvSpPr>
        <p:spPr>
          <a:xfrm>
            <a:off x="1067058" y="2145428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BF83587-629D-346A-83C4-015CB67FBE2D}"/>
              </a:ext>
            </a:extLst>
          </p:cNvPr>
          <p:cNvSpPr txBox="1"/>
          <p:nvPr/>
        </p:nvSpPr>
        <p:spPr>
          <a:xfrm>
            <a:off x="6777031" y="2138445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F9CCDA6-E750-4997-1FC5-E739176DDF00}"/>
                  </a:ext>
                </a:extLst>
              </p:cNvPr>
              <p:cNvSpPr txBox="1"/>
              <p:nvPr/>
            </p:nvSpPr>
            <p:spPr>
              <a:xfrm>
                <a:off x="657566" y="5731292"/>
                <a:ext cx="976824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7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−(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7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F9CCDA6-E750-4997-1FC5-E739176DDF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566" y="5731292"/>
                <a:ext cx="9768242" cy="461665"/>
              </a:xfrm>
              <a:prstGeom prst="rect">
                <a:avLst/>
              </a:prstGeom>
              <a:blipFill>
                <a:blip r:embed="rId3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08590B0-1E32-02C9-1CCB-02D68B05D270}"/>
                  </a:ext>
                </a:extLst>
              </p:cNvPr>
              <p:cNvSpPr txBox="1"/>
              <p:nvPr/>
            </p:nvSpPr>
            <p:spPr>
              <a:xfrm>
                <a:off x="1240429" y="5251333"/>
                <a:ext cx="10951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Player 2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08590B0-1E32-02C9-1CCB-02D68B05D2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0429" y="5251333"/>
                <a:ext cx="10951571" cy="461665"/>
              </a:xfrm>
              <a:prstGeom prst="rect">
                <a:avLst/>
              </a:prstGeom>
              <a:blipFill>
                <a:blip r:embed="rId4"/>
                <a:stretch>
                  <a:fillRect l="-835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ight Brace 52">
            <a:extLst>
              <a:ext uri="{FF2B5EF4-FFF2-40B4-BE49-F238E27FC236}">
                <a16:creationId xmlns:a16="http://schemas.microsoft.com/office/drawing/2014/main" id="{82A6EBC9-172D-3C97-8F78-8791D09DB6ED}"/>
              </a:ext>
            </a:extLst>
          </p:cNvPr>
          <p:cNvSpPr/>
          <p:nvPr/>
        </p:nvSpPr>
        <p:spPr>
          <a:xfrm rot="5400000">
            <a:off x="3967236" y="5702211"/>
            <a:ext cx="454149" cy="1172816"/>
          </a:xfrm>
          <a:prstGeom prst="rightBrace">
            <a:avLst>
              <a:gd name="adj1" fmla="val 8333"/>
              <a:gd name="adj2" fmla="val 48353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ight Brace 53">
            <a:extLst>
              <a:ext uri="{FF2B5EF4-FFF2-40B4-BE49-F238E27FC236}">
                <a16:creationId xmlns:a16="http://schemas.microsoft.com/office/drawing/2014/main" id="{C1A3556A-E5D5-325E-3140-D2A3A3791CB4}"/>
              </a:ext>
            </a:extLst>
          </p:cNvPr>
          <p:cNvSpPr/>
          <p:nvPr/>
        </p:nvSpPr>
        <p:spPr>
          <a:xfrm rot="5400000">
            <a:off x="7337612" y="4069336"/>
            <a:ext cx="454149" cy="4569982"/>
          </a:xfrm>
          <a:prstGeom prst="rightBrace">
            <a:avLst>
              <a:gd name="adj1" fmla="val 8333"/>
              <a:gd name="adj2" fmla="val 48353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1C483F9-B913-0110-E974-022F67F33640}"/>
              </a:ext>
            </a:extLst>
          </p:cNvPr>
          <p:cNvSpPr txBox="1"/>
          <p:nvPr/>
        </p:nvSpPr>
        <p:spPr>
          <a:xfrm>
            <a:off x="3131610" y="6488668"/>
            <a:ext cx="2125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 of Strategy 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428D6B0-B9D5-E99F-8923-9321779AD56E}"/>
              </a:ext>
            </a:extLst>
          </p:cNvPr>
          <p:cNvSpPr txBox="1"/>
          <p:nvPr/>
        </p:nvSpPr>
        <p:spPr>
          <a:xfrm>
            <a:off x="6382940" y="6488668"/>
            <a:ext cx="29314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 of current Strategy </a:t>
            </a:r>
          </a:p>
        </p:txBody>
      </p:sp>
    </p:spTree>
    <p:extLst>
      <p:ext uri="{BB962C8B-B14F-4D97-AF65-F5344CB8AC3E}">
        <p14:creationId xmlns:p14="http://schemas.microsoft.com/office/powerpoint/2010/main" val="14613719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337E9-2586-822B-C906-F174735C4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0D0E423-0461-A8B9-9083-E685B4E6D72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E3B474-70CA-D0E9-E08D-72CC7E47A0E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EC306A-C19B-7F39-A9B1-A677A696F08F}"/>
              </a:ext>
            </a:extLst>
          </p:cNvPr>
          <p:cNvSpPr txBox="1"/>
          <p:nvPr/>
        </p:nvSpPr>
        <p:spPr>
          <a:xfrm>
            <a:off x="1532789" y="342307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Brown - von Neumann- Nash Dynamics</a:t>
            </a: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B2D1B139-BA6F-C7D8-7A43-78E597C6D9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9445788"/>
              </p:ext>
            </p:extLst>
          </p:nvPr>
        </p:nvGraphicFramePr>
        <p:xfrm>
          <a:off x="1411652" y="2238548"/>
          <a:ext cx="3137618" cy="125378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37" name="TextBox 36">
            <a:extLst>
              <a:ext uri="{FF2B5EF4-FFF2-40B4-BE49-F238E27FC236}">
                <a16:creationId xmlns:a16="http://schemas.microsoft.com/office/drawing/2014/main" id="{96169179-F363-5715-25A6-BF75AFB40137}"/>
              </a:ext>
            </a:extLst>
          </p:cNvPr>
          <p:cNvSpPr txBox="1"/>
          <p:nvPr/>
        </p:nvSpPr>
        <p:spPr>
          <a:xfrm>
            <a:off x="947200" y="22315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A25C015-4D21-24BD-4229-6290F08513A1}"/>
              </a:ext>
            </a:extLst>
          </p:cNvPr>
          <p:cNvSpPr txBox="1"/>
          <p:nvPr/>
        </p:nvSpPr>
        <p:spPr>
          <a:xfrm>
            <a:off x="947200" y="286543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E2D4F6B-5824-D6F8-A1B9-136A7E893574}"/>
              </a:ext>
            </a:extLst>
          </p:cNvPr>
          <p:cNvSpPr txBox="1"/>
          <p:nvPr/>
        </p:nvSpPr>
        <p:spPr>
          <a:xfrm>
            <a:off x="1979613" y="16562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FE85745-876C-52F5-5466-30A49BE2BD37}"/>
              </a:ext>
            </a:extLst>
          </p:cNvPr>
          <p:cNvSpPr txBox="1"/>
          <p:nvPr/>
        </p:nvSpPr>
        <p:spPr>
          <a:xfrm>
            <a:off x="3537052" y="165503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270FE91C-AAA3-B630-77EA-8EFC25CD48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2046947"/>
              </p:ext>
            </p:extLst>
          </p:nvPr>
        </p:nvGraphicFramePr>
        <p:xfrm>
          <a:off x="7415353" y="2231565"/>
          <a:ext cx="3137618" cy="125378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44" name="TextBox 43">
            <a:extLst>
              <a:ext uri="{FF2B5EF4-FFF2-40B4-BE49-F238E27FC236}">
                <a16:creationId xmlns:a16="http://schemas.microsoft.com/office/drawing/2014/main" id="{1054F285-0A51-A112-35B2-6E43AD2FBFD3}"/>
              </a:ext>
            </a:extLst>
          </p:cNvPr>
          <p:cNvSpPr txBox="1"/>
          <p:nvPr/>
        </p:nvSpPr>
        <p:spPr>
          <a:xfrm>
            <a:off x="6950901" y="222458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223F4F2-EE44-43EA-308C-FA3A60987009}"/>
              </a:ext>
            </a:extLst>
          </p:cNvPr>
          <p:cNvSpPr txBox="1"/>
          <p:nvPr/>
        </p:nvSpPr>
        <p:spPr>
          <a:xfrm>
            <a:off x="6950901" y="285845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250E84-EE09-90FC-FD9A-655A8F05C9D4}"/>
              </a:ext>
            </a:extLst>
          </p:cNvPr>
          <p:cNvSpPr txBox="1"/>
          <p:nvPr/>
        </p:nvSpPr>
        <p:spPr>
          <a:xfrm>
            <a:off x="7983314" y="164930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B0C8951-E12A-B883-B9A2-47A70367F369}"/>
              </a:ext>
            </a:extLst>
          </p:cNvPr>
          <p:cNvSpPr txBox="1"/>
          <p:nvPr/>
        </p:nvSpPr>
        <p:spPr>
          <a:xfrm>
            <a:off x="9540753" y="164805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A7391FB-BB43-556A-2E1F-975A11732D4A}"/>
                  </a:ext>
                </a:extLst>
              </p:cNvPr>
              <p:cNvSpPr txBox="1"/>
              <p:nvPr/>
            </p:nvSpPr>
            <p:spPr>
              <a:xfrm>
                <a:off x="947200" y="4178512"/>
                <a:ext cx="976824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7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−(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7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A7391FB-BB43-556A-2E1F-975A11732D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00" y="4178512"/>
                <a:ext cx="9768242" cy="461665"/>
              </a:xfrm>
              <a:prstGeom prst="rect">
                <a:avLst/>
              </a:prstGeom>
              <a:blipFill>
                <a:blip r:embed="rId3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8B7078B-C24C-3E04-694D-3A32634F0C80}"/>
                  </a:ext>
                </a:extLst>
              </p:cNvPr>
              <p:cNvSpPr txBox="1"/>
              <p:nvPr/>
            </p:nvSpPr>
            <p:spPr>
              <a:xfrm>
                <a:off x="1491020" y="3551417"/>
                <a:ext cx="10951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Player 2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8B7078B-C24C-3E04-694D-3A32634F0C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020" y="3551417"/>
                <a:ext cx="10951571" cy="461665"/>
              </a:xfrm>
              <a:prstGeom prst="rect">
                <a:avLst/>
              </a:prstGeom>
              <a:blipFill>
                <a:blip r:embed="rId4"/>
                <a:stretch>
                  <a:fillRect l="-891" t="-9333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3976AF4-293A-07AB-1E4B-9B349BF1F282}"/>
                  </a:ext>
                </a:extLst>
              </p:cNvPr>
              <p:cNvSpPr txBox="1"/>
              <p:nvPr/>
            </p:nvSpPr>
            <p:spPr>
              <a:xfrm>
                <a:off x="947200" y="4822170"/>
                <a:ext cx="976824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3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−(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7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3976AF4-293A-07AB-1E4B-9B349BF1F2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00" y="4822170"/>
                <a:ext cx="9768242" cy="461665"/>
              </a:xfrm>
              <a:prstGeom prst="rect">
                <a:avLst/>
              </a:prstGeom>
              <a:blipFill>
                <a:blip r:embed="rId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C4844DE-B2BD-074A-D5D7-AA8FBC3ACCE4}"/>
                  </a:ext>
                </a:extLst>
              </p:cNvPr>
              <p:cNvSpPr txBox="1"/>
              <p:nvPr/>
            </p:nvSpPr>
            <p:spPr>
              <a:xfrm>
                <a:off x="859010" y="5465828"/>
                <a:ext cx="976824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+8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−(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+6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+8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C4844DE-B2BD-074A-D5D7-AA8FBC3ACC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010" y="5465828"/>
                <a:ext cx="9768242" cy="461665"/>
              </a:xfrm>
              <a:prstGeom prst="rect">
                <a:avLst/>
              </a:prstGeom>
              <a:blipFill>
                <a:blip r:embed="rId6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AB71E9-1322-06D7-E49B-4C84F4B68620}"/>
                  </a:ext>
                </a:extLst>
              </p:cNvPr>
              <p:cNvSpPr txBox="1"/>
              <p:nvPr/>
            </p:nvSpPr>
            <p:spPr>
              <a:xfrm>
                <a:off x="947200" y="6099493"/>
                <a:ext cx="976824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6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−(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+6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+8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AB71E9-1322-06D7-E49B-4C84F4B686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00" y="6099493"/>
                <a:ext cx="9768242" cy="461665"/>
              </a:xfrm>
              <a:prstGeom prst="rect">
                <a:avLst/>
              </a:prstGeom>
              <a:blipFill>
                <a:blip r:embed="rId7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06971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BBA80-896C-39F8-BFFC-71F6DD589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D048F11-6534-6B9C-79DE-27E276C7D6B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EC551C2-0EF0-6863-FA6D-8C83A5B2573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7F030D-2A60-1520-ED1E-6E62B4F956DD}"/>
              </a:ext>
            </a:extLst>
          </p:cNvPr>
          <p:cNvSpPr txBox="1"/>
          <p:nvPr/>
        </p:nvSpPr>
        <p:spPr>
          <a:xfrm>
            <a:off x="1532789" y="342307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Brown - von Neumann- Nash Dynamics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3A67A1C-56AC-22D6-216D-A80672E59D10}"/>
                  </a:ext>
                </a:extLst>
              </p:cNvPr>
              <p:cNvSpPr txBox="1"/>
              <p:nvPr/>
            </p:nvSpPr>
            <p:spPr>
              <a:xfrm>
                <a:off x="2065904" y="1637006"/>
                <a:ext cx="6258273" cy="9950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3A67A1C-56AC-22D6-216D-A80672E59D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904" y="1637006"/>
                <a:ext cx="6258273" cy="99501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D52134-63B6-C07A-4993-C7C1004C2DD2}"/>
                  </a:ext>
                </a:extLst>
              </p:cNvPr>
              <p:cNvSpPr txBox="1"/>
              <p:nvPr/>
            </p:nvSpPr>
            <p:spPr>
              <a:xfrm>
                <a:off x="147734" y="2927196"/>
                <a:ext cx="5157260" cy="501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D52134-63B6-C07A-4993-C7C1004C2D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734" y="2927196"/>
                <a:ext cx="5157260" cy="50180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AD541B-27D8-669B-42C7-E635D32472A0}"/>
                  </a:ext>
                </a:extLst>
              </p:cNvPr>
              <p:cNvSpPr txBox="1"/>
              <p:nvPr/>
            </p:nvSpPr>
            <p:spPr>
              <a:xfrm>
                <a:off x="147734" y="6315638"/>
                <a:ext cx="1189653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Note that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=( 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contains the mixed strategy information of all players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AD541B-27D8-669B-42C7-E635D32472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734" y="6315638"/>
                <a:ext cx="11896531" cy="400110"/>
              </a:xfrm>
              <a:prstGeom prst="rect">
                <a:avLst/>
              </a:prstGeom>
              <a:blipFill>
                <a:blip r:embed="rId9"/>
                <a:stretch>
                  <a:fillRect l="-512" t="-6061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32C35B1-7824-F68F-39B7-B66DB7381E50}"/>
                  </a:ext>
                </a:extLst>
              </p:cNvPr>
              <p:cNvSpPr txBox="1"/>
              <p:nvPr/>
            </p:nvSpPr>
            <p:spPr>
              <a:xfrm>
                <a:off x="147734" y="3473272"/>
                <a:ext cx="5157260" cy="5173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32C35B1-7824-F68F-39B7-B66DB7381E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734" y="3473272"/>
                <a:ext cx="5157260" cy="51738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9B6A33D-EB0B-F67C-1FF5-87B2BBD3627E}"/>
                  </a:ext>
                </a:extLst>
              </p:cNvPr>
              <p:cNvSpPr txBox="1"/>
              <p:nvPr/>
            </p:nvSpPr>
            <p:spPr>
              <a:xfrm>
                <a:off x="147734" y="4225979"/>
                <a:ext cx="5157260" cy="5141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9B6A33D-EB0B-F67C-1FF5-87B2BBD362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734" y="4225979"/>
                <a:ext cx="5157260" cy="51418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CAF03BB-BC8A-31AD-6B0E-B165BD3BB510}"/>
                  </a:ext>
                </a:extLst>
              </p:cNvPr>
              <p:cNvSpPr txBox="1"/>
              <p:nvPr/>
            </p:nvSpPr>
            <p:spPr>
              <a:xfrm>
                <a:off x="147734" y="4772055"/>
                <a:ext cx="5157260" cy="5141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CAF03BB-BC8A-31AD-6B0E-B165BD3BB5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734" y="4772055"/>
                <a:ext cx="5157260" cy="51418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EE4BD6C-E85C-3D3B-1FF9-6E2CC2FDAF07}"/>
                  </a:ext>
                </a:extLst>
              </p:cNvPr>
              <p:cNvSpPr txBox="1"/>
              <p:nvPr/>
            </p:nvSpPr>
            <p:spPr>
              <a:xfrm>
                <a:off x="5917162" y="2927196"/>
                <a:ext cx="5363548" cy="501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EE4BD6C-E85C-3D3B-1FF9-6E2CC2FDAF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7162" y="2927196"/>
                <a:ext cx="5363548" cy="50180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C25A9F9-3AD0-AC7B-27C4-C56199ED7C5B}"/>
                  </a:ext>
                </a:extLst>
              </p:cNvPr>
              <p:cNvSpPr txBox="1"/>
              <p:nvPr/>
            </p:nvSpPr>
            <p:spPr>
              <a:xfrm>
                <a:off x="5917162" y="3473272"/>
                <a:ext cx="5363548" cy="5173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C25A9F9-3AD0-AC7B-27C4-C56199ED7C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7162" y="3473272"/>
                <a:ext cx="5363548" cy="517386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5DA4C87-F6B1-4BB5-7BBC-0789349AA1DC}"/>
                  </a:ext>
                </a:extLst>
              </p:cNvPr>
              <p:cNvSpPr txBox="1"/>
              <p:nvPr/>
            </p:nvSpPr>
            <p:spPr>
              <a:xfrm>
                <a:off x="5917162" y="4226899"/>
                <a:ext cx="5363548" cy="5025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5DA4C87-F6B1-4BB5-7BBC-0789349AA1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7162" y="4226899"/>
                <a:ext cx="5363548" cy="502573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3C279AC-3CE3-024C-740A-7CA5F13F4617}"/>
                  </a:ext>
                </a:extLst>
              </p:cNvPr>
              <p:cNvSpPr txBox="1"/>
              <p:nvPr/>
            </p:nvSpPr>
            <p:spPr>
              <a:xfrm>
                <a:off x="5917162" y="4772975"/>
                <a:ext cx="5363548" cy="5025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3C279AC-3CE3-024C-740A-7CA5F13F46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7162" y="4772975"/>
                <a:ext cx="5363548" cy="502573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50944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9C099-5D9E-10F8-701D-1DA3894AB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52D6B67-19D7-498D-DC81-34FCCD96742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601027-C255-89EB-B427-EC85156DCF4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B031D3-47F6-B075-017F-D61AE688BEAF}"/>
              </a:ext>
            </a:extLst>
          </p:cNvPr>
          <p:cNvSpPr txBox="1"/>
          <p:nvPr/>
        </p:nvSpPr>
        <p:spPr>
          <a:xfrm>
            <a:off x="1532789" y="342307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Brown - von Neumann- Nash Dynamics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E801BC-439E-0D07-FAC7-7E1105AC74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463" y="1710813"/>
            <a:ext cx="7779162" cy="50297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DDBFAA-A1FB-65CF-1CDB-7E9E4221D55F}"/>
                  </a:ext>
                </a:extLst>
              </p:cNvPr>
              <p:cNvSpPr txBox="1"/>
              <p:nvPr/>
            </p:nvSpPr>
            <p:spPr>
              <a:xfrm>
                <a:off x="8406882" y="2052735"/>
                <a:ext cx="3318588" cy="4017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These are the ODE simulation results using an RK45 method</a:t>
                </a:r>
              </a:p>
              <a:p>
                <a:endParaRPr lang="en-US" dirty="0"/>
              </a:p>
              <a:p>
                <a:r>
                  <a:rPr lang="en-US" dirty="0"/>
                  <a:t>Note that the initial conditions were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Further note that the Nash equilibrium of this system is at 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=(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=(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DDBFAA-A1FB-65CF-1CDB-7E9E4221D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6882" y="2052735"/>
                <a:ext cx="3318588" cy="4017254"/>
              </a:xfrm>
              <a:prstGeom prst="rect">
                <a:avLst/>
              </a:prstGeom>
              <a:blipFill>
                <a:blip r:embed="rId4"/>
                <a:stretch>
                  <a:fillRect l="-1471" t="-7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413606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F107D-0AC3-CAD1-E160-A85A28E58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47A051C-6050-4111-09E5-21A88A9B68A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D9C9B8-03A7-CFC2-7665-042446070C1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B2E0CF-5B13-8ACA-8AFE-42A998B7583F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EA1CCAF-D750-F677-3C7B-5A38486EC1EA}"/>
                  </a:ext>
                </a:extLst>
              </p:cNvPr>
              <p:cNvSpPr txBox="1"/>
              <p:nvPr/>
            </p:nvSpPr>
            <p:spPr>
              <a:xfrm>
                <a:off x="170519" y="1807313"/>
                <a:ext cx="10951571" cy="53047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Fictitious play is a discrete variant of BNN dynamics introduced by Brown in 1951 and studied by Robinson in the same year. It’s also call Brown Robinson learning</a:t>
                </a:r>
              </a:p>
              <a:p>
                <a:pPr>
                  <a:spcAft>
                    <a:spcPts val="600"/>
                  </a:spcAft>
                </a:pPr>
                <a:endParaRPr lang="en-US" sz="2400" dirty="0"/>
              </a:p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r>
                  <a:rPr lang="en-US" sz="2400" dirty="0"/>
                  <a:t> is replaced by the ordinal potential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, which satisfies the conditions:</a:t>
                </a: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r>
                  <a:rPr lang="en-US" sz="2400" dirty="0"/>
                  <a:t>Higher potentials indicate higher payoffs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The ordinal potential essentially just stores the order of preferred strategies given the other player’s strategy</a:t>
                </a:r>
              </a:p>
              <a:p>
                <a:endParaRPr lang="en-US" sz="2400" dirty="0"/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EA1CCAF-D750-F677-3C7B-5A38486EC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19" y="1807313"/>
                <a:ext cx="10951571" cy="5304786"/>
              </a:xfrm>
              <a:prstGeom prst="rect">
                <a:avLst/>
              </a:prstGeom>
              <a:blipFill>
                <a:blip r:embed="rId3"/>
                <a:stretch>
                  <a:fillRect l="-891" t="-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8E4EAC8F-6000-10A4-B4B3-E83DA63C32BE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319345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09D47-3214-B33A-294E-58CF2D2D6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317C558-BAE7-C399-5CF9-21E27CF8559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94D0AC-A0FB-3899-B41F-9100F8494A5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C231EC9-9889-3651-1904-D241A1A9FAE8}"/>
                  </a:ext>
                </a:extLst>
              </p:cNvPr>
              <p:cNvSpPr txBox="1"/>
              <p:nvPr/>
            </p:nvSpPr>
            <p:spPr>
              <a:xfrm>
                <a:off x="170519" y="1807313"/>
                <a:ext cx="10951571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Fictitious play can involve either alternating turns (AFP) or simultaneous turns (SFP). SFP has been more extensively studied, but global convergence in non-degenerate ordinal games has only been proven for AFP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AFP is guaranteed to converge to a pure Nash equilibrium if the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correspond to a nondegenerate game with finite payoffs (Berger, 2005)</a:t>
                </a: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C231EC9-9889-3651-1904-D241A1A9FA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19" y="1807313"/>
                <a:ext cx="10951571" cy="2677656"/>
              </a:xfrm>
              <a:prstGeom prst="rect">
                <a:avLst/>
              </a:prstGeom>
              <a:blipFill>
                <a:blip r:embed="rId3"/>
                <a:stretch>
                  <a:fillRect l="-89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FD86CE88-29DD-7378-09E1-D30DB46F890C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84D721-12F6-5915-2A56-3BBEF1EA4F89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Set Up</a:t>
            </a:r>
          </a:p>
        </p:txBody>
      </p:sp>
    </p:spTree>
    <p:extLst>
      <p:ext uri="{BB962C8B-B14F-4D97-AF65-F5344CB8AC3E}">
        <p14:creationId xmlns:p14="http://schemas.microsoft.com/office/powerpoint/2010/main" val="40445027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7D916-266B-885B-A56A-3EB37224D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7DACBB3-7960-B10C-585D-65D831A8BD9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93DAB5-2A1D-18CB-162F-EF776A7D00B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683289-F3DA-730F-BE93-6D1E94A2D0F3}"/>
              </a:ext>
            </a:extLst>
          </p:cNvPr>
          <p:cNvSpPr txBox="1"/>
          <p:nvPr/>
        </p:nvSpPr>
        <p:spPr>
          <a:xfrm>
            <a:off x="1532789" y="342307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Degenerate Games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AF83DA6-A702-619F-2458-7EF5409F9D65}"/>
                  </a:ext>
                </a:extLst>
              </p:cNvPr>
              <p:cNvSpPr txBox="1"/>
              <p:nvPr/>
            </p:nvSpPr>
            <p:spPr>
              <a:xfrm>
                <a:off x="170519" y="1807313"/>
                <a:ext cx="10951571" cy="49664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A game will now called degenerate if at least one of the two properties hold:</a:t>
                </a:r>
              </a:p>
              <a:p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Multiple Player 1 strategies provide the same payoff for a given Player 2 pure strategy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Multiple Player 2 strategies provide the same payoff for a given Player 1 pure strategy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400" dirty="0"/>
              </a:p>
              <a:p>
                <a:r>
                  <a:rPr lang="en-US" sz="2400" dirty="0"/>
                  <a:t>Mathematically speaking, this is equivalent to:</a:t>
                </a:r>
              </a:p>
              <a:p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There exist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There exist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</m:sSub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AF83DA6-A702-619F-2458-7EF5409F9D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19" y="1807313"/>
                <a:ext cx="10951571" cy="4966488"/>
              </a:xfrm>
              <a:prstGeom prst="rect">
                <a:avLst/>
              </a:prstGeom>
              <a:blipFill>
                <a:blip r:embed="rId3"/>
                <a:stretch>
                  <a:fillRect l="-891" t="-982" b="-14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05750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E0ED4-B274-8267-B121-80505C81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C8008E2-0869-095C-1F65-8385DE2503C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E0C42B-F89D-C44D-063E-971AC6C0AAC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7A92537-389C-363C-390F-5289CDF08CF7}"/>
                  </a:ext>
                </a:extLst>
              </p:cNvPr>
              <p:cNvSpPr txBox="1"/>
              <p:nvPr/>
            </p:nvSpPr>
            <p:spPr>
              <a:xfrm>
                <a:off x="-196218" y="5354084"/>
                <a:ext cx="8236975" cy="11298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  <m:e>
                          <m:sSubSup>
                            <m:sSub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sSubSup>
                        <m:sSub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sSubSup>
                        <m:sSub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   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=1,2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7A92537-389C-363C-390F-5289CDF08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96218" y="5354084"/>
                <a:ext cx="8236975" cy="112986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8BDF3AD-10E2-8B32-2991-E9F6DBEAE74F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FBF55-3309-9692-CE96-0A1330D87BBD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AFP Iterations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C4B12BA-3568-7E5C-1B96-A63B4339C943}"/>
                  </a:ext>
                </a:extLst>
              </p:cNvPr>
              <p:cNvSpPr txBox="1"/>
              <p:nvPr/>
            </p:nvSpPr>
            <p:spPr>
              <a:xfrm>
                <a:off x="-2944" y="1677500"/>
                <a:ext cx="10764081" cy="36765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 We initialize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/>
                  <a:t> (could use pure strategies or uniform distribution)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At each iteration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, we determine:</a:t>
                </a:r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en-US" sz="2400" dirty="0"/>
                  <a:t>, a pure strategy best response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/>
                  <a:t>    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240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arg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func>
                  </m:oMath>
                </a14:m>
                <a:endParaRPr lang="en-US" sz="2400" dirty="0"/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/>
                  <a:t>, a pure strategy best response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endParaRPr lang="en-US" sz="2400" dirty="0"/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240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arg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func>
                  </m:oMath>
                </a14:m>
                <a:endParaRPr lang="en-US" sz="2400" dirty="0"/>
              </a:p>
              <a:p>
                <a:r>
                  <a:rPr lang="en-US" sz="2400" dirty="0"/>
                  <a:t>We then update each probability vector using the new pure strategy: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C4B12BA-3568-7E5C-1B96-A63B4339C9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944" y="1677500"/>
                <a:ext cx="10764081" cy="3676584"/>
              </a:xfrm>
              <a:prstGeom prst="rect">
                <a:avLst/>
              </a:prstGeom>
              <a:blipFill>
                <a:blip r:embed="rId4"/>
                <a:stretch>
                  <a:fillRect l="-907" t="-1161" b="-28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32928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B5168-86CF-C2E8-A10D-D78D67DEC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341EFB8-B433-D7AB-7599-98462DDE48D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D33F4-02E5-3BD3-FEE6-70C4AE3CC22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3FC316-CEAA-4FC8-B35C-64A24822EE50}"/>
              </a:ext>
            </a:extLst>
          </p:cNvPr>
          <p:cNvSpPr txBox="1"/>
          <p:nvPr/>
        </p:nvSpPr>
        <p:spPr>
          <a:xfrm>
            <a:off x="1430862" y="354928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of Fictitious Play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9EE80BB-9FFE-BB48-2765-A2C26E4DD9F4}"/>
                  </a:ext>
                </a:extLst>
              </p:cNvPr>
              <p:cNvSpPr txBox="1"/>
              <p:nvPr/>
            </p:nvSpPr>
            <p:spPr>
              <a:xfrm>
                <a:off x="170519" y="1807313"/>
                <a:ext cx="10951571" cy="1200329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/>
                  <a:t>Theorem (Berger, 2005)</a:t>
                </a:r>
              </a:p>
              <a:p>
                <a:r>
                  <a:rPr lang="en-US" sz="2400" b="1" dirty="0"/>
                  <a:t> </a:t>
                </a:r>
                <a:r>
                  <a:rPr lang="en-US" sz="2400" dirty="0"/>
                  <a:t>Let</a:t>
                </a:r>
                <a14:m>
                  <m:oMath xmlns:m="http://schemas.openxmlformats.org/officeDocument/2006/math">
                    <m:r>
                      <a:rPr lang="en-US" sz="24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correspond to a nondegenerate ordinal potential game. Then every AFP process converges to a pure Nash equilibrium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9EE80BB-9FFE-BB48-2765-A2C26E4DD9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19" y="1807313"/>
                <a:ext cx="10951571" cy="1200329"/>
              </a:xfrm>
              <a:prstGeom prst="rect">
                <a:avLst/>
              </a:prstGeom>
              <a:blipFill>
                <a:blip r:embed="rId3"/>
                <a:stretch>
                  <a:fillRect l="-777" t="-2970" b="-8911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66FD49F4-E226-CDCD-1AC6-D23C9BB3896B}"/>
              </a:ext>
            </a:extLst>
          </p:cNvPr>
          <p:cNvSpPr txBox="1"/>
          <p:nvPr/>
        </p:nvSpPr>
        <p:spPr>
          <a:xfrm>
            <a:off x="170519" y="3128241"/>
            <a:ext cx="43853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Proof by Contradiction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00BF7A9-2707-1119-9B8D-C0BC41C26851}"/>
                  </a:ext>
                </a:extLst>
              </p:cNvPr>
              <p:cNvSpPr txBox="1"/>
              <p:nvPr/>
            </p:nvSpPr>
            <p:spPr>
              <a:xfrm>
                <a:off x="170519" y="3528351"/>
                <a:ext cx="11464754" cy="37856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Suppose the AFP process doesn’t converge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Then there exist a pair of non-equilibrium pure strategies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that Players 1 and 2 play infinitely often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Since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is a not a pure strategy Nash equilibrium, there exists a Player 1 strategy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/>
                  <a:t> that is their best response to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 or there exists a Player 2 strategy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ℓ≠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 that is their best response to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endParaRPr lang="en-US" sz="2000" dirty="0"/>
              </a:p>
              <a:p>
                <a:endParaRPr lang="en-US" sz="2000" dirty="0"/>
              </a:p>
              <a:p>
                <a:r>
                  <a:rPr lang="en-US" sz="2000" dirty="0"/>
                  <a:t>But since both Players’ expectation values should increase over time (proof in progress), the fact that we return to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implies that a single player changing their strategy at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does not increase their expectation value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Nash Equilibrium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00BF7A9-2707-1119-9B8D-C0BC41C26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19" y="3528351"/>
                <a:ext cx="11464754" cy="3785652"/>
              </a:xfrm>
              <a:prstGeom prst="rect">
                <a:avLst/>
              </a:prstGeom>
              <a:blipFill>
                <a:blip r:embed="rId4"/>
                <a:stretch>
                  <a:fillRect l="-585" t="-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59858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4948</TotalTime>
  <Words>2650</Words>
  <Application>Microsoft Office PowerPoint</Application>
  <PresentationFormat>Widescreen</PresentationFormat>
  <Paragraphs>545</Paragraphs>
  <Slides>35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0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Wyngaard</dc:creator>
  <cp:lastModifiedBy>Jacob Wyngaard</cp:lastModifiedBy>
  <cp:revision>54</cp:revision>
  <cp:lastPrinted>2025-08-21T02:00:35Z</cp:lastPrinted>
  <dcterms:created xsi:type="dcterms:W3CDTF">2025-08-20T23:47:39Z</dcterms:created>
  <dcterms:modified xsi:type="dcterms:W3CDTF">2026-03-30T21:35:19Z</dcterms:modified>
</cp:coreProperties>
</file>