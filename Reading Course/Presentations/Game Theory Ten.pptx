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91" r:id="rId2"/>
    <p:sldId id="507" r:id="rId3"/>
    <p:sldId id="463" r:id="rId4"/>
    <p:sldId id="511" r:id="rId5"/>
    <p:sldId id="512" r:id="rId6"/>
    <p:sldId id="509" r:id="rId7"/>
    <p:sldId id="510" r:id="rId8"/>
    <p:sldId id="479" r:id="rId9"/>
    <p:sldId id="486" r:id="rId10"/>
    <p:sldId id="488" r:id="rId11"/>
    <p:sldId id="487" r:id="rId12"/>
    <p:sldId id="489" r:id="rId13"/>
    <p:sldId id="490" r:id="rId14"/>
    <p:sldId id="491" r:id="rId15"/>
    <p:sldId id="493" r:id="rId16"/>
    <p:sldId id="492" r:id="rId17"/>
    <p:sldId id="494" r:id="rId18"/>
    <p:sldId id="495" r:id="rId19"/>
    <p:sldId id="497" r:id="rId20"/>
    <p:sldId id="498" r:id="rId21"/>
    <p:sldId id="499" r:id="rId22"/>
    <p:sldId id="500" r:id="rId23"/>
    <p:sldId id="513" r:id="rId24"/>
    <p:sldId id="514" r:id="rId25"/>
    <p:sldId id="501" r:id="rId26"/>
    <p:sldId id="503" r:id="rId27"/>
    <p:sldId id="504" r:id="rId28"/>
    <p:sldId id="505" r:id="rId29"/>
    <p:sldId id="506" r:id="rId30"/>
    <p:sldId id="502" r:id="rId31"/>
  </p:sldIdLst>
  <p:sldSz cx="12192000" cy="6858000"/>
  <p:notesSz cx="6858000" cy="889158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52556A3-2CB9-4349-AA16-84A892A7CC81}">
          <p14:sldIdLst>
            <p14:sldId id="291"/>
            <p14:sldId id="507"/>
            <p14:sldId id="463"/>
            <p14:sldId id="511"/>
            <p14:sldId id="512"/>
            <p14:sldId id="509"/>
            <p14:sldId id="510"/>
            <p14:sldId id="479"/>
            <p14:sldId id="486"/>
            <p14:sldId id="488"/>
            <p14:sldId id="487"/>
            <p14:sldId id="489"/>
            <p14:sldId id="490"/>
            <p14:sldId id="491"/>
            <p14:sldId id="493"/>
            <p14:sldId id="492"/>
            <p14:sldId id="494"/>
            <p14:sldId id="495"/>
            <p14:sldId id="497"/>
            <p14:sldId id="498"/>
            <p14:sldId id="499"/>
            <p14:sldId id="500"/>
            <p14:sldId id="513"/>
            <p14:sldId id="514"/>
            <p14:sldId id="501"/>
            <p14:sldId id="503"/>
            <p14:sldId id="504"/>
            <p14:sldId id="505"/>
            <p14:sldId id="506"/>
            <p14:sldId id="50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7D359C8-AACA-2EA8-D24E-0AAD455781CC}" name="Jacob Wyngaard" initials="JW" userId="6181fcd471e98458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4EA1"/>
    <a:srgbClr val="388847"/>
    <a:srgbClr val="3E7CB9"/>
    <a:srgbClr val="6D9CCA"/>
    <a:srgbClr val="D26764"/>
    <a:srgbClr val="FF66CC"/>
    <a:srgbClr val="FFCC00"/>
    <a:srgbClr val="F21C0B"/>
    <a:srgbClr val="5E83A6"/>
    <a:srgbClr val="EBF1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23B00E-A61D-4E45-A1E6-9557FB1C30AE}" v="2815" dt="2026-04-21T03:58:05.6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38" autoAdjust="0"/>
    <p:restoredTop sz="89673" autoAdjust="0"/>
  </p:normalViewPr>
  <p:slideViewPr>
    <p:cSldViewPr snapToGrid="0">
      <p:cViewPr varScale="1">
        <p:scale>
          <a:sx n="74" d="100"/>
          <a:sy n="74" d="100"/>
        </p:scale>
        <p:origin x="1046" y="62"/>
      </p:cViewPr>
      <p:guideLst/>
    </p:cSldViewPr>
  </p:slideViewPr>
  <p:notesTextViewPr>
    <p:cViewPr>
      <p:scale>
        <a:sx n="25" d="100"/>
        <a:sy n="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8/10/relationships/authors" Target="authors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Wyngaard" userId="6181fcd471e98458" providerId="LiveId" clId="{788BA123-62C9-4DDC-86E5-A6BCA4600216}"/>
    <pc:docChg chg="undo custSel addSld delSld modSld sldOrd modSection">
      <pc:chgData name="Jacob Wyngaard" userId="6181fcd471e98458" providerId="LiveId" clId="{788BA123-62C9-4DDC-86E5-A6BCA4600216}" dt="2026-04-21T03:58:12.765" v="5754" actId="20577"/>
      <pc:docMkLst>
        <pc:docMk/>
      </pc:docMkLst>
      <pc:sldChg chg="addSp delSp modSp add mod">
        <pc:chgData name="Jacob Wyngaard" userId="6181fcd471e98458" providerId="LiveId" clId="{788BA123-62C9-4DDC-86E5-A6BCA4600216}" dt="2026-04-21T02:27:59.701" v="4275"/>
        <pc:sldMkLst>
          <pc:docMk/>
          <pc:sldMk cId="2121292761" sldId="463"/>
        </pc:sldMkLst>
        <pc:spChg chg="del mod">
          <ac:chgData name="Jacob Wyngaard" userId="6181fcd471e98458" providerId="LiveId" clId="{788BA123-62C9-4DDC-86E5-A6BCA4600216}" dt="2026-04-21T01:49:40.929" v="3708" actId="478"/>
          <ac:spMkLst>
            <pc:docMk/>
            <pc:sldMk cId="2121292761" sldId="463"/>
            <ac:spMk id="4" creationId="{BCD898AB-C2D0-E512-8F1D-0C2EBEFB7683}"/>
          </ac:spMkLst>
        </pc:spChg>
        <pc:spChg chg="del">
          <ac:chgData name="Jacob Wyngaard" userId="6181fcd471e98458" providerId="LiveId" clId="{788BA123-62C9-4DDC-86E5-A6BCA4600216}" dt="2026-04-21T01:49:31.893" v="3702" actId="478"/>
          <ac:spMkLst>
            <pc:docMk/>
            <pc:sldMk cId="2121292761" sldId="463"/>
            <ac:spMk id="5" creationId="{3ABED517-3C68-A4FA-965E-CF5E85D620A5}"/>
          </ac:spMkLst>
        </pc:spChg>
        <pc:spChg chg="add mod">
          <ac:chgData name="Jacob Wyngaard" userId="6181fcd471e98458" providerId="LiveId" clId="{788BA123-62C9-4DDC-86E5-A6BCA4600216}" dt="2026-04-21T02:27:59.701" v="4275"/>
          <ac:spMkLst>
            <pc:docMk/>
            <pc:sldMk cId="2121292761" sldId="463"/>
            <ac:spMk id="9" creationId="{B5945930-A6A0-0DC1-9FA0-1C2126B245C6}"/>
          </ac:spMkLst>
        </pc:spChg>
        <pc:spChg chg="add mod">
          <ac:chgData name="Jacob Wyngaard" userId="6181fcd471e98458" providerId="LiveId" clId="{788BA123-62C9-4DDC-86E5-A6BCA4600216}" dt="2026-04-21T02:01:41.213" v="3945" actId="1076"/>
          <ac:spMkLst>
            <pc:docMk/>
            <pc:sldMk cId="2121292761" sldId="463"/>
            <ac:spMk id="10" creationId="{12C4F0FE-EBDD-C95F-8A70-8E112F2BAC80}"/>
          </ac:spMkLst>
        </pc:spChg>
        <pc:spChg chg="add mod">
          <ac:chgData name="Jacob Wyngaard" userId="6181fcd471e98458" providerId="LiveId" clId="{788BA123-62C9-4DDC-86E5-A6BCA4600216}" dt="2026-04-21T02:01:45.809" v="3947" actId="14100"/>
          <ac:spMkLst>
            <pc:docMk/>
            <pc:sldMk cId="2121292761" sldId="463"/>
            <ac:spMk id="11" creationId="{59D4CB27-93B0-6EC5-561C-A4FEFF5044BB}"/>
          </ac:spMkLst>
        </pc:spChg>
        <pc:spChg chg="del mod">
          <ac:chgData name="Jacob Wyngaard" userId="6181fcd471e98458" providerId="LiveId" clId="{788BA123-62C9-4DDC-86E5-A6BCA4600216}" dt="2026-04-21T01:49:40.929" v="3708" actId="478"/>
          <ac:spMkLst>
            <pc:docMk/>
            <pc:sldMk cId="2121292761" sldId="463"/>
            <ac:spMk id="13" creationId="{EE53E89F-14AD-3C18-13FF-D0E9FA79D4F4}"/>
          </ac:spMkLst>
        </pc:spChg>
        <pc:picChg chg="del">
          <ac:chgData name="Jacob Wyngaard" userId="6181fcd471e98458" providerId="LiveId" clId="{788BA123-62C9-4DDC-86E5-A6BCA4600216}" dt="2026-04-21T01:49:32.762" v="3703" actId="478"/>
          <ac:picMkLst>
            <pc:docMk/>
            <pc:sldMk cId="2121292761" sldId="463"/>
            <ac:picMk id="3" creationId="{E5DFDD46-6C9B-1578-F981-7F29120F9351}"/>
          </ac:picMkLst>
        </pc:picChg>
        <pc:picChg chg="add mod">
          <ac:chgData name="Jacob Wyngaard" userId="6181fcd471e98458" providerId="LiveId" clId="{788BA123-62C9-4DDC-86E5-A6BCA4600216}" dt="2026-04-21T01:49:37.713" v="3706" actId="14100"/>
          <ac:picMkLst>
            <pc:docMk/>
            <pc:sldMk cId="2121292761" sldId="463"/>
            <ac:picMk id="7" creationId="{EB4DBF47-47F3-3AF3-496C-181694D188CA}"/>
          </ac:picMkLst>
        </pc:picChg>
      </pc:sldChg>
      <pc:sldChg chg="addSp modSp mod">
        <pc:chgData name="Jacob Wyngaard" userId="6181fcd471e98458" providerId="LiveId" clId="{788BA123-62C9-4DDC-86E5-A6BCA4600216}" dt="2026-04-19T22:57:40.559" v="34" actId="14100"/>
        <pc:sldMkLst>
          <pc:docMk/>
          <pc:sldMk cId="384895477" sldId="490"/>
        </pc:sldMkLst>
        <pc:spChg chg="add mod">
          <ac:chgData name="Jacob Wyngaard" userId="6181fcd471e98458" providerId="LiveId" clId="{788BA123-62C9-4DDC-86E5-A6BCA4600216}" dt="2026-04-19T22:57:40.559" v="34" actId="14100"/>
          <ac:spMkLst>
            <pc:docMk/>
            <pc:sldMk cId="384895477" sldId="490"/>
            <ac:spMk id="2" creationId="{B736472D-B721-68DD-D611-2B1343CBB1C0}"/>
          </ac:spMkLst>
        </pc:spChg>
      </pc:sldChg>
      <pc:sldChg chg="addSp modSp mod">
        <pc:chgData name="Jacob Wyngaard" userId="6181fcd471e98458" providerId="LiveId" clId="{788BA123-62C9-4DDC-86E5-A6BCA4600216}" dt="2026-04-19T23:08:54.758" v="230" actId="20577"/>
        <pc:sldMkLst>
          <pc:docMk/>
          <pc:sldMk cId="2737047553" sldId="491"/>
        </pc:sldMkLst>
        <pc:spChg chg="add mod">
          <ac:chgData name="Jacob Wyngaard" userId="6181fcd471e98458" providerId="LiveId" clId="{788BA123-62C9-4DDC-86E5-A6BCA4600216}" dt="2026-04-19T22:57:45.242" v="36" actId="1076"/>
          <ac:spMkLst>
            <pc:docMk/>
            <pc:sldMk cId="2737047553" sldId="491"/>
            <ac:spMk id="2" creationId="{6CC8DD01-7969-4BE3-4865-401801F04E9E}"/>
          </ac:spMkLst>
        </pc:spChg>
        <pc:spChg chg="mod">
          <ac:chgData name="Jacob Wyngaard" userId="6181fcd471e98458" providerId="LiveId" clId="{788BA123-62C9-4DDC-86E5-A6BCA4600216}" dt="2026-04-19T23:07:37.338" v="220" actId="20577"/>
          <ac:spMkLst>
            <pc:docMk/>
            <pc:sldMk cId="2737047553" sldId="491"/>
            <ac:spMk id="4" creationId="{5997B2AB-546D-EB65-2CF0-9C51B26F1866}"/>
          </ac:spMkLst>
        </pc:spChg>
        <pc:spChg chg="mod">
          <ac:chgData name="Jacob Wyngaard" userId="6181fcd471e98458" providerId="LiveId" clId="{788BA123-62C9-4DDC-86E5-A6BCA4600216}" dt="2026-04-19T23:08:54.758" v="230" actId="20577"/>
          <ac:spMkLst>
            <pc:docMk/>
            <pc:sldMk cId="2737047553" sldId="491"/>
            <ac:spMk id="7" creationId="{9989FADC-A164-C33F-3515-37D5D6A08F8C}"/>
          </ac:spMkLst>
        </pc:spChg>
      </pc:sldChg>
      <pc:sldChg chg="addSp delSp modSp add mod ord">
        <pc:chgData name="Jacob Wyngaard" userId="6181fcd471e98458" providerId="LiveId" clId="{788BA123-62C9-4DDC-86E5-A6BCA4600216}" dt="2026-04-20T15:59:50.408" v="3339"/>
        <pc:sldMkLst>
          <pc:docMk/>
          <pc:sldMk cId="3222308516" sldId="492"/>
        </pc:sldMkLst>
        <pc:spChg chg="add mod">
          <ac:chgData name="Jacob Wyngaard" userId="6181fcd471e98458" providerId="LiveId" clId="{788BA123-62C9-4DDC-86E5-A6BCA4600216}" dt="2026-04-20T15:59:50.408" v="3339"/>
          <ac:spMkLst>
            <pc:docMk/>
            <pc:sldMk cId="3222308516" sldId="492"/>
            <ac:spMk id="2" creationId="{EF34882C-5AF8-95B3-8983-41B2283D53C9}"/>
          </ac:spMkLst>
        </pc:spChg>
        <pc:spChg chg="del mod">
          <ac:chgData name="Jacob Wyngaard" userId="6181fcd471e98458" providerId="LiveId" clId="{788BA123-62C9-4DDC-86E5-A6BCA4600216}" dt="2026-04-20T15:59:50.136" v="3338" actId="478"/>
          <ac:spMkLst>
            <pc:docMk/>
            <pc:sldMk cId="3222308516" sldId="492"/>
            <ac:spMk id="5" creationId="{1FC832EB-75C4-5F6F-2F05-6A8AE85BDDCF}"/>
          </ac:spMkLst>
        </pc:spChg>
        <pc:spChg chg="add mod">
          <ac:chgData name="Jacob Wyngaard" userId="6181fcd471e98458" providerId="LiveId" clId="{788BA123-62C9-4DDC-86E5-A6BCA4600216}" dt="2026-04-20T15:03:59.640" v="2244"/>
          <ac:spMkLst>
            <pc:docMk/>
            <pc:sldMk cId="3222308516" sldId="492"/>
            <ac:spMk id="14" creationId="{77AE7E96-5D48-B8C3-3995-07CC6318F7B9}"/>
          </ac:spMkLst>
        </pc:spChg>
        <pc:spChg chg="add mod">
          <ac:chgData name="Jacob Wyngaard" userId="6181fcd471e98458" providerId="LiveId" clId="{788BA123-62C9-4DDC-86E5-A6BCA4600216}" dt="2026-04-20T15:04:03.140" v="2247" actId="20577"/>
          <ac:spMkLst>
            <pc:docMk/>
            <pc:sldMk cId="3222308516" sldId="492"/>
            <ac:spMk id="15" creationId="{1F3E6688-F181-5439-88FB-9B4D0C65EB13}"/>
          </ac:spMkLst>
        </pc:spChg>
        <pc:spChg chg="add mod">
          <ac:chgData name="Jacob Wyngaard" userId="6181fcd471e98458" providerId="LiveId" clId="{788BA123-62C9-4DDC-86E5-A6BCA4600216}" dt="2026-04-20T15:04:07.947" v="2250"/>
          <ac:spMkLst>
            <pc:docMk/>
            <pc:sldMk cId="3222308516" sldId="492"/>
            <ac:spMk id="16" creationId="{BFE4867F-85D6-72AD-65ED-22231DA536CF}"/>
          </ac:spMkLst>
        </pc:spChg>
        <pc:spChg chg="add mod">
          <ac:chgData name="Jacob Wyngaard" userId="6181fcd471e98458" providerId="LiveId" clId="{788BA123-62C9-4DDC-86E5-A6BCA4600216}" dt="2026-04-20T15:04:14.833" v="2254"/>
          <ac:spMkLst>
            <pc:docMk/>
            <pc:sldMk cId="3222308516" sldId="492"/>
            <ac:spMk id="17" creationId="{B40716A1-0F63-EB08-31AD-A2D98BE59CB6}"/>
          </ac:spMkLst>
        </pc:spChg>
        <pc:spChg chg="mod">
          <ac:chgData name="Jacob Wyngaard" userId="6181fcd471e98458" providerId="LiveId" clId="{788BA123-62C9-4DDC-86E5-A6BCA4600216}" dt="2026-04-19T23:15:40.188" v="314" actId="404"/>
          <ac:spMkLst>
            <pc:docMk/>
            <pc:sldMk cId="3222308516" sldId="492"/>
            <ac:spMk id="19" creationId="{7C9D1B7B-F066-AAAF-CF8B-C6C042B8A0DA}"/>
          </ac:spMkLst>
        </pc:spChg>
      </pc:sldChg>
      <pc:sldChg chg="addSp delSp modSp add mod">
        <pc:chgData name="Jacob Wyngaard" userId="6181fcd471e98458" providerId="LiveId" clId="{788BA123-62C9-4DDC-86E5-A6BCA4600216}" dt="2026-04-21T03:58:12.765" v="5754" actId="20577"/>
        <pc:sldMkLst>
          <pc:docMk/>
          <pc:sldMk cId="1279759771" sldId="493"/>
        </pc:sldMkLst>
        <pc:spChg chg="add mod">
          <ac:chgData name="Jacob Wyngaard" userId="6181fcd471e98458" providerId="LiveId" clId="{788BA123-62C9-4DDC-86E5-A6BCA4600216}" dt="2026-04-21T03:58:04.849" v="5748" actId="1076"/>
          <ac:spMkLst>
            <pc:docMk/>
            <pc:sldMk cId="1279759771" sldId="493"/>
            <ac:spMk id="2" creationId="{BB489E90-9A8F-2569-9607-94A323385A09}"/>
          </ac:spMkLst>
        </pc:spChg>
        <pc:spChg chg="add mod">
          <ac:chgData name="Jacob Wyngaard" userId="6181fcd471e98458" providerId="LiveId" clId="{788BA123-62C9-4DDC-86E5-A6BCA4600216}" dt="2026-04-21T03:58:12.765" v="5754" actId="20577"/>
          <ac:spMkLst>
            <pc:docMk/>
            <pc:sldMk cId="1279759771" sldId="493"/>
            <ac:spMk id="3" creationId="{DC3C3442-C81E-858F-3B15-94CC4439D86F}"/>
          </ac:spMkLst>
        </pc:spChg>
        <pc:spChg chg="mod">
          <ac:chgData name="Jacob Wyngaard" userId="6181fcd471e98458" providerId="LiveId" clId="{788BA123-62C9-4DDC-86E5-A6BCA4600216}" dt="2026-04-20T15:01:35.863" v="2220" actId="20577"/>
          <ac:spMkLst>
            <pc:docMk/>
            <pc:sldMk cId="1279759771" sldId="493"/>
            <ac:spMk id="5" creationId="{D67B93A8-ACE5-BB1E-4D7C-A8474AE47EA1}"/>
          </ac:spMkLst>
        </pc:spChg>
        <pc:spChg chg="mod">
          <ac:chgData name="Jacob Wyngaard" userId="6181fcd471e98458" providerId="LiveId" clId="{788BA123-62C9-4DDC-86E5-A6BCA4600216}" dt="2026-04-21T03:57:43.010" v="5726" actId="1076"/>
          <ac:spMkLst>
            <pc:docMk/>
            <pc:sldMk cId="1279759771" sldId="493"/>
            <ac:spMk id="7" creationId="{F5FE545F-578D-ADBB-B471-A87B9CFC8D75}"/>
          </ac:spMkLst>
        </pc:spChg>
        <pc:spChg chg="mod">
          <ac:chgData name="Jacob Wyngaard" userId="6181fcd471e98458" providerId="LiveId" clId="{788BA123-62C9-4DDC-86E5-A6BCA4600216}" dt="2026-04-21T03:57:39.670" v="5725" actId="1076"/>
          <ac:spMkLst>
            <pc:docMk/>
            <pc:sldMk cId="1279759771" sldId="493"/>
            <ac:spMk id="9" creationId="{9E00C86B-E8D8-529A-2859-20B839F9E01C}"/>
          </ac:spMkLst>
        </pc:spChg>
        <pc:spChg chg="mod">
          <ac:chgData name="Jacob Wyngaard" userId="6181fcd471e98458" providerId="LiveId" clId="{788BA123-62C9-4DDC-86E5-A6BCA4600216}" dt="2026-04-21T03:57:39.670" v="5725" actId="1076"/>
          <ac:spMkLst>
            <pc:docMk/>
            <pc:sldMk cId="1279759771" sldId="493"/>
            <ac:spMk id="10" creationId="{0BE89A4C-BC6D-582F-AC9E-7DFA4682D404}"/>
          </ac:spMkLst>
        </pc:spChg>
        <pc:spChg chg="mod">
          <ac:chgData name="Jacob Wyngaard" userId="6181fcd471e98458" providerId="LiveId" clId="{788BA123-62C9-4DDC-86E5-A6BCA4600216}" dt="2026-04-21T03:57:43.010" v="5726" actId="1076"/>
          <ac:spMkLst>
            <pc:docMk/>
            <pc:sldMk cId="1279759771" sldId="493"/>
            <ac:spMk id="11" creationId="{165CAB6B-3698-D511-46CC-B3302123D17D}"/>
          </ac:spMkLst>
        </pc:spChg>
        <pc:spChg chg="del mod">
          <ac:chgData name="Jacob Wyngaard" userId="6181fcd471e98458" providerId="LiveId" clId="{788BA123-62C9-4DDC-86E5-A6BCA4600216}" dt="2026-04-20T15:01:40.535" v="2221" actId="478"/>
          <ac:spMkLst>
            <pc:docMk/>
            <pc:sldMk cId="1279759771" sldId="493"/>
            <ac:spMk id="19" creationId="{82B98504-5481-AA3A-548E-25276B864CCA}"/>
          </ac:spMkLst>
        </pc:spChg>
        <pc:spChg chg="mod">
          <ac:chgData name="Jacob Wyngaard" userId="6181fcd471e98458" providerId="LiveId" clId="{788BA123-62C9-4DDC-86E5-A6BCA4600216}" dt="2026-04-21T03:57:39.670" v="5725" actId="1076"/>
          <ac:spMkLst>
            <pc:docMk/>
            <pc:sldMk cId="1279759771" sldId="493"/>
            <ac:spMk id="21" creationId="{276FE863-7F20-0B7B-A5DB-3B15417D08D7}"/>
          </ac:spMkLst>
        </pc:spChg>
        <pc:spChg chg="mod">
          <ac:chgData name="Jacob Wyngaard" userId="6181fcd471e98458" providerId="LiveId" clId="{788BA123-62C9-4DDC-86E5-A6BCA4600216}" dt="2026-04-21T03:57:43.010" v="5726" actId="1076"/>
          <ac:spMkLst>
            <pc:docMk/>
            <pc:sldMk cId="1279759771" sldId="493"/>
            <ac:spMk id="22" creationId="{E80ED087-4E55-FCDF-28AE-48522B1C9E8F}"/>
          </ac:spMkLst>
        </pc:spChg>
      </pc:sldChg>
      <pc:sldChg chg="addSp delSp modSp add mod">
        <pc:chgData name="Jacob Wyngaard" userId="6181fcd471e98458" providerId="LiveId" clId="{788BA123-62C9-4DDC-86E5-A6BCA4600216}" dt="2026-04-21T03:57:48.791" v="5728" actId="113"/>
        <pc:sldMkLst>
          <pc:docMk/>
          <pc:sldMk cId="2866816978" sldId="494"/>
        </pc:sldMkLst>
        <pc:spChg chg="add mod">
          <ac:chgData name="Jacob Wyngaard" userId="6181fcd471e98458" providerId="LiveId" clId="{788BA123-62C9-4DDC-86E5-A6BCA4600216}" dt="2026-04-20T15:04:28.952" v="2258"/>
          <ac:spMkLst>
            <pc:docMk/>
            <pc:sldMk cId="2866816978" sldId="494"/>
            <ac:spMk id="2" creationId="{1070C667-43DF-0E6A-AEE2-802B08D32645}"/>
          </ac:spMkLst>
        </pc:spChg>
        <pc:spChg chg="add mod">
          <ac:chgData name="Jacob Wyngaard" userId="6181fcd471e98458" providerId="LiveId" clId="{788BA123-62C9-4DDC-86E5-A6BCA4600216}" dt="2026-04-20T15:04:26.962" v="2257" actId="20577"/>
          <ac:spMkLst>
            <pc:docMk/>
            <pc:sldMk cId="2866816978" sldId="494"/>
            <ac:spMk id="3" creationId="{06A5699E-9F4C-DB6A-6920-5D7144E52F7C}"/>
          </ac:spMkLst>
        </pc:spChg>
        <pc:spChg chg="add mod">
          <ac:chgData name="Jacob Wyngaard" userId="6181fcd471e98458" providerId="LiveId" clId="{788BA123-62C9-4DDC-86E5-A6BCA4600216}" dt="2026-04-19T23:25:22.179" v="406" actId="1076"/>
          <ac:spMkLst>
            <pc:docMk/>
            <pc:sldMk cId="2866816978" sldId="494"/>
            <ac:spMk id="4" creationId="{AF8B11D6-562D-4EC1-DF7C-2C3A2004F2F3}"/>
          </ac:spMkLst>
        </pc:spChg>
        <pc:spChg chg="del">
          <ac:chgData name="Jacob Wyngaard" userId="6181fcd471e98458" providerId="LiveId" clId="{788BA123-62C9-4DDC-86E5-A6BCA4600216}" dt="2026-04-20T15:59:54.153" v="3340" actId="478"/>
          <ac:spMkLst>
            <pc:docMk/>
            <pc:sldMk cId="2866816978" sldId="494"/>
            <ac:spMk id="5" creationId="{9E2B416D-4029-5556-8423-DAFFE90A2A46}"/>
          </ac:spMkLst>
        </pc:spChg>
        <pc:spChg chg="add mod">
          <ac:chgData name="Jacob Wyngaard" userId="6181fcd471e98458" providerId="LiveId" clId="{788BA123-62C9-4DDC-86E5-A6BCA4600216}" dt="2026-04-20T15:04:38.243" v="2261"/>
          <ac:spMkLst>
            <pc:docMk/>
            <pc:sldMk cId="2866816978" sldId="494"/>
            <ac:spMk id="7" creationId="{1CACEE18-6CE1-6261-C8FB-8ABB84A3124E}"/>
          </ac:spMkLst>
        </pc:spChg>
        <pc:spChg chg="add mod">
          <ac:chgData name="Jacob Wyngaard" userId="6181fcd471e98458" providerId="LiveId" clId="{788BA123-62C9-4DDC-86E5-A6BCA4600216}" dt="2026-04-20T15:04:46.701" v="2262" actId="20577"/>
          <ac:spMkLst>
            <pc:docMk/>
            <pc:sldMk cId="2866816978" sldId="494"/>
            <ac:spMk id="9" creationId="{6B2B0AEC-9306-B9C5-2560-C3C3221ABB2F}"/>
          </ac:spMkLst>
        </pc:spChg>
        <pc:spChg chg="add mod">
          <ac:chgData name="Jacob Wyngaard" userId="6181fcd471e98458" providerId="LiveId" clId="{788BA123-62C9-4DDC-86E5-A6BCA4600216}" dt="2026-04-19T23:25:27.513" v="407" actId="1076"/>
          <ac:spMkLst>
            <pc:docMk/>
            <pc:sldMk cId="2866816978" sldId="494"/>
            <ac:spMk id="10" creationId="{9D6C1D27-CBDA-6F97-B6AD-A30C3A6FD48B}"/>
          </ac:spMkLst>
        </pc:spChg>
        <pc:spChg chg="add mod">
          <ac:chgData name="Jacob Wyngaard" userId="6181fcd471e98458" providerId="LiveId" clId="{788BA123-62C9-4DDC-86E5-A6BCA4600216}" dt="2026-04-19T23:25:27.513" v="407" actId="1076"/>
          <ac:spMkLst>
            <pc:docMk/>
            <pc:sldMk cId="2866816978" sldId="494"/>
            <ac:spMk id="11" creationId="{C9D47164-A2EC-C6C6-5B90-D5EE3D5AA45E}"/>
          </ac:spMkLst>
        </pc:spChg>
        <pc:spChg chg="add mod">
          <ac:chgData name="Jacob Wyngaard" userId="6181fcd471e98458" providerId="LiveId" clId="{788BA123-62C9-4DDC-86E5-A6BCA4600216}" dt="2026-04-21T03:57:46.750" v="5727" actId="113"/>
          <ac:spMkLst>
            <pc:docMk/>
            <pc:sldMk cId="2866816978" sldId="494"/>
            <ac:spMk id="12" creationId="{24A80287-9BAA-D2E7-7145-AA006443E670}"/>
          </ac:spMkLst>
        </pc:spChg>
        <pc:spChg chg="add mod">
          <ac:chgData name="Jacob Wyngaard" userId="6181fcd471e98458" providerId="LiveId" clId="{788BA123-62C9-4DDC-86E5-A6BCA4600216}" dt="2026-04-21T03:57:48.791" v="5728" actId="113"/>
          <ac:spMkLst>
            <pc:docMk/>
            <pc:sldMk cId="2866816978" sldId="494"/>
            <ac:spMk id="13" creationId="{C37F0E5F-F59C-2B15-67E8-9D7ECD306CB3}"/>
          </ac:spMkLst>
        </pc:spChg>
        <pc:spChg chg="add mod">
          <ac:chgData name="Jacob Wyngaard" userId="6181fcd471e98458" providerId="LiveId" clId="{788BA123-62C9-4DDC-86E5-A6BCA4600216}" dt="2026-04-20T15:05:01.691" v="2268" actId="1076"/>
          <ac:spMkLst>
            <pc:docMk/>
            <pc:sldMk cId="2866816978" sldId="494"/>
            <ac:spMk id="14" creationId="{0E5FE0D4-9A17-A82B-0704-CA8ED70A7BA9}"/>
          </ac:spMkLst>
        </pc:spChg>
        <pc:spChg chg="add mod">
          <ac:chgData name="Jacob Wyngaard" userId="6181fcd471e98458" providerId="LiveId" clId="{788BA123-62C9-4DDC-86E5-A6BCA4600216}" dt="2026-04-20T15:59:54.433" v="3341"/>
          <ac:spMkLst>
            <pc:docMk/>
            <pc:sldMk cId="2866816978" sldId="494"/>
            <ac:spMk id="15" creationId="{11212A51-2EA2-D00D-0CBF-B6C3C9D7A90B}"/>
          </ac:spMkLst>
        </pc:spChg>
      </pc:sldChg>
      <pc:sldChg chg="addSp delSp modSp add mod">
        <pc:chgData name="Jacob Wyngaard" userId="6181fcd471e98458" providerId="LiveId" clId="{788BA123-62C9-4DDC-86E5-A6BCA4600216}" dt="2026-04-20T02:23:08.336" v="1791" actId="6549"/>
        <pc:sldMkLst>
          <pc:docMk/>
          <pc:sldMk cId="3200373306" sldId="495"/>
        </pc:sldMkLst>
        <pc:spChg chg="mod">
          <ac:chgData name="Jacob Wyngaard" userId="6181fcd471e98458" providerId="LiveId" clId="{788BA123-62C9-4DDC-86E5-A6BCA4600216}" dt="2026-04-20T01:15:36.571" v="972" actId="20577"/>
          <ac:spMkLst>
            <pc:docMk/>
            <pc:sldMk cId="3200373306" sldId="495"/>
            <ac:spMk id="5" creationId="{7C138162-C7D7-76C8-837E-FCAF7EB61757}"/>
          </ac:spMkLst>
        </pc:spChg>
        <pc:spChg chg="add mod">
          <ac:chgData name="Jacob Wyngaard" userId="6181fcd471e98458" providerId="LiveId" clId="{788BA123-62C9-4DDC-86E5-A6BCA4600216}" dt="2026-04-20T02:23:08.336" v="1791" actId="6549"/>
          <ac:spMkLst>
            <pc:docMk/>
            <pc:sldMk cId="3200373306" sldId="495"/>
            <ac:spMk id="14" creationId="{5A42E9EC-FAC3-E2A4-502F-B95035B6C700}"/>
          </ac:spMkLst>
        </pc:spChg>
        <pc:spChg chg="add mod">
          <ac:chgData name="Jacob Wyngaard" userId="6181fcd471e98458" providerId="LiveId" clId="{788BA123-62C9-4DDC-86E5-A6BCA4600216}" dt="2026-04-20T01:07:47.382" v="883"/>
          <ac:spMkLst>
            <pc:docMk/>
            <pc:sldMk cId="3200373306" sldId="495"/>
            <ac:spMk id="15" creationId="{CF1B6E22-7D16-AF1F-4EFA-B223C522DC61}"/>
          </ac:spMkLst>
        </pc:spChg>
        <pc:spChg chg="add mod">
          <ac:chgData name="Jacob Wyngaard" userId="6181fcd471e98458" providerId="LiveId" clId="{788BA123-62C9-4DDC-86E5-A6BCA4600216}" dt="2026-04-20T02:06:01.336" v="1724" actId="20577"/>
          <ac:spMkLst>
            <pc:docMk/>
            <pc:sldMk cId="3200373306" sldId="495"/>
            <ac:spMk id="16" creationId="{06E74D13-9136-A568-95B3-3FCDB8BFFCE0}"/>
          </ac:spMkLst>
        </pc:spChg>
        <pc:spChg chg="add mod">
          <ac:chgData name="Jacob Wyngaard" userId="6181fcd471e98458" providerId="LiveId" clId="{788BA123-62C9-4DDC-86E5-A6BCA4600216}" dt="2026-04-20T00:10:49.463" v="829" actId="20577"/>
          <ac:spMkLst>
            <pc:docMk/>
            <pc:sldMk cId="3200373306" sldId="495"/>
            <ac:spMk id="17" creationId="{8EE3A2F0-279C-9922-23C7-F7CA813F9228}"/>
          </ac:spMkLst>
        </pc:spChg>
        <pc:spChg chg="add mod">
          <ac:chgData name="Jacob Wyngaard" userId="6181fcd471e98458" providerId="LiveId" clId="{788BA123-62C9-4DDC-86E5-A6BCA4600216}" dt="2026-04-20T01:09:20.664" v="892" actId="1076"/>
          <ac:spMkLst>
            <pc:docMk/>
            <pc:sldMk cId="3200373306" sldId="495"/>
            <ac:spMk id="18" creationId="{53F1B2BA-047C-5EB7-846B-8A5AA73F090B}"/>
          </ac:spMkLst>
        </pc:spChg>
        <pc:spChg chg="add mod">
          <ac:chgData name="Jacob Wyngaard" userId="6181fcd471e98458" providerId="LiveId" clId="{788BA123-62C9-4DDC-86E5-A6BCA4600216}" dt="2026-04-20T00:13:52.483" v="881" actId="1076"/>
          <ac:spMkLst>
            <pc:docMk/>
            <pc:sldMk cId="3200373306" sldId="495"/>
            <ac:spMk id="20" creationId="{2C46FE03-5921-D731-D294-6B594C20FB0F}"/>
          </ac:spMkLst>
        </pc:spChg>
      </pc:sldChg>
      <pc:sldChg chg="addSp delSp modSp add del mod">
        <pc:chgData name="Jacob Wyngaard" userId="6181fcd471e98458" providerId="LiveId" clId="{788BA123-62C9-4DDC-86E5-A6BCA4600216}" dt="2026-04-20T01:40:17.680" v="1485" actId="47"/>
        <pc:sldMkLst>
          <pc:docMk/>
          <pc:sldMk cId="2086293198" sldId="496"/>
        </pc:sldMkLst>
        <pc:spChg chg="add mod">
          <ac:chgData name="Jacob Wyngaard" userId="6181fcd471e98458" providerId="LiveId" clId="{788BA123-62C9-4DDC-86E5-A6BCA4600216}" dt="2026-04-20T01:28:14.981" v="1291" actId="1076"/>
          <ac:spMkLst>
            <pc:docMk/>
            <pc:sldMk cId="2086293198" sldId="496"/>
            <ac:spMk id="2" creationId="{44C2C19A-1F6A-A9E8-B72E-7D7BD93E744C}"/>
          </ac:spMkLst>
        </pc:spChg>
        <pc:spChg chg="add mod">
          <ac:chgData name="Jacob Wyngaard" userId="6181fcd471e98458" providerId="LiveId" clId="{788BA123-62C9-4DDC-86E5-A6BCA4600216}" dt="2026-04-20T01:28:18.469" v="1292" actId="1076"/>
          <ac:spMkLst>
            <pc:docMk/>
            <pc:sldMk cId="2086293198" sldId="496"/>
            <ac:spMk id="3" creationId="{30819ED3-CD39-0E48-87FB-B86EC9AF5D6E}"/>
          </ac:spMkLst>
        </pc:spChg>
        <pc:spChg chg="add mod">
          <ac:chgData name="Jacob Wyngaard" userId="6181fcd471e98458" providerId="LiveId" clId="{788BA123-62C9-4DDC-86E5-A6BCA4600216}" dt="2026-04-20T01:28:05.100" v="1289" actId="1076"/>
          <ac:spMkLst>
            <pc:docMk/>
            <pc:sldMk cId="2086293198" sldId="496"/>
            <ac:spMk id="4" creationId="{C544F96F-70F6-E6FA-7C4D-D19FD50271E6}"/>
          </ac:spMkLst>
        </pc:spChg>
        <pc:spChg chg="mod">
          <ac:chgData name="Jacob Wyngaard" userId="6181fcd471e98458" providerId="LiveId" clId="{788BA123-62C9-4DDC-86E5-A6BCA4600216}" dt="2026-04-20T01:12:54.054" v="956" actId="1076"/>
          <ac:spMkLst>
            <pc:docMk/>
            <pc:sldMk cId="2086293198" sldId="496"/>
            <ac:spMk id="5" creationId="{A1CE5D35-21D7-8495-4752-E4D74272C9F4}"/>
          </ac:spMkLst>
        </pc:spChg>
        <pc:spChg chg="add del mod">
          <ac:chgData name="Jacob Wyngaard" userId="6181fcd471e98458" providerId="LiveId" clId="{788BA123-62C9-4DDC-86E5-A6BCA4600216}" dt="2026-04-20T01:27:55.367" v="1287" actId="478"/>
          <ac:spMkLst>
            <pc:docMk/>
            <pc:sldMk cId="2086293198" sldId="496"/>
            <ac:spMk id="7" creationId="{2D08D607-4742-73C4-1327-5D7C657515AE}"/>
          </ac:spMkLst>
        </pc:spChg>
        <pc:spChg chg="add mod">
          <ac:chgData name="Jacob Wyngaard" userId="6181fcd471e98458" providerId="LiveId" clId="{788BA123-62C9-4DDC-86E5-A6BCA4600216}" dt="2026-04-20T01:29:03.820" v="1296" actId="114"/>
          <ac:spMkLst>
            <pc:docMk/>
            <pc:sldMk cId="2086293198" sldId="496"/>
            <ac:spMk id="9" creationId="{30EA560C-5206-F7F4-A494-F6C66854F288}"/>
          </ac:spMkLst>
        </pc:spChg>
        <pc:spChg chg="add mod">
          <ac:chgData name="Jacob Wyngaard" userId="6181fcd471e98458" providerId="LiveId" clId="{788BA123-62C9-4DDC-86E5-A6BCA4600216}" dt="2026-04-20T01:27:43.082" v="1267" actId="1076"/>
          <ac:spMkLst>
            <pc:docMk/>
            <pc:sldMk cId="2086293198" sldId="496"/>
            <ac:spMk id="10" creationId="{4579C91C-6CFA-0C11-540A-CEF9A47DDA1D}"/>
          </ac:spMkLst>
        </pc:spChg>
        <pc:spChg chg="add mod">
          <ac:chgData name="Jacob Wyngaard" userId="6181fcd471e98458" providerId="LiveId" clId="{788BA123-62C9-4DDC-86E5-A6BCA4600216}" dt="2026-04-20T01:27:29.100" v="1259" actId="1076"/>
          <ac:spMkLst>
            <pc:docMk/>
            <pc:sldMk cId="2086293198" sldId="496"/>
            <ac:spMk id="11" creationId="{F562F86F-EED7-B14D-F18F-547DC336A043}"/>
          </ac:spMkLst>
        </pc:spChg>
        <pc:spChg chg="add mod">
          <ac:chgData name="Jacob Wyngaard" userId="6181fcd471e98458" providerId="LiveId" clId="{788BA123-62C9-4DDC-86E5-A6BCA4600216}" dt="2026-04-20T01:27:29.100" v="1259" actId="1076"/>
          <ac:spMkLst>
            <pc:docMk/>
            <pc:sldMk cId="2086293198" sldId="496"/>
            <ac:spMk id="12" creationId="{57059EAD-9E93-B9BF-3E50-A21CE59B4867}"/>
          </ac:spMkLst>
        </pc:spChg>
        <pc:spChg chg="add mod">
          <ac:chgData name="Jacob Wyngaard" userId="6181fcd471e98458" providerId="LiveId" clId="{788BA123-62C9-4DDC-86E5-A6BCA4600216}" dt="2026-04-20T01:28:10.446" v="1290" actId="1076"/>
          <ac:spMkLst>
            <pc:docMk/>
            <pc:sldMk cId="2086293198" sldId="496"/>
            <ac:spMk id="13" creationId="{326C5DF0-B521-60FD-9A75-B61482CE6C97}"/>
          </ac:spMkLst>
        </pc:spChg>
        <pc:spChg chg="del">
          <ac:chgData name="Jacob Wyngaard" userId="6181fcd471e98458" providerId="LiveId" clId="{788BA123-62C9-4DDC-86E5-A6BCA4600216}" dt="2026-04-20T01:26:37.914" v="1233" actId="478"/>
          <ac:spMkLst>
            <pc:docMk/>
            <pc:sldMk cId="2086293198" sldId="496"/>
            <ac:spMk id="14" creationId="{C62C234E-8B47-D80A-A813-742C8988253C}"/>
          </ac:spMkLst>
        </pc:spChg>
        <pc:spChg chg="del">
          <ac:chgData name="Jacob Wyngaard" userId="6181fcd471e98458" providerId="LiveId" clId="{788BA123-62C9-4DDC-86E5-A6BCA4600216}" dt="2026-04-20T01:12:55.601" v="957" actId="478"/>
          <ac:spMkLst>
            <pc:docMk/>
            <pc:sldMk cId="2086293198" sldId="496"/>
            <ac:spMk id="15" creationId="{B88167E2-CA8B-93F9-F146-9EF537C63326}"/>
          </ac:spMkLst>
        </pc:spChg>
        <pc:spChg chg="del">
          <ac:chgData name="Jacob Wyngaard" userId="6181fcd471e98458" providerId="LiveId" clId="{788BA123-62C9-4DDC-86E5-A6BCA4600216}" dt="2026-04-20T01:12:57.565" v="959" actId="478"/>
          <ac:spMkLst>
            <pc:docMk/>
            <pc:sldMk cId="2086293198" sldId="496"/>
            <ac:spMk id="16" creationId="{0768607B-2029-4649-4109-6247698843E3}"/>
          </ac:spMkLst>
        </pc:spChg>
        <pc:spChg chg="del">
          <ac:chgData name="Jacob Wyngaard" userId="6181fcd471e98458" providerId="LiveId" clId="{788BA123-62C9-4DDC-86E5-A6BCA4600216}" dt="2026-04-20T01:12:56.897" v="958" actId="478"/>
          <ac:spMkLst>
            <pc:docMk/>
            <pc:sldMk cId="2086293198" sldId="496"/>
            <ac:spMk id="17" creationId="{C8461956-9252-C967-E5D1-1ADFC586FC04}"/>
          </ac:spMkLst>
        </pc:spChg>
        <pc:spChg chg="del">
          <ac:chgData name="Jacob Wyngaard" userId="6181fcd471e98458" providerId="LiveId" clId="{788BA123-62C9-4DDC-86E5-A6BCA4600216}" dt="2026-04-20T01:26:33.933" v="1232" actId="478"/>
          <ac:spMkLst>
            <pc:docMk/>
            <pc:sldMk cId="2086293198" sldId="496"/>
            <ac:spMk id="18" creationId="{52620690-0980-6C3C-A79F-F4ADD3ACC24F}"/>
          </ac:spMkLst>
        </pc:spChg>
        <pc:spChg chg="add mod">
          <ac:chgData name="Jacob Wyngaard" userId="6181fcd471e98458" providerId="LiveId" clId="{788BA123-62C9-4DDC-86E5-A6BCA4600216}" dt="2026-04-20T01:29:31.546" v="1305" actId="1076"/>
          <ac:spMkLst>
            <pc:docMk/>
            <pc:sldMk cId="2086293198" sldId="496"/>
            <ac:spMk id="19" creationId="{BCBF36AD-1832-4B6C-7722-EB6C8712757E}"/>
          </ac:spMkLst>
        </pc:spChg>
        <pc:spChg chg="del">
          <ac:chgData name="Jacob Wyngaard" userId="6181fcd471e98458" providerId="LiveId" clId="{788BA123-62C9-4DDC-86E5-A6BCA4600216}" dt="2026-04-20T01:26:40.023" v="1234" actId="478"/>
          <ac:spMkLst>
            <pc:docMk/>
            <pc:sldMk cId="2086293198" sldId="496"/>
            <ac:spMk id="20" creationId="{1F925FBD-9436-929D-B566-2F62F6B2099C}"/>
          </ac:spMkLst>
        </pc:spChg>
      </pc:sldChg>
      <pc:sldChg chg="addSp modSp add mod">
        <pc:chgData name="Jacob Wyngaard" userId="6181fcd471e98458" providerId="LiveId" clId="{788BA123-62C9-4DDC-86E5-A6BCA4600216}" dt="2026-04-20T02:23:03.196" v="1788" actId="20577"/>
        <pc:sldMkLst>
          <pc:docMk/>
          <pc:sldMk cId="832774088" sldId="497"/>
        </pc:sldMkLst>
        <pc:spChg chg="add mod">
          <ac:chgData name="Jacob Wyngaard" userId="6181fcd471e98458" providerId="LiveId" clId="{788BA123-62C9-4DDC-86E5-A6BCA4600216}" dt="2026-04-20T01:26:00.555" v="1212" actId="114"/>
          <ac:spMkLst>
            <pc:docMk/>
            <pc:sldMk cId="832774088" sldId="497"/>
            <ac:spMk id="3" creationId="{E73D5233-E621-7F75-599C-FD5B1815EEC2}"/>
          </ac:spMkLst>
        </pc:spChg>
        <pc:spChg chg="add mod">
          <ac:chgData name="Jacob Wyngaard" userId="6181fcd471e98458" providerId="LiveId" clId="{788BA123-62C9-4DDC-86E5-A6BCA4600216}" dt="2026-04-20T01:26:17.472" v="1228" actId="1038"/>
          <ac:spMkLst>
            <pc:docMk/>
            <pc:sldMk cId="832774088" sldId="497"/>
            <ac:spMk id="4" creationId="{8A0F2012-920C-17C6-927E-5F3164F992DA}"/>
          </ac:spMkLst>
        </pc:spChg>
        <pc:spChg chg="mod">
          <ac:chgData name="Jacob Wyngaard" userId="6181fcd471e98458" providerId="LiveId" clId="{788BA123-62C9-4DDC-86E5-A6BCA4600216}" dt="2026-04-20T01:15:44.805" v="984" actId="20577"/>
          <ac:spMkLst>
            <pc:docMk/>
            <pc:sldMk cId="832774088" sldId="497"/>
            <ac:spMk id="5" creationId="{10F51639-B310-8D1B-7210-8DF74A8FFDB4}"/>
          </ac:spMkLst>
        </pc:spChg>
        <pc:spChg chg="add mod">
          <ac:chgData name="Jacob Wyngaard" userId="6181fcd471e98458" providerId="LiveId" clId="{788BA123-62C9-4DDC-86E5-A6BCA4600216}" dt="2026-04-20T01:38:49.696" v="1470" actId="14100"/>
          <ac:spMkLst>
            <pc:docMk/>
            <pc:sldMk cId="832774088" sldId="497"/>
            <ac:spMk id="7" creationId="{85D491B3-59BE-AC99-CAA3-3ED40F2ACC62}"/>
          </ac:spMkLst>
        </pc:spChg>
        <pc:spChg chg="add mod">
          <ac:chgData name="Jacob Wyngaard" userId="6181fcd471e98458" providerId="LiveId" clId="{788BA123-62C9-4DDC-86E5-A6BCA4600216}" dt="2026-04-20T01:24:49.780" v="1198" actId="1076"/>
          <ac:spMkLst>
            <pc:docMk/>
            <pc:sldMk cId="832774088" sldId="497"/>
            <ac:spMk id="9" creationId="{5302931E-7B60-3C38-9F86-9AE93E191800}"/>
          </ac:spMkLst>
        </pc:spChg>
        <pc:spChg chg="mod">
          <ac:chgData name="Jacob Wyngaard" userId="6181fcd471e98458" providerId="LiveId" clId="{788BA123-62C9-4DDC-86E5-A6BCA4600216}" dt="2026-04-20T02:23:03.196" v="1788" actId="20577"/>
          <ac:spMkLst>
            <pc:docMk/>
            <pc:sldMk cId="832774088" sldId="497"/>
            <ac:spMk id="14" creationId="{E094009B-1379-C4DA-D467-E2F346A96CFC}"/>
          </ac:spMkLst>
        </pc:spChg>
        <pc:spChg chg="mod">
          <ac:chgData name="Jacob Wyngaard" userId="6181fcd471e98458" providerId="LiveId" clId="{788BA123-62C9-4DDC-86E5-A6BCA4600216}" dt="2026-04-20T01:26:08.283" v="1216" actId="114"/>
          <ac:spMkLst>
            <pc:docMk/>
            <pc:sldMk cId="832774088" sldId="497"/>
            <ac:spMk id="15" creationId="{02E6D392-A3DE-3851-FDB0-C5C741E26C13}"/>
          </ac:spMkLst>
        </pc:spChg>
        <pc:spChg chg="mod">
          <ac:chgData name="Jacob Wyngaard" userId="6181fcd471e98458" providerId="LiveId" clId="{788BA123-62C9-4DDC-86E5-A6BCA4600216}" dt="2026-04-20T02:06:00.479" v="1723" actId="20577"/>
          <ac:spMkLst>
            <pc:docMk/>
            <pc:sldMk cId="832774088" sldId="497"/>
            <ac:spMk id="16" creationId="{C081A573-C097-FE0F-2E5D-F608EEE3EAC2}"/>
          </ac:spMkLst>
        </pc:spChg>
        <pc:spChg chg="mod">
          <ac:chgData name="Jacob Wyngaard" userId="6181fcd471e98458" providerId="LiveId" clId="{788BA123-62C9-4DDC-86E5-A6BCA4600216}" dt="2026-04-20T01:26:13.489" v="1218" actId="114"/>
          <ac:spMkLst>
            <pc:docMk/>
            <pc:sldMk cId="832774088" sldId="497"/>
            <ac:spMk id="17" creationId="{E83D2A59-29D8-4508-F438-C07A2C932B68}"/>
          </ac:spMkLst>
        </pc:spChg>
        <pc:spChg chg="mod">
          <ac:chgData name="Jacob Wyngaard" userId="6181fcd471e98458" providerId="LiveId" clId="{788BA123-62C9-4DDC-86E5-A6BCA4600216}" dt="2026-04-20T01:22:48.663" v="1124" actId="1076"/>
          <ac:spMkLst>
            <pc:docMk/>
            <pc:sldMk cId="832774088" sldId="497"/>
            <ac:spMk id="18" creationId="{34D8FB67-DFF1-52A6-9AA3-45AE0B4D0195}"/>
          </ac:spMkLst>
        </pc:spChg>
        <pc:spChg chg="mod">
          <ac:chgData name="Jacob Wyngaard" userId="6181fcd471e98458" providerId="LiveId" clId="{788BA123-62C9-4DDC-86E5-A6BCA4600216}" dt="2026-04-20T01:21:49.430" v="1106" actId="255"/>
          <ac:spMkLst>
            <pc:docMk/>
            <pc:sldMk cId="832774088" sldId="497"/>
            <ac:spMk id="20" creationId="{FE6FAD2F-B4A0-DE3C-2D99-EF59912E008F}"/>
          </ac:spMkLst>
        </pc:spChg>
      </pc:sldChg>
      <pc:sldChg chg="addSp delSp modSp add mod ord">
        <pc:chgData name="Jacob Wyngaard" userId="6181fcd471e98458" providerId="LiveId" clId="{788BA123-62C9-4DDC-86E5-A6BCA4600216}" dt="2026-04-20T02:23:19.989" v="1800" actId="20577"/>
        <pc:sldMkLst>
          <pc:docMk/>
          <pc:sldMk cId="962981932" sldId="498"/>
        </pc:sldMkLst>
        <pc:spChg chg="del">
          <ac:chgData name="Jacob Wyngaard" userId="6181fcd471e98458" providerId="LiveId" clId="{788BA123-62C9-4DDC-86E5-A6BCA4600216}" dt="2026-04-20T01:29:45.608" v="1307" actId="478"/>
          <ac:spMkLst>
            <pc:docMk/>
            <pc:sldMk cId="962981932" sldId="498"/>
            <ac:spMk id="2" creationId="{8B2CCF72-B7D0-E49B-1725-3C8491AFD395}"/>
          </ac:spMkLst>
        </pc:spChg>
        <pc:spChg chg="del">
          <ac:chgData name="Jacob Wyngaard" userId="6181fcd471e98458" providerId="LiveId" clId="{788BA123-62C9-4DDC-86E5-A6BCA4600216}" dt="2026-04-20T01:29:49.755" v="1310" actId="478"/>
          <ac:spMkLst>
            <pc:docMk/>
            <pc:sldMk cId="962981932" sldId="498"/>
            <ac:spMk id="3" creationId="{30E03F0A-BC88-EA46-4C36-1C229AB71836}"/>
          </ac:spMkLst>
        </pc:spChg>
        <pc:spChg chg="del">
          <ac:chgData name="Jacob Wyngaard" userId="6181fcd471e98458" providerId="LiveId" clId="{788BA123-62C9-4DDC-86E5-A6BCA4600216}" dt="2026-04-20T01:29:52.431" v="1312" actId="478"/>
          <ac:spMkLst>
            <pc:docMk/>
            <pc:sldMk cId="962981932" sldId="498"/>
            <ac:spMk id="4" creationId="{96ED8444-04F5-D41E-5608-874DA5D46631}"/>
          </ac:spMkLst>
        </pc:spChg>
        <pc:spChg chg="add mod">
          <ac:chgData name="Jacob Wyngaard" userId="6181fcd471e98458" providerId="LiveId" clId="{788BA123-62C9-4DDC-86E5-A6BCA4600216}" dt="2026-04-20T01:30:55.243" v="1338" actId="115"/>
          <ac:spMkLst>
            <pc:docMk/>
            <pc:sldMk cId="962981932" sldId="498"/>
            <ac:spMk id="7" creationId="{E22226ED-F4C3-0139-D49F-1192E1A6A726}"/>
          </ac:spMkLst>
        </pc:spChg>
        <pc:spChg chg="mod">
          <ac:chgData name="Jacob Wyngaard" userId="6181fcd471e98458" providerId="LiveId" clId="{788BA123-62C9-4DDC-86E5-A6BCA4600216}" dt="2026-04-20T02:23:19.989" v="1800" actId="20577"/>
          <ac:spMkLst>
            <pc:docMk/>
            <pc:sldMk cId="962981932" sldId="498"/>
            <ac:spMk id="9" creationId="{1DBB15EA-731C-4FC1-1165-B7AFF71D50B2}"/>
          </ac:spMkLst>
        </pc:spChg>
        <pc:spChg chg="del">
          <ac:chgData name="Jacob Wyngaard" userId="6181fcd471e98458" providerId="LiveId" clId="{788BA123-62C9-4DDC-86E5-A6BCA4600216}" dt="2026-04-20T01:29:51.446" v="1311" actId="478"/>
          <ac:spMkLst>
            <pc:docMk/>
            <pc:sldMk cId="962981932" sldId="498"/>
            <ac:spMk id="13" creationId="{09C39D3D-3416-0E6C-A920-24A7B583430B}"/>
          </ac:spMkLst>
        </pc:spChg>
        <pc:spChg chg="add mod">
          <ac:chgData name="Jacob Wyngaard" userId="6181fcd471e98458" providerId="LiveId" clId="{788BA123-62C9-4DDC-86E5-A6BCA4600216}" dt="2026-04-20T01:36:30.795" v="1437" actId="1076"/>
          <ac:spMkLst>
            <pc:docMk/>
            <pc:sldMk cId="962981932" sldId="498"/>
            <ac:spMk id="14" creationId="{56E5F7D5-3152-DAF5-E807-5A04086ABE21}"/>
          </ac:spMkLst>
        </pc:spChg>
        <pc:spChg chg="add mod">
          <ac:chgData name="Jacob Wyngaard" userId="6181fcd471e98458" providerId="LiveId" clId="{788BA123-62C9-4DDC-86E5-A6BCA4600216}" dt="2026-04-20T02:16:06.978" v="1743" actId="1076"/>
          <ac:spMkLst>
            <pc:docMk/>
            <pc:sldMk cId="962981932" sldId="498"/>
            <ac:spMk id="16" creationId="{18970578-17ED-0CD0-EF2B-E60D7A999F3F}"/>
          </ac:spMkLst>
        </pc:spChg>
        <pc:spChg chg="add mod">
          <ac:chgData name="Jacob Wyngaard" userId="6181fcd471e98458" providerId="LiveId" clId="{788BA123-62C9-4DDC-86E5-A6BCA4600216}" dt="2026-04-20T02:17:10.871" v="1750" actId="20577"/>
          <ac:spMkLst>
            <pc:docMk/>
            <pc:sldMk cId="962981932" sldId="498"/>
            <ac:spMk id="18" creationId="{2CF96A19-1E71-9B22-FAAD-4AC5F4A72F42}"/>
          </ac:spMkLst>
        </pc:spChg>
        <pc:spChg chg="del mod">
          <ac:chgData name="Jacob Wyngaard" userId="6181fcd471e98458" providerId="LiveId" clId="{788BA123-62C9-4DDC-86E5-A6BCA4600216}" dt="2026-04-20T01:30:21.072" v="1314" actId="478"/>
          <ac:spMkLst>
            <pc:docMk/>
            <pc:sldMk cId="962981932" sldId="498"/>
            <ac:spMk id="19" creationId="{A9A95ED4-54D7-04E4-16FC-27C4C617BA76}"/>
          </ac:spMkLst>
        </pc:spChg>
        <pc:spChg chg="add mod">
          <ac:chgData name="Jacob Wyngaard" userId="6181fcd471e98458" providerId="LiveId" clId="{788BA123-62C9-4DDC-86E5-A6BCA4600216}" dt="2026-04-20T02:23:16.523" v="1797" actId="20577"/>
          <ac:spMkLst>
            <pc:docMk/>
            <pc:sldMk cId="962981932" sldId="498"/>
            <ac:spMk id="21" creationId="{A040452D-A6C3-4A5E-5F79-1EAF9128A96B}"/>
          </ac:spMkLst>
        </pc:spChg>
      </pc:sldChg>
      <pc:sldChg chg="addSp delSp modSp add mod">
        <pc:chgData name="Jacob Wyngaard" userId="6181fcd471e98458" providerId="LiveId" clId="{788BA123-62C9-4DDC-86E5-A6BCA4600216}" dt="2026-04-20T02:23:54.414" v="1808"/>
        <pc:sldMkLst>
          <pc:docMk/>
          <pc:sldMk cId="1966636801" sldId="499"/>
        </pc:sldMkLst>
        <pc:spChg chg="add mod">
          <ac:chgData name="Jacob Wyngaard" userId="6181fcd471e98458" providerId="LiveId" clId="{788BA123-62C9-4DDC-86E5-A6BCA4600216}" dt="2026-04-20T02:23:27.220" v="1806" actId="20577"/>
          <ac:spMkLst>
            <pc:docMk/>
            <pc:sldMk cId="1966636801" sldId="499"/>
            <ac:spMk id="2" creationId="{7941B62F-1ACB-CA8E-6D1D-9BCD2B67DA9A}"/>
          </ac:spMkLst>
        </pc:spChg>
        <pc:spChg chg="add mod">
          <ac:chgData name="Jacob Wyngaard" userId="6181fcd471e98458" providerId="LiveId" clId="{788BA123-62C9-4DDC-86E5-A6BCA4600216}" dt="2026-04-20T02:23:54.414" v="1808"/>
          <ac:spMkLst>
            <pc:docMk/>
            <pc:sldMk cId="1966636801" sldId="499"/>
            <ac:spMk id="4" creationId="{F008062E-2BCF-4FB1-4F07-EF18E6286306}"/>
          </ac:spMkLst>
        </pc:spChg>
        <pc:spChg chg="del">
          <ac:chgData name="Jacob Wyngaard" userId="6181fcd471e98458" providerId="LiveId" clId="{788BA123-62C9-4DDC-86E5-A6BCA4600216}" dt="2026-04-20T01:40:26.305" v="1487" actId="478"/>
          <ac:spMkLst>
            <pc:docMk/>
            <pc:sldMk cId="1966636801" sldId="499"/>
            <ac:spMk id="7" creationId="{A677ECC7-E204-DC74-FC1A-708427CF2921}"/>
          </ac:spMkLst>
        </pc:spChg>
        <pc:spChg chg="del">
          <ac:chgData name="Jacob Wyngaard" userId="6181fcd471e98458" providerId="LiveId" clId="{788BA123-62C9-4DDC-86E5-A6BCA4600216}" dt="2026-04-20T01:40:56.586" v="1491" actId="478"/>
          <ac:spMkLst>
            <pc:docMk/>
            <pc:sldMk cId="1966636801" sldId="499"/>
            <ac:spMk id="9" creationId="{4E36CD61-2A0B-CBA0-0BB0-63642CB5687F}"/>
          </ac:spMkLst>
        </pc:spChg>
        <pc:spChg chg="del">
          <ac:chgData name="Jacob Wyngaard" userId="6181fcd471e98458" providerId="LiveId" clId="{788BA123-62C9-4DDC-86E5-A6BCA4600216}" dt="2026-04-20T01:40:58.572" v="1493" actId="478"/>
          <ac:spMkLst>
            <pc:docMk/>
            <pc:sldMk cId="1966636801" sldId="499"/>
            <ac:spMk id="10" creationId="{BA87B96A-DECF-496E-B7A0-AF750E98508A}"/>
          </ac:spMkLst>
        </pc:spChg>
        <pc:spChg chg="del">
          <ac:chgData name="Jacob Wyngaard" userId="6181fcd471e98458" providerId="LiveId" clId="{788BA123-62C9-4DDC-86E5-A6BCA4600216}" dt="2026-04-20T01:40:55.533" v="1490" actId="478"/>
          <ac:spMkLst>
            <pc:docMk/>
            <pc:sldMk cId="1966636801" sldId="499"/>
            <ac:spMk id="11" creationId="{F32878B1-C16D-25C4-EEA8-C462558C5BC9}"/>
          </ac:spMkLst>
        </pc:spChg>
        <pc:spChg chg="del">
          <ac:chgData name="Jacob Wyngaard" userId="6181fcd471e98458" providerId="LiveId" clId="{788BA123-62C9-4DDC-86E5-A6BCA4600216}" dt="2026-04-20T01:40:57.805" v="1492" actId="478"/>
          <ac:spMkLst>
            <pc:docMk/>
            <pc:sldMk cId="1966636801" sldId="499"/>
            <ac:spMk id="12" creationId="{C979683E-A185-A06B-5C06-2C9FCADA660E}"/>
          </ac:spMkLst>
        </pc:spChg>
        <pc:spChg chg="add mod">
          <ac:chgData name="Jacob Wyngaard" userId="6181fcd471e98458" providerId="LiveId" clId="{788BA123-62C9-4DDC-86E5-A6BCA4600216}" dt="2026-04-20T02:17:33.382" v="1760"/>
          <ac:spMkLst>
            <pc:docMk/>
            <pc:sldMk cId="1966636801" sldId="499"/>
            <ac:spMk id="13" creationId="{CCD2D3ED-168B-CB37-569F-37420851346F}"/>
          </ac:spMkLst>
        </pc:spChg>
        <pc:spChg chg="del">
          <ac:chgData name="Jacob Wyngaard" userId="6181fcd471e98458" providerId="LiveId" clId="{788BA123-62C9-4DDC-86E5-A6BCA4600216}" dt="2026-04-20T01:40:24.461" v="1486" actId="478"/>
          <ac:spMkLst>
            <pc:docMk/>
            <pc:sldMk cId="1966636801" sldId="499"/>
            <ac:spMk id="14" creationId="{09D87711-7FC2-B513-ADF0-838B3D5FC96D}"/>
          </ac:spMkLst>
        </pc:spChg>
        <pc:spChg chg="del">
          <ac:chgData name="Jacob Wyngaard" userId="6181fcd471e98458" providerId="LiveId" clId="{788BA123-62C9-4DDC-86E5-A6BCA4600216}" dt="2026-04-20T01:40:26.993" v="1488" actId="478"/>
          <ac:spMkLst>
            <pc:docMk/>
            <pc:sldMk cId="1966636801" sldId="499"/>
            <ac:spMk id="16" creationId="{A5311E14-4AE6-CDFA-26AF-284FE271BC31}"/>
          </ac:spMkLst>
        </pc:spChg>
        <pc:spChg chg="del">
          <ac:chgData name="Jacob Wyngaard" userId="6181fcd471e98458" providerId="LiveId" clId="{788BA123-62C9-4DDC-86E5-A6BCA4600216}" dt="2026-04-20T01:40:28.119" v="1489" actId="478"/>
          <ac:spMkLst>
            <pc:docMk/>
            <pc:sldMk cId="1966636801" sldId="499"/>
            <ac:spMk id="18" creationId="{0366A1F2-C6F6-9CD2-2845-390F2EA7706A}"/>
          </ac:spMkLst>
        </pc:spChg>
        <pc:spChg chg="mod">
          <ac:chgData name="Jacob Wyngaard" userId="6181fcd471e98458" providerId="LiveId" clId="{788BA123-62C9-4DDC-86E5-A6BCA4600216}" dt="2026-04-20T02:23:24.118" v="1803" actId="20577"/>
          <ac:spMkLst>
            <pc:docMk/>
            <pc:sldMk cId="1966636801" sldId="499"/>
            <ac:spMk id="21" creationId="{B244510E-DB15-CA8D-C243-60FFF7E9D396}"/>
          </ac:spMkLst>
        </pc:spChg>
      </pc:sldChg>
      <pc:sldChg chg="addSp delSp modSp add mod">
        <pc:chgData name="Jacob Wyngaard" userId="6181fcd471e98458" providerId="LiveId" clId="{788BA123-62C9-4DDC-86E5-A6BCA4600216}" dt="2026-04-21T02:42:47.760" v="4306" actId="20577"/>
        <pc:sldMkLst>
          <pc:docMk/>
          <pc:sldMk cId="2482252016" sldId="500"/>
        </pc:sldMkLst>
        <pc:spChg chg="add mod">
          <ac:chgData name="Jacob Wyngaard" userId="6181fcd471e98458" providerId="LiveId" clId="{788BA123-62C9-4DDC-86E5-A6BCA4600216}" dt="2026-04-20T15:05:51.353" v="2271"/>
          <ac:spMkLst>
            <pc:docMk/>
            <pc:sldMk cId="2482252016" sldId="500"/>
            <ac:spMk id="2" creationId="{8B0ECF93-6487-6F9F-569A-CDCF81018D12}"/>
          </ac:spMkLst>
        </pc:spChg>
        <pc:spChg chg="del">
          <ac:chgData name="Jacob Wyngaard" userId="6181fcd471e98458" providerId="LiveId" clId="{788BA123-62C9-4DDC-86E5-A6BCA4600216}" dt="2026-04-20T01:46:09.032" v="1594" actId="478"/>
          <ac:spMkLst>
            <pc:docMk/>
            <pc:sldMk cId="2482252016" sldId="500"/>
            <ac:spMk id="2" creationId="{E961E122-DB25-6C80-1A3C-554CAE7213AA}"/>
          </ac:spMkLst>
        </pc:spChg>
        <pc:spChg chg="add mod">
          <ac:chgData name="Jacob Wyngaard" userId="6181fcd471e98458" providerId="LiveId" clId="{788BA123-62C9-4DDC-86E5-A6BCA4600216}" dt="2026-04-20T01:46:30.790" v="1612" actId="1076"/>
          <ac:spMkLst>
            <pc:docMk/>
            <pc:sldMk cId="2482252016" sldId="500"/>
            <ac:spMk id="3" creationId="{8220E2AA-36A8-DE80-6D69-ECE75950884E}"/>
          </ac:spMkLst>
        </pc:spChg>
        <pc:spChg chg="add mod">
          <ac:chgData name="Jacob Wyngaard" userId="6181fcd471e98458" providerId="LiveId" clId="{788BA123-62C9-4DDC-86E5-A6BCA4600216}" dt="2026-04-20T15:08:55.908" v="2303" actId="1076"/>
          <ac:spMkLst>
            <pc:docMk/>
            <pc:sldMk cId="2482252016" sldId="500"/>
            <ac:spMk id="4" creationId="{0F9F41CC-9053-7871-86D4-CEB2EC51CB0E}"/>
          </ac:spMkLst>
        </pc:spChg>
        <pc:spChg chg="del">
          <ac:chgData name="Jacob Wyngaard" userId="6181fcd471e98458" providerId="LiveId" clId="{788BA123-62C9-4DDC-86E5-A6BCA4600216}" dt="2026-04-20T01:46:07.742" v="1593" actId="478"/>
          <ac:spMkLst>
            <pc:docMk/>
            <pc:sldMk cId="2482252016" sldId="500"/>
            <ac:spMk id="4" creationId="{885E5177-2FA6-3D76-253D-C8976B031366}"/>
          </ac:spMkLst>
        </pc:spChg>
        <pc:spChg chg="add mod">
          <ac:chgData name="Jacob Wyngaard" userId="6181fcd471e98458" providerId="LiveId" clId="{788BA123-62C9-4DDC-86E5-A6BCA4600216}" dt="2026-04-20T01:46:17.690" v="1597"/>
          <ac:spMkLst>
            <pc:docMk/>
            <pc:sldMk cId="2482252016" sldId="500"/>
            <ac:spMk id="7" creationId="{10AA31F9-94F7-DF39-8F0C-E0A2CD134C5E}"/>
          </ac:spMkLst>
        </pc:spChg>
        <pc:spChg chg="add mod">
          <ac:chgData name="Jacob Wyngaard" userId="6181fcd471e98458" providerId="LiveId" clId="{788BA123-62C9-4DDC-86E5-A6BCA4600216}" dt="2026-04-20T02:25:33.319" v="1838" actId="1076"/>
          <ac:spMkLst>
            <pc:docMk/>
            <pc:sldMk cId="2482252016" sldId="500"/>
            <ac:spMk id="9" creationId="{92995308-B99D-A736-C2CD-6EB7D021A25D}"/>
          </ac:spMkLst>
        </pc:spChg>
        <pc:spChg chg="add del mod">
          <ac:chgData name="Jacob Wyngaard" userId="6181fcd471e98458" providerId="LiveId" clId="{788BA123-62C9-4DDC-86E5-A6BCA4600216}" dt="2026-04-20T01:46:54.242" v="1617" actId="478"/>
          <ac:spMkLst>
            <pc:docMk/>
            <pc:sldMk cId="2482252016" sldId="500"/>
            <ac:spMk id="10" creationId="{0E6E5118-522F-1766-9E62-56FE6A387EA1}"/>
          </ac:spMkLst>
        </pc:spChg>
        <pc:spChg chg="add del mod">
          <ac:chgData name="Jacob Wyngaard" userId="6181fcd471e98458" providerId="LiveId" clId="{788BA123-62C9-4DDC-86E5-A6BCA4600216}" dt="2026-04-20T01:46:54.242" v="1617" actId="478"/>
          <ac:spMkLst>
            <pc:docMk/>
            <pc:sldMk cId="2482252016" sldId="500"/>
            <ac:spMk id="11" creationId="{F0F7AEBB-A80C-012F-4BCC-98F702F3EE2B}"/>
          </ac:spMkLst>
        </pc:spChg>
        <pc:spChg chg="add del mod">
          <ac:chgData name="Jacob Wyngaard" userId="6181fcd471e98458" providerId="LiveId" clId="{788BA123-62C9-4DDC-86E5-A6BCA4600216}" dt="2026-04-20T01:46:54.242" v="1617" actId="478"/>
          <ac:spMkLst>
            <pc:docMk/>
            <pc:sldMk cId="2482252016" sldId="500"/>
            <ac:spMk id="12" creationId="{4576B02C-5E41-1FE6-8405-CBA965743547}"/>
          </ac:spMkLst>
        </pc:spChg>
        <pc:spChg chg="mod">
          <ac:chgData name="Jacob Wyngaard" userId="6181fcd471e98458" providerId="LiveId" clId="{788BA123-62C9-4DDC-86E5-A6BCA4600216}" dt="2026-04-20T02:17:37.259" v="1761"/>
          <ac:spMkLst>
            <pc:docMk/>
            <pc:sldMk cId="2482252016" sldId="500"/>
            <ac:spMk id="13" creationId="{2B779DC8-2587-9ED5-A948-EA5BAFF20691}"/>
          </ac:spMkLst>
        </pc:spChg>
        <pc:spChg chg="add del mod">
          <ac:chgData name="Jacob Wyngaard" userId="6181fcd471e98458" providerId="LiveId" clId="{788BA123-62C9-4DDC-86E5-A6BCA4600216}" dt="2026-04-20T01:46:54.242" v="1617" actId="478"/>
          <ac:spMkLst>
            <pc:docMk/>
            <pc:sldMk cId="2482252016" sldId="500"/>
            <ac:spMk id="14" creationId="{6D957FD8-66FF-BCCF-D408-866067C05AD1}"/>
          </ac:spMkLst>
        </pc:spChg>
        <pc:spChg chg="add mod">
          <ac:chgData name="Jacob Wyngaard" userId="6181fcd471e98458" providerId="LiveId" clId="{788BA123-62C9-4DDC-86E5-A6BCA4600216}" dt="2026-04-20T15:11:00.928" v="2304"/>
          <ac:spMkLst>
            <pc:docMk/>
            <pc:sldMk cId="2482252016" sldId="500"/>
            <ac:spMk id="15" creationId="{E7957437-4FEC-FC7B-BC42-7F20F19F7CFF}"/>
          </ac:spMkLst>
        </pc:spChg>
        <pc:spChg chg="add del mod">
          <ac:chgData name="Jacob Wyngaard" userId="6181fcd471e98458" providerId="LiveId" clId="{788BA123-62C9-4DDC-86E5-A6BCA4600216}" dt="2026-04-20T15:08:41.628" v="2300" actId="20577"/>
          <ac:spMkLst>
            <pc:docMk/>
            <pc:sldMk cId="2482252016" sldId="500"/>
            <ac:spMk id="16" creationId="{1E5A7F68-2450-AB2A-8D03-C7D65EAC69E6}"/>
          </ac:spMkLst>
        </pc:spChg>
        <pc:spChg chg="add mod">
          <ac:chgData name="Jacob Wyngaard" userId="6181fcd471e98458" providerId="LiveId" clId="{788BA123-62C9-4DDC-86E5-A6BCA4600216}" dt="2026-04-20T02:17:54.765" v="1762" actId="1076"/>
          <ac:spMkLst>
            <pc:docMk/>
            <pc:sldMk cId="2482252016" sldId="500"/>
            <ac:spMk id="17" creationId="{0A40D6F0-6481-5876-CFD0-7D3D6633DB9A}"/>
          </ac:spMkLst>
        </pc:spChg>
        <pc:spChg chg="add mod">
          <ac:chgData name="Jacob Wyngaard" userId="6181fcd471e98458" providerId="LiveId" clId="{788BA123-62C9-4DDC-86E5-A6BCA4600216}" dt="2026-04-21T02:42:47.760" v="4306" actId="20577"/>
          <ac:spMkLst>
            <pc:docMk/>
            <pc:sldMk cId="2482252016" sldId="500"/>
            <ac:spMk id="18" creationId="{E3FBDFAB-2E48-054A-1ADA-23DE0B68821E}"/>
          </ac:spMkLst>
        </pc:spChg>
        <pc:spChg chg="add mod">
          <ac:chgData name="Jacob Wyngaard" userId="6181fcd471e98458" providerId="LiveId" clId="{788BA123-62C9-4DDC-86E5-A6BCA4600216}" dt="2026-04-20T02:17:58.837" v="1765" actId="14100"/>
          <ac:spMkLst>
            <pc:docMk/>
            <pc:sldMk cId="2482252016" sldId="500"/>
            <ac:spMk id="19" creationId="{3007497B-2E23-FFED-28D4-FE027F4DAF75}"/>
          </ac:spMkLst>
        </pc:spChg>
        <pc:spChg chg="del">
          <ac:chgData name="Jacob Wyngaard" userId="6181fcd471e98458" providerId="LiveId" clId="{788BA123-62C9-4DDC-86E5-A6BCA4600216}" dt="2026-04-20T01:46:09.946" v="1595" actId="478"/>
          <ac:spMkLst>
            <pc:docMk/>
            <pc:sldMk cId="2482252016" sldId="500"/>
            <ac:spMk id="21" creationId="{FB6FF6C9-C703-7D11-2BEF-D9C8A36DE5E3}"/>
          </ac:spMkLst>
        </pc:spChg>
        <pc:spChg chg="add mod">
          <ac:chgData name="Jacob Wyngaard" userId="6181fcd471e98458" providerId="LiveId" clId="{788BA123-62C9-4DDC-86E5-A6BCA4600216}" dt="2026-04-20T15:08:49.127" v="2301" actId="1076"/>
          <ac:spMkLst>
            <pc:docMk/>
            <pc:sldMk cId="2482252016" sldId="500"/>
            <ac:spMk id="22" creationId="{C12E05AF-C90C-CD08-840E-54AF9C814F2F}"/>
          </ac:spMkLst>
        </pc:spChg>
        <pc:spChg chg="add mod">
          <ac:chgData name="Jacob Wyngaard" userId="6181fcd471e98458" providerId="LiveId" clId="{788BA123-62C9-4DDC-86E5-A6BCA4600216}" dt="2026-04-20T15:08:52.267" v="2302" actId="1076"/>
          <ac:spMkLst>
            <pc:docMk/>
            <pc:sldMk cId="2482252016" sldId="500"/>
            <ac:spMk id="24" creationId="{2C845EAD-79AD-DD90-71DF-D3EC110C7C67}"/>
          </ac:spMkLst>
        </pc:spChg>
      </pc:sldChg>
      <pc:sldChg chg="addSp delSp modSp add mod">
        <pc:chgData name="Jacob Wyngaard" userId="6181fcd471e98458" providerId="LiveId" clId="{788BA123-62C9-4DDC-86E5-A6BCA4600216}" dt="2026-04-20T15:46:07.253" v="2617" actId="20577"/>
        <pc:sldMkLst>
          <pc:docMk/>
          <pc:sldMk cId="1216087116" sldId="501"/>
        </pc:sldMkLst>
        <pc:spChg chg="add del mod">
          <ac:chgData name="Jacob Wyngaard" userId="6181fcd471e98458" providerId="LiveId" clId="{788BA123-62C9-4DDC-86E5-A6BCA4600216}" dt="2026-04-20T02:28:05.706" v="1890" actId="478"/>
          <ac:spMkLst>
            <pc:docMk/>
            <pc:sldMk cId="1216087116" sldId="501"/>
            <ac:spMk id="2" creationId="{41BF24DF-B557-C873-80BC-2D1280AAA658}"/>
          </ac:spMkLst>
        </pc:spChg>
        <pc:spChg chg="add mod">
          <ac:chgData name="Jacob Wyngaard" userId="6181fcd471e98458" providerId="LiveId" clId="{788BA123-62C9-4DDC-86E5-A6BCA4600216}" dt="2026-04-20T15:46:07.253" v="2617" actId="20577"/>
          <ac:spMkLst>
            <pc:docMk/>
            <pc:sldMk cId="1216087116" sldId="501"/>
            <ac:spMk id="2" creationId="{89FE39A7-3706-3BA1-DB91-CD810DC3B34B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3" creationId="{A45E4397-2514-E1FC-3A28-725CF2E7851C}"/>
          </ac:spMkLst>
        </pc:spChg>
        <pc:spChg chg="add mod">
          <ac:chgData name="Jacob Wyngaard" userId="6181fcd471e98458" providerId="LiveId" clId="{788BA123-62C9-4DDC-86E5-A6BCA4600216}" dt="2026-04-20T02:36:35.302" v="2053" actId="1076"/>
          <ac:spMkLst>
            <pc:docMk/>
            <pc:sldMk cId="1216087116" sldId="501"/>
            <ac:spMk id="4" creationId="{525B479D-C912-963A-B14B-180E889AFB3C}"/>
          </ac:spMkLst>
        </pc:spChg>
        <pc:spChg chg="mod">
          <ac:chgData name="Jacob Wyngaard" userId="6181fcd471e98458" providerId="LiveId" clId="{788BA123-62C9-4DDC-86E5-A6BCA4600216}" dt="2026-04-20T15:16:38.751" v="2448"/>
          <ac:spMkLst>
            <pc:docMk/>
            <pc:sldMk cId="1216087116" sldId="501"/>
            <ac:spMk id="5" creationId="{81A692B5-CC66-E5C5-9AD7-4C4AFC7F316C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7" creationId="{61609532-D49E-C9E1-9294-1C6840B6BB64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9" creationId="{E287D167-B718-2802-58FC-0A1536D137D9}"/>
          </ac:spMkLst>
        </pc:spChg>
        <pc:spChg chg="add mod">
          <ac:chgData name="Jacob Wyngaard" userId="6181fcd471e98458" providerId="LiveId" clId="{788BA123-62C9-4DDC-86E5-A6BCA4600216}" dt="2026-04-20T02:37:27.161" v="2063" actId="14100"/>
          <ac:spMkLst>
            <pc:docMk/>
            <pc:sldMk cId="1216087116" sldId="501"/>
            <ac:spMk id="10" creationId="{6C6BAE4D-6978-7C61-1DE3-F0044EFED798}"/>
          </ac:spMkLst>
        </pc:spChg>
        <pc:spChg chg="add mod">
          <ac:chgData name="Jacob Wyngaard" userId="6181fcd471e98458" providerId="LiveId" clId="{788BA123-62C9-4DDC-86E5-A6BCA4600216}" dt="2026-04-20T14:57:47.914" v="2205" actId="114"/>
          <ac:spMkLst>
            <pc:docMk/>
            <pc:sldMk cId="1216087116" sldId="501"/>
            <ac:spMk id="11" creationId="{132C284B-905D-A118-CA8C-D507E875F396}"/>
          </ac:spMkLst>
        </pc:spChg>
        <pc:spChg chg="add mod">
          <ac:chgData name="Jacob Wyngaard" userId="6181fcd471e98458" providerId="LiveId" clId="{788BA123-62C9-4DDC-86E5-A6BCA4600216}" dt="2026-04-20T14:57:51.166" v="2207" actId="114"/>
          <ac:spMkLst>
            <pc:docMk/>
            <pc:sldMk cId="1216087116" sldId="501"/>
            <ac:spMk id="12" creationId="{83C99097-6F7E-AFB1-C296-A5602DFEE6B5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13" creationId="{B5B4A7C0-E0C4-7417-6227-25C48B444251}"/>
          </ac:spMkLst>
        </pc:spChg>
        <pc:spChg chg="add mod">
          <ac:chgData name="Jacob Wyngaard" userId="6181fcd471e98458" providerId="LiveId" clId="{788BA123-62C9-4DDC-86E5-A6BCA4600216}" dt="2026-04-20T14:56:56.681" v="2202" actId="1035"/>
          <ac:spMkLst>
            <pc:docMk/>
            <pc:sldMk cId="1216087116" sldId="501"/>
            <ac:spMk id="14" creationId="{F39D546A-EBAC-2502-BBDD-D6700D23BE67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15" creationId="{AB7F5955-9B40-7674-A69A-268355D26D6E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16" creationId="{5B0835DD-5328-0F50-E077-B0EC5F814E93}"/>
          </ac:spMkLst>
        </pc:spChg>
        <pc:spChg chg="del">
          <ac:chgData name="Jacob Wyngaard" userId="6181fcd471e98458" providerId="LiveId" clId="{788BA123-62C9-4DDC-86E5-A6BCA4600216}" dt="2026-04-20T01:59:07.789" v="1697" actId="478"/>
          <ac:spMkLst>
            <pc:docMk/>
            <pc:sldMk cId="1216087116" sldId="501"/>
            <ac:spMk id="17" creationId="{21E538EB-920C-0D87-9A3D-9FA1F38AB6CD}"/>
          </ac:spMkLst>
        </pc:spChg>
        <pc:spChg chg="del">
          <ac:chgData name="Jacob Wyngaard" userId="6181fcd471e98458" providerId="LiveId" clId="{788BA123-62C9-4DDC-86E5-A6BCA4600216}" dt="2026-04-20T01:59:14.098" v="1698" actId="478"/>
          <ac:spMkLst>
            <pc:docMk/>
            <pc:sldMk cId="1216087116" sldId="501"/>
            <ac:spMk id="18" creationId="{B862759C-B396-8FCA-D516-B3FAF8796A60}"/>
          </ac:spMkLst>
        </pc:spChg>
        <pc:spChg chg="add mod">
          <ac:chgData name="Jacob Wyngaard" userId="6181fcd471e98458" providerId="LiveId" clId="{788BA123-62C9-4DDC-86E5-A6BCA4600216}" dt="2026-04-20T15:13:42.513" v="2382" actId="114"/>
          <ac:spMkLst>
            <pc:docMk/>
            <pc:sldMk cId="1216087116" sldId="501"/>
            <ac:spMk id="19" creationId="{29B5ED77-1EE6-F772-9270-E8D83943D482}"/>
          </ac:spMkLst>
        </pc:spChg>
        <pc:spChg chg="add mod">
          <ac:chgData name="Jacob Wyngaard" userId="6181fcd471e98458" providerId="LiveId" clId="{788BA123-62C9-4DDC-86E5-A6BCA4600216}" dt="2026-04-20T15:12:46.223" v="2320" actId="114"/>
          <ac:spMkLst>
            <pc:docMk/>
            <pc:sldMk cId="1216087116" sldId="501"/>
            <ac:spMk id="20" creationId="{ACFB53EC-A42D-4F02-9F71-FF129F690B2E}"/>
          </ac:spMkLst>
        </pc:spChg>
        <pc:spChg chg="add mod">
          <ac:chgData name="Jacob Wyngaard" userId="6181fcd471e98458" providerId="LiveId" clId="{788BA123-62C9-4DDC-86E5-A6BCA4600216}" dt="2026-04-20T15:15:20.009" v="2432"/>
          <ac:spMkLst>
            <pc:docMk/>
            <pc:sldMk cId="1216087116" sldId="501"/>
            <ac:spMk id="21" creationId="{2AD2F5FB-739D-AF79-BA7C-7DAEFF827E72}"/>
          </ac:spMkLst>
        </pc:spChg>
        <pc:spChg chg="add mod">
          <ac:chgData name="Jacob Wyngaard" userId="6181fcd471e98458" providerId="LiveId" clId="{788BA123-62C9-4DDC-86E5-A6BCA4600216}" dt="2026-04-20T15:12:06.644" v="2311"/>
          <ac:spMkLst>
            <pc:docMk/>
            <pc:sldMk cId="1216087116" sldId="501"/>
            <ac:spMk id="22" creationId="{D74F4581-A279-C84E-E170-BC91485823A5}"/>
          </ac:spMkLst>
        </pc:spChg>
        <pc:spChg chg="add mod">
          <ac:chgData name="Jacob Wyngaard" userId="6181fcd471e98458" providerId="LiveId" clId="{788BA123-62C9-4DDC-86E5-A6BCA4600216}" dt="2026-04-20T15:12:14.501" v="2313" actId="20577"/>
          <ac:spMkLst>
            <pc:docMk/>
            <pc:sldMk cId="1216087116" sldId="501"/>
            <ac:spMk id="23" creationId="{CF03A0D2-7BC7-C3A7-A95A-EC51C19C3D25}"/>
          </ac:spMkLst>
        </pc:spChg>
        <pc:spChg chg="add del mod">
          <ac:chgData name="Jacob Wyngaard" userId="6181fcd471e98458" providerId="LiveId" clId="{788BA123-62C9-4DDC-86E5-A6BCA4600216}" dt="2026-04-20T02:35:32.329" v="2030" actId="478"/>
          <ac:spMkLst>
            <pc:docMk/>
            <pc:sldMk cId="1216087116" sldId="501"/>
            <ac:spMk id="24" creationId="{701FC95B-3B1A-0136-AFFA-7889DB02300A}"/>
          </ac:spMkLst>
        </pc:spChg>
        <pc:spChg chg="add del mod">
          <ac:chgData name="Jacob Wyngaard" userId="6181fcd471e98458" providerId="LiveId" clId="{788BA123-62C9-4DDC-86E5-A6BCA4600216}" dt="2026-04-20T02:36:19.169" v="2042" actId="478"/>
          <ac:spMkLst>
            <pc:docMk/>
            <pc:sldMk cId="1216087116" sldId="501"/>
            <ac:spMk id="25" creationId="{9771907C-D86F-7ABA-F748-825868AE117E}"/>
          </ac:spMkLst>
        </pc:spChg>
        <pc:spChg chg="add mod">
          <ac:chgData name="Jacob Wyngaard" userId="6181fcd471e98458" providerId="LiveId" clId="{788BA123-62C9-4DDC-86E5-A6BCA4600216}" dt="2026-04-20T02:36:30.953" v="2052" actId="1036"/>
          <ac:spMkLst>
            <pc:docMk/>
            <pc:sldMk cId="1216087116" sldId="501"/>
            <ac:spMk id="26" creationId="{E2AE63EC-B501-60D0-6186-6D407692F23C}"/>
          </ac:spMkLst>
        </pc:spChg>
        <pc:spChg chg="add mod">
          <ac:chgData name="Jacob Wyngaard" userId="6181fcd471e98458" providerId="LiveId" clId="{788BA123-62C9-4DDC-86E5-A6BCA4600216}" dt="2026-04-20T02:44:03.959" v="2149" actId="20577"/>
          <ac:spMkLst>
            <pc:docMk/>
            <pc:sldMk cId="1216087116" sldId="501"/>
            <ac:spMk id="27" creationId="{6856BC8C-6342-C52A-CDF1-EDB2AEAAE479}"/>
          </ac:spMkLst>
        </pc:spChg>
      </pc:sldChg>
      <pc:sldChg chg="new del">
        <pc:chgData name="Jacob Wyngaard" userId="6181fcd471e98458" providerId="LiveId" clId="{788BA123-62C9-4DDC-86E5-A6BCA4600216}" dt="2026-04-20T15:16:37.250" v="2447" actId="680"/>
        <pc:sldMkLst>
          <pc:docMk/>
          <pc:sldMk cId="567275457" sldId="502"/>
        </pc:sldMkLst>
      </pc:sldChg>
      <pc:sldChg chg="addSp delSp modSp add mod ord">
        <pc:chgData name="Jacob Wyngaard" userId="6181fcd471e98458" providerId="LiveId" clId="{788BA123-62C9-4DDC-86E5-A6BCA4600216}" dt="2026-04-20T15:49:34.215" v="2651"/>
        <pc:sldMkLst>
          <pc:docMk/>
          <pc:sldMk cId="2609829751" sldId="502"/>
        </pc:sldMkLst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" creationId="{08D684B1-A3F3-82E8-5AEA-C895B27ADA90}"/>
          </ac:spMkLst>
        </pc:spChg>
        <pc:spChg chg="add del mod">
          <ac:chgData name="Jacob Wyngaard" userId="6181fcd471e98458" providerId="LiveId" clId="{788BA123-62C9-4DDC-86E5-A6BCA4600216}" dt="2026-04-20T15:40:16.781" v="2494" actId="478"/>
          <ac:spMkLst>
            <pc:docMk/>
            <pc:sldMk cId="2609829751" sldId="502"/>
            <ac:spMk id="3" creationId="{5550255F-3789-4045-32D2-8605FDE64280}"/>
          </ac:spMkLst>
        </pc:spChg>
        <pc:spChg chg="mod">
          <ac:chgData name="Jacob Wyngaard" userId="6181fcd471e98458" providerId="LiveId" clId="{788BA123-62C9-4DDC-86E5-A6BCA4600216}" dt="2026-04-20T15:40:58.137" v="2530" actId="1076"/>
          <ac:spMkLst>
            <pc:docMk/>
            <pc:sldMk cId="2609829751" sldId="502"/>
            <ac:spMk id="4" creationId="{D4DD64DC-0BFB-DD92-50A8-DA9E6017E14D}"/>
          </ac:spMkLst>
        </pc:spChg>
        <pc:spChg chg="mod">
          <ac:chgData name="Jacob Wyngaard" userId="6181fcd471e98458" providerId="LiveId" clId="{788BA123-62C9-4DDC-86E5-A6BCA4600216}" dt="2026-04-20T15:40:14.894" v="2493" actId="20577"/>
          <ac:spMkLst>
            <pc:docMk/>
            <pc:sldMk cId="2609829751" sldId="502"/>
            <ac:spMk id="5" creationId="{8F3C3575-76E5-D721-5EDB-340FA091FCAE}"/>
          </ac:spMkLst>
        </pc:spChg>
        <pc:spChg chg="add mod">
          <ac:chgData name="Jacob Wyngaard" userId="6181fcd471e98458" providerId="LiveId" clId="{788BA123-62C9-4DDC-86E5-A6BCA4600216}" dt="2026-04-20T15:42:55.343" v="2556" actId="1076"/>
          <ac:spMkLst>
            <pc:docMk/>
            <pc:sldMk cId="2609829751" sldId="502"/>
            <ac:spMk id="7" creationId="{6D2868FF-7CAC-CAE2-0168-0B358DB86B0C}"/>
          </ac:spMkLst>
        </pc:spChg>
        <pc:spChg chg="add mod">
          <ac:chgData name="Jacob Wyngaard" userId="6181fcd471e98458" providerId="LiveId" clId="{788BA123-62C9-4DDC-86E5-A6BCA4600216}" dt="2026-04-20T15:42:37.310" v="2553" actId="1076"/>
          <ac:spMkLst>
            <pc:docMk/>
            <pc:sldMk cId="2609829751" sldId="502"/>
            <ac:spMk id="9" creationId="{5D413B14-373A-D215-E234-1356F5CD2CE5}"/>
          </ac:spMkLst>
        </pc:spChg>
        <pc:spChg chg="mod">
          <ac:chgData name="Jacob Wyngaard" userId="6181fcd471e98458" providerId="LiveId" clId="{788BA123-62C9-4DDC-86E5-A6BCA4600216}" dt="2026-04-20T15:41:02.981" v="2531" actId="1076"/>
          <ac:spMkLst>
            <pc:docMk/>
            <pc:sldMk cId="2609829751" sldId="502"/>
            <ac:spMk id="10" creationId="{87031CF4-C6BE-BADD-A0BC-932FE067A5D6}"/>
          </ac:spMkLst>
        </pc:spChg>
        <pc:spChg chg="mod">
          <ac:chgData name="Jacob Wyngaard" userId="6181fcd471e98458" providerId="LiveId" clId="{788BA123-62C9-4DDC-86E5-A6BCA4600216}" dt="2026-04-20T15:41:02.981" v="2531" actId="1076"/>
          <ac:spMkLst>
            <pc:docMk/>
            <pc:sldMk cId="2609829751" sldId="502"/>
            <ac:spMk id="11" creationId="{3B868405-129A-14E1-43CB-E76B33319904}"/>
          </ac:spMkLst>
        </pc:spChg>
        <pc:spChg chg="del">
          <ac:chgData name="Jacob Wyngaard" userId="6181fcd471e98458" providerId="LiveId" clId="{788BA123-62C9-4DDC-86E5-A6BCA4600216}" dt="2026-04-20T15:40:26.597" v="2495" actId="478"/>
          <ac:spMkLst>
            <pc:docMk/>
            <pc:sldMk cId="2609829751" sldId="502"/>
            <ac:spMk id="12" creationId="{C34F55C1-225D-0831-AB32-6B1A7E006532}"/>
          </ac:spMkLst>
        </pc:spChg>
        <pc:spChg chg="add mod">
          <ac:chgData name="Jacob Wyngaard" userId="6181fcd471e98458" providerId="LiveId" clId="{788BA123-62C9-4DDC-86E5-A6BCA4600216}" dt="2026-04-20T15:42:37.310" v="2553" actId="1076"/>
          <ac:spMkLst>
            <pc:docMk/>
            <pc:sldMk cId="2609829751" sldId="502"/>
            <ac:spMk id="13" creationId="{9AB053E7-474C-A3C0-7936-1A191065B67B}"/>
          </ac:spMkLst>
        </pc:spChg>
        <pc:spChg chg="mod">
          <ac:chgData name="Jacob Wyngaard" userId="6181fcd471e98458" providerId="LiveId" clId="{788BA123-62C9-4DDC-86E5-A6BCA4600216}" dt="2026-04-20T15:41:02.981" v="2531" actId="1076"/>
          <ac:spMkLst>
            <pc:docMk/>
            <pc:sldMk cId="2609829751" sldId="502"/>
            <ac:spMk id="14" creationId="{56ABED42-268E-1C51-13BA-B113C00EECB5}"/>
          </ac:spMkLst>
        </pc:spChg>
        <pc:spChg chg="add mod">
          <ac:chgData name="Jacob Wyngaard" userId="6181fcd471e98458" providerId="LiveId" clId="{788BA123-62C9-4DDC-86E5-A6BCA4600216}" dt="2026-04-20T15:42:43.657" v="2555" actId="1076"/>
          <ac:spMkLst>
            <pc:docMk/>
            <pc:sldMk cId="2609829751" sldId="502"/>
            <ac:spMk id="15" creationId="{B3FB3A43-97A7-F3DC-F803-ED4779F3743A}"/>
          </ac:spMkLst>
        </pc:spChg>
        <pc:spChg chg="del">
          <ac:chgData name="Jacob Wyngaard" userId="6181fcd471e98458" providerId="LiveId" clId="{788BA123-62C9-4DDC-86E5-A6BCA4600216}" dt="2026-04-20T15:40:28.981" v="2496" actId="478"/>
          <ac:spMkLst>
            <pc:docMk/>
            <pc:sldMk cId="2609829751" sldId="502"/>
            <ac:spMk id="19" creationId="{90A45403-CEF3-0596-A695-E9299DDEA6FF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0" creationId="{95D389EA-50F9-EF20-250D-5B8376EE3824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1" creationId="{E20F5426-BDF2-E685-1336-D2BD6E3CDAA5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2" creationId="{4049269B-C6C1-07E0-518A-2C18569C17D0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3" creationId="{316A38A5-CEB8-5457-B1B3-55531C729B2B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6" creationId="{1E46F6B3-5A83-7BD2-A6B1-7EE1A80D5EA3}"/>
          </ac:spMkLst>
        </pc:spChg>
        <pc:spChg chg="del">
          <ac:chgData name="Jacob Wyngaard" userId="6181fcd471e98458" providerId="LiveId" clId="{788BA123-62C9-4DDC-86E5-A6BCA4600216}" dt="2026-04-20T15:17:06.377" v="2477" actId="478"/>
          <ac:spMkLst>
            <pc:docMk/>
            <pc:sldMk cId="2609829751" sldId="502"/>
            <ac:spMk id="27" creationId="{7A0B2148-A18D-BE09-69C9-C2DAC90A9061}"/>
          </ac:spMkLst>
        </pc:spChg>
        <pc:picChg chg="add mod">
          <ac:chgData name="Jacob Wyngaard" userId="6181fcd471e98458" providerId="LiveId" clId="{788BA123-62C9-4DDC-86E5-A6BCA4600216}" dt="2026-04-20T15:43:46.145" v="2563" actId="1076"/>
          <ac:picMkLst>
            <pc:docMk/>
            <pc:sldMk cId="2609829751" sldId="502"/>
            <ac:picMk id="17" creationId="{0C009D6E-0AED-A029-25CD-3C75A6C6284F}"/>
          </ac:picMkLst>
        </pc:picChg>
      </pc:sldChg>
      <pc:sldChg chg="delSp modSp add del mod">
        <pc:chgData name="Jacob Wyngaard" userId="6181fcd471e98458" providerId="LiveId" clId="{788BA123-62C9-4DDC-86E5-A6BCA4600216}" dt="2026-04-20T15:16:14.561" v="2437" actId="47"/>
        <pc:sldMkLst>
          <pc:docMk/>
          <pc:sldMk cId="2890611081" sldId="502"/>
        </pc:sldMkLst>
        <pc:spChg chg="mod">
          <ac:chgData name="Jacob Wyngaard" userId="6181fcd471e98458" providerId="LiveId" clId="{788BA123-62C9-4DDC-86E5-A6BCA4600216}" dt="2026-04-20T14:54:15.025" v="2181" actId="20577"/>
          <ac:spMkLst>
            <pc:docMk/>
            <pc:sldMk cId="2890611081" sldId="502"/>
            <ac:spMk id="5" creationId="{D924C773-A67F-85E3-1626-8AA270789B16}"/>
          </ac:spMkLst>
        </pc:spChg>
        <pc:spChg chg="del">
          <ac:chgData name="Jacob Wyngaard" userId="6181fcd471e98458" providerId="LiveId" clId="{788BA123-62C9-4DDC-86E5-A6BCA4600216}" dt="2026-04-20T14:54:40.194" v="2182" actId="478"/>
          <ac:spMkLst>
            <pc:docMk/>
            <pc:sldMk cId="2890611081" sldId="502"/>
            <ac:spMk id="22" creationId="{DED8A570-F203-B7EB-B810-556E51EFD965}"/>
          </ac:spMkLst>
        </pc:spChg>
        <pc:spChg chg="del">
          <ac:chgData name="Jacob Wyngaard" userId="6181fcd471e98458" providerId="LiveId" clId="{788BA123-62C9-4DDC-86E5-A6BCA4600216}" dt="2026-04-20T14:54:44.171" v="2185" actId="478"/>
          <ac:spMkLst>
            <pc:docMk/>
            <pc:sldMk cId="2890611081" sldId="502"/>
            <ac:spMk id="23" creationId="{9EBDDC54-767B-B64F-910D-E72FF5FE91A2}"/>
          </ac:spMkLst>
        </pc:spChg>
        <pc:spChg chg="del">
          <ac:chgData name="Jacob Wyngaard" userId="6181fcd471e98458" providerId="LiveId" clId="{788BA123-62C9-4DDC-86E5-A6BCA4600216}" dt="2026-04-20T14:54:41.584" v="2183" actId="478"/>
          <ac:spMkLst>
            <pc:docMk/>
            <pc:sldMk cId="2890611081" sldId="502"/>
            <ac:spMk id="26" creationId="{A902E838-1E41-13B5-64AF-D20A1BB7782B}"/>
          </ac:spMkLst>
        </pc:spChg>
        <pc:spChg chg="del">
          <ac:chgData name="Jacob Wyngaard" userId="6181fcd471e98458" providerId="LiveId" clId="{788BA123-62C9-4DDC-86E5-A6BCA4600216}" dt="2026-04-20T14:54:43.308" v="2184" actId="478"/>
          <ac:spMkLst>
            <pc:docMk/>
            <pc:sldMk cId="2890611081" sldId="502"/>
            <ac:spMk id="27" creationId="{AE6DCD43-EC36-325A-8373-41A525D2317C}"/>
          </ac:spMkLst>
        </pc:spChg>
      </pc:sldChg>
      <pc:sldChg chg="addSp delSp modSp add mod">
        <pc:chgData name="Jacob Wyngaard" userId="6181fcd471e98458" providerId="LiveId" clId="{788BA123-62C9-4DDC-86E5-A6BCA4600216}" dt="2026-04-20T15:58:42.354" v="3248" actId="1076"/>
        <pc:sldMkLst>
          <pc:docMk/>
          <pc:sldMk cId="1875509364" sldId="503"/>
        </pc:sldMkLst>
        <pc:spChg chg="add del mod">
          <ac:chgData name="Jacob Wyngaard" userId="6181fcd471e98458" providerId="LiveId" clId="{788BA123-62C9-4DDC-86E5-A6BCA4600216}" dt="2026-04-20T15:45:22.636" v="2577" actId="478"/>
          <ac:spMkLst>
            <pc:docMk/>
            <pc:sldMk cId="1875509364" sldId="503"/>
            <ac:spMk id="2" creationId="{8D2967F6-4E23-9695-0E67-FAB8592B7837}"/>
          </ac:spMkLst>
        </pc:spChg>
        <pc:spChg chg="add del mod">
          <ac:chgData name="Jacob Wyngaard" userId="6181fcd471e98458" providerId="LiveId" clId="{788BA123-62C9-4DDC-86E5-A6BCA4600216}" dt="2026-04-20T15:54:35.195" v="2936" actId="478"/>
          <ac:spMkLst>
            <pc:docMk/>
            <pc:sldMk cId="1875509364" sldId="503"/>
            <ac:spMk id="3" creationId="{C833DC3F-5EC9-042A-70AA-D7ED452D8AA3}"/>
          </ac:spMkLst>
        </pc:spChg>
        <pc:spChg chg="del">
          <ac:chgData name="Jacob Wyngaard" userId="6181fcd471e98458" providerId="LiveId" clId="{788BA123-62C9-4DDC-86E5-A6BCA4600216}" dt="2026-04-20T15:45:22.636" v="2577" actId="478"/>
          <ac:spMkLst>
            <pc:docMk/>
            <pc:sldMk cId="1875509364" sldId="503"/>
            <ac:spMk id="4" creationId="{1DF85D8F-E997-1B7E-4DC6-F88DA91F8DA4}"/>
          </ac:spMkLst>
        </pc:spChg>
        <pc:spChg chg="del">
          <ac:chgData name="Jacob Wyngaard" userId="6181fcd471e98458" providerId="LiveId" clId="{788BA123-62C9-4DDC-86E5-A6BCA4600216}" dt="2026-04-20T15:44:32.402" v="2570" actId="478"/>
          <ac:spMkLst>
            <pc:docMk/>
            <pc:sldMk cId="1875509364" sldId="503"/>
            <ac:spMk id="7" creationId="{40F01C1E-EBF0-B9E7-EE0B-1256D8FDAED4}"/>
          </ac:spMkLst>
        </pc:spChg>
        <pc:spChg chg="del">
          <ac:chgData name="Jacob Wyngaard" userId="6181fcd471e98458" providerId="LiveId" clId="{788BA123-62C9-4DDC-86E5-A6BCA4600216}" dt="2026-04-20T15:44:30.512" v="2567" actId="478"/>
          <ac:spMkLst>
            <pc:docMk/>
            <pc:sldMk cId="1875509364" sldId="503"/>
            <ac:spMk id="9" creationId="{439854CC-CFC3-FE63-16E4-A12538950ECF}"/>
          </ac:spMkLst>
        </pc:spChg>
        <pc:spChg chg="del">
          <ac:chgData name="Jacob Wyngaard" userId="6181fcd471e98458" providerId="LiveId" clId="{788BA123-62C9-4DDC-86E5-A6BCA4600216}" dt="2026-04-20T15:44:46.653" v="2572" actId="478"/>
          <ac:spMkLst>
            <pc:docMk/>
            <pc:sldMk cId="1875509364" sldId="503"/>
            <ac:spMk id="10" creationId="{C3A121EB-5ED7-6A3B-C655-D5953A83BE4A}"/>
          </ac:spMkLst>
        </pc:spChg>
        <pc:spChg chg="del mod">
          <ac:chgData name="Jacob Wyngaard" userId="6181fcd471e98458" providerId="LiveId" clId="{788BA123-62C9-4DDC-86E5-A6BCA4600216}" dt="2026-04-20T15:45:22.636" v="2577" actId="478"/>
          <ac:spMkLst>
            <pc:docMk/>
            <pc:sldMk cId="1875509364" sldId="503"/>
            <ac:spMk id="11" creationId="{92000951-ED33-47A4-F6A6-CE6DA4EE69FB}"/>
          </ac:spMkLst>
        </pc:spChg>
        <pc:spChg chg="add del mod">
          <ac:chgData name="Jacob Wyngaard" userId="6181fcd471e98458" providerId="LiveId" clId="{788BA123-62C9-4DDC-86E5-A6BCA4600216}" dt="2026-04-20T15:54:35.195" v="2936" actId="478"/>
          <ac:spMkLst>
            <pc:docMk/>
            <pc:sldMk cId="1875509364" sldId="503"/>
            <ac:spMk id="12" creationId="{B9918E2E-1F98-7B26-FE4D-6DCD5DC18B64}"/>
          </ac:spMkLst>
        </pc:spChg>
        <pc:spChg chg="del">
          <ac:chgData name="Jacob Wyngaard" userId="6181fcd471e98458" providerId="LiveId" clId="{788BA123-62C9-4DDC-86E5-A6BCA4600216}" dt="2026-04-20T15:44:29.153" v="2566" actId="478"/>
          <ac:spMkLst>
            <pc:docMk/>
            <pc:sldMk cId="1875509364" sldId="503"/>
            <ac:spMk id="13" creationId="{AFA2BAAC-CE7E-3B63-6FFE-6FA5A91AEA3C}"/>
          </ac:spMkLst>
        </pc:spChg>
        <pc:spChg chg="del mod">
          <ac:chgData name="Jacob Wyngaard" userId="6181fcd471e98458" providerId="LiveId" clId="{788BA123-62C9-4DDC-86E5-A6BCA4600216}" dt="2026-04-20T15:44:50.776" v="2573" actId="478"/>
          <ac:spMkLst>
            <pc:docMk/>
            <pc:sldMk cId="1875509364" sldId="503"/>
            <ac:spMk id="14" creationId="{D00ECE50-793D-BD5F-1176-21F23EFC5120}"/>
          </ac:spMkLst>
        </pc:spChg>
        <pc:spChg chg="del mod">
          <ac:chgData name="Jacob Wyngaard" userId="6181fcd471e98458" providerId="LiveId" clId="{788BA123-62C9-4DDC-86E5-A6BCA4600216}" dt="2026-04-20T15:44:31.466" v="2569" actId="478"/>
          <ac:spMkLst>
            <pc:docMk/>
            <pc:sldMk cId="1875509364" sldId="503"/>
            <ac:spMk id="15" creationId="{BBF108FC-FDB9-77EA-DF97-AE344A1D9E4E}"/>
          </ac:spMkLst>
        </pc:spChg>
        <pc:spChg chg="add del mod">
          <ac:chgData name="Jacob Wyngaard" userId="6181fcd471e98458" providerId="LiveId" clId="{788BA123-62C9-4DDC-86E5-A6BCA4600216}" dt="2026-04-20T15:54:35.195" v="2936" actId="478"/>
          <ac:spMkLst>
            <pc:docMk/>
            <pc:sldMk cId="1875509364" sldId="503"/>
            <ac:spMk id="16" creationId="{427FD915-F486-ED92-7A14-8E43CC893904}"/>
          </ac:spMkLst>
        </pc:spChg>
        <pc:spChg chg="add del mod">
          <ac:chgData name="Jacob Wyngaard" userId="6181fcd471e98458" providerId="LiveId" clId="{788BA123-62C9-4DDC-86E5-A6BCA4600216}" dt="2026-04-20T15:54:35.195" v="2936" actId="478"/>
          <ac:spMkLst>
            <pc:docMk/>
            <pc:sldMk cId="1875509364" sldId="503"/>
            <ac:spMk id="18" creationId="{9B1640C6-3945-1E7B-C5DD-BC9D69810D4E}"/>
          </ac:spMkLst>
        </pc:spChg>
        <pc:spChg chg="add del mod">
          <ac:chgData name="Jacob Wyngaard" userId="6181fcd471e98458" providerId="LiveId" clId="{788BA123-62C9-4DDC-86E5-A6BCA4600216}" dt="2026-04-20T15:55:10.201" v="2995" actId="478"/>
          <ac:spMkLst>
            <pc:docMk/>
            <pc:sldMk cId="1875509364" sldId="503"/>
            <ac:spMk id="20" creationId="{B4446813-DB7B-DF33-C0B6-1C5FF347A481}"/>
          </ac:spMkLst>
        </pc:spChg>
        <pc:spChg chg="add del mod">
          <ac:chgData name="Jacob Wyngaard" userId="6181fcd471e98458" providerId="LiveId" clId="{788BA123-62C9-4DDC-86E5-A6BCA4600216}" dt="2026-04-20T15:55:15.589" v="2996" actId="478"/>
          <ac:spMkLst>
            <pc:docMk/>
            <pc:sldMk cId="1875509364" sldId="503"/>
            <ac:spMk id="22" creationId="{A97632F8-D3D7-078B-0008-AA68EFF03FCE}"/>
          </ac:spMkLst>
        </pc:spChg>
        <pc:spChg chg="add mod">
          <ac:chgData name="Jacob Wyngaard" userId="6181fcd471e98458" providerId="LiveId" clId="{788BA123-62C9-4DDC-86E5-A6BCA4600216}" dt="2026-04-20T15:55:00.604" v="2993" actId="20577"/>
          <ac:spMkLst>
            <pc:docMk/>
            <pc:sldMk cId="1875509364" sldId="503"/>
            <ac:spMk id="23" creationId="{2AC0DCEE-5988-D20A-17EB-FE23D5BF7ACB}"/>
          </ac:spMkLst>
        </pc:spChg>
        <pc:spChg chg="add mod">
          <ac:chgData name="Jacob Wyngaard" userId="6181fcd471e98458" providerId="LiveId" clId="{788BA123-62C9-4DDC-86E5-A6BCA4600216}" dt="2026-04-20T15:56:44.074" v="3151" actId="114"/>
          <ac:spMkLst>
            <pc:docMk/>
            <pc:sldMk cId="1875509364" sldId="503"/>
            <ac:spMk id="24" creationId="{315CFC89-356E-7C45-C450-79DC51C780A8}"/>
          </ac:spMkLst>
        </pc:spChg>
        <pc:spChg chg="add mod">
          <ac:chgData name="Jacob Wyngaard" userId="6181fcd471e98458" providerId="LiveId" clId="{788BA123-62C9-4DDC-86E5-A6BCA4600216}" dt="2026-04-20T15:56:33.213" v="3149" actId="114"/>
          <ac:spMkLst>
            <pc:docMk/>
            <pc:sldMk cId="1875509364" sldId="503"/>
            <ac:spMk id="25" creationId="{E8C34A98-1C24-C8CD-CFC5-F77F2F07F2CB}"/>
          </ac:spMkLst>
        </pc:spChg>
        <pc:spChg chg="add del mod">
          <ac:chgData name="Jacob Wyngaard" userId="6181fcd471e98458" providerId="LiveId" clId="{788BA123-62C9-4DDC-86E5-A6BCA4600216}" dt="2026-04-20T15:57:52.691" v="3155" actId="478"/>
          <ac:spMkLst>
            <pc:docMk/>
            <pc:sldMk cId="1875509364" sldId="503"/>
            <ac:spMk id="26" creationId="{65CC5D84-5209-BD74-4A9F-A00215489367}"/>
          </ac:spMkLst>
        </pc:spChg>
        <pc:spChg chg="add del mod">
          <ac:chgData name="Jacob Wyngaard" userId="6181fcd471e98458" providerId="LiveId" clId="{788BA123-62C9-4DDC-86E5-A6BCA4600216}" dt="2026-04-20T15:57:56.640" v="3157" actId="478"/>
          <ac:spMkLst>
            <pc:docMk/>
            <pc:sldMk cId="1875509364" sldId="503"/>
            <ac:spMk id="27" creationId="{3359E79F-C5ED-FEE1-2B11-CCB790F162CF}"/>
          </ac:spMkLst>
        </pc:spChg>
        <pc:spChg chg="add del mod">
          <ac:chgData name="Jacob Wyngaard" userId="6181fcd471e98458" providerId="LiveId" clId="{788BA123-62C9-4DDC-86E5-A6BCA4600216}" dt="2026-04-20T15:57:55.798" v="3156" actId="478"/>
          <ac:spMkLst>
            <pc:docMk/>
            <pc:sldMk cId="1875509364" sldId="503"/>
            <ac:spMk id="28" creationId="{AD7A38A5-D86D-FCEE-60B3-452027E55B43}"/>
          </ac:spMkLst>
        </pc:spChg>
        <pc:spChg chg="add mod">
          <ac:chgData name="Jacob Wyngaard" userId="6181fcd471e98458" providerId="LiveId" clId="{788BA123-62C9-4DDC-86E5-A6BCA4600216}" dt="2026-04-20T15:58:26.823" v="3246" actId="20577"/>
          <ac:spMkLst>
            <pc:docMk/>
            <pc:sldMk cId="1875509364" sldId="503"/>
            <ac:spMk id="29" creationId="{B27E36C8-0536-1ADB-8B55-27BFAEFAB083}"/>
          </ac:spMkLst>
        </pc:spChg>
        <pc:spChg chg="add mod">
          <ac:chgData name="Jacob Wyngaard" userId="6181fcd471e98458" providerId="LiveId" clId="{788BA123-62C9-4DDC-86E5-A6BCA4600216}" dt="2026-04-20T15:58:42.354" v="3248" actId="1076"/>
          <ac:spMkLst>
            <pc:docMk/>
            <pc:sldMk cId="1875509364" sldId="503"/>
            <ac:spMk id="30" creationId="{534F84E9-C2EE-8143-2DAB-7F265559235B}"/>
          </ac:spMkLst>
        </pc:spChg>
        <pc:spChg chg="add mod">
          <ac:chgData name="Jacob Wyngaard" userId="6181fcd471e98458" providerId="LiveId" clId="{788BA123-62C9-4DDC-86E5-A6BCA4600216}" dt="2026-04-20T15:58:42.354" v="3248" actId="1076"/>
          <ac:spMkLst>
            <pc:docMk/>
            <pc:sldMk cId="1875509364" sldId="503"/>
            <ac:spMk id="31" creationId="{D0D159A0-AC5F-4083-DE7F-278D2CBFDDAE}"/>
          </ac:spMkLst>
        </pc:spChg>
        <pc:spChg chg="add mod">
          <ac:chgData name="Jacob Wyngaard" userId="6181fcd471e98458" providerId="LiveId" clId="{788BA123-62C9-4DDC-86E5-A6BCA4600216}" dt="2026-04-20T15:58:42.354" v="3248" actId="1076"/>
          <ac:spMkLst>
            <pc:docMk/>
            <pc:sldMk cId="1875509364" sldId="503"/>
            <ac:spMk id="32" creationId="{8F5BB29F-6F9F-5518-618D-6860E1BBEA58}"/>
          </ac:spMkLst>
        </pc:spChg>
        <pc:spChg chg="add mod">
          <ac:chgData name="Jacob Wyngaard" userId="6181fcd471e98458" providerId="LiveId" clId="{788BA123-62C9-4DDC-86E5-A6BCA4600216}" dt="2026-04-20T15:58:42.354" v="3248" actId="1076"/>
          <ac:spMkLst>
            <pc:docMk/>
            <pc:sldMk cId="1875509364" sldId="503"/>
            <ac:spMk id="33" creationId="{1C51D513-C539-16D9-1F14-6A3CC4D84148}"/>
          </ac:spMkLst>
        </pc:spChg>
        <pc:picChg chg="del">
          <ac:chgData name="Jacob Wyngaard" userId="6181fcd471e98458" providerId="LiveId" clId="{788BA123-62C9-4DDC-86E5-A6BCA4600216}" dt="2026-04-20T15:44:27.002" v="2565" actId="478"/>
          <ac:picMkLst>
            <pc:docMk/>
            <pc:sldMk cId="1875509364" sldId="503"/>
            <ac:picMk id="17" creationId="{062D0D8D-C9BC-819D-6938-324B56B9081F}"/>
          </ac:picMkLst>
        </pc:picChg>
      </pc:sldChg>
      <pc:sldChg chg="addSp delSp modSp add mod">
        <pc:chgData name="Jacob Wyngaard" userId="6181fcd471e98458" providerId="LiveId" clId="{788BA123-62C9-4DDC-86E5-A6BCA4600216}" dt="2026-04-20T16:03:36.074" v="3497" actId="14100"/>
        <pc:sldMkLst>
          <pc:docMk/>
          <pc:sldMk cId="231809210" sldId="504"/>
        </pc:sldMkLst>
        <pc:spChg chg="add mod">
          <ac:chgData name="Jacob Wyngaard" userId="6181fcd471e98458" providerId="LiveId" clId="{788BA123-62C9-4DDC-86E5-A6BCA4600216}" dt="2026-04-20T15:59:20.543" v="3336" actId="1076"/>
          <ac:spMkLst>
            <pc:docMk/>
            <pc:sldMk cId="231809210" sldId="504"/>
            <ac:spMk id="4" creationId="{99E58920-00D5-56E5-78C6-74AD8EBB16F6}"/>
          </ac:spMkLst>
        </pc:spChg>
        <pc:spChg chg="add mod">
          <ac:chgData name="Jacob Wyngaard" userId="6181fcd471e98458" providerId="LiveId" clId="{788BA123-62C9-4DDC-86E5-A6BCA4600216}" dt="2026-04-20T16:03:36.074" v="3497" actId="14100"/>
          <ac:spMkLst>
            <pc:docMk/>
            <pc:sldMk cId="231809210" sldId="504"/>
            <ac:spMk id="9" creationId="{D6D62BA2-4E73-FFE3-33D7-A174CA04AA4F}"/>
          </ac:spMkLst>
        </pc:spChg>
        <pc:spChg chg="mod">
          <ac:chgData name="Jacob Wyngaard" userId="6181fcd471e98458" providerId="LiveId" clId="{788BA123-62C9-4DDC-86E5-A6BCA4600216}" dt="2026-04-20T16:00:10.385" v="3344" actId="14100"/>
          <ac:spMkLst>
            <pc:docMk/>
            <pc:sldMk cId="231809210" sldId="504"/>
            <ac:spMk id="20" creationId="{D413A78D-917C-3129-6585-F5AE53BD1254}"/>
          </ac:spMkLst>
        </pc:spChg>
        <pc:spChg chg="mod">
          <ac:chgData name="Jacob Wyngaard" userId="6181fcd471e98458" providerId="LiveId" clId="{788BA123-62C9-4DDC-86E5-A6BCA4600216}" dt="2026-04-20T16:02:52.800" v="3435" actId="1076"/>
          <ac:spMkLst>
            <pc:docMk/>
            <pc:sldMk cId="231809210" sldId="504"/>
            <ac:spMk id="22" creationId="{388A29D7-CB75-984D-7F43-A287C0FB5A81}"/>
          </ac:spMkLst>
        </pc:spChg>
        <pc:spChg chg="del">
          <ac:chgData name="Jacob Wyngaard" userId="6181fcd471e98458" providerId="LiveId" clId="{788BA123-62C9-4DDC-86E5-A6BCA4600216}" dt="2026-04-20T15:58:48.730" v="3250" actId="478"/>
          <ac:spMkLst>
            <pc:docMk/>
            <pc:sldMk cId="231809210" sldId="504"/>
            <ac:spMk id="23" creationId="{F4D379A9-6DBD-3AE7-A101-16793A62B2B6}"/>
          </ac:spMkLst>
        </pc:spChg>
        <pc:spChg chg="del">
          <ac:chgData name="Jacob Wyngaard" userId="6181fcd471e98458" providerId="LiveId" clId="{788BA123-62C9-4DDC-86E5-A6BCA4600216}" dt="2026-04-20T15:58:47.423" v="3249" actId="478"/>
          <ac:spMkLst>
            <pc:docMk/>
            <pc:sldMk cId="231809210" sldId="504"/>
            <ac:spMk id="24" creationId="{1E7B348A-2043-E091-FEA4-E1E334B96641}"/>
          </ac:spMkLst>
        </pc:spChg>
      </pc:sldChg>
      <pc:sldChg chg="addSp delSp modSp add mod">
        <pc:chgData name="Jacob Wyngaard" userId="6181fcd471e98458" providerId="LiveId" clId="{788BA123-62C9-4DDC-86E5-A6BCA4600216}" dt="2026-04-21T03:43:26.520" v="5723" actId="20577"/>
        <pc:sldMkLst>
          <pc:docMk/>
          <pc:sldMk cId="1362152949" sldId="505"/>
        </pc:sldMkLst>
        <pc:spChg chg="add mod">
          <ac:chgData name="Jacob Wyngaard" userId="6181fcd471e98458" providerId="LiveId" clId="{788BA123-62C9-4DDC-86E5-A6BCA4600216}" dt="2026-04-21T03:34:22.655" v="5494" actId="20577"/>
          <ac:spMkLst>
            <pc:docMk/>
            <pc:sldMk cId="1362152949" sldId="505"/>
            <ac:spMk id="2" creationId="{2E005E4A-0D30-BB98-A20B-425DAB2735D7}"/>
          </ac:spMkLst>
        </pc:spChg>
        <pc:spChg chg="add del mod">
          <ac:chgData name="Jacob Wyngaard" userId="6181fcd471e98458" providerId="LiveId" clId="{788BA123-62C9-4DDC-86E5-A6BCA4600216}" dt="2026-04-20T16:12:07.024" v="3668" actId="478"/>
          <ac:spMkLst>
            <pc:docMk/>
            <pc:sldMk cId="1362152949" sldId="505"/>
            <ac:spMk id="2" creationId="{37BE35EB-AAC0-AAD1-DDCB-1F3458BE86EA}"/>
          </ac:spMkLst>
        </pc:spChg>
        <pc:spChg chg="add mod">
          <ac:chgData name="Jacob Wyngaard" userId="6181fcd471e98458" providerId="LiveId" clId="{788BA123-62C9-4DDC-86E5-A6BCA4600216}" dt="2026-04-21T03:33:00.435" v="5472" actId="14100"/>
          <ac:spMkLst>
            <pc:docMk/>
            <pc:sldMk cId="1362152949" sldId="505"/>
            <ac:spMk id="3" creationId="{255CC579-23B8-58F5-3934-E50BBA5CB1DA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3" creationId="{4F542AF2-31AB-1A35-5F27-7E4A90C7E247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4" creationId="{3E575C20-4213-809F-5514-623721655A18}"/>
          </ac:spMkLst>
        </pc:spChg>
        <pc:spChg chg="add mod">
          <ac:chgData name="Jacob Wyngaard" userId="6181fcd471e98458" providerId="LiveId" clId="{788BA123-62C9-4DDC-86E5-A6BCA4600216}" dt="2026-04-21T03:39:58.537" v="5683" actId="1076"/>
          <ac:spMkLst>
            <pc:docMk/>
            <pc:sldMk cId="1362152949" sldId="505"/>
            <ac:spMk id="4" creationId="{964D43DF-091E-C6C0-C8A3-FAF2F75CA07B}"/>
          </ac:spMkLst>
        </pc:spChg>
        <pc:spChg chg="mod">
          <ac:chgData name="Jacob Wyngaard" userId="6181fcd471e98458" providerId="LiveId" clId="{788BA123-62C9-4DDC-86E5-A6BCA4600216}" dt="2026-04-21T03:38:12.582" v="5668" actId="20577"/>
          <ac:spMkLst>
            <pc:docMk/>
            <pc:sldMk cId="1362152949" sldId="505"/>
            <ac:spMk id="5" creationId="{0C73FAD8-48C9-E4DC-2A43-41A73BA77E2F}"/>
          </ac:spMkLst>
        </pc:spChg>
        <pc:spChg chg="add del mod">
          <ac:chgData name="Jacob Wyngaard" userId="6181fcd471e98458" providerId="LiveId" clId="{788BA123-62C9-4DDC-86E5-A6BCA4600216}" dt="2026-04-20T16:11:59.651" v="3665" actId="478"/>
          <ac:spMkLst>
            <pc:docMk/>
            <pc:sldMk cId="1362152949" sldId="505"/>
            <ac:spMk id="7" creationId="{584BB312-0DD3-F54B-014D-831E2C5DCFB2}"/>
          </ac:spMkLst>
        </pc:spChg>
        <pc:spChg chg="add mod">
          <ac:chgData name="Jacob Wyngaard" userId="6181fcd471e98458" providerId="LiveId" clId="{788BA123-62C9-4DDC-86E5-A6BCA4600216}" dt="2026-04-21T03:40:03.161" v="5684" actId="1076"/>
          <ac:spMkLst>
            <pc:docMk/>
            <pc:sldMk cId="1362152949" sldId="505"/>
            <ac:spMk id="7" creationId="{AD9678A2-2AB0-EAB1-29B4-5BDCE424BAE5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9" creationId="{64F4BE31-FD22-768B-4DDD-0A52617CE984}"/>
          </ac:spMkLst>
        </pc:spChg>
        <pc:spChg chg="add mod">
          <ac:chgData name="Jacob Wyngaard" userId="6181fcd471e98458" providerId="LiveId" clId="{788BA123-62C9-4DDC-86E5-A6BCA4600216}" dt="2026-04-21T03:38:01.688" v="5652" actId="1076"/>
          <ac:spMkLst>
            <pc:docMk/>
            <pc:sldMk cId="1362152949" sldId="505"/>
            <ac:spMk id="9" creationId="{A9B98585-0A4E-3827-FE38-2D0D993B5C18}"/>
          </ac:spMkLst>
        </pc:spChg>
        <pc:spChg chg="add mod">
          <ac:chgData name="Jacob Wyngaard" userId="6181fcd471e98458" providerId="LiveId" clId="{788BA123-62C9-4DDC-86E5-A6BCA4600216}" dt="2026-04-21T03:38:01.688" v="5652" actId="1076"/>
          <ac:spMkLst>
            <pc:docMk/>
            <pc:sldMk cId="1362152949" sldId="505"/>
            <ac:spMk id="10" creationId="{9217C602-B784-C953-E545-2D31E8CC08CF}"/>
          </ac:spMkLst>
        </pc:spChg>
        <pc:spChg chg="add del mod">
          <ac:chgData name="Jacob Wyngaard" userId="6181fcd471e98458" providerId="LiveId" clId="{788BA123-62C9-4DDC-86E5-A6BCA4600216}" dt="2026-04-20T16:12:02.921" v="3666" actId="478"/>
          <ac:spMkLst>
            <pc:docMk/>
            <pc:sldMk cId="1362152949" sldId="505"/>
            <ac:spMk id="10" creationId="{B39523B4-43EC-1F30-E568-7887AEF27965}"/>
          </ac:spMkLst>
        </pc:spChg>
        <pc:spChg chg="add del mod">
          <ac:chgData name="Jacob Wyngaard" userId="6181fcd471e98458" providerId="LiveId" clId="{788BA123-62C9-4DDC-86E5-A6BCA4600216}" dt="2026-04-20T16:12:05.170" v="3667" actId="478"/>
          <ac:spMkLst>
            <pc:docMk/>
            <pc:sldMk cId="1362152949" sldId="505"/>
            <ac:spMk id="11" creationId="{3E861214-31BB-CBB2-0745-A7161613C688}"/>
          </ac:spMkLst>
        </pc:spChg>
        <pc:spChg chg="add mod">
          <ac:chgData name="Jacob Wyngaard" userId="6181fcd471e98458" providerId="LiveId" clId="{788BA123-62C9-4DDC-86E5-A6BCA4600216}" dt="2026-04-21T03:38:01.688" v="5652" actId="1076"/>
          <ac:spMkLst>
            <pc:docMk/>
            <pc:sldMk cId="1362152949" sldId="505"/>
            <ac:spMk id="11" creationId="{B4BF5A3F-4FCA-8491-30D3-F5C8EC1953CE}"/>
          </ac:spMkLst>
        </pc:spChg>
        <pc:spChg chg="add mod">
          <ac:chgData name="Jacob Wyngaard" userId="6181fcd471e98458" providerId="LiveId" clId="{788BA123-62C9-4DDC-86E5-A6BCA4600216}" dt="2026-04-21T03:38:01.688" v="5652" actId="1076"/>
          <ac:spMkLst>
            <pc:docMk/>
            <pc:sldMk cId="1362152949" sldId="505"/>
            <ac:spMk id="12" creationId="{295DA143-12D8-D203-B6C4-4255C92C8182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12" creationId="{5D98371A-34AD-32F7-8269-A528E0677E98}"/>
          </ac:spMkLst>
        </pc:spChg>
        <pc:spChg chg="add mod">
          <ac:chgData name="Jacob Wyngaard" userId="6181fcd471e98458" providerId="LiveId" clId="{788BA123-62C9-4DDC-86E5-A6BCA4600216}" dt="2026-04-21T03:43:26.520" v="5723" actId="20577"/>
          <ac:spMkLst>
            <pc:docMk/>
            <pc:sldMk cId="1362152949" sldId="505"/>
            <ac:spMk id="13" creationId="{9A886DAC-E558-D6F5-5D2F-C39BF7617C65}"/>
          </ac:spMkLst>
        </pc:spChg>
        <pc:spChg chg="add del mod">
          <ac:chgData name="Jacob Wyngaard" userId="6181fcd471e98458" providerId="LiveId" clId="{788BA123-62C9-4DDC-86E5-A6BCA4600216}" dt="2026-04-20T16:12:09.854" v="3669" actId="478"/>
          <ac:spMkLst>
            <pc:docMk/>
            <pc:sldMk cId="1362152949" sldId="505"/>
            <ac:spMk id="14" creationId="{9F4BA5F6-3818-E8AD-545A-AB3BAEC00031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16" creationId="{C02C4D89-7AC1-87FB-1894-E41104BB3C60}"/>
          </ac:spMkLst>
        </pc:spChg>
        <pc:spChg chg="add del mod">
          <ac:chgData name="Jacob Wyngaard" userId="6181fcd471e98458" providerId="LiveId" clId="{788BA123-62C9-4DDC-86E5-A6BCA4600216}" dt="2026-04-20T16:12:09.854" v="3669" actId="478"/>
          <ac:spMkLst>
            <pc:docMk/>
            <pc:sldMk cId="1362152949" sldId="505"/>
            <ac:spMk id="17" creationId="{D6BB91FB-B7A3-288F-A97A-083725CDA80C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18" creationId="{A9F9FC20-9DDC-917A-9D10-24020268E083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20" creationId="{2792F42B-C592-27E6-4A17-B4CF14BF195E}"/>
          </ac:spMkLst>
        </pc:spChg>
        <pc:spChg chg="del">
          <ac:chgData name="Jacob Wyngaard" userId="6181fcd471e98458" providerId="LiveId" clId="{788BA123-62C9-4DDC-86E5-A6BCA4600216}" dt="2026-04-20T16:04:46.794" v="3499" actId="478"/>
          <ac:spMkLst>
            <pc:docMk/>
            <pc:sldMk cId="1362152949" sldId="505"/>
            <ac:spMk id="22" creationId="{728C7068-0952-2EF3-FD93-9F29996A35A7}"/>
          </ac:spMkLst>
        </pc:spChg>
      </pc:sldChg>
      <pc:sldChg chg="addSp delSp modSp add mod">
        <pc:chgData name="Jacob Wyngaard" userId="6181fcd471e98458" providerId="LiveId" clId="{788BA123-62C9-4DDC-86E5-A6BCA4600216}" dt="2026-04-21T03:35:28.645" v="5502" actId="478"/>
        <pc:sldMkLst>
          <pc:docMk/>
          <pc:sldMk cId="665449843" sldId="506"/>
        </pc:sldMkLst>
        <pc:spChg chg="add del mod">
          <ac:chgData name="Jacob Wyngaard" userId="6181fcd471e98458" providerId="LiveId" clId="{788BA123-62C9-4DDC-86E5-A6BCA4600216}" dt="2026-04-21T03:35:28.645" v="5502" actId="478"/>
          <ac:spMkLst>
            <pc:docMk/>
            <pc:sldMk cId="665449843" sldId="506"/>
            <ac:spMk id="3" creationId="{2EC1962D-FF86-B3E2-F102-58411A32FE4B}"/>
          </ac:spMkLst>
        </pc:spChg>
      </pc:sldChg>
      <pc:sldChg chg="addSp delSp modSp add mod">
        <pc:chgData name="Jacob Wyngaard" userId="6181fcd471e98458" providerId="LiveId" clId="{788BA123-62C9-4DDC-86E5-A6BCA4600216}" dt="2026-04-21T02:27:56.290" v="4274"/>
        <pc:sldMkLst>
          <pc:docMk/>
          <pc:sldMk cId="2636392587" sldId="507"/>
        </pc:sldMkLst>
        <pc:spChg chg="add mod">
          <ac:chgData name="Jacob Wyngaard" userId="6181fcd471e98458" providerId="LiveId" clId="{788BA123-62C9-4DDC-86E5-A6BCA4600216}" dt="2026-04-21T02:27:56.290" v="4274"/>
          <ac:spMkLst>
            <pc:docMk/>
            <pc:sldMk cId="2636392587" sldId="507"/>
            <ac:spMk id="2" creationId="{D66ED175-620A-C84C-68C8-6E9026EEB1AB}"/>
          </ac:spMkLst>
        </pc:spChg>
        <pc:spChg chg="mod">
          <ac:chgData name="Jacob Wyngaard" userId="6181fcd471e98458" providerId="LiveId" clId="{788BA123-62C9-4DDC-86E5-A6BCA4600216}" dt="2026-04-21T01:50:11.516" v="3723" actId="20577"/>
          <ac:spMkLst>
            <pc:docMk/>
            <pc:sldMk cId="2636392587" sldId="507"/>
            <ac:spMk id="5" creationId="{53A352F4-B8D6-4A4A-C65A-EC72AB698E5C}"/>
          </ac:spMkLst>
        </pc:spChg>
        <pc:spChg chg="add mod">
          <ac:chgData name="Jacob Wyngaard" userId="6181fcd471e98458" providerId="LiveId" clId="{788BA123-62C9-4DDC-86E5-A6BCA4600216}" dt="2026-04-21T01:50:06.158" v="3714" actId="1076"/>
          <ac:spMkLst>
            <pc:docMk/>
            <pc:sldMk cId="2636392587" sldId="507"/>
            <ac:spMk id="7" creationId="{00F9B79F-DD32-59E5-1C0F-C73860AD8F8D}"/>
          </ac:spMkLst>
        </pc:spChg>
        <pc:spChg chg="add del mod">
          <ac:chgData name="Jacob Wyngaard" userId="6181fcd471e98458" providerId="LiveId" clId="{788BA123-62C9-4DDC-86E5-A6BCA4600216}" dt="2026-04-21T01:35:12.886" v="3692" actId="478"/>
          <ac:spMkLst>
            <pc:docMk/>
            <pc:sldMk cId="2636392587" sldId="507"/>
            <ac:spMk id="10" creationId="{73B3B8AA-ECA7-D92B-8417-522DD79755E0}"/>
          </ac:spMkLst>
        </pc:spChg>
        <pc:spChg chg="del">
          <ac:chgData name="Jacob Wyngaard" userId="6181fcd471e98458" providerId="LiveId" clId="{788BA123-62C9-4DDC-86E5-A6BCA4600216}" dt="2026-04-21T01:35:04.991" v="3689" actId="478"/>
          <ac:spMkLst>
            <pc:docMk/>
            <pc:sldMk cId="2636392587" sldId="507"/>
            <ac:spMk id="11" creationId="{FDC1DB84-5DF6-18A0-669A-F5A9E98B192A}"/>
          </ac:spMkLst>
        </pc:spChg>
        <pc:spChg chg="add mod">
          <ac:chgData name="Jacob Wyngaard" userId="6181fcd471e98458" providerId="LiveId" clId="{788BA123-62C9-4DDC-86E5-A6BCA4600216}" dt="2026-04-21T01:50:31.271" v="3738" actId="14100"/>
          <ac:spMkLst>
            <pc:docMk/>
            <pc:sldMk cId="2636392587" sldId="507"/>
            <ac:spMk id="12" creationId="{DA38CA51-A318-3594-E455-46F53D587BCC}"/>
          </ac:spMkLst>
        </pc:spChg>
        <pc:spChg chg="add mod">
          <ac:chgData name="Jacob Wyngaard" userId="6181fcd471e98458" providerId="LiveId" clId="{788BA123-62C9-4DDC-86E5-A6BCA4600216}" dt="2026-04-21T01:51:49.572" v="3897" actId="12"/>
          <ac:spMkLst>
            <pc:docMk/>
            <pc:sldMk cId="2636392587" sldId="507"/>
            <ac:spMk id="13" creationId="{57410A4A-CF94-2D51-9AEF-BA287732BEAB}"/>
          </ac:spMkLst>
        </pc:spChg>
        <pc:spChg chg="add mod">
          <ac:chgData name="Jacob Wyngaard" userId="6181fcd471e98458" providerId="LiveId" clId="{788BA123-62C9-4DDC-86E5-A6BCA4600216}" dt="2026-04-21T01:51:51.841" v="3898" actId="12"/>
          <ac:spMkLst>
            <pc:docMk/>
            <pc:sldMk cId="2636392587" sldId="507"/>
            <ac:spMk id="14" creationId="{93CF7AB2-E083-6553-3E48-6A52311CEBDF}"/>
          </ac:spMkLst>
        </pc:spChg>
        <pc:spChg chg="add del mod">
          <ac:chgData name="Jacob Wyngaard" userId="6181fcd471e98458" providerId="LiveId" clId="{788BA123-62C9-4DDC-86E5-A6BCA4600216}" dt="2026-04-21T01:52:07.273" v="3901" actId="478"/>
          <ac:spMkLst>
            <pc:docMk/>
            <pc:sldMk cId="2636392587" sldId="507"/>
            <ac:spMk id="15" creationId="{6DBCF379-5CA7-1DF0-7B2C-14F8D5DF06DC}"/>
          </ac:spMkLst>
        </pc:spChg>
        <pc:picChg chg="del">
          <ac:chgData name="Jacob Wyngaard" userId="6181fcd471e98458" providerId="LiveId" clId="{788BA123-62C9-4DDC-86E5-A6BCA4600216}" dt="2026-04-21T01:35:03.629" v="3688" actId="478"/>
          <ac:picMkLst>
            <pc:docMk/>
            <pc:sldMk cId="2636392587" sldId="507"/>
            <ac:picMk id="3" creationId="{8B5ECA8D-29F0-73A0-CD6F-4DFF6BECC733}"/>
          </ac:picMkLst>
        </pc:picChg>
        <pc:picChg chg="add mod">
          <ac:chgData name="Jacob Wyngaard" userId="6181fcd471e98458" providerId="LiveId" clId="{788BA123-62C9-4DDC-86E5-A6BCA4600216}" dt="2026-04-21T01:35:09.818" v="3691"/>
          <ac:picMkLst>
            <pc:docMk/>
            <pc:sldMk cId="2636392587" sldId="507"/>
            <ac:picMk id="4" creationId="{017B022F-650C-06D7-1CA9-302C33A7646F}"/>
          </ac:picMkLst>
        </pc:picChg>
        <pc:picChg chg="del">
          <ac:chgData name="Jacob Wyngaard" userId="6181fcd471e98458" providerId="LiveId" clId="{788BA123-62C9-4DDC-86E5-A6BCA4600216}" dt="2026-04-21T01:35:05.369" v="3690" actId="478"/>
          <ac:picMkLst>
            <pc:docMk/>
            <pc:sldMk cId="2636392587" sldId="507"/>
            <ac:picMk id="9" creationId="{6209BCCD-A8A2-532E-0BE5-05C79671EE7A}"/>
          </ac:picMkLst>
        </pc:picChg>
      </pc:sldChg>
      <pc:sldChg chg="add del">
        <pc:chgData name="Jacob Wyngaard" userId="6181fcd471e98458" providerId="LiveId" clId="{788BA123-62C9-4DDC-86E5-A6BCA4600216}" dt="2026-04-21T02:02:27.855" v="3949" actId="47"/>
        <pc:sldMkLst>
          <pc:docMk/>
          <pc:sldMk cId="1386352905" sldId="508"/>
        </pc:sldMkLst>
      </pc:sldChg>
      <pc:sldChg chg="modSp add mod">
        <pc:chgData name="Jacob Wyngaard" userId="6181fcd471e98458" providerId="LiveId" clId="{788BA123-62C9-4DDC-86E5-A6BCA4600216}" dt="2026-04-21T02:28:08.034" v="4276"/>
        <pc:sldMkLst>
          <pc:docMk/>
          <pc:sldMk cId="3620747710" sldId="509"/>
        </pc:sldMkLst>
        <pc:spChg chg="mod">
          <ac:chgData name="Jacob Wyngaard" userId="6181fcd471e98458" providerId="LiveId" clId="{788BA123-62C9-4DDC-86E5-A6BCA4600216}" dt="2026-04-21T02:28:08.034" v="4276"/>
          <ac:spMkLst>
            <pc:docMk/>
            <pc:sldMk cId="3620747710" sldId="509"/>
            <ac:spMk id="9" creationId="{6F26B298-58DE-F207-4306-DCBC3D5F7DAE}"/>
          </ac:spMkLst>
        </pc:spChg>
        <pc:spChg chg="mod">
          <ac:chgData name="Jacob Wyngaard" userId="6181fcd471e98458" providerId="LiveId" clId="{788BA123-62C9-4DDC-86E5-A6BCA4600216}" dt="2026-04-21T02:02:37.324" v="3957" actId="20577"/>
          <ac:spMkLst>
            <pc:docMk/>
            <pc:sldMk cId="3620747710" sldId="509"/>
            <ac:spMk id="11" creationId="{9CF0A4C8-EC73-D631-2DBB-6E848BB9A33F}"/>
          </ac:spMkLst>
        </pc:spChg>
        <pc:picChg chg="mod">
          <ac:chgData name="Jacob Wyngaard" userId="6181fcd471e98458" providerId="LiveId" clId="{788BA123-62C9-4DDC-86E5-A6BCA4600216}" dt="2026-04-21T02:02:49.995" v="3958" actId="14826"/>
          <ac:picMkLst>
            <pc:docMk/>
            <pc:sldMk cId="3620747710" sldId="509"/>
            <ac:picMk id="7" creationId="{9D13C670-3389-BF5A-B370-0FB8EC8BF2FE}"/>
          </ac:picMkLst>
        </pc:picChg>
      </pc:sldChg>
      <pc:sldChg chg="addSp modSp add mod">
        <pc:chgData name="Jacob Wyngaard" userId="6181fcd471e98458" providerId="LiveId" clId="{788BA123-62C9-4DDC-86E5-A6BCA4600216}" dt="2026-04-21T03:56:04.345" v="5724" actId="14826"/>
        <pc:sldMkLst>
          <pc:docMk/>
          <pc:sldMk cId="599309592" sldId="510"/>
        </pc:sldMkLst>
        <pc:spChg chg="add mod">
          <ac:chgData name="Jacob Wyngaard" userId="6181fcd471e98458" providerId="LiveId" clId="{788BA123-62C9-4DDC-86E5-A6BCA4600216}" dt="2026-04-21T02:41:55.484" v="4281" actId="313"/>
          <ac:spMkLst>
            <pc:docMk/>
            <pc:sldMk cId="599309592" sldId="510"/>
            <ac:spMk id="2" creationId="{8AFBDFBB-2086-681F-0434-D7C59D3D5C94}"/>
          </ac:spMkLst>
        </pc:spChg>
        <pc:spChg chg="mod">
          <ac:chgData name="Jacob Wyngaard" userId="6181fcd471e98458" providerId="LiveId" clId="{788BA123-62C9-4DDC-86E5-A6BCA4600216}" dt="2026-04-21T02:27:49.969" v="4273"/>
          <ac:spMkLst>
            <pc:docMk/>
            <pc:sldMk cId="599309592" sldId="510"/>
            <ac:spMk id="9" creationId="{2660E452-69A7-511A-1083-E03E91206130}"/>
          </ac:spMkLst>
        </pc:spChg>
        <pc:spChg chg="mod">
          <ac:chgData name="Jacob Wyngaard" userId="6181fcd471e98458" providerId="LiveId" clId="{788BA123-62C9-4DDC-86E5-A6BCA4600216}" dt="2026-04-21T02:05:14.564" v="3961" actId="20577"/>
          <ac:spMkLst>
            <pc:docMk/>
            <pc:sldMk cId="599309592" sldId="510"/>
            <ac:spMk id="11" creationId="{35B0F584-F2C1-A7AC-C8A0-E36B862DDA5D}"/>
          </ac:spMkLst>
        </pc:spChg>
        <pc:picChg chg="mod">
          <ac:chgData name="Jacob Wyngaard" userId="6181fcd471e98458" providerId="LiveId" clId="{788BA123-62C9-4DDC-86E5-A6BCA4600216}" dt="2026-04-21T03:56:04.345" v="5724" actId="14826"/>
          <ac:picMkLst>
            <pc:docMk/>
            <pc:sldMk cId="599309592" sldId="510"/>
            <ac:picMk id="7" creationId="{B2CBDA37-2CB7-E4D4-60FE-BE962F8CB48A}"/>
          </ac:picMkLst>
        </pc:picChg>
      </pc:sldChg>
      <pc:sldChg chg="addSp delSp modSp add mod">
        <pc:chgData name="Jacob Wyngaard" userId="6181fcd471e98458" providerId="LiveId" clId="{788BA123-62C9-4DDC-86E5-A6BCA4600216}" dt="2026-04-21T02:16:33.098" v="4071" actId="1076"/>
        <pc:sldMkLst>
          <pc:docMk/>
          <pc:sldMk cId="940287396" sldId="511"/>
        </pc:sldMkLst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4" creationId="{FDAB27EF-7D72-300F-A3F8-3555EBA27F1D}"/>
          </ac:spMkLst>
        </pc:spChg>
        <pc:spChg chg="del">
          <ac:chgData name="Jacob Wyngaard" userId="6181fcd471e98458" providerId="LiveId" clId="{788BA123-62C9-4DDC-86E5-A6BCA4600216}" dt="2026-04-21T02:13:58.642" v="4020" actId="478"/>
          <ac:spMkLst>
            <pc:docMk/>
            <pc:sldMk cId="940287396" sldId="511"/>
            <ac:spMk id="9" creationId="{8D061B52-D1EF-5D2C-D03D-877EA8162E01}"/>
          </ac:spMkLst>
        </pc:spChg>
        <pc:spChg chg="del">
          <ac:chgData name="Jacob Wyngaard" userId="6181fcd471e98458" providerId="LiveId" clId="{788BA123-62C9-4DDC-86E5-A6BCA4600216}" dt="2026-04-21T02:13:59.698" v="4021" actId="478"/>
          <ac:spMkLst>
            <pc:docMk/>
            <pc:sldMk cId="940287396" sldId="511"/>
            <ac:spMk id="10" creationId="{1BB8F568-5E78-1AF6-1997-B10ED5B3BBF0}"/>
          </ac:spMkLst>
        </pc:spChg>
        <pc:spChg chg="del">
          <ac:chgData name="Jacob Wyngaard" userId="6181fcd471e98458" providerId="LiveId" clId="{788BA123-62C9-4DDC-86E5-A6BCA4600216}" dt="2026-04-21T02:13:57.470" v="4019" actId="478"/>
          <ac:spMkLst>
            <pc:docMk/>
            <pc:sldMk cId="940287396" sldId="511"/>
            <ac:spMk id="11" creationId="{456BDB0F-EFE6-630E-7FC3-1F0AA440508B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12" creationId="{86535C12-A743-3939-8D2C-E4088021AA85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14" creationId="{C9128A37-8397-8DB4-2A7E-CC3021E1A464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17" creationId="{39D8A43E-CB08-612B-F770-1A8AC54D10FE}"/>
          </ac:spMkLst>
        </pc:spChg>
        <pc:spChg chg="add del mod">
          <ac:chgData name="Jacob Wyngaard" userId="6181fcd471e98458" providerId="LiveId" clId="{788BA123-62C9-4DDC-86E5-A6BCA4600216}" dt="2026-04-21T02:14:48.997" v="4024" actId="478"/>
          <ac:spMkLst>
            <pc:docMk/>
            <pc:sldMk cId="940287396" sldId="511"/>
            <ac:spMk id="18" creationId="{305475E2-B754-B54B-FCF2-0D2A966E81BD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19" creationId="{2B3C0462-20A6-9FE8-A065-0DDC2E2C34B3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20" creationId="{7157B119-5F70-5E4E-4DDE-2C60F32BD71E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21" creationId="{75A8857A-BB19-E1CF-6FA9-CC8BD959C4BC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22" creationId="{A587B4F4-2CC8-0419-55C0-E16C29DE8447}"/>
          </ac:spMkLst>
        </pc:spChg>
        <pc:spChg chg="mod">
          <ac:chgData name="Jacob Wyngaard" userId="6181fcd471e98458" providerId="LiveId" clId="{788BA123-62C9-4DDC-86E5-A6BCA4600216}" dt="2026-04-21T02:09:28.838" v="4017" actId="20577"/>
          <ac:spMkLst>
            <pc:docMk/>
            <pc:sldMk cId="940287396" sldId="511"/>
            <ac:spMk id="23" creationId="{2E131CC3-2B86-2053-8297-736EF945F93E}"/>
          </ac:spMkLst>
        </pc:spChg>
        <pc:spChg chg="add mod">
          <ac:chgData name="Jacob Wyngaard" userId="6181fcd471e98458" providerId="LiveId" clId="{788BA123-62C9-4DDC-86E5-A6BCA4600216}" dt="2026-04-21T02:14:24.642" v="4023" actId="1076"/>
          <ac:spMkLst>
            <pc:docMk/>
            <pc:sldMk cId="940287396" sldId="511"/>
            <ac:spMk id="24" creationId="{EA645614-5EC0-2714-B2C8-0EA3CBE1C46E}"/>
          </ac:spMkLst>
        </pc:spChg>
        <pc:spChg chg="add mod">
          <ac:chgData name="Jacob Wyngaard" userId="6181fcd471e98458" providerId="LiveId" clId="{788BA123-62C9-4DDC-86E5-A6BCA4600216}" dt="2026-04-21T02:15:12.081" v="4028" actId="1076"/>
          <ac:spMkLst>
            <pc:docMk/>
            <pc:sldMk cId="940287396" sldId="511"/>
            <ac:spMk id="26" creationId="{6E6C9BEC-2BFA-B893-D899-563C05D52D01}"/>
          </ac:spMkLst>
        </pc:spChg>
        <pc:spChg chg="add mod">
          <ac:chgData name="Jacob Wyngaard" userId="6181fcd471e98458" providerId="LiveId" clId="{788BA123-62C9-4DDC-86E5-A6BCA4600216}" dt="2026-04-21T02:15:16.042" v="4029" actId="1076"/>
          <ac:spMkLst>
            <pc:docMk/>
            <pc:sldMk cId="940287396" sldId="511"/>
            <ac:spMk id="27" creationId="{553D7875-8361-BD72-E945-721454F8D81A}"/>
          </ac:spMkLst>
        </pc:spChg>
        <pc:spChg chg="add mod">
          <ac:chgData name="Jacob Wyngaard" userId="6181fcd471e98458" providerId="LiveId" clId="{788BA123-62C9-4DDC-86E5-A6BCA4600216}" dt="2026-04-21T02:15:39.779" v="4037" actId="20577"/>
          <ac:spMkLst>
            <pc:docMk/>
            <pc:sldMk cId="940287396" sldId="511"/>
            <ac:spMk id="28" creationId="{B8D643DD-0A7F-F6A1-DFF6-B7105D901EB4}"/>
          </ac:spMkLst>
        </pc:spChg>
        <pc:spChg chg="add mod">
          <ac:chgData name="Jacob Wyngaard" userId="6181fcd471e98458" providerId="LiveId" clId="{788BA123-62C9-4DDC-86E5-A6BCA4600216}" dt="2026-04-21T02:15:59.652" v="4040" actId="1076"/>
          <ac:spMkLst>
            <pc:docMk/>
            <pc:sldMk cId="940287396" sldId="511"/>
            <ac:spMk id="29" creationId="{D0A617CA-A44C-AC99-7643-10075825D434}"/>
          </ac:spMkLst>
        </pc:spChg>
        <pc:spChg chg="add mod">
          <ac:chgData name="Jacob Wyngaard" userId="6181fcd471e98458" providerId="LiveId" clId="{788BA123-62C9-4DDC-86E5-A6BCA4600216}" dt="2026-04-21T02:16:33.098" v="4071" actId="1076"/>
          <ac:spMkLst>
            <pc:docMk/>
            <pc:sldMk cId="940287396" sldId="511"/>
            <ac:spMk id="30" creationId="{9D63EDEF-7BC6-D03C-2CC8-B6DACBB65384}"/>
          </ac:spMkLst>
        </pc:spChg>
        <pc:picChg chg="del">
          <ac:chgData name="Jacob Wyngaard" userId="6181fcd471e98458" providerId="LiveId" clId="{788BA123-62C9-4DDC-86E5-A6BCA4600216}" dt="2026-04-21T02:13:56.130" v="4018" actId="478"/>
          <ac:picMkLst>
            <pc:docMk/>
            <pc:sldMk cId="940287396" sldId="511"/>
            <ac:picMk id="7" creationId="{2F8B41ED-0014-1AE9-0A61-F20FECC3F7B8}"/>
          </ac:picMkLst>
        </pc:picChg>
      </pc:sldChg>
      <pc:sldChg chg="addSp delSp modSp add mod">
        <pc:chgData name="Jacob Wyngaard" userId="6181fcd471e98458" providerId="LiveId" clId="{788BA123-62C9-4DDC-86E5-A6BCA4600216}" dt="2026-04-21T02:26:13.776" v="4206" actId="20577"/>
        <pc:sldMkLst>
          <pc:docMk/>
          <pc:sldMk cId="651680123" sldId="512"/>
        </pc:sldMkLst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4" creationId="{B8B29B21-BAAD-9659-9D27-86D89FC1A65C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5" creationId="{3690C86E-C4D7-E8AF-B126-338EF8971B30}"/>
          </ac:spMkLst>
        </pc:spChg>
        <pc:spChg chg="add mod">
          <ac:chgData name="Jacob Wyngaard" userId="6181fcd471e98458" providerId="LiveId" clId="{788BA123-62C9-4DDC-86E5-A6BCA4600216}" dt="2026-04-21T02:19:50.695" v="4121" actId="20577"/>
          <ac:spMkLst>
            <pc:docMk/>
            <pc:sldMk cId="651680123" sldId="512"/>
            <ac:spMk id="7" creationId="{DFD5D5F4-255B-CEFF-B041-A28609018009}"/>
          </ac:spMkLst>
        </pc:spChg>
        <pc:spChg chg="add mod">
          <ac:chgData name="Jacob Wyngaard" userId="6181fcd471e98458" providerId="LiveId" clId="{788BA123-62C9-4DDC-86E5-A6BCA4600216}" dt="2026-04-21T02:19:46.316" v="4118" actId="1076"/>
          <ac:spMkLst>
            <pc:docMk/>
            <pc:sldMk cId="651680123" sldId="512"/>
            <ac:spMk id="9" creationId="{7385DFCD-4F7E-B742-767A-50DC3A22D112}"/>
          </ac:spMkLst>
        </pc:spChg>
        <pc:spChg chg="add mod">
          <ac:chgData name="Jacob Wyngaard" userId="6181fcd471e98458" providerId="LiveId" clId="{788BA123-62C9-4DDC-86E5-A6BCA4600216}" dt="2026-04-21T02:25:45.305" v="4200" actId="20577"/>
          <ac:spMkLst>
            <pc:docMk/>
            <pc:sldMk cId="651680123" sldId="512"/>
            <ac:spMk id="10" creationId="{4BB0B0BE-4276-8BE9-F46B-822E86BEC4AF}"/>
          </ac:spMkLst>
        </pc:spChg>
        <pc:spChg chg="add mod">
          <ac:chgData name="Jacob Wyngaard" userId="6181fcd471e98458" providerId="LiveId" clId="{788BA123-62C9-4DDC-86E5-A6BCA4600216}" dt="2026-04-21T02:26:00.952" v="4202" actId="20577"/>
          <ac:spMkLst>
            <pc:docMk/>
            <pc:sldMk cId="651680123" sldId="512"/>
            <ac:spMk id="11" creationId="{7B5E4A51-7CAA-ECFA-2A69-0B77C33B1C33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12" creationId="{7B41C9EC-6924-C606-2A0E-1B9CA55A8300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13" creationId="{9CBDFFDE-9917-F7C9-AF9D-017441262D90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14" creationId="{BE6D81B0-2713-F05B-4204-4156206D7C8A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15" creationId="{6512AB83-6ABF-F0A6-68D4-98324B3610E0}"/>
          </ac:spMkLst>
        </pc:spChg>
        <pc:spChg chg="del">
          <ac:chgData name="Jacob Wyngaard" userId="6181fcd471e98458" providerId="LiveId" clId="{788BA123-62C9-4DDC-86E5-A6BCA4600216}" dt="2026-04-21T02:16:45.580" v="4074" actId="478"/>
          <ac:spMkLst>
            <pc:docMk/>
            <pc:sldMk cId="651680123" sldId="512"/>
            <ac:spMk id="16" creationId="{6D76F404-D3F8-D61A-54DF-6830CBA9C93D}"/>
          </ac:spMkLst>
        </pc:spChg>
        <pc:spChg chg="del">
          <ac:chgData name="Jacob Wyngaard" userId="6181fcd471e98458" providerId="LiveId" clId="{788BA123-62C9-4DDC-86E5-A6BCA4600216}" dt="2026-04-21T02:16:55.535" v="4075" actId="478"/>
          <ac:spMkLst>
            <pc:docMk/>
            <pc:sldMk cId="651680123" sldId="512"/>
            <ac:spMk id="17" creationId="{85702382-0001-73D1-6148-FFB5B57B12FE}"/>
          </ac:spMkLst>
        </pc:spChg>
        <pc:spChg chg="add mod">
          <ac:chgData name="Jacob Wyngaard" userId="6181fcd471e98458" providerId="LiveId" clId="{788BA123-62C9-4DDC-86E5-A6BCA4600216}" dt="2026-04-21T02:19:38.651" v="4116" actId="1076"/>
          <ac:spMkLst>
            <pc:docMk/>
            <pc:sldMk cId="651680123" sldId="512"/>
            <ac:spMk id="18" creationId="{B4A144BB-D0EC-F32C-2BA6-FDE9D02B41E4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19" creationId="{8E2BA986-9E2C-C3B1-7BA1-9384DFCB34B9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20" creationId="{1AB79C22-A99D-D57A-9F6D-8239356D61D5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21" creationId="{3574AACD-A494-2D81-FF87-A76B013A5877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22" creationId="{189B90E1-6BAD-B7BC-B737-C881DFE57181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24" creationId="{E5815BED-BE06-A37C-3BD0-0B414855FFAB}"/>
          </ac:spMkLst>
        </pc:spChg>
        <pc:spChg chg="del">
          <ac:chgData name="Jacob Wyngaard" userId="6181fcd471e98458" providerId="LiveId" clId="{788BA123-62C9-4DDC-86E5-A6BCA4600216}" dt="2026-04-21T02:16:43.484" v="4073" actId="478"/>
          <ac:spMkLst>
            <pc:docMk/>
            <pc:sldMk cId="651680123" sldId="512"/>
            <ac:spMk id="25" creationId="{0885CC84-6AE3-026A-E385-FE9BA42B54D3}"/>
          </ac:spMkLst>
        </pc:spChg>
        <pc:spChg chg="mod">
          <ac:chgData name="Jacob Wyngaard" userId="6181fcd471e98458" providerId="LiveId" clId="{788BA123-62C9-4DDC-86E5-A6BCA4600216}" dt="2026-04-21T02:17:01.751" v="4078" actId="14100"/>
          <ac:spMkLst>
            <pc:docMk/>
            <pc:sldMk cId="651680123" sldId="512"/>
            <ac:spMk id="26" creationId="{03240B28-9612-C1EA-4856-4472FF04EEAD}"/>
          </ac:spMkLst>
        </pc:spChg>
        <pc:spChg chg="mod">
          <ac:chgData name="Jacob Wyngaard" userId="6181fcd471e98458" providerId="LiveId" clId="{788BA123-62C9-4DDC-86E5-A6BCA4600216}" dt="2026-04-21T02:17:01.751" v="4078" actId="14100"/>
          <ac:spMkLst>
            <pc:docMk/>
            <pc:sldMk cId="651680123" sldId="512"/>
            <ac:spMk id="27" creationId="{FDB7CCB0-C774-B5B1-4F31-85E929BCE6E8}"/>
          </ac:spMkLst>
        </pc:spChg>
        <pc:spChg chg="mod">
          <ac:chgData name="Jacob Wyngaard" userId="6181fcd471e98458" providerId="LiveId" clId="{788BA123-62C9-4DDC-86E5-A6BCA4600216}" dt="2026-04-21T02:19:59.001" v="4122" actId="1076"/>
          <ac:spMkLst>
            <pc:docMk/>
            <pc:sldMk cId="651680123" sldId="512"/>
            <ac:spMk id="28" creationId="{6C44C0A6-2DE9-F30E-765C-C4D3697DBC33}"/>
          </ac:spMkLst>
        </pc:spChg>
        <pc:spChg chg="del mod">
          <ac:chgData name="Jacob Wyngaard" userId="6181fcd471e98458" providerId="LiveId" clId="{788BA123-62C9-4DDC-86E5-A6BCA4600216}" dt="2026-04-21T02:22:00.018" v="4167" actId="478"/>
          <ac:spMkLst>
            <pc:docMk/>
            <pc:sldMk cId="651680123" sldId="512"/>
            <ac:spMk id="29" creationId="{DCD3D43F-6ED0-856C-04AE-6B3B003A8BF6}"/>
          </ac:spMkLst>
        </pc:spChg>
        <pc:spChg chg="del">
          <ac:chgData name="Jacob Wyngaard" userId="6181fcd471e98458" providerId="LiveId" clId="{788BA123-62C9-4DDC-86E5-A6BCA4600216}" dt="2026-04-21T02:21:00.714" v="4143" actId="478"/>
          <ac:spMkLst>
            <pc:docMk/>
            <pc:sldMk cId="651680123" sldId="512"/>
            <ac:spMk id="30" creationId="{A0FBB968-F440-BA63-188D-7C8A5A4F3DD2}"/>
          </ac:spMkLst>
        </pc:spChg>
        <pc:spChg chg="add mod">
          <ac:chgData name="Jacob Wyngaard" userId="6181fcd471e98458" providerId="LiveId" clId="{788BA123-62C9-4DDC-86E5-A6BCA4600216}" dt="2026-04-21T02:19:35.941" v="4115" actId="208"/>
          <ac:spMkLst>
            <pc:docMk/>
            <pc:sldMk cId="651680123" sldId="512"/>
            <ac:spMk id="31" creationId="{341CE991-A41D-CF6F-7FE4-297434F1F221}"/>
          </ac:spMkLst>
        </pc:spChg>
        <pc:spChg chg="add mod">
          <ac:chgData name="Jacob Wyngaard" userId="6181fcd471e98458" providerId="LiveId" clId="{788BA123-62C9-4DDC-86E5-A6BCA4600216}" dt="2026-04-21T02:20:03.411" v="4124" actId="1076"/>
          <ac:spMkLst>
            <pc:docMk/>
            <pc:sldMk cId="651680123" sldId="512"/>
            <ac:spMk id="32" creationId="{84BEB550-4F2A-ED45-DD29-879892415CE1}"/>
          </ac:spMkLst>
        </pc:spChg>
        <pc:spChg chg="add mod">
          <ac:chgData name="Jacob Wyngaard" userId="6181fcd471e98458" providerId="LiveId" clId="{788BA123-62C9-4DDC-86E5-A6BCA4600216}" dt="2026-04-21T02:26:08.351" v="4203" actId="20577"/>
          <ac:spMkLst>
            <pc:docMk/>
            <pc:sldMk cId="651680123" sldId="512"/>
            <ac:spMk id="33" creationId="{079B45EA-6094-7823-3E27-500F9EE11770}"/>
          </ac:spMkLst>
        </pc:spChg>
        <pc:spChg chg="add mod">
          <ac:chgData name="Jacob Wyngaard" userId="6181fcd471e98458" providerId="LiveId" clId="{788BA123-62C9-4DDC-86E5-A6BCA4600216}" dt="2026-04-21T02:22:04.950" v="4169" actId="1076"/>
          <ac:spMkLst>
            <pc:docMk/>
            <pc:sldMk cId="651680123" sldId="512"/>
            <ac:spMk id="34" creationId="{6001386B-9E6F-AEC4-B1AB-65D7F1A5328E}"/>
          </ac:spMkLst>
        </pc:spChg>
        <pc:spChg chg="add mod">
          <ac:chgData name="Jacob Wyngaard" userId="6181fcd471e98458" providerId="LiveId" clId="{788BA123-62C9-4DDC-86E5-A6BCA4600216}" dt="2026-04-21T02:26:10.834" v="4204" actId="20577"/>
          <ac:spMkLst>
            <pc:docMk/>
            <pc:sldMk cId="651680123" sldId="512"/>
            <ac:spMk id="35" creationId="{AEBEDBBA-8D0C-560D-570F-CCFB1611F329}"/>
          </ac:spMkLst>
        </pc:spChg>
        <pc:spChg chg="add mod">
          <ac:chgData name="Jacob Wyngaard" userId="6181fcd471e98458" providerId="LiveId" clId="{788BA123-62C9-4DDC-86E5-A6BCA4600216}" dt="2026-04-21T02:26:13.776" v="4206" actId="20577"/>
          <ac:spMkLst>
            <pc:docMk/>
            <pc:sldMk cId="651680123" sldId="512"/>
            <ac:spMk id="36" creationId="{5FCA8101-E1B8-0B63-1651-2DB58E96969E}"/>
          </ac:spMkLst>
        </pc:spChg>
        <pc:graphicFrameChg chg="del">
          <ac:chgData name="Jacob Wyngaard" userId="6181fcd471e98458" providerId="LiveId" clId="{788BA123-62C9-4DDC-86E5-A6BCA4600216}" dt="2026-04-21T02:16:43.484" v="4073" actId="478"/>
          <ac:graphicFrameMkLst>
            <pc:docMk/>
            <pc:sldMk cId="651680123" sldId="512"/>
            <ac:graphicFrameMk id="2" creationId="{08C2154F-6DF1-F8B8-3398-3AEA270F2ACE}"/>
          </ac:graphicFrameMkLst>
        </pc:graphicFrameChg>
        <pc:graphicFrameChg chg="del">
          <ac:chgData name="Jacob Wyngaard" userId="6181fcd471e98458" providerId="LiveId" clId="{788BA123-62C9-4DDC-86E5-A6BCA4600216}" dt="2026-04-21T02:16:55.535" v="4075" actId="478"/>
          <ac:graphicFrameMkLst>
            <pc:docMk/>
            <pc:sldMk cId="651680123" sldId="512"/>
            <ac:graphicFrameMk id="3" creationId="{7BF98E40-7A52-1B5B-6EB3-D83F2F1DAFBD}"/>
          </ac:graphicFrameMkLst>
        </pc:graphicFrameChg>
      </pc:sldChg>
      <pc:sldChg chg="addSp delSp modSp add mod">
        <pc:chgData name="Jacob Wyngaard" userId="6181fcd471e98458" providerId="LiveId" clId="{788BA123-62C9-4DDC-86E5-A6BCA4600216}" dt="2026-04-21T03:18:33.488" v="5108" actId="1076"/>
        <pc:sldMkLst>
          <pc:docMk/>
          <pc:sldMk cId="2825227463" sldId="513"/>
        </pc:sldMkLst>
        <pc:spChg chg="add mod">
          <ac:chgData name="Jacob Wyngaard" userId="6181fcd471e98458" providerId="LiveId" clId="{788BA123-62C9-4DDC-86E5-A6BCA4600216}" dt="2026-04-21T03:09:01.361" v="4744"/>
          <ac:spMkLst>
            <pc:docMk/>
            <pc:sldMk cId="2825227463" sldId="513"/>
            <ac:spMk id="2" creationId="{E0DB70D7-5044-5C76-20E0-B21060C31378}"/>
          </ac:spMkLst>
        </pc:spChg>
        <pc:spChg chg="mod">
          <ac:chgData name="Jacob Wyngaard" userId="6181fcd471e98458" providerId="LiveId" clId="{788BA123-62C9-4DDC-86E5-A6BCA4600216}" dt="2026-04-21T02:43:22.171" v="4380" actId="14100"/>
          <ac:spMkLst>
            <pc:docMk/>
            <pc:sldMk cId="2825227463" sldId="513"/>
            <ac:spMk id="3" creationId="{DC7858C1-5479-91FF-0803-2C5A2AF77A41}"/>
          </ac:spMkLst>
        </pc:spChg>
        <pc:spChg chg="del">
          <ac:chgData name="Jacob Wyngaard" userId="6181fcd471e98458" providerId="LiveId" clId="{788BA123-62C9-4DDC-86E5-A6BCA4600216}" dt="2026-04-21T02:43:27.254" v="4383" actId="478"/>
          <ac:spMkLst>
            <pc:docMk/>
            <pc:sldMk cId="2825227463" sldId="513"/>
            <ac:spMk id="4" creationId="{11F501F2-70AE-0465-4581-44757A59FA36}"/>
          </ac:spMkLst>
        </pc:spChg>
        <pc:spChg chg="mod">
          <ac:chgData name="Jacob Wyngaard" userId="6181fcd471e98458" providerId="LiveId" clId="{788BA123-62C9-4DDC-86E5-A6BCA4600216}" dt="2026-04-21T02:49:51.293" v="4493" actId="20577"/>
          <ac:spMkLst>
            <pc:docMk/>
            <pc:sldMk cId="2825227463" sldId="513"/>
            <ac:spMk id="5" creationId="{E69CE6B3-628D-562C-FCD9-8972E917E244}"/>
          </ac:spMkLst>
        </pc:spChg>
        <pc:spChg chg="del">
          <ac:chgData name="Jacob Wyngaard" userId="6181fcd471e98458" providerId="LiveId" clId="{788BA123-62C9-4DDC-86E5-A6BCA4600216}" dt="2026-04-21T02:43:07.890" v="4347" actId="478"/>
          <ac:spMkLst>
            <pc:docMk/>
            <pc:sldMk cId="2825227463" sldId="513"/>
            <ac:spMk id="7" creationId="{D8776423-C2A3-C1D0-05C8-6FB269460CC2}"/>
          </ac:spMkLst>
        </pc:spChg>
        <pc:spChg chg="del">
          <ac:chgData name="Jacob Wyngaard" userId="6181fcd471e98458" providerId="LiveId" clId="{788BA123-62C9-4DDC-86E5-A6BCA4600216}" dt="2026-04-21T02:43:07.890" v="4347" actId="478"/>
          <ac:spMkLst>
            <pc:docMk/>
            <pc:sldMk cId="2825227463" sldId="513"/>
            <ac:spMk id="9" creationId="{CCB6F3F2-4F66-492B-320F-609F7EE56CAC}"/>
          </ac:spMkLst>
        </pc:spChg>
        <pc:spChg chg="add mod">
          <ac:chgData name="Jacob Wyngaard" userId="6181fcd471e98458" providerId="LiveId" clId="{788BA123-62C9-4DDC-86E5-A6BCA4600216}" dt="2026-04-21T02:57:21.423" v="4615" actId="20577"/>
          <ac:spMkLst>
            <pc:docMk/>
            <pc:sldMk cId="2825227463" sldId="513"/>
            <ac:spMk id="10" creationId="{AF06A2BE-8B04-2697-9C04-AB8E37F900C0}"/>
          </ac:spMkLst>
        </pc:spChg>
        <pc:spChg chg="add del mod">
          <ac:chgData name="Jacob Wyngaard" userId="6181fcd471e98458" providerId="LiveId" clId="{788BA123-62C9-4DDC-86E5-A6BCA4600216}" dt="2026-04-21T02:59:51.882" v="4678" actId="478"/>
          <ac:spMkLst>
            <pc:docMk/>
            <pc:sldMk cId="2825227463" sldId="513"/>
            <ac:spMk id="11" creationId="{F633ED8D-ECB5-5A68-9BEA-0B69FF47831D}"/>
          </ac:spMkLst>
        </pc:spChg>
        <pc:spChg chg="add del mod">
          <ac:chgData name="Jacob Wyngaard" userId="6181fcd471e98458" providerId="LiveId" clId="{788BA123-62C9-4DDC-86E5-A6BCA4600216}" dt="2026-04-21T02:49:42.328" v="4490" actId="478"/>
          <ac:spMkLst>
            <pc:docMk/>
            <pc:sldMk cId="2825227463" sldId="513"/>
            <ac:spMk id="12" creationId="{105DEAD9-CDE2-B494-C9DB-0C501549AD82}"/>
          </ac:spMkLst>
        </pc:spChg>
        <pc:spChg chg="del">
          <ac:chgData name="Jacob Wyngaard" userId="6181fcd471e98458" providerId="LiveId" clId="{788BA123-62C9-4DDC-86E5-A6BCA4600216}" dt="2026-04-21T02:43:07.890" v="4347" actId="478"/>
          <ac:spMkLst>
            <pc:docMk/>
            <pc:sldMk cId="2825227463" sldId="513"/>
            <ac:spMk id="13" creationId="{75A9BBFB-C939-CFDE-7E34-DA97C1A33555}"/>
          </ac:spMkLst>
        </pc:spChg>
        <pc:spChg chg="add del mod">
          <ac:chgData name="Jacob Wyngaard" userId="6181fcd471e98458" providerId="LiveId" clId="{788BA123-62C9-4DDC-86E5-A6BCA4600216}" dt="2026-04-21T03:05:56.911" v="4709" actId="478"/>
          <ac:spMkLst>
            <pc:docMk/>
            <pc:sldMk cId="2825227463" sldId="513"/>
            <ac:spMk id="14" creationId="{35D08956-E1B3-6E6E-4A85-51D11D4AA882}"/>
          </ac:spMkLst>
        </pc:spChg>
        <pc:spChg chg="del">
          <ac:chgData name="Jacob Wyngaard" userId="6181fcd471e98458" providerId="LiveId" clId="{788BA123-62C9-4DDC-86E5-A6BCA4600216}" dt="2026-04-21T02:43:29.303" v="4385" actId="478"/>
          <ac:spMkLst>
            <pc:docMk/>
            <pc:sldMk cId="2825227463" sldId="513"/>
            <ac:spMk id="15" creationId="{70297EE9-6B4F-12FD-DC28-B4C3B4CE1F5E}"/>
          </ac:spMkLst>
        </pc:spChg>
        <pc:spChg chg="del">
          <ac:chgData name="Jacob Wyngaard" userId="6181fcd471e98458" providerId="LiveId" clId="{788BA123-62C9-4DDC-86E5-A6BCA4600216}" dt="2026-04-21T02:43:30.036" v="4386" actId="478"/>
          <ac:spMkLst>
            <pc:docMk/>
            <pc:sldMk cId="2825227463" sldId="513"/>
            <ac:spMk id="16" creationId="{0FA4930A-CAE6-242D-79EB-ABB5FF4CB6E2}"/>
          </ac:spMkLst>
        </pc:spChg>
        <pc:spChg chg="del">
          <ac:chgData name="Jacob Wyngaard" userId="6181fcd471e98458" providerId="LiveId" clId="{788BA123-62C9-4DDC-86E5-A6BCA4600216}" dt="2026-04-21T02:43:30.703" v="4387" actId="478"/>
          <ac:spMkLst>
            <pc:docMk/>
            <pc:sldMk cId="2825227463" sldId="513"/>
            <ac:spMk id="17" creationId="{FDB816C1-613F-F5C1-9CD2-1A903C34388B}"/>
          </ac:spMkLst>
        </pc:spChg>
        <pc:spChg chg="del">
          <ac:chgData name="Jacob Wyngaard" userId="6181fcd471e98458" providerId="LiveId" clId="{788BA123-62C9-4DDC-86E5-A6BCA4600216}" dt="2026-04-21T02:43:31.603" v="4388" actId="478"/>
          <ac:spMkLst>
            <pc:docMk/>
            <pc:sldMk cId="2825227463" sldId="513"/>
            <ac:spMk id="18" creationId="{E1A78E0C-49FC-98E1-F613-121DC3DC694E}"/>
          </ac:spMkLst>
        </pc:spChg>
        <pc:spChg chg="del">
          <ac:chgData name="Jacob Wyngaard" userId="6181fcd471e98458" providerId="LiveId" clId="{788BA123-62C9-4DDC-86E5-A6BCA4600216}" dt="2026-04-21T02:43:24.554" v="4381" actId="478"/>
          <ac:spMkLst>
            <pc:docMk/>
            <pc:sldMk cId="2825227463" sldId="513"/>
            <ac:spMk id="19" creationId="{4FD0EEDB-E8E0-DE52-FCF3-BEA15019F963}"/>
          </ac:spMkLst>
        </pc:spChg>
        <pc:spChg chg="add del mod">
          <ac:chgData name="Jacob Wyngaard" userId="6181fcd471e98458" providerId="LiveId" clId="{788BA123-62C9-4DDC-86E5-A6BCA4600216}" dt="2026-04-21T03:05:55.758" v="4708" actId="478"/>
          <ac:spMkLst>
            <pc:docMk/>
            <pc:sldMk cId="2825227463" sldId="513"/>
            <ac:spMk id="20" creationId="{4344C749-D605-E3FC-BF32-E7D82458E022}"/>
          </ac:spMkLst>
        </pc:spChg>
        <pc:spChg chg="del">
          <ac:chgData name="Jacob Wyngaard" userId="6181fcd471e98458" providerId="LiveId" clId="{788BA123-62C9-4DDC-86E5-A6BCA4600216}" dt="2026-04-21T02:43:25.737" v="4382" actId="478"/>
          <ac:spMkLst>
            <pc:docMk/>
            <pc:sldMk cId="2825227463" sldId="513"/>
            <ac:spMk id="22" creationId="{F5E68389-81E9-3CA8-6980-EC94BBF4EBFE}"/>
          </ac:spMkLst>
        </pc:spChg>
        <pc:spChg chg="add del mod">
          <ac:chgData name="Jacob Wyngaard" userId="6181fcd471e98458" providerId="LiveId" clId="{788BA123-62C9-4DDC-86E5-A6BCA4600216}" dt="2026-04-21T03:05:53.530" v="4707" actId="478"/>
          <ac:spMkLst>
            <pc:docMk/>
            <pc:sldMk cId="2825227463" sldId="513"/>
            <ac:spMk id="23" creationId="{C4D82D03-2E86-F17E-5F78-2E47C3313DAD}"/>
          </ac:spMkLst>
        </pc:spChg>
        <pc:spChg chg="del">
          <ac:chgData name="Jacob Wyngaard" userId="6181fcd471e98458" providerId="LiveId" clId="{788BA123-62C9-4DDC-86E5-A6BCA4600216}" dt="2026-04-21T02:43:27.902" v="4384" actId="478"/>
          <ac:spMkLst>
            <pc:docMk/>
            <pc:sldMk cId="2825227463" sldId="513"/>
            <ac:spMk id="24" creationId="{AFD7133D-84A7-3DA0-4CBE-C32C0668BC2A}"/>
          </ac:spMkLst>
        </pc:spChg>
        <pc:spChg chg="add mod">
          <ac:chgData name="Jacob Wyngaard" userId="6181fcd471e98458" providerId="LiveId" clId="{788BA123-62C9-4DDC-86E5-A6BCA4600216}" dt="2026-04-21T03:09:24.975" v="4779" actId="1076"/>
          <ac:spMkLst>
            <pc:docMk/>
            <pc:sldMk cId="2825227463" sldId="513"/>
            <ac:spMk id="25" creationId="{3643F300-443C-401A-7E08-9F93E01677A1}"/>
          </ac:spMkLst>
        </pc:spChg>
        <pc:spChg chg="add mod">
          <ac:chgData name="Jacob Wyngaard" userId="6181fcd471e98458" providerId="LiveId" clId="{788BA123-62C9-4DDC-86E5-A6BCA4600216}" dt="2026-04-21T03:09:22.942" v="4778" actId="1076"/>
          <ac:spMkLst>
            <pc:docMk/>
            <pc:sldMk cId="2825227463" sldId="513"/>
            <ac:spMk id="27" creationId="{98713E3F-6D55-A2BB-B273-F7674153249C}"/>
          </ac:spMkLst>
        </pc:spChg>
        <pc:spChg chg="add mod">
          <ac:chgData name="Jacob Wyngaard" userId="6181fcd471e98458" providerId="LiveId" clId="{788BA123-62C9-4DDC-86E5-A6BCA4600216}" dt="2026-04-21T03:09:33.358" v="4802" actId="20577"/>
          <ac:spMkLst>
            <pc:docMk/>
            <pc:sldMk cId="2825227463" sldId="513"/>
            <ac:spMk id="28" creationId="{2C8988A2-DAE3-7103-30D4-55F82E4B3A9C}"/>
          </ac:spMkLst>
        </pc:spChg>
        <pc:spChg chg="add mod">
          <ac:chgData name="Jacob Wyngaard" userId="6181fcd471e98458" providerId="LiveId" clId="{788BA123-62C9-4DDC-86E5-A6BCA4600216}" dt="2026-04-21T03:18:14.823" v="5106" actId="20577"/>
          <ac:spMkLst>
            <pc:docMk/>
            <pc:sldMk cId="2825227463" sldId="513"/>
            <ac:spMk id="29" creationId="{DBE3CF0C-5D58-77D8-60EF-0F48CAB9A90B}"/>
          </ac:spMkLst>
        </pc:spChg>
        <pc:spChg chg="add mod">
          <ac:chgData name="Jacob Wyngaard" userId="6181fcd471e98458" providerId="LiveId" clId="{788BA123-62C9-4DDC-86E5-A6BCA4600216}" dt="2026-04-21T03:11:44.084" v="4847" actId="1076"/>
          <ac:spMkLst>
            <pc:docMk/>
            <pc:sldMk cId="2825227463" sldId="513"/>
            <ac:spMk id="30" creationId="{4FA737F7-953C-3F01-123C-570845C30AD0}"/>
          </ac:spMkLst>
        </pc:spChg>
        <pc:spChg chg="add mod">
          <ac:chgData name="Jacob Wyngaard" userId="6181fcd471e98458" providerId="LiveId" clId="{788BA123-62C9-4DDC-86E5-A6BCA4600216}" dt="2026-04-21T03:16:50.153" v="5029" actId="1076"/>
          <ac:spMkLst>
            <pc:docMk/>
            <pc:sldMk cId="2825227463" sldId="513"/>
            <ac:spMk id="32" creationId="{403DE413-F1F9-8E6D-D913-3F24D5521041}"/>
          </ac:spMkLst>
        </pc:spChg>
        <pc:spChg chg="add mod">
          <ac:chgData name="Jacob Wyngaard" userId="6181fcd471e98458" providerId="LiveId" clId="{788BA123-62C9-4DDC-86E5-A6BCA4600216}" dt="2026-04-21T03:18:33.488" v="5108" actId="1076"/>
          <ac:spMkLst>
            <pc:docMk/>
            <pc:sldMk cId="2825227463" sldId="513"/>
            <ac:spMk id="33" creationId="{A93C3453-0CE9-18CC-7918-6CD43005C3BE}"/>
          </ac:spMkLst>
        </pc:spChg>
        <pc:spChg chg="add mod">
          <ac:chgData name="Jacob Wyngaard" userId="6181fcd471e98458" providerId="LiveId" clId="{788BA123-62C9-4DDC-86E5-A6BCA4600216}" dt="2026-04-21T03:16:12.628" v="5017" actId="1076"/>
          <ac:spMkLst>
            <pc:docMk/>
            <pc:sldMk cId="2825227463" sldId="513"/>
            <ac:spMk id="35" creationId="{FC26DFA6-62E0-B8F1-321E-7631EEDA5432}"/>
          </ac:spMkLst>
        </pc:spChg>
      </pc:sldChg>
      <pc:sldChg chg="addSp delSp modSp add mod">
        <pc:chgData name="Jacob Wyngaard" userId="6181fcd471e98458" providerId="LiveId" clId="{788BA123-62C9-4DDC-86E5-A6BCA4600216}" dt="2026-04-21T03:29:30.525" v="5313" actId="114"/>
        <pc:sldMkLst>
          <pc:docMk/>
          <pc:sldMk cId="2672326959" sldId="514"/>
        </pc:sldMkLst>
        <pc:spChg chg="del">
          <ac:chgData name="Jacob Wyngaard" userId="6181fcd471e98458" providerId="LiveId" clId="{788BA123-62C9-4DDC-86E5-A6BCA4600216}" dt="2026-04-21T03:23:12.576" v="5202" actId="478"/>
          <ac:spMkLst>
            <pc:docMk/>
            <pc:sldMk cId="2672326959" sldId="514"/>
            <ac:spMk id="2" creationId="{C86BA67A-005C-88ED-180D-633D8907D749}"/>
          </ac:spMkLst>
        </pc:spChg>
        <pc:spChg chg="mod">
          <ac:chgData name="Jacob Wyngaard" userId="6181fcd471e98458" providerId="LiveId" clId="{788BA123-62C9-4DDC-86E5-A6BCA4600216}" dt="2026-04-21T03:20:01.391" v="5155" actId="14100"/>
          <ac:spMkLst>
            <pc:docMk/>
            <pc:sldMk cId="2672326959" sldId="514"/>
            <ac:spMk id="3" creationId="{7410EE24-6AF3-6925-69BA-451A280F09B4}"/>
          </ac:spMkLst>
        </pc:spChg>
        <pc:spChg chg="add mod">
          <ac:chgData name="Jacob Wyngaard" userId="6181fcd471e98458" providerId="LiveId" clId="{788BA123-62C9-4DDC-86E5-A6BCA4600216}" dt="2026-04-21T03:28:11.479" v="5297" actId="14100"/>
          <ac:spMkLst>
            <pc:docMk/>
            <pc:sldMk cId="2672326959" sldId="514"/>
            <ac:spMk id="7" creationId="{F6DAE119-93C3-D96C-C377-99E145AA134E}"/>
          </ac:spMkLst>
        </pc:spChg>
        <pc:spChg chg="add mod">
          <ac:chgData name="Jacob Wyngaard" userId="6181fcd471e98458" providerId="LiveId" clId="{788BA123-62C9-4DDC-86E5-A6BCA4600216}" dt="2026-04-21T03:28:33.245" v="5298"/>
          <ac:spMkLst>
            <pc:docMk/>
            <pc:sldMk cId="2672326959" sldId="514"/>
            <ac:spMk id="9" creationId="{CB79DE97-DBD8-E819-3476-1159C01EF310}"/>
          </ac:spMkLst>
        </pc:spChg>
        <pc:spChg chg="del">
          <ac:chgData name="Jacob Wyngaard" userId="6181fcd471e98458" providerId="LiveId" clId="{788BA123-62C9-4DDC-86E5-A6BCA4600216}" dt="2026-04-21T03:23:13.911" v="5203" actId="478"/>
          <ac:spMkLst>
            <pc:docMk/>
            <pc:sldMk cId="2672326959" sldId="514"/>
            <ac:spMk id="10" creationId="{E6E2D614-88F6-6136-B477-AD9323660B2E}"/>
          </ac:spMkLst>
        </pc:spChg>
        <pc:spChg chg="add mod">
          <ac:chgData name="Jacob Wyngaard" userId="6181fcd471e98458" providerId="LiveId" clId="{788BA123-62C9-4DDC-86E5-A6BCA4600216}" dt="2026-04-21T03:29:30.525" v="5313" actId="114"/>
          <ac:spMkLst>
            <pc:docMk/>
            <pc:sldMk cId="2672326959" sldId="514"/>
            <ac:spMk id="11" creationId="{D4B58EBD-8B21-8C22-665A-3B52ADB5E6B1}"/>
          </ac:spMkLst>
        </pc:spChg>
        <pc:spChg chg="add mod">
          <ac:chgData name="Jacob Wyngaard" userId="6181fcd471e98458" providerId="LiveId" clId="{788BA123-62C9-4DDC-86E5-A6BCA4600216}" dt="2026-04-21T03:29:13.837" v="5310" actId="1076"/>
          <ac:spMkLst>
            <pc:docMk/>
            <pc:sldMk cId="2672326959" sldId="514"/>
            <ac:spMk id="13" creationId="{AB8D56C9-9ABB-4633-993B-C9B7605A2900}"/>
          </ac:spMkLst>
        </pc:spChg>
        <pc:spChg chg="del">
          <ac:chgData name="Jacob Wyngaard" userId="6181fcd471e98458" providerId="LiveId" clId="{788BA123-62C9-4DDC-86E5-A6BCA4600216}" dt="2026-04-21T03:23:15.594" v="5204" actId="478"/>
          <ac:spMkLst>
            <pc:docMk/>
            <pc:sldMk cId="2672326959" sldId="514"/>
            <ac:spMk id="25" creationId="{5756A3F4-0FCF-7AD0-6AC5-B3200E8EC828}"/>
          </ac:spMkLst>
        </pc:spChg>
        <pc:spChg chg="del mod">
          <ac:chgData name="Jacob Wyngaard" userId="6181fcd471e98458" providerId="LiveId" clId="{788BA123-62C9-4DDC-86E5-A6BCA4600216}" dt="2026-04-21T03:23:20.843" v="5206" actId="478"/>
          <ac:spMkLst>
            <pc:docMk/>
            <pc:sldMk cId="2672326959" sldId="514"/>
            <ac:spMk id="27" creationId="{9B9B14F5-D0AC-AAEA-024E-FB65E4271109}"/>
          </ac:spMkLst>
        </pc:spChg>
        <pc:spChg chg="mod">
          <ac:chgData name="Jacob Wyngaard" userId="6181fcd471e98458" providerId="LiveId" clId="{788BA123-62C9-4DDC-86E5-A6BCA4600216}" dt="2026-04-21T03:24:12.082" v="5221" actId="1076"/>
          <ac:spMkLst>
            <pc:docMk/>
            <pc:sldMk cId="2672326959" sldId="514"/>
            <ac:spMk id="28" creationId="{CF4EA0BC-E881-3EFC-70E8-E89882B24502}"/>
          </ac:spMkLst>
        </pc:spChg>
        <pc:spChg chg="mod">
          <ac:chgData name="Jacob Wyngaard" userId="6181fcd471e98458" providerId="LiveId" clId="{788BA123-62C9-4DDC-86E5-A6BCA4600216}" dt="2026-04-21T03:24:15.518" v="5222" actId="1076"/>
          <ac:spMkLst>
            <pc:docMk/>
            <pc:sldMk cId="2672326959" sldId="514"/>
            <ac:spMk id="29" creationId="{A2DA92C5-18DF-718F-9743-D9D6B3A99B0C}"/>
          </ac:spMkLst>
        </pc:spChg>
        <pc:spChg chg="del">
          <ac:chgData name="Jacob Wyngaard" userId="6181fcd471e98458" providerId="LiveId" clId="{788BA123-62C9-4DDC-86E5-A6BCA4600216}" dt="2026-04-21T03:25:12.575" v="5237" actId="478"/>
          <ac:spMkLst>
            <pc:docMk/>
            <pc:sldMk cId="2672326959" sldId="514"/>
            <ac:spMk id="30" creationId="{94F62CFB-839F-0B02-EFF1-2E1AABB3F5EA}"/>
          </ac:spMkLst>
        </pc:spChg>
        <pc:spChg chg="mod">
          <ac:chgData name="Jacob Wyngaard" userId="6181fcd471e98458" providerId="LiveId" clId="{788BA123-62C9-4DDC-86E5-A6BCA4600216}" dt="2026-04-21T03:29:05.055" v="5308" actId="1076"/>
          <ac:spMkLst>
            <pc:docMk/>
            <pc:sldMk cId="2672326959" sldId="514"/>
            <ac:spMk id="32" creationId="{E2E72F64-AA7D-28C2-1D18-0A383C66803E}"/>
          </ac:spMkLst>
        </pc:spChg>
        <pc:spChg chg="del">
          <ac:chgData name="Jacob Wyngaard" userId="6181fcd471e98458" providerId="LiveId" clId="{788BA123-62C9-4DDC-86E5-A6BCA4600216}" dt="2026-04-21T03:25:02.494" v="5235" actId="478"/>
          <ac:spMkLst>
            <pc:docMk/>
            <pc:sldMk cId="2672326959" sldId="514"/>
            <ac:spMk id="33" creationId="{A864338A-CD65-A404-6068-5F081EEA0758}"/>
          </ac:spMkLst>
        </pc:spChg>
        <pc:spChg chg="mod">
          <ac:chgData name="Jacob Wyngaard" userId="6181fcd471e98458" providerId="LiveId" clId="{788BA123-62C9-4DDC-86E5-A6BCA4600216}" dt="2026-04-21T03:28:41.643" v="5303"/>
          <ac:spMkLst>
            <pc:docMk/>
            <pc:sldMk cId="2672326959" sldId="514"/>
            <ac:spMk id="35" creationId="{34B4B61F-EF1A-A707-BB39-D70268B47B3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1EB116-73EE-4936-876D-CA6054346043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62000" y="1111250"/>
            <a:ext cx="5334000" cy="3000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278313"/>
            <a:ext cx="5486400" cy="35020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445500"/>
            <a:ext cx="2971800" cy="4460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4C46F5-682E-4C43-810E-48CF7D15B8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4385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E455A-917A-A0F7-8F76-9949CD32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646AEA-84DA-767C-2195-7523485FEF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0588FD-AC35-9339-6924-EC758CC70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8C16FA-057A-D6E7-24AC-C4F44A500A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9763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80679-7122-9FA0-ADF2-999CC0EBD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7D2251-533A-8807-531B-3266712C29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8FEE5-CED4-E0B7-47B6-8FC0E18D74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7E958-D6E4-3A3F-8221-52A37DC894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2633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0B9D6-96DE-D71D-C156-34189F6B00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BC19BC-1858-EB1F-2F1E-93B93F6B93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AACD5A-6DF4-DFF0-5317-E79A4F187F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900F2-FCB4-FCA7-25F4-424CB876D5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225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0AE2D-251E-C755-2CB8-11C90B689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35A906-556E-AC59-F9E7-10044F7D92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0381F0-B9C0-4ADA-D3D6-0061BF918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2C2B8-765B-6441-9A71-EC35D1E909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938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8965C-A908-B9CB-BF17-0FEEFC531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C2B60F-162A-AA8C-96B4-B7EE3726DF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D248434-B0C0-10B0-6130-47337A8A69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05F1A-600A-8E7E-94A0-774A0284B5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46574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F758D-DCD4-260D-462F-FF3CB7444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EC1612-205B-B144-4683-6993DFC09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093EAD-9863-F739-AEC5-7BEC6F193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AA83DF-AAF5-E142-FBF9-6D696D3FB6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73519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CFD767-B59C-A9D5-B9E5-DD6E3035F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A99858-777D-B1C4-9DD5-CB40801C36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50100-B160-3F33-A5AC-C406C5FFE9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E0881-B674-A514-6E04-7FA67396D8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8066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2DFA5-ECB4-C413-E3D0-E514A6A52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9B7982-CF47-5448-F3DA-30317E0767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EB207E-B5F6-BD2A-3057-F8CEE2E05F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2384BA-DFF0-F512-E397-E2119A92BC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5632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78BAE4-8525-D8A4-3B7B-8A860BAF4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EEA82B-B212-2FDA-FE29-79BA2C38C7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ABAF09D-5218-DD5B-2A15-F67E26980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29C44-B6F9-AA31-8D31-5C540B79A9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4180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6A798-B370-6CCE-FCE2-64576E21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E2ABDD-1814-3E95-932C-E3B3C6FCBA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66B2F4-353E-CEAE-813A-2A53AE295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6D612-5A10-9059-F1F5-6C2BB32746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117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4A302-9959-8444-4CA1-E316CBCF8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73F1A-78E6-9438-9B39-26E7262DD4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5B6567-ACC7-132B-5BBA-33B2AD665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D6EA2-26B1-3E30-A23A-A2C447AC9A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8149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7A69E-1306-2CE4-BD57-56B91D6C0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F7F429-5E65-BF9C-E78A-73B50BFBF1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950DA9-3992-D287-3844-5B734864B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939968-3885-6F0A-D13F-54D032CF1E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6357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5CCF-DA4F-AA1E-9C23-28407559F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4845E5-2B19-39EC-F5ED-A2E28E5EE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C6A37D-0C78-F3C1-9ACC-294558A3E9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8C5D7-A423-0325-4CA2-AEC16EC77B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9813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B9ED88-8535-F5CD-391A-8B2917536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57FC19-DEB0-0E82-8465-172EA930A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8EB1AC-DCE1-416F-5D32-87FC9CA4FD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FD87F6-6A8C-8225-172E-DBA9B9AEB0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4994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58A7D9-6F7F-E55C-321B-4A10DAF48F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CEC343B-6579-643F-ADFD-F2BF99ACB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FAEF7D3-A5F2-6DD0-B803-A6D5836902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AF6E45-FE7C-C942-10DE-A6C438950C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1540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F257C-8F67-4E66-B3EB-70FE9EC56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DE86B8-64C6-272F-5B13-CA8F48796C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C19913-2713-B1F3-2E3F-55B6C12D6F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C8F025-0306-2D05-A5D4-DECBA4ED1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0880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60E2C-AEB2-FCC2-1431-C5997A8EA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84E0EE-53B4-A1C1-84DC-810B36FDFE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4D1674-E32F-7581-BAAB-0696B84C6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E4B762-1B45-F182-8184-02AEB4481A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429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DB226-85D0-1E20-F323-7AB54463B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FA3A92-01E4-B513-134C-0BF96D21D5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56249E-9EA7-B84E-0210-26C6100AE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B4889-2DFA-D4EF-F118-902782EA9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3084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EF686-0FB3-511C-9260-5286F740C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5C2662-28FF-2DDB-AD2D-96CB7486ED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448848-F845-6564-0DDB-076AA710F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464792-CA15-6A33-6390-191F84C279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419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37E4C-BE6E-BA58-C076-FE6039F05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B000DCF-E744-5AB4-A396-817FCF8D1A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81ACE6-D99E-7116-D052-A6EE9B52A8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C9EB21-6401-6E3C-882E-0595163A03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4341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089800-CBE9-CDAF-99C2-40085C4FD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2BB8B1-179C-D8F6-4E9C-A6EB91135A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B53A2C-2CF8-A55D-3791-D172FDCE2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7C60FC-A314-8179-F817-E8B660875A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409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1B7F81-FA10-A81A-9A80-07B9405A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EA2082-D6A5-620C-FC12-60F5CF77EE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E3CBEE-A22D-2801-00F7-3C78DDFA4B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E0EDCB-58B5-14F3-C344-AAF2AA70E9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8032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783BD-2727-ABBF-6DF6-9CF6E1B68D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9B1CAD-2E3C-6FAB-DB0F-3AADC8E91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83F562-45A6-E692-50A2-18EF777FC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4AC9C1-78AA-257C-6B8A-4391852967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35803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3D527-81D3-CD4E-101D-A482D1958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B4736C-41E4-E3DE-8CF5-6A6426D0C6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FC3E44-34F6-0344-DE06-10964A54E1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4162CF-7323-A8B0-CD12-472F7F08A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7242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325DA1-7AED-47F7-10BA-52736BCBC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CF7354-52EC-C38C-0A8F-643DC10F3A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FE5CCA-A01C-4B80-21C0-3A66801410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716728-7B9B-B721-F50C-DEC7260722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76791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5C26-E49E-3E02-6CEC-13D86BC84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A4247-CD6F-982E-46F7-9562A6AFA9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2D394-73A2-A73C-4F09-3D3C939F5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2D866F-65A2-B3DD-279C-197766D521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1973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50CDF4-7047-CDD5-BFEF-49124CA332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34D93A-5C4C-269B-7634-47E214A51B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B88029-0867-3D91-E738-96B16EC537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77CBB-4D22-05FC-9C94-013A31F36C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078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90D2-4217-802E-BCEF-17F7625A9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025627-C2D4-BA0F-BCA4-29DCCFD65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890B26-307F-C21A-BC0C-FBB72E3941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99F17-DB81-05E8-DC4F-1177A5749E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9673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D6CDE-2290-8FB7-08AE-0201D19CB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DF8BD-2DF7-1173-CB1A-D092A034DC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33E37C-C688-BC88-D073-43D6FEB496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286B6-14FD-B187-B3A8-7E3BD6D2A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4C46F5-682E-4C43-810E-48CF7D15B873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585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F67DA-EF88-764F-4BB2-90DD369E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31CB49-A6FF-5490-06FF-C691E6E10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66D7E6-71BD-58F2-CBF4-E78503AEC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AD95E3-7A82-5D3E-BFDC-1AE7B4748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89A11E-99A9-F23F-4238-A31D781DA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6927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F64B2-129B-23A1-2674-8563348AEA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87FD9C-0A2E-B601-59FC-3A526EBBCB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DEFB-358E-B6E9-602E-E50D1A5BA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9837DC-70E9-4BCE-762A-A3016527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871CA-989F-854F-0506-DBC06C39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593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4B9F-5339-2DC7-EF1C-7ADE66AAF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3F5A0D-A60D-B108-1000-8AB1BEDDE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FA1A79-101A-F9D5-2D58-008D93940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96FEA-451C-9BD7-FE85-ABE7721EA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68E22-35AC-C4A7-7DF0-25148A4FD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78D99-A43C-243B-C4C8-DD6A377ED5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34F5C7-3E98-385C-D4CC-79AA9A5761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97EA5-02FD-3408-9C44-22CA696BEB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A5EB16-71B7-FEF2-D131-1DC6215A0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5B5499-CE45-E51E-C9F3-B31DCD75C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5EEEB8-6109-294D-EB1A-32BC9A6C5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845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16EFE-93E5-8BCF-08CB-2CFD45401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CD2989-0587-FFA8-CA9B-6B1FC2808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ADFDD-D356-34C7-ABB2-12E204D7CC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45A8C9-58F4-D8A2-E078-6C86700EB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5961E0-F79F-DC8A-8942-3409FF4ACC8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E262B5-71DA-9BC0-4EA2-2B7D366C6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ED025E-4D61-3485-686F-F7FDC83BC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1E9E3-1C2A-3967-AB7D-37A593FD1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099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17C0D-B790-78A5-844C-07DA00A7B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8B3C7A-A272-8A74-FDB0-FF10B7AF7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E517F-231E-473E-2A52-0DBD0429B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0E8D7-AEF1-33EF-5C16-F459BB1F5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507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3CB47C-D1EE-D077-3BEF-928DF2122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751ED4-DC95-A9E0-24B4-C2DCA6CB5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BDA7-CF32-77AD-D5CE-23B56BC2F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412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742E5-59E4-6D3E-78BE-A1E0FD169C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9E5C4-4836-AEE1-B05E-74FDAD2EF0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81F0D4-A283-375A-35D9-26B05BFBDA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6B98DC-0C98-0E90-27A7-75B4CAFE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80928-22DB-5761-6D60-267606D08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FF7E1-E86C-19C0-0A2C-5A4E7FB38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13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E0DA3-7875-1508-B11E-26D67ED2C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4211B7-5EEF-8BCE-B12B-6DEA70B8F0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AEC012-F909-E4E6-108A-9A27D6B2EE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00A5A7-09B3-7AD1-786E-53E840446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ECA55B-44A9-BB54-0C67-0AFC84A38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7F222-9F9A-9E7F-90EE-737ADC31C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57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B68E4-12C6-EA01-70EB-D1FAC1AF9C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1CB90F-6B0E-ACFF-CC12-B1507D46E3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0B0E2F-8C14-7F4B-68F3-EE72E41F17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3771C8-4AEB-0EA1-C952-CDA04AAD3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CEBF8-7B84-5F80-4F7D-AF4F5DBD7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980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531484-78AC-FB0F-7630-C4370575FE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2053D0-EB63-CDF3-BF9D-35E71B339A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C4B92-42E9-67BF-9B36-EA7CF5677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9637F-4C75-7B24-2A1D-152979DF6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ECF603-77C0-B9F2-A64B-E73520BA8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99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D885-ED30-8EA9-7F49-AFA92BBC5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5E0D96-F750-2F67-FAFA-EA3A47809C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ADF68-C2D2-7D96-F604-E6D5948605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9DFCA7-2E84-49E5-A4F2-77D92A699F3D}" type="datetimeFigureOut">
              <a:rPr lang="en-US" smtClean="0"/>
              <a:t>4/20/2026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8578D3-0307-EBF0-53AA-0815083E1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FE9A0A-1B61-6FF9-649F-8F9311932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84F9D-A3CF-4BD7-80E5-0BDA8B1DC1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118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0.png"/><Relationship Id="rId3" Type="http://schemas.openxmlformats.org/officeDocument/2006/relationships/image" Target="../media/image410.png"/><Relationship Id="rId7" Type="http://schemas.openxmlformats.org/officeDocument/2006/relationships/image" Target="../media/image8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5" Type="http://schemas.openxmlformats.org/officeDocument/2006/relationships/image" Target="../media/image610.png"/><Relationship Id="rId10" Type="http://schemas.openxmlformats.org/officeDocument/2006/relationships/image" Target="../media/image110.png"/><Relationship Id="rId4" Type="http://schemas.openxmlformats.org/officeDocument/2006/relationships/image" Target="../media/image510.png"/><Relationship Id="rId9" Type="http://schemas.openxmlformats.org/officeDocument/2006/relationships/image" Target="../media/image10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0.png"/><Relationship Id="rId4" Type="http://schemas.openxmlformats.org/officeDocument/2006/relationships/image" Target="../media/image1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0.png"/><Relationship Id="rId3" Type="http://schemas.openxmlformats.org/officeDocument/2006/relationships/image" Target="../media/image150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Relationship Id="rId10" Type="http://schemas.openxmlformats.org/officeDocument/2006/relationships/image" Target="../media/image220.png"/><Relationship Id="rId4" Type="http://schemas.openxmlformats.org/officeDocument/2006/relationships/image" Target="../media/image160.png"/><Relationship Id="rId9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7" Type="http://schemas.openxmlformats.org/officeDocument/2006/relationships/image" Target="../media/image27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0.png"/><Relationship Id="rId5" Type="http://schemas.openxmlformats.org/officeDocument/2006/relationships/image" Target="../media/image250.png"/><Relationship Id="rId4" Type="http://schemas.openxmlformats.org/officeDocument/2006/relationships/image" Target="../media/image2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png"/><Relationship Id="rId3" Type="http://schemas.openxmlformats.org/officeDocument/2006/relationships/image" Target="../media/image80.png"/><Relationship Id="rId7" Type="http://schemas.openxmlformats.org/officeDocument/2006/relationships/image" Target="../media/image84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.png"/><Relationship Id="rId11" Type="http://schemas.openxmlformats.org/officeDocument/2006/relationships/image" Target="../media/image88.png"/><Relationship Id="rId5" Type="http://schemas.openxmlformats.org/officeDocument/2006/relationships/image" Target="../media/image82.png"/><Relationship Id="rId10" Type="http://schemas.openxmlformats.org/officeDocument/2006/relationships/image" Target="../media/image87.png"/><Relationship Id="rId4" Type="http://schemas.openxmlformats.org/officeDocument/2006/relationships/image" Target="../media/image81.png"/><Relationship Id="rId9" Type="http://schemas.openxmlformats.org/officeDocument/2006/relationships/image" Target="../media/image8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3" Type="http://schemas.openxmlformats.org/officeDocument/2006/relationships/image" Target="../media/image89.png"/><Relationship Id="rId7" Type="http://schemas.openxmlformats.org/officeDocument/2006/relationships/image" Target="../media/image9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5" Type="http://schemas.openxmlformats.org/officeDocument/2006/relationships/image" Target="../media/image91.png"/><Relationship Id="rId10" Type="http://schemas.openxmlformats.org/officeDocument/2006/relationships/image" Target="../media/image9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0.png"/><Relationship Id="rId3" Type="http://schemas.openxmlformats.org/officeDocument/2006/relationships/image" Target="../media/image800.png"/><Relationship Id="rId7" Type="http://schemas.openxmlformats.org/officeDocument/2006/relationships/image" Target="../media/image84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30.png"/><Relationship Id="rId11" Type="http://schemas.openxmlformats.org/officeDocument/2006/relationships/image" Target="../media/image880.png"/><Relationship Id="rId5" Type="http://schemas.openxmlformats.org/officeDocument/2006/relationships/image" Target="../media/image820.png"/><Relationship Id="rId10" Type="http://schemas.openxmlformats.org/officeDocument/2006/relationships/image" Target="../media/image870.png"/><Relationship Id="rId4" Type="http://schemas.openxmlformats.org/officeDocument/2006/relationships/image" Target="../media/image811.png"/><Relationship Id="rId9" Type="http://schemas.openxmlformats.org/officeDocument/2006/relationships/image" Target="../media/image860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0.png"/><Relationship Id="rId5" Type="http://schemas.openxmlformats.org/officeDocument/2006/relationships/image" Target="../media/image911.png"/><Relationship Id="rId4" Type="http://schemas.openxmlformats.org/officeDocument/2006/relationships/image" Target="../media/image900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0.png"/><Relationship Id="rId7" Type="http://schemas.openxmlformats.org/officeDocument/2006/relationships/image" Target="../media/image9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0.png"/><Relationship Id="rId5" Type="http://schemas.openxmlformats.org/officeDocument/2006/relationships/image" Target="../media/image950.png"/><Relationship Id="rId4" Type="http://schemas.openxmlformats.org/officeDocument/2006/relationships/image" Target="../media/image940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0.png"/><Relationship Id="rId5" Type="http://schemas.openxmlformats.org/officeDocument/2006/relationships/image" Target="../media/image1010.png"/><Relationship Id="rId4" Type="http://schemas.openxmlformats.org/officeDocument/2006/relationships/image" Target="../media/image100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30.png"/><Relationship Id="rId7" Type="http://schemas.openxmlformats.org/officeDocument/2006/relationships/image" Target="../media/image10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40.png"/><Relationship Id="rId5" Type="http://schemas.openxmlformats.org/officeDocument/2006/relationships/image" Target="../media/image1030.png"/><Relationship Id="rId4" Type="http://schemas.openxmlformats.org/officeDocument/2006/relationships/image" Target="../media/image9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8EFE3-AECE-0A3E-F708-3B138EC37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72625B0-9C50-5F21-824B-42EEFCC925B0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517C76-1160-6A2D-B8A6-15DDA1E83A22}"/>
              </a:ext>
            </a:extLst>
          </p:cNvPr>
          <p:cNvSpPr/>
          <p:nvPr/>
        </p:nvSpPr>
        <p:spPr>
          <a:xfrm>
            <a:off x="6095999" y="0"/>
            <a:ext cx="383459" cy="6858000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6DFEDC-5C40-1E05-3C8E-45F902F03177}"/>
              </a:ext>
            </a:extLst>
          </p:cNvPr>
          <p:cNvSpPr txBox="1"/>
          <p:nvPr/>
        </p:nvSpPr>
        <p:spPr>
          <a:xfrm>
            <a:off x="206478" y="2305615"/>
            <a:ext cx="55060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chemeClr val="bg1"/>
                </a:solidFill>
              </a:rPr>
              <a:t>Game Theory Ten</a:t>
            </a:r>
            <a:endParaRPr lang="en-US" sz="36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11B8F-F3DD-7217-C318-4E4BB0649028}"/>
              </a:ext>
            </a:extLst>
          </p:cNvPr>
          <p:cNvSpPr txBox="1"/>
          <p:nvPr/>
        </p:nvSpPr>
        <p:spPr>
          <a:xfrm>
            <a:off x="294968" y="5998682"/>
            <a:ext cx="55060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Jacob Wyngaard</a:t>
            </a:r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27AC2D-996B-CA0D-E7B5-DAA84C8F17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298" t="18440" r="20217" b="27715"/>
          <a:stretch>
            <a:fillRect/>
          </a:stretch>
        </p:blipFill>
        <p:spPr>
          <a:xfrm>
            <a:off x="6726824" y="1859296"/>
            <a:ext cx="5354950" cy="295474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6BDA09F-627C-8FDA-D7A1-E0E80D1E38CA}"/>
              </a:ext>
            </a:extLst>
          </p:cNvPr>
          <p:cNvSpPr txBox="1"/>
          <p:nvPr/>
        </p:nvSpPr>
        <p:spPr>
          <a:xfrm>
            <a:off x="206477" y="3075056"/>
            <a:ext cx="55060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BNN Error Orders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DC52F-DB46-E6EB-3D90-B7847A7A2EC1}"/>
              </a:ext>
            </a:extLst>
          </p:cNvPr>
          <p:cNvSpPr txBox="1"/>
          <p:nvPr/>
        </p:nvSpPr>
        <p:spPr>
          <a:xfrm>
            <a:off x="144131" y="3598276"/>
            <a:ext cx="5889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</a:rPr>
              <a:t>Navier Stokes to Mean Field Games</a:t>
            </a:r>
          </a:p>
        </p:txBody>
      </p:sp>
    </p:spTree>
    <p:extLst>
      <p:ext uri="{BB962C8B-B14F-4D97-AF65-F5344CB8AC3E}">
        <p14:creationId xmlns:p14="http://schemas.microsoft.com/office/powerpoint/2010/main" val="6066099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FD43B-6F45-8BE8-39B5-F811C0DDF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7C6F311-0097-E61A-41DA-52C2D7B6D1D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4FF086-2D0F-5570-77AE-BE061079E7E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A352F4-B8D6-4A4A-C65A-EC72AB698E5C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BNN Error Orders (Before)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6ED175-620A-C84C-68C8-6E9026EEB1AB}"/>
                  </a:ext>
                </a:extLst>
              </p:cNvPr>
              <p:cNvSpPr txBox="1"/>
              <p:nvPr/>
            </p:nvSpPr>
            <p:spPr>
              <a:xfrm>
                <a:off x="6828157" y="2219190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66ED175-620A-C84C-68C8-6E9026EEB1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57" y="2219190"/>
                <a:ext cx="4934351" cy="1329851"/>
              </a:xfrm>
              <a:prstGeom prst="rect">
                <a:avLst/>
              </a:prstGeom>
              <a:blipFill>
                <a:blip r:embed="rId3"/>
                <a:stretch>
                  <a:fillRect l="-2469" t="-45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17B022F-650C-06D7-1CA9-302C33A764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2" y="2146453"/>
            <a:ext cx="6493880" cy="415882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F9B79F-DD32-59E5-1C0F-C73860AD8F8D}"/>
                  </a:ext>
                </a:extLst>
              </p:cNvPr>
              <p:cNvSpPr txBox="1"/>
              <p:nvPr/>
            </p:nvSpPr>
            <p:spPr>
              <a:xfrm>
                <a:off x="6828157" y="3694513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0F9B79F-DD32-59E5-1C0F-C73860AD8F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157" y="3694513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226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DA38CA51-A318-3594-E455-46F53D587BCC}"/>
              </a:ext>
            </a:extLst>
          </p:cNvPr>
          <p:cNvSpPr txBox="1"/>
          <p:nvPr/>
        </p:nvSpPr>
        <p:spPr>
          <a:xfrm>
            <a:off x="7988476" y="4225865"/>
            <a:ext cx="20283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Mistakes: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410A4A-CF94-2D51-9AEF-BA287732BEAB}"/>
                  </a:ext>
                </a:extLst>
              </p:cNvPr>
              <p:cNvSpPr txBox="1"/>
              <p:nvPr/>
            </p:nvSpPr>
            <p:spPr>
              <a:xfrm>
                <a:off x="6488477" y="4653373"/>
                <a:ext cx="568765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Missing factor of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2800" dirty="0"/>
                  <a:t> in ODE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7410A4A-CF94-2D51-9AEF-BA287732B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8477" y="4653373"/>
                <a:ext cx="5687656" cy="523220"/>
              </a:xfrm>
              <a:prstGeom prst="rect">
                <a:avLst/>
              </a:prstGeom>
              <a:blipFill>
                <a:blip r:embed="rId6"/>
                <a:stretch>
                  <a:fillRect l="-1929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93CF7AB2-E083-6553-3E48-6A52311CEBDF}"/>
              </a:ext>
            </a:extLst>
          </p:cNvPr>
          <p:cNvSpPr txBox="1"/>
          <p:nvPr/>
        </p:nvSpPr>
        <p:spPr>
          <a:xfrm>
            <a:off x="6509260" y="5131383"/>
            <a:ext cx="568765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Actual step size varied from expected b/c of </a:t>
            </a:r>
            <a:r>
              <a:rPr lang="en-US" sz="2800" dirty="0" err="1"/>
              <a:t>np.linspace</a:t>
            </a:r>
            <a:r>
              <a:rPr lang="en-US" sz="2800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2636392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FAAE-4977-F31F-4FA9-4846DB87E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17B9C9D-EBF0-C044-1A53-609DE3FD66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F6AF770-1E48-2372-65C8-BD0578B50C44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4171BD1-1E5E-55CE-1155-40E11FBF78B2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4DBF47-47F3-3AF3-496C-181694D188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18" y="1872994"/>
            <a:ext cx="7186092" cy="459371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945930-A6A0-0DC1-9FA0-1C2126B245C6}"/>
                  </a:ext>
                </a:extLst>
              </p:cNvPr>
              <p:cNvSpPr txBox="1"/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945930-A6A0-0DC1-9FA0-1C2126B24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blipFill>
                <a:blip r:embed="rId4"/>
                <a:stretch>
                  <a:fillRect l="-2469" t="-5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C4F0FE-EBDD-C95F-8A70-8E112F2BAC80}"/>
                  </a:ext>
                </a:extLst>
              </p:cNvPr>
              <p:cNvSpPr txBox="1"/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2C4F0FE-EBDD-C95F-8A70-8E112F2BAC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9D4CB27-93B0-6EC5-561C-A4FEFF5044BB}"/>
              </a:ext>
            </a:extLst>
          </p:cNvPr>
          <p:cNvSpPr txBox="1"/>
          <p:nvPr/>
        </p:nvSpPr>
        <p:spPr>
          <a:xfrm>
            <a:off x="7482784" y="2011747"/>
            <a:ext cx="355739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Two Strictly Dominant Strategies Case</a:t>
            </a:r>
          </a:p>
        </p:txBody>
      </p:sp>
    </p:spTree>
    <p:extLst>
      <p:ext uri="{BB962C8B-B14F-4D97-AF65-F5344CB8AC3E}">
        <p14:creationId xmlns:p14="http://schemas.microsoft.com/office/powerpoint/2010/main" val="21212927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D67068-B091-BAD0-AD53-2E998A83B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AD06C3B-BB62-43F6-F4DE-3BE43B321FED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1D241-F199-E323-68DE-82162F8B09D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131CC3-2B86-2053-8297-736EF945F93E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Actual Solution for One Strictly Dominant Strategy Case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ADDB61-434F-BB35-F285-B45FB368E3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78294"/>
              </p:ext>
            </p:extLst>
          </p:nvPr>
        </p:nvGraphicFramePr>
        <p:xfrm>
          <a:off x="1240429" y="3433438"/>
          <a:ext cx="4064810" cy="1998138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999069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D6086EB-7585-AB5C-9AFB-4E3B8F2748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4081475"/>
              </p:ext>
            </p:extLst>
          </p:nvPr>
        </p:nvGraphicFramePr>
        <p:xfrm>
          <a:off x="7244131" y="3433438"/>
          <a:ext cx="4064810" cy="2005122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032405">
                  <a:extLst>
                    <a:ext uri="{9D8B030D-6E8A-4147-A177-3AD203B41FA5}">
                      <a16:colId xmlns:a16="http://schemas.microsoft.com/office/drawing/2014/main" val="2856491693"/>
                    </a:ext>
                  </a:extLst>
                </a:gridCol>
                <a:gridCol w="2032405">
                  <a:extLst>
                    <a:ext uri="{9D8B030D-6E8A-4147-A177-3AD203B41FA5}">
                      <a16:colId xmlns:a16="http://schemas.microsoft.com/office/drawing/2014/main" val="3227683620"/>
                    </a:ext>
                  </a:extLst>
                </a:gridCol>
              </a:tblGrid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5908354"/>
                  </a:ext>
                </a:extLst>
              </a:tr>
              <a:tr h="1002561"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 b="1" dirty="0"/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008367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AB27EF-7D72-300F-A3F8-3555EBA27F1D}"/>
              </a:ext>
            </a:extLst>
          </p:cNvPr>
          <p:cNvSpPr txBox="1"/>
          <p:nvPr/>
        </p:nvSpPr>
        <p:spPr>
          <a:xfrm rot="16200000">
            <a:off x="5374761" y="3998773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5242AC-8DEE-025C-FB9D-4E3A2A64578F}"/>
              </a:ext>
            </a:extLst>
          </p:cNvPr>
          <p:cNvSpPr txBox="1"/>
          <p:nvPr/>
        </p:nvSpPr>
        <p:spPr>
          <a:xfrm>
            <a:off x="6779679" y="356543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35C12-A743-3939-8D2C-E4088021AA85}"/>
              </a:ext>
            </a:extLst>
          </p:cNvPr>
          <p:cNvSpPr txBox="1"/>
          <p:nvPr/>
        </p:nvSpPr>
        <p:spPr>
          <a:xfrm>
            <a:off x="6779679" y="456005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50DC34-DCA2-BFC3-E7A6-88DB9977A5CC}"/>
              </a:ext>
            </a:extLst>
          </p:cNvPr>
          <p:cNvSpPr txBox="1"/>
          <p:nvPr/>
        </p:nvSpPr>
        <p:spPr>
          <a:xfrm>
            <a:off x="8019276" y="278138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128A37-8397-8DB4-2A7E-CC3021E1A464}"/>
              </a:ext>
            </a:extLst>
          </p:cNvPr>
          <p:cNvSpPr txBox="1"/>
          <p:nvPr/>
        </p:nvSpPr>
        <p:spPr>
          <a:xfrm>
            <a:off x="10036392" y="278138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0DA8C86-9594-27EE-BFAA-DB7D89E4023B}"/>
              </a:ext>
            </a:extLst>
          </p:cNvPr>
          <p:cNvSpPr txBox="1"/>
          <p:nvPr/>
        </p:nvSpPr>
        <p:spPr>
          <a:xfrm>
            <a:off x="8251502" y="230559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2F8C7D0-BD87-972B-5F0D-C1E92033643A}"/>
              </a:ext>
            </a:extLst>
          </p:cNvPr>
          <p:cNvSpPr txBox="1"/>
          <p:nvPr/>
        </p:nvSpPr>
        <p:spPr>
          <a:xfrm>
            <a:off x="541340" y="1794438"/>
            <a:ext cx="53834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 Payoff Matrix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D8A43E-CB08-612B-F770-1A8AC54D10FE}"/>
              </a:ext>
            </a:extLst>
          </p:cNvPr>
          <p:cNvSpPr txBox="1"/>
          <p:nvPr/>
        </p:nvSpPr>
        <p:spPr>
          <a:xfrm>
            <a:off x="6473676" y="1794437"/>
            <a:ext cx="52288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 Payoff Matrix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3C0462-20A6-9FE8-A065-0DDC2E2C34B3}"/>
              </a:ext>
            </a:extLst>
          </p:cNvPr>
          <p:cNvSpPr txBox="1"/>
          <p:nvPr/>
        </p:nvSpPr>
        <p:spPr>
          <a:xfrm rot="16200000">
            <a:off x="-623369" y="3998773"/>
            <a:ext cx="216702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Player 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57B119-5F70-5E4E-4DDE-2C60F32BD71E}"/>
              </a:ext>
            </a:extLst>
          </p:cNvPr>
          <p:cNvSpPr txBox="1"/>
          <p:nvPr/>
        </p:nvSpPr>
        <p:spPr>
          <a:xfrm>
            <a:off x="781549" y="3565433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A8857A-BB19-E1CF-6FA9-CC8BD959C4BC}"/>
              </a:ext>
            </a:extLst>
          </p:cNvPr>
          <p:cNvSpPr txBox="1"/>
          <p:nvPr/>
        </p:nvSpPr>
        <p:spPr>
          <a:xfrm>
            <a:off x="781549" y="4560052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21C0B"/>
                </a:solidFill>
              </a:rPr>
              <a:t>2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87B4F4-2CC8-0419-55C0-E16C29DE8447}"/>
              </a:ext>
            </a:extLst>
          </p:cNvPr>
          <p:cNvSpPr txBox="1"/>
          <p:nvPr/>
        </p:nvSpPr>
        <p:spPr>
          <a:xfrm>
            <a:off x="2021146" y="278138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645614-5EC0-2714-B2C8-0EA3CBE1C46E}"/>
              </a:ext>
            </a:extLst>
          </p:cNvPr>
          <p:cNvSpPr txBox="1"/>
          <p:nvPr/>
        </p:nvSpPr>
        <p:spPr>
          <a:xfrm>
            <a:off x="4038262" y="2781384"/>
            <a:ext cx="46445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273D98D-8E40-CFEF-D5BC-85AC0B1C8396}"/>
              </a:ext>
            </a:extLst>
          </p:cNvPr>
          <p:cNvSpPr txBox="1"/>
          <p:nvPr/>
        </p:nvSpPr>
        <p:spPr>
          <a:xfrm>
            <a:off x="2253372" y="2305591"/>
            <a:ext cx="21889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0070C0"/>
                </a:solidFill>
              </a:rPr>
              <a:t>Player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6C9BEC-2BFA-B893-D899-563C05D52D01}"/>
                  </a:ext>
                </a:extLst>
              </p:cNvPr>
              <p:cNvSpPr txBox="1"/>
              <p:nvPr/>
            </p:nvSpPr>
            <p:spPr>
              <a:xfrm>
                <a:off x="2440015" y="5469152"/>
                <a:ext cx="2029702" cy="5018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6C9BEC-2BFA-B893-D899-563C05D52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015" y="5469152"/>
                <a:ext cx="2029702" cy="5018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3D7875-8361-BD72-E945-721454F8D81A}"/>
                  </a:ext>
                </a:extLst>
              </p:cNvPr>
              <p:cNvSpPr txBox="1"/>
              <p:nvPr/>
            </p:nvSpPr>
            <p:spPr>
              <a:xfrm>
                <a:off x="2333008" y="5970956"/>
                <a:ext cx="2029702" cy="5173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53D7875-8361-BD72-E945-721454F8D8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3008" y="5970956"/>
                <a:ext cx="2029702" cy="51738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D643DD-0A7F-F6A1-DFF6-B7105D901EB4}"/>
                  </a:ext>
                </a:extLst>
              </p:cNvPr>
              <p:cNvSpPr txBox="1"/>
              <p:nvPr/>
            </p:nvSpPr>
            <p:spPr>
              <a:xfrm>
                <a:off x="4785928" y="5484597"/>
                <a:ext cx="7257394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8D643DD-0A7F-F6A1-DFF6-B7105D901E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85928" y="5484597"/>
                <a:ext cx="7257394" cy="50257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A617CA-A44C-AC99-7643-10075825D434}"/>
                  </a:ext>
                </a:extLst>
              </p:cNvPr>
              <p:cNvSpPr txBox="1"/>
              <p:nvPr/>
            </p:nvSpPr>
            <p:spPr>
              <a:xfrm>
                <a:off x="4576724" y="5968970"/>
                <a:ext cx="7466598" cy="5025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0A617CA-A44C-AC99-7643-10075825D4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6724" y="5968970"/>
                <a:ext cx="7466598" cy="50257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63EDEF-7BC6-D03C-2CC8-B6DACBB65384}"/>
                  </a:ext>
                </a:extLst>
              </p:cNvPr>
              <p:cNvSpPr txBox="1"/>
              <p:nvPr/>
            </p:nvSpPr>
            <p:spPr>
              <a:xfrm>
                <a:off x="4038262" y="6482973"/>
                <a:ext cx="379648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000" dirty="0"/>
                  <a:t>Assuming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(0)=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(0)=1/2</m:t>
                    </m:r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D63EDEF-7BC6-D03C-2CC8-B6DACBB653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262" y="6482973"/>
                <a:ext cx="3796484" cy="400110"/>
              </a:xfrm>
              <a:prstGeom prst="rect">
                <a:avLst/>
              </a:prstGeom>
              <a:blipFill>
                <a:blip r:embed="rId7"/>
                <a:stretch>
                  <a:fillRect l="-1605" t="-6061" b="-272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287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3739C-0DA0-70F7-6C86-7EA1513E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F771F3E-52C8-68D9-75B3-FBAF597255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F05370A-B4D0-447C-739C-92CD0B26B8F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68982D2-EC43-AE2A-C26A-038DB82213E0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Actual Solution for One Strictly Dominant Strategy Case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240B28-9612-C1EA-4856-4472FF04EEAD}"/>
                  </a:ext>
                </a:extLst>
              </p:cNvPr>
              <p:cNvSpPr txBox="1"/>
              <p:nvPr/>
            </p:nvSpPr>
            <p:spPr>
              <a:xfrm>
                <a:off x="819032" y="1862683"/>
                <a:ext cx="2402149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=−2(</m:t>
                      </m:r>
                      <m:sSup>
                        <m:sSup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03240B28-9612-C1EA-4856-4472FF04EE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032" y="1862683"/>
                <a:ext cx="2402149" cy="5701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B7CCB0-C774-B5B1-4F31-85E929BCE6E8}"/>
                  </a:ext>
                </a:extLst>
              </p:cNvPr>
              <p:cNvSpPr txBox="1"/>
              <p:nvPr/>
            </p:nvSpPr>
            <p:spPr>
              <a:xfrm>
                <a:off x="712025" y="2364487"/>
                <a:ext cx="2402149" cy="5701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2(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FDB7CCB0-C774-B5B1-4F31-85E929BCE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2025" y="2364487"/>
                <a:ext cx="2402149" cy="57015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44C0A6-2DE9-F30E-765C-C4D3697DBC33}"/>
                  </a:ext>
                </a:extLst>
              </p:cNvPr>
              <p:cNvSpPr txBox="1"/>
              <p:nvPr/>
            </p:nvSpPr>
            <p:spPr>
              <a:xfrm>
                <a:off x="615452" y="3339248"/>
                <a:ext cx="4275568" cy="5710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⁡(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C44C0A6-2DE9-F30E-765C-C4D3697DB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5452" y="3339248"/>
                <a:ext cx="4275568" cy="5710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D5D5F4-255B-CEFF-B041-A28609018009}"/>
                  </a:ext>
                </a:extLst>
              </p:cNvPr>
              <p:cNvSpPr txBox="1"/>
              <p:nvPr/>
            </p:nvSpPr>
            <p:spPr>
              <a:xfrm>
                <a:off x="4494823" y="1945520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2+2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400" b="0" i="0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FD5D5F4-255B-CEFF-B041-A286090180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823" y="1945520"/>
                <a:ext cx="2453288" cy="792396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85DFCD-4F7E-B742-767A-50DC3A22D112}"/>
                  </a:ext>
                </a:extLst>
              </p:cNvPr>
              <p:cNvSpPr txBox="1"/>
              <p:nvPr/>
            </p:nvSpPr>
            <p:spPr>
              <a:xfrm>
                <a:off x="6798085" y="1945520"/>
                <a:ext cx="2453288" cy="7923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4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1+2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2+2</m:t>
                          </m:r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385DFCD-4F7E-B742-767A-50DC3A22D1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8085" y="1945520"/>
                <a:ext cx="2453288" cy="7923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B0B0BE-4276-8BE9-F46B-822E86BEC4AF}"/>
                  </a:ext>
                </a:extLst>
              </p:cNvPr>
              <p:cNvSpPr txBox="1"/>
              <p:nvPr/>
            </p:nvSpPr>
            <p:spPr>
              <a:xfrm>
                <a:off x="5411345" y="3128710"/>
                <a:ext cx="4275568" cy="908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en-US" sz="28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acc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+2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BB0B0BE-4276-8BE9-F46B-822E86BEC4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345" y="3128710"/>
                <a:ext cx="4275568" cy="9089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5E4A51-7CAA-ECFA-2A69-0B77C33B1C33}"/>
                  </a:ext>
                </a:extLst>
              </p:cNvPr>
              <p:cNvSpPr txBox="1"/>
              <p:nvPr/>
            </p:nvSpPr>
            <p:spPr>
              <a:xfrm>
                <a:off x="397242" y="4224833"/>
                <a:ext cx="4933293" cy="10511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8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sSup>
                                      <m:sSupPr>
                                        <m:ctrlP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(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2800" i="1" dirty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800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2800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US" sz="2800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en-US" sz="2800" i="1" dirty="0">
                                        <a:latin typeface="Cambria Math" panose="02040503050406030204" pitchFamily="18" charset="0"/>
                                      </a:rPr>
                                      <m:t>⁡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(1−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⁡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2+2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7B5E4A51-7CAA-ECFA-2A69-0B77C33B1C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242" y="4224833"/>
                <a:ext cx="4933293" cy="105118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Right 17">
            <a:extLst>
              <a:ext uri="{FF2B5EF4-FFF2-40B4-BE49-F238E27FC236}">
                <a16:creationId xmlns:a16="http://schemas.microsoft.com/office/drawing/2014/main" id="{B4A144BB-D0EC-F32C-2BA6-FDE9D02B41E4}"/>
              </a:ext>
            </a:extLst>
          </p:cNvPr>
          <p:cNvSpPr/>
          <p:nvPr/>
        </p:nvSpPr>
        <p:spPr>
          <a:xfrm>
            <a:off x="3705671" y="2223921"/>
            <a:ext cx="801862" cy="3494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341CE991-A41D-CF6F-7FE4-297434F1F221}"/>
              </a:ext>
            </a:extLst>
          </p:cNvPr>
          <p:cNvSpPr/>
          <p:nvPr/>
        </p:nvSpPr>
        <p:spPr>
          <a:xfrm>
            <a:off x="2940627" y="1862683"/>
            <a:ext cx="603295" cy="107196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84BEB550-4F2A-ED45-DD29-879892415CE1}"/>
              </a:ext>
            </a:extLst>
          </p:cNvPr>
          <p:cNvSpPr/>
          <p:nvPr/>
        </p:nvSpPr>
        <p:spPr>
          <a:xfrm>
            <a:off x="4891020" y="3466788"/>
            <a:ext cx="801862" cy="3494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9B45EA-6094-7823-3E27-500F9EE11770}"/>
                  </a:ext>
                </a:extLst>
              </p:cNvPr>
              <p:cNvSpPr txBox="1"/>
              <p:nvPr/>
            </p:nvSpPr>
            <p:spPr>
              <a:xfrm>
                <a:off x="5721467" y="4312065"/>
                <a:ext cx="4933293" cy="9089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2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800" b="0" i="1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sty m:val="p"/>
                        </m:rPr>
                        <a:rPr lang="en-US" sz="2800" b="0" i="1" dirty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(⁡1+</m:t>
                      </m:r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)+</m:t>
                      </m:r>
                      <m:r>
                        <m:rPr>
                          <m:sty m:val="p"/>
                        </m:rPr>
                        <a:rPr lang="en-US" sz="2800" b="0" i="1" dirty="0" smtClean="0">
                          <a:latin typeface="Cambria Math" panose="02040503050406030204" pitchFamily="18" charset="0"/>
                        </a:rPr>
                        <m:t>C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79B45EA-6094-7823-3E27-500F9EE11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1467" y="4312065"/>
                <a:ext cx="4933293" cy="90896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Arrow: Right 33">
            <a:extLst>
              <a:ext uri="{FF2B5EF4-FFF2-40B4-BE49-F238E27FC236}">
                <a16:creationId xmlns:a16="http://schemas.microsoft.com/office/drawing/2014/main" id="{6001386B-9E6F-AEC4-B1AB-65D7F1A5328E}"/>
              </a:ext>
            </a:extLst>
          </p:cNvPr>
          <p:cNvSpPr/>
          <p:nvPr/>
        </p:nvSpPr>
        <p:spPr>
          <a:xfrm>
            <a:off x="5125070" y="4591806"/>
            <a:ext cx="801862" cy="349484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BEDBBA-8D0C-560D-570F-CCFB1611F329}"/>
                  </a:ext>
                </a:extLst>
              </p:cNvPr>
              <p:cNvSpPr txBox="1"/>
              <p:nvPr/>
            </p:nvSpPr>
            <p:spPr>
              <a:xfrm>
                <a:off x="191777" y="5538737"/>
                <a:ext cx="4933293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(⁡1+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EBEDBBA-8D0C-560D-570F-CCFB1611F3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777" y="5538737"/>
                <a:ext cx="4933293" cy="1015406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CA8101-E1B8-0B63-1651-2DB58E96969E}"/>
                  </a:ext>
                </a:extLst>
              </p:cNvPr>
              <p:cNvSpPr txBox="1"/>
              <p:nvPr/>
            </p:nvSpPr>
            <p:spPr>
              <a:xfrm>
                <a:off x="4459726" y="5536291"/>
                <a:ext cx="4933293" cy="101540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(⁡1+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)+1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t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en-US" sz="2800" i="1" dirty="0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(⁡1+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)+</m:t>
                          </m:r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FCA8101-E1B8-0B63-1651-2DB58E9696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726" y="5536291"/>
                <a:ext cx="4933293" cy="1015406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1680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21B05-F9F9-A866-803F-3918E5F7F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DF4014F-8714-6BA6-0B8A-1D1B1CDC88C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13084E-8D47-D7F8-BC79-03391CD5FE5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BD44DE4-AED0-70F9-458F-EBC8A43DF567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D13C670-3389-BF5A-B370-0FB8EC8BF2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18" y="1872994"/>
            <a:ext cx="7186092" cy="45937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26B298-58DE-F207-4306-DCBC3D5F7DAE}"/>
                  </a:ext>
                </a:extLst>
              </p:cNvPr>
              <p:cNvSpPr txBox="1"/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F26B298-58DE-F207-4306-DCBC3D5F7D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blipFill>
                <a:blip r:embed="rId4"/>
                <a:stretch>
                  <a:fillRect l="-2469" t="-5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1FEC8E-3351-A270-BF3D-E60375504B81}"/>
                  </a:ext>
                </a:extLst>
              </p:cNvPr>
              <p:cNvSpPr txBox="1"/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91FEC8E-3351-A270-BF3D-E60375504B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9CF0A4C8-EC73-D631-2DBB-6E848BB9A33F}"/>
              </a:ext>
            </a:extLst>
          </p:cNvPr>
          <p:cNvSpPr txBox="1"/>
          <p:nvPr/>
        </p:nvSpPr>
        <p:spPr>
          <a:xfrm>
            <a:off x="7482784" y="2011747"/>
            <a:ext cx="3644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One Strictly Dominant Strategy Case</a:t>
            </a:r>
          </a:p>
        </p:txBody>
      </p:sp>
    </p:spTree>
    <p:extLst>
      <p:ext uri="{BB962C8B-B14F-4D97-AF65-F5344CB8AC3E}">
        <p14:creationId xmlns:p14="http://schemas.microsoft.com/office/powerpoint/2010/main" val="3620747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7ADF4-9258-15F5-161B-29421B09D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A9645B-B7BA-1EE2-7238-37C541667CC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FD7C283-F7B1-63D8-A356-139B66434AD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091EFF-318D-C2DF-87C7-FA9BE4C22977}"/>
              </a:ext>
            </a:extLst>
          </p:cNvPr>
          <p:cNvSpPr txBox="1"/>
          <p:nvPr/>
        </p:nvSpPr>
        <p:spPr>
          <a:xfrm>
            <a:off x="1856448" y="104381"/>
            <a:ext cx="89613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Convergence of RK 4 Solution to Actual Solution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2CBDA37-2CB7-E4D4-60FE-BE962F8CB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8719" y="1872994"/>
            <a:ext cx="7186090" cy="45937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60E452-69A7-511A-1083-E03E91206130}"/>
                  </a:ext>
                </a:extLst>
              </p:cNvPr>
              <p:cNvSpPr txBox="1"/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Starting at: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d>
                        <m:d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p>
                        <m:sSup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US" sz="2800" i="1" dirty="0">
                          <a:latin typeface="Cambria Math" panose="02040503050406030204" pitchFamily="18" charset="0"/>
                        </a:rPr>
                        <m:t>(0)=</m:t>
                      </m:r>
                      <m:f>
                        <m:fPr>
                          <m:ctrlPr>
                            <a:rPr lang="en-US" sz="28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660E452-69A7-511A-1083-E03E912061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3266788"/>
                <a:ext cx="4934351" cy="1329851"/>
              </a:xfrm>
              <a:prstGeom prst="rect">
                <a:avLst/>
              </a:prstGeom>
              <a:blipFill>
                <a:blip r:embed="rId4"/>
                <a:stretch>
                  <a:fillRect l="-2469" t="-50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8C00C5-AB1F-BB2C-10E5-A79DE91BAADF}"/>
                  </a:ext>
                </a:extLst>
              </p:cNvPr>
              <p:cNvSpPr txBox="1"/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80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B8C00C5-AB1F-BB2C-10E5-A79DE91BAA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82784" y="4742111"/>
                <a:ext cx="3780961" cy="523220"/>
              </a:xfrm>
              <a:prstGeom prst="rect">
                <a:avLst/>
              </a:prstGeom>
              <a:blipFill>
                <a:blip r:embed="rId5"/>
                <a:stretch>
                  <a:fillRect l="-3221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35B0F584-F2C1-A7AC-C8A0-E36B862DDA5D}"/>
              </a:ext>
            </a:extLst>
          </p:cNvPr>
          <p:cNvSpPr txBox="1"/>
          <p:nvPr/>
        </p:nvSpPr>
        <p:spPr>
          <a:xfrm>
            <a:off x="7482784" y="2011747"/>
            <a:ext cx="36440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No Strictly Dominant Strategy Case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AFBDFBB-2086-681F-0434-D7C59D3D5C94}"/>
              </a:ext>
            </a:extLst>
          </p:cNvPr>
          <p:cNvSpPr txBox="1"/>
          <p:nvPr/>
        </p:nvSpPr>
        <p:spPr>
          <a:xfrm>
            <a:off x="7957303" y="5410803"/>
            <a:ext cx="364402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/>
              <a:t>“Actual Solution” Solved Using Adaptive Runge Kutta</a:t>
            </a:r>
          </a:p>
        </p:txBody>
      </p:sp>
    </p:spTree>
    <p:extLst>
      <p:ext uri="{BB962C8B-B14F-4D97-AF65-F5344CB8AC3E}">
        <p14:creationId xmlns:p14="http://schemas.microsoft.com/office/powerpoint/2010/main" val="59930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1E123D-E870-499E-02BE-7F01A8C53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B6FFA0E-4D19-DF5D-5DBA-170CDD16D85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2131D62-BBAC-7E52-A438-8FBF67B4BE18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BF9E7D-345A-FEA1-3474-421476A7D6B1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From Navier-Stokes to Mean Field Games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7800CA0-9859-BC51-683A-E02AE37A3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684" y="1843566"/>
            <a:ext cx="4749621" cy="48066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BD9306-C2D7-4B7A-E9E0-E4F6CFBCAD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8293" y="2051383"/>
            <a:ext cx="6268541" cy="4598799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CEFFA11F-5F69-615A-0025-4F0E86B064E0}"/>
              </a:ext>
            </a:extLst>
          </p:cNvPr>
          <p:cNvSpPr/>
          <p:nvPr/>
        </p:nvSpPr>
        <p:spPr>
          <a:xfrm>
            <a:off x="5039591" y="3813464"/>
            <a:ext cx="747920" cy="768927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351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0DE14-E610-C6CB-4C75-0B2CA0E51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FAD06A3-3084-4664-5093-B774096B85F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A413301-8F71-6522-8095-7BA86C2EABB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D551542-861F-DBAA-7497-21535C971BDB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Deriving Compressible Navier-Stokes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A27146-D00B-3759-F161-4D760D5D843E}"/>
                  </a:ext>
                </a:extLst>
              </p:cNvPr>
              <p:cNvSpPr txBox="1"/>
              <p:nvPr/>
            </p:nvSpPr>
            <p:spPr>
              <a:xfrm>
                <a:off x="2971798" y="2853489"/>
                <a:ext cx="396044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3200" dirty="0"/>
                  <a:t> Sum of Forces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DA27146-D00B-3759-F161-4D760D5D84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798" y="2853489"/>
                <a:ext cx="3960443" cy="492443"/>
              </a:xfrm>
              <a:prstGeom prst="rect">
                <a:avLst/>
              </a:prstGeom>
              <a:blipFill>
                <a:blip r:embed="rId3"/>
                <a:stretch>
                  <a:fillRect t="-23457" r="-5385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BCBAE2-437D-9092-458F-89D73347A7D8}"/>
                  </a:ext>
                </a:extLst>
              </p:cNvPr>
              <p:cNvSpPr txBox="1"/>
              <p:nvPr/>
            </p:nvSpPr>
            <p:spPr>
              <a:xfrm>
                <a:off x="1451239" y="1753877"/>
                <a:ext cx="877567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Newton’s Second Law: Force = Mass 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3200" dirty="0"/>
                  <a:t> Accelation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AFBCBAE2-437D-9092-458F-89D73347A7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239" y="1753877"/>
                <a:ext cx="8775672" cy="492443"/>
              </a:xfrm>
              <a:prstGeom prst="rect">
                <a:avLst/>
              </a:prstGeom>
              <a:blipFill>
                <a:blip r:embed="rId4"/>
                <a:stretch>
                  <a:fillRect l="-2778" t="-25000" r="-1944" b="-5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E74640-8777-F1A2-EC03-D7BCE33A609F}"/>
                  </a:ext>
                </a:extLst>
              </p:cNvPr>
              <p:cNvSpPr txBox="1"/>
              <p:nvPr/>
            </p:nvSpPr>
            <p:spPr>
              <a:xfrm>
                <a:off x="349803" y="2359771"/>
                <a:ext cx="841461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For a fluid of density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800" dirty="0"/>
                  <a:t> and velocity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, this means that:  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8E74640-8777-F1A2-EC03-D7BCE33A60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03" y="2359771"/>
                <a:ext cx="8414611" cy="430887"/>
              </a:xfrm>
              <a:prstGeom prst="rect">
                <a:avLst/>
              </a:prstGeom>
              <a:blipFill>
                <a:blip r:embed="rId5"/>
                <a:stretch>
                  <a:fillRect l="-2534" t="-25352" r="-1593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1F33D9B-975E-3334-00E1-E2756A91474D}"/>
              </a:ext>
            </a:extLst>
          </p:cNvPr>
          <p:cNvSpPr txBox="1"/>
          <p:nvPr/>
        </p:nvSpPr>
        <p:spPr>
          <a:xfrm>
            <a:off x="4363497" y="3345932"/>
            <a:ext cx="119782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u="sng" dirty="0"/>
              <a:t>Forces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DFEF1D-7842-10DD-F78D-285727C1D93B}"/>
                  </a:ext>
                </a:extLst>
              </p:cNvPr>
              <p:cNvSpPr txBox="1"/>
              <p:nvPr/>
            </p:nvSpPr>
            <p:spPr>
              <a:xfrm>
                <a:off x="6095999" y="3809065"/>
                <a:ext cx="3057504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Net Pressure: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−</m:t>
                    </m:r>
                    <m:r>
                      <m:rPr>
                        <m:sty m:val="p"/>
                      </m:rP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 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3DFEF1D-7842-10DD-F78D-285727C1D9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3809065"/>
                <a:ext cx="3057504" cy="430887"/>
              </a:xfrm>
              <a:prstGeom prst="rect">
                <a:avLst/>
              </a:prstGeom>
              <a:blipFill>
                <a:blip r:embed="rId6"/>
                <a:stretch>
                  <a:fillRect l="-6972" t="-25352" b="-478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BAE3F0-B06F-A98F-9725-5C908D91AD33}"/>
                  </a:ext>
                </a:extLst>
              </p:cNvPr>
              <p:cNvSpPr txBox="1"/>
              <p:nvPr/>
            </p:nvSpPr>
            <p:spPr>
              <a:xfrm>
                <a:off x="964938" y="4289252"/>
                <a:ext cx="2328458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Viscosity: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m:rPr>
                        <m:sty m:val="p"/>
                      </m:rPr>
                      <a:rPr lang="el-GR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7BAE3F0-B06F-A98F-9725-5C908D91AD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38" y="4289252"/>
                <a:ext cx="2328458" cy="430887"/>
              </a:xfrm>
              <a:prstGeom prst="rect">
                <a:avLst/>
              </a:prstGeom>
              <a:blipFill>
                <a:blip r:embed="rId7"/>
                <a:stretch>
                  <a:fillRect l="-9162" t="-2571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7D9317-00F6-513A-FE5D-A8E4D1EF7294}"/>
                  </a:ext>
                </a:extLst>
              </p:cNvPr>
              <p:cNvSpPr txBox="1"/>
              <p:nvPr/>
            </p:nvSpPr>
            <p:spPr>
              <a:xfrm>
                <a:off x="6095999" y="4289252"/>
                <a:ext cx="29279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External Forces: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800" dirty="0"/>
                  <a:t> 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97D9317-00F6-513A-FE5D-A8E4D1EF7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5999" y="4289252"/>
                <a:ext cx="2927981" cy="430887"/>
              </a:xfrm>
              <a:prstGeom prst="rect">
                <a:avLst/>
              </a:prstGeom>
              <a:blipFill>
                <a:blip r:embed="rId8"/>
                <a:stretch>
                  <a:fillRect l="-7292" t="-25714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D2FD4B-845A-616A-B86C-CADEDC19163C}"/>
                  </a:ext>
                </a:extLst>
              </p:cNvPr>
              <p:cNvSpPr txBox="1"/>
              <p:nvPr/>
            </p:nvSpPr>
            <p:spPr>
              <a:xfrm>
                <a:off x="964938" y="3817592"/>
                <a:ext cx="3898696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Inertial “Force”: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5D2FD4B-845A-616A-B86C-CADEDC19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938" y="3817592"/>
                <a:ext cx="3898696" cy="430887"/>
              </a:xfrm>
              <a:prstGeom prst="rect">
                <a:avLst/>
              </a:prstGeom>
              <a:blipFill>
                <a:blip r:embed="rId9"/>
                <a:stretch>
                  <a:fillRect l="-5469" t="-25352" b="-49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12A175-9338-FB74-8497-259D941537CA}"/>
                  </a:ext>
                </a:extLst>
              </p:cNvPr>
              <p:cNvSpPr txBox="1"/>
              <p:nvPr/>
            </p:nvSpPr>
            <p:spPr>
              <a:xfrm>
                <a:off x="2507675" y="5059067"/>
                <a:ext cx="5532925" cy="1019574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A12A175-9338-FB74-8497-259D94153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7675" y="5059067"/>
                <a:ext cx="5532925" cy="10195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9474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D2881-D08B-E6C1-1B8E-6C03CEBF7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930236-80BA-9B98-3524-6609CF41049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1221819-2933-954A-F903-C4CDA011289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3E713-49AF-6193-93F1-5321401BDEB9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Deriving Compressible Navier-Stokes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8D267E3-3F0E-9076-15F3-47DE30E55628}"/>
              </a:ext>
            </a:extLst>
          </p:cNvPr>
          <p:cNvSpPr txBox="1"/>
          <p:nvPr/>
        </p:nvSpPr>
        <p:spPr>
          <a:xfrm>
            <a:off x="1033680" y="1843566"/>
            <a:ext cx="10643779" cy="98488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3200" dirty="0"/>
              <a:t>Conservation of Mass – Change in density must come from 	net flow of mass in or out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54F8582-C27C-A94A-FB6D-4A6EC0CD7D6D}"/>
                  </a:ext>
                </a:extLst>
              </p:cNvPr>
              <p:cNvSpPr txBox="1"/>
              <p:nvPr/>
            </p:nvSpPr>
            <p:spPr>
              <a:xfrm>
                <a:off x="4149438" y="4882533"/>
                <a:ext cx="3291029" cy="492443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854F8582-C27C-A94A-FB6D-4A6EC0CD7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9438" y="4882533"/>
                <a:ext cx="3291029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720960-60D4-0E80-1A3B-583B60B04C07}"/>
                  </a:ext>
                </a:extLst>
              </p:cNvPr>
              <p:cNvSpPr txBox="1"/>
              <p:nvPr/>
            </p:nvSpPr>
            <p:spPr>
              <a:xfrm>
                <a:off x="3530021" y="2961204"/>
                <a:ext cx="392776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Change in Density: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720960-60D4-0E80-1A3B-583B60B04C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0021" y="2961204"/>
                <a:ext cx="3927764" cy="523220"/>
              </a:xfrm>
              <a:prstGeom prst="rect">
                <a:avLst/>
              </a:prstGeom>
              <a:blipFill>
                <a:blip r:embed="rId4"/>
                <a:stretch>
                  <a:fillRect l="-3106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1E092F-ABBF-F697-03D5-DCAADCA47A91}"/>
                  </a:ext>
                </a:extLst>
              </p:cNvPr>
              <p:cNvSpPr txBox="1"/>
              <p:nvPr/>
            </p:nvSpPr>
            <p:spPr>
              <a:xfrm>
                <a:off x="3735818" y="3484424"/>
                <a:ext cx="4720361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dirty="0"/>
                  <a:t>Mass Flux In: </a:t>
                </a:r>
                <a14:m>
                  <m:oMath xmlns:m="http://schemas.openxmlformats.org/officeDocument/2006/math"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21E092F-ABBF-F697-03D5-DCAADCA47A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5818" y="3484424"/>
                <a:ext cx="4720361" cy="523220"/>
              </a:xfrm>
              <a:prstGeom prst="rect">
                <a:avLst/>
              </a:prstGeom>
              <a:blipFill>
                <a:blip r:embed="rId5"/>
                <a:stretch>
                  <a:fillRect l="-2713"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07911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77B74-925F-432B-8131-E361AD78F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0AA2018C-5452-CB30-8B72-71841ECC263F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C26AA5-9809-99EA-6BBC-DD898D87D2F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54E896-E6A4-4B8F-CB2E-B1A769BB1C0E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Compressible Navier-Stokes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BC1A87-844D-2EF1-D58C-5CEB46897D40}"/>
                  </a:ext>
                </a:extLst>
              </p:cNvPr>
              <p:cNvSpPr txBox="1"/>
              <p:nvPr/>
            </p:nvSpPr>
            <p:spPr>
              <a:xfrm>
                <a:off x="2504208" y="1843566"/>
                <a:ext cx="5532925" cy="1019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5BC1A87-844D-2EF1-D58C-5CEB46897D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4208" y="1843566"/>
                <a:ext cx="5532925" cy="1019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248C2-8D8F-53DF-E7AA-E81C65C980E7}"/>
                  </a:ext>
                </a:extLst>
              </p:cNvPr>
              <p:cNvSpPr txBox="1"/>
              <p:nvPr/>
            </p:nvSpPr>
            <p:spPr>
              <a:xfrm>
                <a:off x="2670463" y="2995893"/>
                <a:ext cx="329102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248C2-8D8F-53DF-E7AA-E81C65C98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463" y="2995893"/>
                <a:ext cx="329102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05BDC-F519-22A5-14E1-292E9C2013F5}"/>
                  </a:ext>
                </a:extLst>
              </p:cNvPr>
              <p:cNvSpPr txBox="1"/>
              <p:nvPr/>
            </p:nvSpPr>
            <p:spPr>
              <a:xfrm>
                <a:off x="2670462" y="3823703"/>
                <a:ext cx="56414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1905BDC-F519-22A5-14E1-292E9C2013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462" y="3823703"/>
                <a:ext cx="5641481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1B8C4A-DA0E-072C-0D00-780878C06F15}"/>
                  </a:ext>
                </a:extLst>
              </p:cNvPr>
              <p:cNvSpPr txBox="1"/>
              <p:nvPr/>
            </p:nvSpPr>
            <p:spPr>
              <a:xfrm>
                <a:off x="1516672" y="5151400"/>
                <a:ext cx="203741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3200" dirty="0"/>
                  <a:t> – velocity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1B8C4A-DA0E-072C-0D00-780878C06F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6672" y="5151400"/>
                <a:ext cx="2037417" cy="492443"/>
              </a:xfrm>
              <a:prstGeom prst="rect">
                <a:avLst/>
              </a:prstGeom>
              <a:blipFill>
                <a:blip r:embed="rId6"/>
                <a:stretch>
                  <a:fillRect t="-23457" r="-11078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85A8E-705C-CC62-13B4-938C30C4679C}"/>
                  </a:ext>
                </a:extLst>
              </p:cNvPr>
              <p:cNvSpPr txBox="1"/>
              <p:nvPr/>
            </p:nvSpPr>
            <p:spPr>
              <a:xfrm>
                <a:off x="4319106" y="5145191"/>
                <a:ext cx="196547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3200" dirty="0"/>
                  <a:t> – density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1085A8E-705C-CC62-13B4-938C30C46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9106" y="5145191"/>
                <a:ext cx="1965474" cy="492443"/>
              </a:xfrm>
              <a:prstGeom prst="rect">
                <a:avLst/>
              </a:prstGeom>
              <a:blipFill>
                <a:blip r:embed="rId7"/>
                <a:stretch>
                  <a:fillRect t="-23457" r="-11801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8A11F6-B9A2-A6BB-6403-21BF23FA44B8}"/>
                  </a:ext>
                </a:extLst>
              </p:cNvPr>
              <p:cNvSpPr txBox="1"/>
              <p:nvPr/>
            </p:nvSpPr>
            <p:spPr>
              <a:xfrm>
                <a:off x="5608425" y="5732988"/>
                <a:ext cx="345088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3200" dirty="0"/>
                  <a:t> – forcing function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08A11F6-B9A2-A6BB-6403-21BF23FA4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8425" y="5732988"/>
                <a:ext cx="3450881" cy="492443"/>
              </a:xfrm>
              <a:prstGeom prst="rect">
                <a:avLst/>
              </a:prstGeom>
              <a:blipFill>
                <a:blip r:embed="rId8"/>
                <a:stretch>
                  <a:fillRect l="-177" t="-23457" r="-6360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8145EB-50A9-F19D-75BD-D3765BDDD61C}"/>
                  </a:ext>
                </a:extLst>
              </p:cNvPr>
              <p:cNvSpPr txBox="1"/>
              <p:nvPr/>
            </p:nvSpPr>
            <p:spPr>
              <a:xfrm>
                <a:off x="7040321" y="5151400"/>
                <a:ext cx="222830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3200" dirty="0"/>
                  <a:t> – pressure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E8145EB-50A9-F19D-75BD-D3765BDDD6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321" y="5151400"/>
                <a:ext cx="2228302" cy="492443"/>
              </a:xfrm>
              <a:prstGeom prst="rect">
                <a:avLst/>
              </a:prstGeom>
              <a:blipFill>
                <a:blip r:embed="rId9"/>
                <a:stretch>
                  <a:fillRect t="-23457" r="-1013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BAC13-BD94-0EB2-76F6-EA667D5E9F68}"/>
                  </a:ext>
                </a:extLst>
              </p:cNvPr>
              <p:cNvSpPr txBox="1"/>
              <p:nvPr/>
            </p:nvSpPr>
            <p:spPr>
              <a:xfrm>
                <a:off x="2810353" y="5732988"/>
                <a:ext cx="211012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</m:oMath>
                </a14:m>
                <a:r>
                  <a:rPr lang="en-US" sz="3200" dirty="0"/>
                  <a:t>– viscosity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6BAC13-BD94-0EB2-76F6-EA667D5E9F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0353" y="5732988"/>
                <a:ext cx="2110129" cy="492443"/>
              </a:xfrm>
              <a:prstGeom prst="rect">
                <a:avLst/>
              </a:prstGeom>
              <a:blipFill>
                <a:blip r:embed="rId10"/>
                <a:stretch>
                  <a:fillRect l="-1445" t="-23457" r="-7514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0528D114-9FC3-515B-D39D-172D35680789}"/>
              </a:ext>
            </a:extLst>
          </p:cNvPr>
          <p:cNvSpPr txBox="1"/>
          <p:nvPr/>
        </p:nvSpPr>
        <p:spPr>
          <a:xfrm>
            <a:off x="4348176" y="4651513"/>
            <a:ext cx="1644489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 sz="3200" u="sng" dirty="0"/>
              <a:t>Variables</a:t>
            </a:r>
          </a:p>
        </p:txBody>
      </p:sp>
    </p:spTree>
    <p:extLst>
      <p:ext uri="{BB962C8B-B14F-4D97-AF65-F5344CB8AC3E}">
        <p14:creationId xmlns:p14="http://schemas.microsoft.com/office/powerpoint/2010/main" val="26787605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601D1-56ED-FE64-CBD5-AA83B4E5F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4FE546F-15A9-9FBC-B3C2-49972631A8C5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0803DDE-6893-7A74-D1E4-90D95015370F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1BC37BD-36A7-AD11-0FC2-59285459146D}"/>
              </a:ext>
            </a:extLst>
          </p:cNvPr>
          <p:cNvSpPr txBox="1"/>
          <p:nvPr/>
        </p:nvSpPr>
        <p:spPr>
          <a:xfrm>
            <a:off x="1033680" y="378560"/>
            <a:ext cx="1012463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Relation to Incompressible Navier-Stokes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6B15D8-71AC-E89C-0D29-80A3B555134E}"/>
                  </a:ext>
                </a:extLst>
              </p:cNvPr>
              <p:cNvSpPr txBox="1"/>
              <p:nvPr/>
            </p:nvSpPr>
            <p:spPr>
              <a:xfrm>
                <a:off x="3408217" y="1948185"/>
                <a:ext cx="5532925" cy="10195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𝜐</m:t>
                          </m:r>
                          <m:r>
                            <m:rPr>
                              <m:sty m:val="p"/>
                            </m:rPr>
                            <a:rPr lang="el-GR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𝑓</m:t>
                          </m:r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den>
                      </m:f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56B15D8-71AC-E89C-0D29-80A3B555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8217" y="1948185"/>
                <a:ext cx="5532925" cy="10195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6F4965-0178-373B-D0CB-C2B639D4C4F2}"/>
                  </a:ext>
                </a:extLst>
              </p:cNvPr>
              <p:cNvSpPr txBox="1"/>
              <p:nvPr/>
            </p:nvSpPr>
            <p:spPr>
              <a:xfrm>
                <a:off x="3574472" y="2962480"/>
                <a:ext cx="3291029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F6F4965-0178-373B-D0CB-C2B639D4C4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72" y="2962480"/>
                <a:ext cx="3291029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Arrow: Right 10">
            <a:extLst>
              <a:ext uri="{FF2B5EF4-FFF2-40B4-BE49-F238E27FC236}">
                <a16:creationId xmlns:a16="http://schemas.microsoft.com/office/drawing/2014/main" id="{0A37B845-DF79-45F5-A125-F97243AD1E3C}"/>
              </a:ext>
            </a:extLst>
          </p:cNvPr>
          <p:cNvSpPr/>
          <p:nvPr/>
        </p:nvSpPr>
        <p:spPr>
          <a:xfrm rot="5400000">
            <a:off x="5281729" y="3682590"/>
            <a:ext cx="1473648" cy="1402886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C20720-5CA1-7EB6-3EB3-90593D60F580}"/>
                  </a:ext>
                </a:extLst>
              </p:cNvPr>
              <p:cNvSpPr txBox="1"/>
              <p:nvPr/>
            </p:nvSpPr>
            <p:spPr>
              <a:xfrm>
                <a:off x="6719996" y="3775133"/>
                <a:ext cx="2078182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ea typeface="Cambria Math" panose="02040503050406030204" pitchFamily="18" charset="0"/>
                  </a:rPr>
                  <a:t>Density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800" dirty="0"/>
                  <a:t> is a constant</a:t>
                </a: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DC20720-5CA1-7EB6-3EB3-90593D60F5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9996" y="3775133"/>
                <a:ext cx="2078182" cy="954107"/>
              </a:xfrm>
              <a:prstGeom prst="rect">
                <a:avLst/>
              </a:prstGeom>
              <a:blipFill>
                <a:blip r:embed="rId5"/>
                <a:stretch>
                  <a:fillRect l="-2933" t="-6369" r="-6452" b="-165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AFDB14-9A78-86E7-B2C5-05EC267B09BD}"/>
                  </a:ext>
                </a:extLst>
              </p:cNvPr>
              <p:cNvSpPr txBox="1"/>
              <p:nvPr/>
            </p:nvSpPr>
            <p:spPr>
              <a:xfrm>
                <a:off x="3372288" y="5305669"/>
                <a:ext cx="521232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6AFDB14-9A78-86E7-B2C5-05EC267B09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2288" y="5305669"/>
                <a:ext cx="5212324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73F247-BBE8-5BAF-71B4-8AA2FA6A9982}"/>
                  </a:ext>
                </a:extLst>
              </p:cNvPr>
              <p:cNvSpPr txBox="1"/>
              <p:nvPr/>
            </p:nvSpPr>
            <p:spPr>
              <a:xfrm>
                <a:off x="3574472" y="5915688"/>
                <a:ext cx="162307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EB73F247-BBE8-5BAF-71B4-8AA2FA6A99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4472" y="5915688"/>
                <a:ext cx="162307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6C1CD49B-1300-92A0-8141-1CF40E703957}"/>
              </a:ext>
            </a:extLst>
          </p:cNvPr>
          <p:cNvSpPr txBox="1"/>
          <p:nvPr/>
        </p:nvSpPr>
        <p:spPr>
          <a:xfrm>
            <a:off x="1690796" y="6421088"/>
            <a:ext cx="825038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ea typeface="Cambria Math" panose="02040503050406030204" pitchFamily="18" charset="0"/>
              </a:rPr>
              <a:t>*Density scaling absorbed into pressure, viscosity, and forcing function</a:t>
            </a:r>
            <a:endParaRPr lang="en-US" sz="2000" dirty="0"/>
          </a:p>
        </p:txBody>
      </p:sp>
      <p:sp>
        <p:nvSpPr>
          <p:cNvPr id="21" name="Right Brace 20">
            <a:extLst>
              <a:ext uri="{FF2B5EF4-FFF2-40B4-BE49-F238E27FC236}">
                <a16:creationId xmlns:a16="http://schemas.microsoft.com/office/drawing/2014/main" id="{CB61E1A2-6C16-FA3C-72EA-E92B0273931B}"/>
              </a:ext>
            </a:extLst>
          </p:cNvPr>
          <p:cNvSpPr/>
          <p:nvPr/>
        </p:nvSpPr>
        <p:spPr>
          <a:xfrm flipH="1">
            <a:off x="2899062" y="2171821"/>
            <a:ext cx="675410" cy="131808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ight Brace 21">
            <a:extLst>
              <a:ext uri="{FF2B5EF4-FFF2-40B4-BE49-F238E27FC236}">
                <a16:creationId xmlns:a16="http://schemas.microsoft.com/office/drawing/2014/main" id="{98B1EC4B-C456-739A-C40F-5B24971A93BD}"/>
              </a:ext>
            </a:extLst>
          </p:cNvPr>
          <p:cNvSpPr/>
          <p:nvPr/>
        </p:nvSpPr>
        <p:spPr>
          <a:xfrm flipH="1">
            <a:off x="2899062" y="5199553"/>
            <a:ext cx="675410" cy="1221535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A55DD1B-1537-BE6B-7D03-BAE229A6E07C}"/>
              </a:ext>
            </a:extLst>
          </p:cNvPr>
          <p:cNvSpPr txBox="1"/>
          <p:nvPr/>
        </p:nvSpPr>
        <p:spPr>
          <a:xfrm>
            <a:off x="331317" y="2474336"/>
            <a:ext cx="2739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ea typeface="Cambria Math" panose="02040503050406030204" pitchFamily="18" charset="0"/>
              </a:rPr>
              <a:t>Compressible</a:t>
            </a:r>
            <a:endParaRPr lang="en-US" sz="28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5D33BE-F037-0EBD-CE7F-DD195C92AC69}"/>
              </a:ext>
            </a:extLst>
          </p:cNvPr>
          <p:cNvSpPr txBox="1"/>
          <p:nvPr/>
        </p:nvSpPr>
        <p:spPr>
          <a:xfrm>
            <a:off x="231144" y="5448257"/>
            <a:ext cx="2739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ea typeface="Cambria Math" panose="02040503050406030204" pitchFamily="18" charset="0"/>
              </a:rPr>
              <a:t>Incompressible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723319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A0E1-FF70-587F-CCA8-0EF104FCF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D5E4E7-0D3D-4E06-120F-DB2D46666D5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7AB252-2507-6087-0EB1-CC95671E293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A18B42-AD22-B08C-14EB-D63D8D2A3D38}"/>
              </a:ext>
            </a:extLst>
          </p:cNvPr>
          <p:cNvSpPr txBox="1"/>
          <p:nvPr/>
        </p:nvSpPr>
        <p:spPr>
          <a:xfrm>
            <a:off x="1671962" y="140177"/>
            <a:ext cx="884807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Luo and Song’s Variation of Compressible Navier-Stokes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927ED-C311-0A52-A6E3-E3D715E5B175}"/>
                  </a:ext>
                </a:extLst>
              </p:cNvPr>
              <p:cNvSpPr txBox="1"/>
              <p:nvPr/>
            </p:nvSpPr>
            <p:spPr>
              <a:xfrm>
                <a:off x="2389577" y="5917995"/>
                <a:ext cx="57821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AA927ED-C311-0A52-A6E3-E3D715E5B1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77" y="5917995"/>
                <a:ext cx="578216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52D08856-D277-0988-024D-74409DF7E70E}"/>
              </a:ext>
            </a:extLst>
          </p:cNvPr>
          <p:cNvSpPr txBox="1"/>
          <p:nvPr/>
        </p:nvSpPr>
        <p:spPr>
          <a:xfrm>
            <a:off x="129887" y="1974273"/>
            <a:ext cx="1569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Change 1: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D3B2C3-932F-1224-8CF6-0430B68D056C}"/>
                  </a:ext>
                </a:extLst>
              </p:cNvPr>
              <p:cNvSpPr txBox="1"/>
              <p:nvPr/>
            </p:nvSpPr>
            <p:spPr>
              <a:xfrm>
                <a:off x="1611020" y="1868666"/>
                <a:ext cx="10026797" cy="6728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ea typeface="Cambria Math" panose="02040503050406030204" pitchFamily="18" charset="0"/>
                  </a:rPr>
                  <a:t>The ratio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𝜐</m:t>
                        </m:r>
                        <m:r>
                          <m:rPr>
                            <m:sty m:val="p"/>
                          </m:rPr>
                          <a:rPr lang="el-G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𝑓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den>
                    </m:f>
                  </m:oMath>
                </a14:m>
                <a:r>
                  <a:rPr lang="en-US" sz="2400" dirty="0"/>
                  <a:t> is generalized to the functional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CD3B2C3-932F-1224-8CF6-0430B68D05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020" y="1868666"/>
                <a:ext cx="10026797" cy="672877"/>
              </a:xfrm>
              <a:prstGeom prst="rect">
                <a:avLst/>
              </a:prstGeom>
              <a:blipFill>
                <a:blip r:embed="rId4"/>
                <a:stretch>
                  <a:fillRect l="-912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BFBE1E2-AC26-889C-39F1-484A5D449911}"/>
              </a:ext>
            </a:extLst>
          </p:cNvPr>
          <p:cNvSpPr txBox="1"/>
          <p:nvPr/>
        </p:nvSpPr>
        <p:spPr>
          <a:xfrm>
            <a:off x="129887" y="2524527"/>
            <a:ext cx="1569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Change 2: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C70899-0F4E-EF9A-5491-C861D4225B13}"/>
                  </a:ext>
                </a:extLst>
              </p:cNvPr>
              <p:cNvSpPr txBox="1"/>
              <p:nvPr/>
            </p:nvSpPr>
            <p:spPr>
              <a:xfrm>
                <a:off x="1611020" y="2524527"/>
                <a:ext cx="1002679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b="0" dirty="0">
                    <a:ea typeface="Cambria Math" panose="02040503050406030204" pitchFamily="18" charset="0"/>
                  </a:rPr>
                  <a:t>Replacing mass conservation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b="0" dirty="0">
                    <a:ea typeface="Cambria Math" panose="02040503050406030204" pitchFamily="18" charset="0"/>
                  </a:rPr>
                  <a:t> with Fokker-Planck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∙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l-GR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>
                    <a:ea typeface="Cambria Math" panose="02040503050406030204" pitchFamily="18" charset="0"/>
                  </a:rPr>
                  <a:t> </a:t>
                </a:r>
                <a:endParaRPr lang="en-US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FC70899-0F4E-EF9A-5491-C861D4225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1020" y="2524527"/>
                <a:ext cx="10026797" cy="830997"/>
              </a:xfrm>
              <a:prstGeom prst="rect">
                <a:avLst/>
              </a:prstGeom>
              <a:blipFill>
                <a:blip r:embed="rId5"/>
                <a:stretch>
                  <a:fillRect l="-912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447CF6C6-3F6C-AA08-4B67-B7D995B4D79A}"/>
              </a:ext>
            </a:extLst>
          </p:cNvPr>
          <p:cNvSpPr txBox="1"/>
          <p:nvPr/>
        </p:nvSpPr>
        <p:spPr>
          <a:xfrm>
            <a:off x="129887" y="3502477"/>
            <a:ext cx="15690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Change 3: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09D35B-AD74-6DED-2E31-F8F224461D74}"/>
              </a:ext>
            </a:extLst>
          </p:cNvPr>
          <p:cNvSpPr txBox="1"/>
          <p:nvPr/>
        </p:nvSpPr>
        <p:spPr>
          <a:xfrm>
            <a:off x="1611019" y="3497292"/>
            <a:ext cx="100267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0" dirty="0">
                <a:ea typeface="Cambria Math" panose="02040503050406030204" pitchFamily="18" charset="0"/>
              </a:rPr>
              <a:t>Imposing a terminal condition on the density rather than an initial condition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D80AEE-8DDB-C56E-7B0C-8673A08B9088}"/>
                  </a:ext>
                </a:extLst>
              </p:cNvPr>
              <p:cNvSpPr txBox="1"/>
              <p:nvPr/>
            </p:nvSpPr>
            <p:spPr>
              <a:xfrm>
                <a:off x="2389577" y="4375547"/>
                <a:ext cx="7102265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𝑓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DD80AEE-8DDB-C56E-7B0C-8673A08B90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77" y="4375547"/>
                <a:ext cx="7102265" cy="49244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F03E4-CC46-92A9-8523-92E0DF6DC573}"/>
                  </a:ext>
                </a:extLst>
              </p:cNvPr>
              <p:cNvSpPr txBox="1"/>
              <p:nvPr/>
            </p:nvSpPr>
            <p:spPr>
              <a:xfrm>
                <a:off x="2389577" y="5146771"/>
                <a:ext cx="500438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97FF03E4-CC46-92A9-8523-92E0DF6DC5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577" y="5146771"/>
                <a:ext cx="5004383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B736472D-B721-68DD-D611-2B1343CBB1C0}"/>
              </a:ext>
            </a:extLst>
          </p:cNvPr>
          <p:cNvSpPr/>
          <p:nvPr/>
        </p:nvSpPr>
        <p:spPr>
          <a:xfrm flipH="1">
            <a:off x="1922316" y="4327708"/>
            <a:ext cx="675410" cy="2239347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54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3DC6ED-7C18-9FCB-79ED-6579E68DD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2DFB95-E953-E395-2B19-AD30990EA5A3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EA7952-31C6-F349-E1CE-DC77F8FB40A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90161-B566-49C4-5BD1-2E28A406CB5D}"/>
              </a:ext>
            </a:extLst>
          </p:cNvPr>
          <p:cNvSpPr txBox="1"/>
          <p:nvPr/>
        </p:nvSpPr>
        <p:spPr>
          <a:xfrm>
            <a:off x="1671962" y="350375"/>
            <a:ext cx="8848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Luo and Song’s Main Result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89FADC-A164-C33F-3515-37D5D6A08F8C}"/>
                  </a:ext>
                </a:extLst>
              </p:cNvPr>
              <p:cNvSpPr txBox="1"/>
              <p:nvPr/>
            </p:nvSpPr>
            <p:spPr>
              <a:xfrm>
                <a:off x="1070935" y="4900550"/>
                <a:ext cx="7049814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),  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989FADC-A164-C33F-3515-37D5D6A08F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935" y="4900550"/>
                <a:ext cx="7049814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81BC5A9-507D-4C57-E918-9E8548739CAD}"/>
              </a:ext>
            </a:extLst>
          </p:cNvPr>
          <p:cNvSpPr txBox="1"/>
          <p:nvPr/>
        </p:nvSpPr>
        <p:spPr>
          <a:xfrm>
            <a:off x="121801" y="1773055"/>
            <a:ext cx="116378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Luo and Song imposed the following conditions on their generalized Navier-Stokes equations: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86A956-C975-0941-AE9E-E70D4654ED74}"/>
                  </a:ext>
                </a:extLst>
              </p:cNvPr>
              <p:cNvSpPr txBox="1"/>
              <p:nvPr/>
            </p:nvSpPr>
            <p:spPr>
              <a:xfrm>
                <a:off x="1049910" y="2482453"/>
                <a:ext cx="9361781" cy="6138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𝑓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 is some smooth function</a:t>
                </a: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286A956-C975-0941-AE9E-E70D4654E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9910" y="2482453"/>
                <a:ext cx="9361781" cy="613886"/>
              </a:xfrm>
              <a:prstGeom prst="rect">
                <a:avLst/>
              </a:prstGeom>
              <a:blipFill>
                <a:blip r:embed="rId4"/>
                <a:stretch>
                  <a:fillRect b="-108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11681E-AD54-6637-131B-CCAB1B1DAA79}"/>
                  </a:ext>
                </a:extLst>
              </p:cNvPr>
              <p:cNvSpPr txBox="1"/>
              <p:nvPr/>
            </p:nvSpPr>
            <p:spPr>
              <a:xfrm>
                <a:off x="1057951" y="3028808"/>
                <a:ext cx="5548634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A11681E-AD54-6637-131B-CCAB1B1DAA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7951" y="3028808"/>
                <a:ext cx="5548634" cy="921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6B4C35-4790-3F29-0951-C4EAA43991AE}"/>
                  </a:ext>
                </a:extLst>
              </p:cNvPr>
              <p:cNvSpPr txBox="1"/>
              <p:nvPr/>
            </p:nvSpPr>
            <p:spPr>
              <a:xfrm>
                <a:off x="1552733" y="3879917"/>
                <a:ext cx="4559069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l-GR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26B4C35-4790-3F29-0951-C4EAA43991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733" y="3879917"/>
                <a:ext cx="4559069" cy="92198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97B2AB-546D-EB65-2CF0-9C51B26F1866}"/>
                  </a:ext>
                </a:extLst>
              </p:cNvPr>
              <p:cNvSpPr txBox="1"/>
              <p:nvPr/>
            </p:nvSpPr>
            <p:spPr>
              <a:xfrm>
                <a:off x="121801" y="5585479"/>
                <a:ext cx="11637816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Under multiple other conditions on the domain (3-torus), norm of pressure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h</m:t>
                    </m:r>
                  </m:oMath>
                </a14:m>
                <a:r>
                  <a:rPr lang="en-US" sz="2400" dirty="0"/>
                  <a:t>, Luo and Song prove that a classical solution to this system exists (classical: all derivatives in the PDE exist and the equations are satisfied pointwise)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997B2AB-546D-EB65-2CF0-9C51B26F1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801" y="5585479"/>
                <a:ext cx="11637816" cy="1200329"/>
              </a:xfrm>
              <a:prstGeom prst="rect">
                <a:avLst/>
              </a:prstGeom>
              <a:blipFill>
                <a:blip r:embed="rId7"/>
                <a:stretch>
                  <a:fillRect l="-838" t="-4061" b="-10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ight Brace 1">
            <a:extLst>
              <a:ext uri="{FF2B5EF4-FFF2-40B4-BE49-F238E27FC236}">
                <a16:creationId xmlns:a16="http://schemas.microsoft.com/office/drawing/2014/main" id="{6CC8DD01-7969-4BE3-4865-401801F04E9E}"/>
              </a:ext>
            </a:extLst>
          </p:cNvPr>
          <p:cNvSpPr/>
          <p:nvPr/>
        </p:nvSpPr>
        <p:spPr>
          <a:xfrm flipH="1">
            <a:off x="629932" y="3249889"/>
            <a:ext cx="675410" cy="2239347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475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15C176-4D20-F64A-B8E4-9C88F467F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3A2E54-C71B-9CC5-2D89-BA307A2A623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C0D275-8582-4F24-44B5-712BD8C3C89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67B93A8-ACE5-BB1E-4D7C-A8474AE47EA1}"/>
              </a:ext>
            </a:extLst>
          </p:cNvPr>
          <p:cNvSpPr txBox="1"/>
          <p:nvPr/>
        </p:nvSpPr>
        <p:spPr>
          <a:xfrm>
            <a:off x="1671962" y="350375"/>
            <a:ext cx="8848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HJB Equations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FE545F-578D-ADBB-B471-A87B9CFC8D75}"/>
                  </a:ext>
                </a:extLst>
              </p:cNvPr>
              <p:cNvSpPr txBox="1"/>
              <p:nvPr/>
            </p:nvSpPr>
            <p:spPr>
              <a:xfrm>
                <a:off x="2783685" y="5877277"/>
                <a:ext cx="283782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5FE545F-578D-ADBB-B471-A87B9CFC8D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3685" y="5877277"/>
                <a:ext cx="2837828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FE863-7F20-0B7B-A5DB-3B15417D08D7}"/>
                  </a:ext>
                </a:extLst>
              </p:cNvPr>
              <p:cNvSpPr txBox="1"/>
              <p:nvPr/>
            </p:nvSpPr>
            <p:spPr>
              <a:xfrm>
                <a:off x="2610703" y="2011365"/>
                <a:ext cx="5368201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76FE863-7F20-0B7B-A5DB-3B15417D0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03" y="2011365"/>
                <a:ext cx="5368201" cy="1106521"/>
              </a:xfrm>
              <a:prstGeom prst="rect">
                <a:avLst/>
              </a:prstGeom>
              <a:blipFill>
                <a:blip r:embed="rId4"/>
                <a:stretch>
                  <a:fillRect b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D087-4E55-FCDF-28AE-48522B1C9E8F}"/>
                  </a:ext>
                </a:extLst>
              </p:cNvPr>
              <p:cNvSpPr txBox="1"/>
              <p:nvPr/>
            </p:nvSpPr>
            <p:spPr>
              <a:xfrm>
                <a:off x="2610703" y="4482213"/>
                <a:ext cx="4860946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𝑣</m:t>
                          </m:r>
                        </m:e>
                      </m:d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80ED087-4E55-FCDF-28AE-48522B1C9E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0703" y="4482213"/>
                <a:ext cx="4860946" cy="11065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00C86B-E8D8-529A-2859-20B839F9E01C}"/>
                  </a:ext>
                </a:extLst>
              </p:cNvPr>
              <p:cNvSpPr txBox="1"/>
              <p:nvPr/>
            </p:nvSpPr>
            <p:spPr>
              <a:xfrm>
                <a:off x="2510938" y="3244886"/>
                <a:ext cx="370511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E00C86B-E8D8-529A-2859-20B839F9E0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0938" y="3244886"/>
                <a:ext cx="370511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0BE89A4C-BC6D-582F-AC9E-7DFA4682D404}"/>
              </a:ext>
            </a:extLst>
          </p:cNvPr>
          <p:cNvSpPr/>
          <p:nvPr/>
        </p:nvSpPr>
        <p:spPr>
          <a:xfrm flipH="1">
            <a:off x="1918949" y="1988769"/>
            <a:ext cx="675410" cy="1840892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Brace 10">
            <a:extLst>
              <a:ext uri="{FF2B5EF4-FFF2-40B4-BE49-F238E27FC236}">
                <a16:creationId xmlns:a16="http://schemas.microsoft.com/office/drawing/2014/main" id="{165CAB6B-3698-D511-46CC-B3302123D17D}"/>
              </a:ext>
            </a:extLst>
          </p:cNvPr>
          <p:cNvSpPr/>
          <p:nvPr/>
        </p:nvSpPr>
        <p:spPr>
          <a:xfrm flipH="1">
            <a:off x="1918949" y="4482213"/>
            <a:ext cx="675410" cy="2025412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489E90-9A8F-2569-9607-94A323385A09}"/>
              </a:ext>
            </a:extLst>
          </p:cNvPr>
          <p:cNvSpPr txBox="1"/>
          <p:nvPr/>
        </p:nvSpPr>
        <p:spPr>
          <a:xfrm>
            <a:off x="-353291" y="2290779"/>
            <a:ext cx="27391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a typeface="Cambria Math" panose="02040503050406030204" pitchFamily="18" charset="0"/>
              </a:rPr>
              <a:t>Velocity Equations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3C3442-C81E-858F-3B15-94CC4439D86F}"/>
              </a:ext>
            </a:extLst>
          </p:cNvPr>
          <p:cNvSpPr txBox="1"/>
          <p:nvPr/>
        </p:nvSpPr>
        <p:spPr>
          <a:xfrm>
            <a:off x="-302311" y="4915939"/>
            <a:ext cx="273919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a typeface="Cambria Math" panose="02040503050406030204" pitchFamily="18" charset="0"/>
              </a:rPr>
              <a:t>Density Equations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279759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85ABEF-6C9A-3786-668E-912A1BFC5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284AE8F-3C51-1C42-871C-B488B5925A8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B281FA-3D1B-85A7-6181-7C64C60024C5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9D1B7B-F066-AAAF-CF8B-C6C042B8A0DA}"/>
                  </a:ext>
                </a:extLst>
              </p:cNvPr>
              <p:cNvSpPr txBox="1"/>
              <p:nvPr/>
            </p:nvSpPr>
            <p:spPr>
              <a:xfrm>
                <a:off x="408670" y="1772285"/>
                <a:ext cx="28021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Define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C9D1B7B-F066-AAAF-CF8B-C6C042B8A0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0" y="1772285"/>
                <a:ext cx="2802121" cy="523220"/>
              </a:xfrm>
              <a:prstGeom prst="rect">
                <a:avLst/>
              </a:prstGeom>
              <a:blipFill>
                <a:blip r:embed="rId3"/>
                <a:stretch>
                  <a:fillRect l="-4348"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AE7E96-5D48-B8C3-3995-07CC6318F7B9}"/>
                  </a:ext>
                </a:extLst>
              </p:cNvPr>
              <p:cNvSpPr txBox="1"/>
              <p:nvPr/>
            </p:nvSpPr>
            <p:spPr>
              <a:xfrm>
                <a:off x="408670" y="2391073"/>
                <a:ext cx="8794074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7AE7E96-5D48-B8C3-3995-07CC6318F7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70" y="2391073"/>
                <a:ext cx="8794074" cy="11065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3E6688-F181-5439-88FB-9B4D0C65EB13}"/>
                  </a:ext>
                </a:extLst>
              </p:cNvPr>
              <p:cNvSpPr txBox="1"/>
              <p:nvPr/>
            </p:nvSpPr>
            <p:spPr>
              <a:xfrm>
                <a:off x="408669" y="3497594"/>
                <a:ext cx="8750857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F3E6688-F181-5439-88FB-9B4D0C65EB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9" y="3497594"/>
                <a:ext cx="8750857" cy="110652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4867F-85D6-72AD-65ED-22231DA536CF}"/>
                  </a:ext>
                </a:extLst>
              </p:cNvPr>
              <p:cNvSpPr txBox="1"/>
              <p:nvPr/>
            </p:nvSpPr>
            <p:spPr>
              <a:xfrm>
                <a:off x="408668" y="4604115"/>
                <a:ext cx="8260338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 i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FE4867F-85D6-72AD-65ED-22231DA536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8" y="4604115"/>
                <a:ext cx="8260338" cy="110652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0716A1-0F63-EB08-31AD-A2D98BE59CB6}"/>
                  </a:ext>
                </a:extLst>
              </p:cNvPr>
              <p:cNvSpPr txBox="1"/>
              <p:nvPr/>
            </p:nvSpPr>
            <p:spPr>
              <a:xfrm>
                <a:off x="408667" y="5710636"/>
                <a:ext cx="6330131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2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20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32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40716A1-0F63-EB08-31AD-A2D98BE59C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667" y="5710636"/>
                <a:ext cx="6330131" cy="1106521"/>
              </a:xfrm>
              <a:prstGeom prst="rect">
                <a:avLst/>
              </a:prstGeom>
              <a:blipFill>
                <a:blip r:embed="rId7"/>
                <a:stretch>
                  <a:fillRect b="-5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EF34882C-5AF8-95B3-8983-41B2283D53C9}"/>
              </a:ext>
            </a:extLst>
          </p:cNvPr>
          <p:cNvSpPr txBox="1"/>
          <p:nvPr/>
        </p:nvSpPr>
        <p:spPr>
          <a:xfrm>
            <a:off x="1671962" y="350375"/>
            <a:ext cx="8848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HJB Equations</a:t>
            </a:r>
          </a:p>
        </p:txBody>
      </p:sp>
    </p:spTree>
    <p:extLst>
      <p:ext uri="{BB962C8B-B14F-4D97-AF65-F5344CB8AC3E}">
        <p14:creationId xmlns:p14="http://schemas.microsoft.com/office/powerpoint/2010/main" val="32223085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C3F78-AE7D-0052-E306-3C2558D39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0D7CF2B-A700-B86C-338F-9785E2B55CF8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219D499-76B2-A0D1-E934-E6F0E8F48C10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70C667-43DF-0E6A-AEE2-802B08D32645}"/>
                  </a:ext>
                </a:extLst>
              </p:cNvPr>
              <p:cNvSpPr txBox="1"/>
              <p:nvPr/>
            </p:nvSpPr>
            <p:spPr>
              <a:xfrm>
                <a:off x="3195282" y="1903091"/>
                <a:ext cx="5368201" cy="1106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∙</m:t>
                          </m:r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m:rPr>
                              <m:sty m:val="p"/>
                            </m:rPr>
                            <a:rPr lang="el-GR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Δ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𝑣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=−</m:t>
                      </m:r>
                      <m:r>
                        <m:rPr>
                          <m:sty m:val="p"/>
                        </m:rP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070C667-43DF-0E6A-AEE2-802B08D326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82" y="1903091"/>
                <a:ext cx="5368201" cy="1106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A5699E-9F4C-DB6A-6920-5D7144E52F7C}"/>
                  </a:ext>
                </a:extLst>
              </p:cNvPr>
              <p:cNvSpPr txBox="1"/>
              <p:nvPr/>
            </p:nvSpPr>
            <p:spPr>
              <a:xfrm>
                <a:off x="3095517" y="3136612"/>
                <a:ext cx="370511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i="1" smtClean="0">
                          <a:latin typeface="Cambria Math" panose="02040503050406030204" pitchFamily="18" charset="0"/>
                        </a:rPr>
                        <m:t>𝑣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6A5699E-9F4C-DB6A-6920-5D7144E52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7" y="3136612"/>
                <a:ext cx="3705117" cy="58477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e 3">
            <a:extLst>
              <a:ext uri="{FF2B5EF4-FFF2-40B4-BE49-F238E27FC236}">
                <a16:creationId xmlns:a16="http://schemas.microsoft.com/office/drawing/2014/main" id="{AF8B11D6-562D-4EC1-DF7C-2C3A2004F2F3}"/>
              </a:ext>
            </a:extLst>
          </p:cNvPr>
          <p:cNvSpPr/>
          <p:nvPr/>
        </p:nvSpPr>
        <p:spPr>
          <a:xfrm flipH="1">
            <a:off x="2519872" y="1880496"/>
            <a:ext cx="675410" cy="1840892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ACEE18-6CE1-6261-C8FB-8ABB84A3124E}"/>
                  </a:ext>
                </a:extLst>
              </p:cNvPr>
              <p:cNvSpPr txBox="1"/>
              <p:nvPr/>
            </p:nvSpPr>
            <p:spPr>
              <a:xfrm>
                <a:off x="3195282" y="4783661"/>
                <a:ext cx="530029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CACEE18-6CE1-6261-C8FB-8ABB84A312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282" y="4783661"/>
                <a:ext cx="5300297" cy="921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2B0AEC-9306-B9C5-2560-C3C3221ABB2F}"/>
                  </a:ext>
                </a:extLst>
              </p:cNvPr>
              <p:cNvSpPr txBox="1"/>
              <p:nvPr/>
            </p:nvSpPr>
            <p:spPr>
              <a:xfrm>
                <a:off x="3095517" y="6017182"/>
                <a:ext cx="3705117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B2B0AEC-9306-B9C5-2560-C3C3221ABB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95517" y="6017182"/>
                <a:ext cx="3705117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ight Brace 9">
            <a:extLst>
              <a:ext uri="{FF2B5EF4-FFF2-40B4-BE49-F238E27FC236}">
                <a16:creationId xmlns:a16="http://schemas.microsoft.com/office/drawing/2014/main" id="{9D6C1D27-CBDA-6F97-B6AD-A30C3A6FD48B}"/>
              </a:ext>
            </a:extLst>
          </p:cNvPr>
          <p:cNvSpPr/>
          <p:nvPr/>
        </p:nvSpPr>
        <p:spPr>
          <a:xfrm flipH="1">
            <a:off x="2519872" y="4761066"/>
            <a:ext cx="675410" cy="1840892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C9D47164-A2EC-C6C6-5B90-D5EE3D5AA45E}"/>
              </a:ext>
            </a:extLst>
          </p:cNvPr>
          <p:cNvSpPr/>
          <p:nvPr/>
        </p:nvSpPr>
        <p:spPr>
          <a:xfrm rot="5400000">
            <a:off x="4113264" y="3611078"/>
            <a:ext cx="760634" cy="132062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4A80287-9BAA-D2E7-7145-AA006443E670}"/>
              </a:ext>
            </a:extLst>
          </p:cNvPr>
          <p:cNvSpPr txBox="1"/>
          <p:nvPr/>
        </p:nvSpPr>
        <p:spPr>
          <a:xfrm>
            <a:off x="-136196" y="1903091"/>
            <a:ext cx="27391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a typeface="Cambria Math" panose="02040503050406030204" pitchFamily="18" charset="0"/>
              </a:rPr>
              <a:t>Part of Compressible Navier Stokes</a:t>
            </a:r>
            <a:endParaRPr lang="en-US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37F0E5F-F59C-2B15-67E8-9D7ECD306CB3}"/>
              </a:ext>
            </a:extLst>
          </p:cNvPr>
          <p:cNvSpPr txBox="1"/>
          <p:nvPr/>
        </p:nvSpPr>
        <p:spPr>
          <a:xfrm>
            <a:off x="0" y="5244653"/>
            <a:ext cx="27391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a typeface="Cambria Math" panose="02040503050406030204" pitchFamily="18" charset="0"/>
              </a:rPr>
              <a:t>HJB Equation</a:t>
            </a: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FE0D4-9A17-A82B-0704-CA8ED70A7BA9}"/>
                  </a:ext>
                </a:extLst>
              </p:cNvPr>
              <p:cNvSpPr txBox="1"/>
              <p:nvPr/>
            </p:nvSpPr>
            <p:spPr>
              <a:xfrm>
                <a:off x="4493581" y="3950075"/>
                <a:ext cx="280212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E5FE0D4-9A17-A82B-0704-CA8ED70A7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3581" y="3950075"/>
                <a:ext cx="2802121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1212A51-2EA2-D00D-0CBF-B6C3C9D7A90B}"/>
              </a:ext>
            </a:extLst>
          </p:cNvPr>
          <p:cNvSpPr txBox="1"/>
          <p:nvPr/>
        </p:nvSpPr>
        <p:spPr>
          <a:xfrm>
            <a:off x="1671962" y="350375"/>
            <a:ext cx="8848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Extension to HJB Equations</a:t>
            </a:r>
          </a:p>
        </p:txBody>
      </p:sp>
    </p:spTree>
    <p:extLst>
      <p:ext uri="{BB962C8B-B14F-4D97-AF65-F5344CB8AC3E}">
        <p14:creationId xmlns:p14="http://schemas.microsoft.com/office/powerpoint/2010/main" val="28668169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68D93-670F-B81B-3C80-980FF39F4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B38CF07-1F5A-7039-6AAE-168FD4F300E1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8DC82E-735B-6435-BC0C-93FF9435C6BA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138162-C7D7-76C8-837E-FCAF7EB61757}"/>
              </a:ext>
            </a:extLst>
          </p:cNvPr>
          <p:cNvSpPr txBox="1"/>
          <p:nvPr/>
        </p:nvSpPr>
        <p:spPr>
          <a:xfrm>
            <a:off x="833523" y="366765"/>
            <a:ext cx="10524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Hamilton-Jacobi-Bellman (HJB)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42E9EC-FAC3-E2A4-502F-B95035B6C700}"/>
                  </a:ext>
                </a:extLst>
              </p:cNvPr>
              <p:cNvSpPr txBox="1"/>
              <p:nvPr/>
            </p:nvSpPr>
            <p:spPr>
              <a:xfrm>
                <a:off x="2392144" y="4813198"/>
                <a:ext cx="6711966" cy="99591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2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2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2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A42E9EC-FAC3-E2A4-502F-B95035B6C7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92144" y="4813198"/>
                <a:ext cx="6711966" cy="9959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1B6E22-7D16-AF1F-4EFA-B223C522DC61}"/>
                  </a:ext>
                </a:extLst>
              </p:cNvPr>
              <p:cNvSpPr txBox="1"/>
              <p:nvPr/>
            </p:nvSpPr>
            <p:spPr>
              <a:xfrm>
                <a:off x="160658" y="1815381"/>
                <a:ext cx="11650112" cy="72988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Objective Functional</a:t>
                </a:r>
                <a:r>
                  <a:rPr lang="en-US" sz="3200" b="0" dirty="0"/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3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2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F1B6E22-7D16-AF1F-4EFA-B223C522DC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58" y="1815381"/>
                <a:ext cx="11650112" cy="729880"/>
              </a:xfrm>
              <a:prstGeom prst="rect">
                <a:avLst/>
              </a:prstGeom>
              <a:blipFill>
                <a:blip r:embed="rId4"/>
                <a:stretch>
                  <a:fillRect l="-2093" t="-833" b="-1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E74D13-9136-A568-95B3-3FCDB8BFFCE0}"/>
                  </a:ext>
                </a:extLst>
              </p:cNvPr>
              <p:cNvSpPr txBox="1"/>
              <p:nvPr/>
            </p:nvSpPr>
            <p:spPr>
              <a:xfrm>
                <a:off x="238990" y="3325974"/>
                <a:ext cx="6692409" cy="790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Value Function</a:t>
                </a:r>
                <a:r>
                  <a:rPr lang="en-US" sz="3200" b="0" dirty="0"/>
                  <a:t>: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brk m:alnAt="7"/>
                              </m:rPr>
                              <a:rPr lang="en-US" sz="32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𝐽</m:t>
                        </m:r>
                        <m:d>
                          <m:d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d>
                      </m:e>
                    </m:func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6E74D13-9136-A568-95B3-3FCDB8BFFC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990" y="3325974"/>
                <a:ext cx="6692409" cy="790666"/>
              </a:xfrm>
              <a:prstGeom prst="rect">
                <a:avLst/>
              </a:prstGeom>
              <a:blipFill>
                <a:blip r:embed="rId5"/>
                <a:stretch>
                  <a:fillRect l="-3643" t="-147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E3A2F0-279C-9922-23C7-F7CA813F9228}"/>
                  </a:ext>
                </a:extLst>
              </p:cNvPr>
              <p:cNvSpPr txBox="1"/>
              <p:nvPr/>
            </p:nvSpPr>
            <p:spPr>
              <a:xfrm>
                <a:off x="666348" y="2519835"/>
                <a:ext cx="7714741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200" dirty="0"/>
                  <a:t>where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3200" dirty="0"/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EE3A2F0-279C-9922-23C7-F7CA813F92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8" y="2519835"/>
                <a:ext cx="7714741" cy="492443"/>
              </a:xfrm>
              <a:prstGeom prst="rect">
                <a:avLst/>
              </a:prstGeom>
              <a:blipFill>
                <a:blip r:embed="rId6"/>
                <a:stretch>
                  <a:fillRect l="-3160" t="-23457" b="-506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53F1B2BA-047C-5EB7-846B-8A5AA73F090B}"/>
              </a:ext>
            </a:extLst>
          </p:cNvPr>
          <p:cNvSpPr txBox="1"/>
          <p:nvPr/>
        </p:nvSpPr>
        <p:spPr>
          <a:xfrm>
            <a:off x="2392144" y="4228423"/>
            <a:ext cx="73038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Hamilton-Jacobi-Bellman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46FE03-5921-D731-D294-6B594C20FB0F}"/>
                  </a:ext>
                </a:extLst>
              </p:cNvPr>
              <p:cNvSpPr txBox="1"/>
              <p:nvPr/>
            </p:nvSpPr>
            <p:spPr>
              <a:xfrm>
                <a:off x="2903401" y="5922850"/>
                <a:ext cx="6151418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C46FE03-5921-D731-D294-6B594C20FB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3401" y="5922850"/>
                <a:ext cx="6151418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0373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F9FA1-5702-42BA-B241-8A458558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B6DECF7-F859-2E33-7148-9FDA7A8840F4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48368-3EDC-C406-98EA-6782B473C37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F51639-B310-8D1B-7210-8DF74A8FFDB4}"/>
              </a:ext>
            </a:extLst>
          </p:cNvPr>
          <p:cNvSpPr txBox="1"/>
          <p:nvPr/>
        </p:nvSpPr>
        <p:spPr>
          <a:xfrm>
            <a:off x="1671962" y="350375"/>
            <a:ext cx="88480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Stochastic HJB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94009B-1379-C4DA-D467-E2F346A96CFC}"/>
                  </a:ext>
                </a:extLst>
              </p:cNvPr>
              <p:cNvSpPr txBox="1"/>
              <p:nvPr/>
            </p:nvSpPr>
            <p:spPr>
              <a:xfrm>
                <a:off x="1548412" y="5187776"/>
                <a:ext cx="8459174" cy="933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94009B-1379-C4DA-D467-E2F346A96C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8412" y="5187776"/>
                <a:ext cx="8459174" cy="933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E6D392-A3DE-3851-FDB0-C5C741E26C13}"/>
                  </a:ext>
                </a:extLst>
              </p:cNvPr>
              <p:cNvSpPr txBox="1"/>
              <p:nvPr/>
            </p:nvSpPr>
            <p:spPr>
              <a:xfrm>
                <a:off x="160658" y="1815381"/>
                <a:ext cx="10924978" cy="68435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000" dirty="0"/>
                  <a:t>Objective Functional</a:t>
                </a:r>
                <a:r>
                  <a:rPr lang="en-US" sz="3000" b="0" dirty="0"/>
                  <a:t>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𝐽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limLoc m:val="undOvr"/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sSub>
                          <m:sSub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sub>
                      <m:sup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𝜏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𝜏</m:t>
                                </m:r>
                              </m:e>
                            </m:d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2E6D392-A3DE-3851-FDB0-C5C741E26C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58" y="1815381"/>
                <a:ext cx="10924978" cy="684355"/>
              </a:xfrm>
              <a:prstGeom prst="rect">
                <a:avLst/>
              </a:prstGeom>
              <a:blipFill>
                <a:blip r:embed="rId4"/>
                <a:stretch>
                  <a:fillRect l="-2119" t="-1786" b="-178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81A573-C097-FE0F-2E5D-F608EEE3EAC2}"/>
                  </a:ext>
                </a:extLst>
              </p:cNvPr>
              <p:cNvSpPr txBox="1"/>
              <p:nvPr/>
            </p:nvSpPr>
            <p:spPr>
              <a:xfrm>
                <a:off x="160658" y="3876500"/>
                <a:ext cx="6789872" cy="7412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000" dirty="0"/>
                  <a:t>Value Function</a:t>
                </a:r>
                <a:r>
                  <a:rPr lang="en-US" sz="3000" b="0" dirty="0"/>
                  <a:t>: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000" b="0" i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m:rPr>
                                <m:brk m:alnAt="7"/>
                              </m:rP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lim>
                        </m:limLow>
                      </m:fName>
                      <m:e>
                        <m:r>
                          <a:rPr lang="en-US" sz="3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𝔼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30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𝐽</m:t>
                                  </m:r>
                                  <m:d>
                                    <m:dPr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081A573-C097-FE0F-2E5D-F608EEE3E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658" y="3876500"/>
                <a:ext cx="6789872" cy="741229"/>
              </a:xfrm>
              <a:prstGeom prst="rect">
                <a:avLst/>
              </a:prstGeom>
              <a:blipFill>
                <a:blip r:embed="rId5"/>
                <a:stretch>
                  <a:fillRect l="-3411" t="-155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3D2A59-29D8-4508-F438-C07A2C932B68}"/>
                  </a:ext>
                </a:extLst>
              </p:cNvPr>
              <p:cNvSpPr txBox="1"/>
              <p:nvPr/>
            </p:nvSpPr>
            <p:spPr>
              <a:xfrm>
                <a:off x="666348" y="2519835"/>
                <a:ext cx="2876044" cy="46166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3000" dirty="0"/>
                  <a:t>where </a:t>
                </a:r>
                <a14:m>
                  <m:oMath xmlns:m="http://schemas.openxmlformats.org/officeDocument/2006/math"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sz="3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sz="3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3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E83D2A59-29D8-4508-F438-C07A2C932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348" y="2519835"/>
                <a:ext cx="2876044" cy="461665"/>
              </a:xfrm>
              <a:prstGeom prst="rect">
                <a:avLst/>
              </a:prstGeom>
              <a:blipFill>
                <a:blip r:embed="rId6"/>
                <a:stretch>
                  <a:fillRect l="-8051" t="-25000" b="-5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34D8FB67-DFF1-52A6-9AA3-45AE0B4D0195}"/>
              </a:ext>
            </a:extLst>
          </p:cNvPr>
          <p:cNvSpPr txBox="1"/>
          <p:nvPr/>
        </p:nvSpPr>
        <p:spPr>
          <a:xfrm>
            <a:off x="2057147" y="4616993"/>
            <a:ext cx="941862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b="1" dirty="0"/>
              <a:t>Stochastic Hamilton-Jacobi-Bellman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6FAD2F-B4A0-DE3C-2D99-EF59912E008F}"/>
                  </a:ext>
                </a:extLst>
              </p:cNvPr>
              <p:cNvSpPr txBox="1"/>
              <p:nvPr/>
            </p:nvSpPr>
            <p:spPr>
              <a:xfrm>
                <a:off x="3020291" y="6215237"/>
                <a:ext cx="6151418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E6FAD2F-B4A0-DE3C-2D99-EF59912E0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20291" y="6215237"/>
                <a:ext cx="6151418" cy="55399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3D5233-E621-7F75-599C-FD5B1815EEC2}"/>
                  </a:ext>
                </a:extLst>
              </p:cNvPr>
              <p:cNvSpPr txBox="1"/>
              <p:nvPr/>
            </p:nvSpPr>
            <p:spPr>
              <a:xfrm>
                <a:off x="87922" y="3152001"/>
                <a:ext cx="12298043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3000" dirty="0"/>
                  <a:t>Stochastic Time Evolution: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b="0" i="0" smtClean="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),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))</m:t>
                    </m:r>
                    <m:r>
                      <m:rPr>
                        <m:sty m:val="p"/>
                      </m:rPr>
                      <a:rPr lang="en-US" sz="3000">
                        <a:latin typeface="Cambria Math" panose="02040503050406030204" pitchFamily="18" charset="0"/>
                      </a:rPr>
                      <m:t>d</m:t>
                    </m:r>
                    <m:r>
                      <a:rPr lang="en-US" sz="3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30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l-GR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𝑋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  <m:r>
                      <m:rPr>
                        <m:sty m:val="p"/>
                      </m:rP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d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E73D5233-E621-7F75-599C-FD5B1815EE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22" y="3152001"/>
                <a:ext cx="12298043" cy="553998"/>
              </a:xfrm>
              <a:prstGeom prst="rect">
                <a:avLst/>
              </a:prstGeom>
              <a:blipFill>
                <a:blip r:embed="rId8"/>
                <a:stretch>
                  <a:fillRect l="-1140" t="-13187" b="-340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>
            <a:extLst>
              <a:ext uri="{FF2B5EF4-FFF2-40B4-BE49-F238E27FC236}">
                <a16:creationId xmlns:a16="http://schemas.microsoft.com/office/drawing/2014/main" id="{8A0F2012-920C-17C6-927E-5F3164F992DA}"/>
              </a:ext>
            </a:extLst>
          </p:cNvPr>
          <p:cNvSpPr/>
          <p:nvPr/>
        </p:nvSpPr>
        <p:spPr>
          <a:xfrm>
            <a:off x="9235588" y="3142092"/>
            <a:ext cx="2486891" cy="57219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491B3-59BE-AC99-CAA3-3ED40F2ACC62}"/>
              </a:ext>
            </a:extLst>
          </p:cNvPr>
          <p:cNvSpPr/>
          <p:nvPr/>
        </p:nvSpPr>
        <p:spPr>
          <a:xfrm>
            <a:off x="7822424" y="5145562"/>
            <a:ext cx="2185162" cy="1027461"/>
          </a:xfrm>
          <a:prstGeom prst="rect">
            <a:avLst/>
          </a:prstGeom>
          <a:solidFill>
            <a:srgbClr val="FFFF00">
              <a:alpha val="36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02931E-7B60-3C38-9F86-9AE93E191800}"/>
              </a:ext>
            </a:extLst>
          </p:cNvPr>
          <p:cNvSpPr txBox="1"/>
          <p:nvPr/>
        </p:nvSpPr>
        <p:spPr>
          <a:xfrm>
            <a:off x="8868781" y="3722676"/>
            <a:ext cx="33025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Assume Isotropic Diffusion</a:t>
            </a:r>
          </a:p>
        </p:txBody>
      </p:sp>
    </p:spTree>
    <p:extLst>
      <p:ext uri="{BB962C8B-B14F-4D97-AF65-F5344CB8AC3E}">
        <p14:creationId xmlns:p14="http://schemas.microsoft.com/office/powerpoint/2010/main" val="8327740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C213E-548D-B787-02F8-F33D4821E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8957486-FCFF-8FEE-83C2-069DE8B11A7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A2DB56-380C-8B58-F631-CE187F50902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3F2C66-A076-BB5A-B2E5-C6AE3CBF35F3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is Luo and Song’s PDE an HJB Equation?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BB15EA-731C-4FC1-1165-B7AFF71D50B2}"/>
                  </a:ext>
                </a:extLst>
              </p:cNvPr>
              <p:cNvSpPr txBox="1"/>
              <p:nvPr/>
            </p:nvSpPr>
            <p:spPr>
              <a:xfrm>
                <a:off x="2934726" y="1913314"/>
                <a:ext cx="8459174" cy="93358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1DBB15EA-731C-4FC1-1165-B7AFF71D5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4726" y="1913314"/>
                <a:ext cx="8459174" cy="9335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C2C85032-A605-A391-4AA8-876F4F9E7B99}"/>
              </a:ext>
            </a:extLst>
          </p:cNvPr>
          <p:cNvSpPr txBox="1"/>
          <p:nvPr/>
        </p:nvSpPr>
        <p:spPr>
          <a:xfrm>
            <a:off x="114317" y="2089076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Stochastic HJB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A4A1D2-4BF8-E22D-E54C-471880B49511}"/>
                  </a:ext>
                </a:extLst>
              </p:cNvPr>
              <p:cNvSpPr txBox="1"/>
              <p:nvPr/>
            </p:nvSpPr>
            <p:spPr>
              <a:xfrm>
                <a:off x="4088605" y="2930261"/>
                <a:ext cx="6151418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FA4A1D2-4BF8-E22D-E54C-471880B49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8605" y="2930261"/>
                <a:ext cx="615141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91630864-6634-FA75-BA93-8B284AB6DF6E}"/>
              </a:ext>
            </a:extLst>
          </p:cNvPr>
          <p:cNvSpPr/>
          <p:nvPr/>
        </p:nvSpPr>
        <p:spPr>
          <a:xfrm flipH="1">
            <a:off x="2450051" y="1866987"/>
            <a:ext cx="675410" cy="1581864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2226ED-F4C3-0139-D49F-1192E1A6A726}"/>
              </a:ext>
            </a:extLst>
          </p:cNvPr>
          <p:cNvSpPr txBox="1"/>
          <p:nvPr/>
        </p:nvSpPr>
        <p:spPr>
          <a:xfrm>
            <a:off x="4312" y="3753262"/>
            <a:ext cx="19326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Assume: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E5F7D5-3152-DAF5-E807-5A04086ABE21}"/>
                  </a:ext>
                </a:extLst>
              </p:cNvPr>
              <p:cNvSpPr txBox="1"/>
              <p:nvPr/>
            </p:nvSpPr>
            <p:spPr>
              <a:xfrm>
                <a:off x="5281894" y="4237557"/>
                <a:ext cx="460673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[ 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280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d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E5F7D5-3152-DAF5-E807-5A04086ABE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1894" y="4237557"/>
                <a:ext cx="4606739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970578-17ED-0CD0-EF2B-E60D7A999F3F}"/>
                  </a:ext>
                </a:extLst>
              </p:cNvPr>
              <p:cNvSpPr txBox="1"/>
              <p:nvPr/>
            </p:nvSpPr>
            <p:spPr>
              <a:xfrm>
                <a:off x="-128106" y="4235197"/>
                <a:ext cx="4862945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 = 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8970578-17ED-0CD0-EF2B-E60D7A999F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8106" y="4235197"/>
                <a:ext cx="4862945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96A19-1E71-9B22-FAAD-4AC5F4A72F42}"/>
                  </a:ext>
                </a:extLst>
              </p:cNvPr>
              <p:cNvSpPr txBox="1"/>
              <p:nvPr/>
            </p:nvSpPr>
            <p:spPr>
              <a:xfrm>
                <a:off x="-92520" y="4620031"/>
                <a:ext cx="448588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7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brk m:alnAt="7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CF96A19-1E71-9B22-FAAD-4AC5F4A72F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2520" y="4620031"/>
                <a:ext cx="4485881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40452D-A6C3-4A5E-5F79-1EAF9128A96B}"/>
                  </a:ext>
                </a:extLst>
              </p:cNvPr>
              <p:cNvSpPr txBox="1"/>
              <p:nvPr/>
            </p:nvSpPr>
            <p:spPr>
              <a:xfrm>
                <a:off x="-447196" y="5406940"/>
                <a:ext cx="11458180" cy="111979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func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</m:mr>
                              </m: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sSup>
                                <m:sSupPr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|"/>
                                      <m:endChr m:val="|"/>
                                      <m:ctrlPr>
                                        <a:rPr lang="en-US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30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040452D-A6C3-4A5E-5F79-1EAF9128A9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47196" y="5406940"/>
                <a:ext cx="11458180" cy="111979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298193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F8F18-1E20-E9A3-9481-143C1C2BE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33FEC74-279C-F702-D54B-AF7F6479F17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859278-B6C6-9A5E-4D44-2A5EB8AD6CB2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D5EAD8-9964-1EC8-8B4E-8EDBED14DA20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is Luo and Song’s PDE an HJB Equation?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44510E-DB15-CA8D-C243-60FFF7E9D396}"/>
                  </a:ext>
                </a:extLst>
              </p:cNvPr>
              <p:cNvSpPr txBox="1"/>
              <p:nvPr/>
            </p:nvSpPr>
            <p:spPr>
              <a:xfrm>
                <a:off x="158856" y="1866987"/>
                <a:ext cx="11136062" cy="8903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3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300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30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</m:mr>
                            </m:m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sz="30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30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sz="30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a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sz="30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r>
                  <a:rPr lang="en-US" sz="3000" dirty="0"/>
                  <a:t> achieved (and equal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f>
                          <m:fPr>
                            <m:ctrlPr>
                              <a:rPr lang="en-US" sz="3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3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d>
                          <m:dPr>
                            <m:begChr m:val="|"/>
                            <m:endChr m:val="|"/>
                            <m:ctrlP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3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𝑉</m:t>
                            </m:r>
                          </m:e>
                        </m:d>
                      </m:e>
                      <m:sup>
                        <m:r>
                          <a:rPr lang="en-US" sz="3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000" dirty="0"/>
                  <a:t>) 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a</m:t>
                    </m:r>
                    <m:r>
                      <a:rPr lang="en-US" sz="3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3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𝑉</m:t>
                    </m:r>
                  </m:oMath>
                </a14:m>
                <a:endParaRPr lang="en-US" sz="30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244510E-DB15-CA8D-C243-60FFF7E9D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6" y="1866987"/>
                <a:ext cx="11136062" cy="89030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41B62F-1ACB-CA8E-6D1D-9BCD2B67DA9A}"/>
                  </a:ext>
                </a:extLst>
              </p:cNvPr>
              <p:cNvSpPr txBox="1"/>
              <p:nvPr/>
            </p:nvSpPr>
            <p:spPr>
              <a:xfrm>
                <a:off x="158856" y="2816862"/>
                <a:ext cx="11207684" cy="92307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30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lim>
                          </m:limLow>
                        </m:fName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3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sz="3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  <m:d>
                                      <m:dPr>
                                        <m:ctrl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m:rPr>
                                            <m:brk m:alnAt="7"/>
                                          </m:rP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,</m:t>
                                        </m:r>
                                        <m:r>
                                          <a:rPr lang="en-US" sz="3000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e>
                                    </m:d>
                                    <m:r>
                                      <m:rPr>
                                        <m:brk m:alnAt="7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𝑉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sz="3000" b="0" i="1" smtClean="0">
                                        <a:latin typeface="Cambria Math" panose="02040503050406030204" pitchFamily="18" charset="0"/>
                                      </a:rPr>
                                      <m:t>)</m:t>
                                    </m:r>
                                  </m:e>
                                </m:mr>
                              </m:m>
                            </m:e>
                          </m:d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30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𝜌</m:t>
                              </m:r>
                            </m:e>
                          </m:d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US" sz="3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3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e>
                      </m:func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941B62F-1ACB-CA8E-6D1D-9BCD2B67DA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6" y="2816862"/>
                <a:ext cx="11207684" cy="92307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08062E-2BCF-4FB1-4F07-EF18E6286306}"/>
                  </a:ext>
                </a:extLst>
              </p:cNvPr>
              <p:cNvSpPr txBox="1"/>
              <p:nvPr/>
            </p:nvSpPr>
            <p:spPr>
              <a:xfrm>
                <a:off x="0" y="4030748"/>
                <a:ext cx="5078162" cy="9702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3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008062E-2BCF-4FB1-4F07-EF18E6286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030748"/>
                <a:ext cx="5078162" cy="97020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D2D3ED-168B-CB37-569F-37420851346F}"/>
                  </a:ext>
                </a:extLst>
              </p:cNvPr>
              <p:cNvSpPr txBox="1"/>
              <p:nvPr/>
            </p:nvSpPr>
            <p:spPr>
              <a:xfrm>
                <a:off x="158856" y="5244634"/>
                <a:ext cx="6096000" cy="99700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CD2D3ED-168B-CB37-569F-374208513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56" y="5244634"/>
                <a:ext cx="6096000" cy="9970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66368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E164E-8D40-2E8F-C6EE-640B2EF10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FA6E64F-D0DA-3A88-95F5-CD1A7373A926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CB4F8CF-73B0-E976-F8E6-75448F0BB7B7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E028CE-2BBF-18B7-98E9-C1EC1D5E6865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is Luo and Song’s PDE an HJB Equation?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779DC8-2587-9ED5-A948-EA5BAFF20691}"/>
                  </a:ext>
                </a:extLst>
              </p:cNvPr>
              <p:cNvSpPr txBox="1"/>
              <p:nvPr/>
            </p:nvSpPr>
            <p:spPr>
              <a:xfrm>
                <a:off x="3125461" y="1866987"/>
                <a:ext cx="6096000" cy="91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𝑉</m:t>
                              </m:r>
                            </m:e>
                          </m:d>
                        </m:e>
                        <m:sup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B779DC8-2587-9ED5-A948-EA5BAFF206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461" y="1866987"/>
                <a:ext cx="6096000" cy="91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8220E2AA-36A8-DE80-6D69-ECE75950884E}"/>
              </a:ext>
            </a:extLst>
          </p:cNvPr>
          <p:cNvSpPr txBox="1"/>
          <p:nvPr/>
        </p:nvSpPr>
        <p:spPr>
          <a:xfrm>
            <a:off x="114317" y="1866987"/>
            <a:ext cx="2502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Modified Stochastic HJB Equation</a:t>
            </a:r>
          </a:p>
        </p:txBody>
      </p:sp>
      <p:sp>
        <p:nvSpPr>
          <p:cNvPr id="7" name="Right Brace 6">
            <a:extLst>
              <a:ext uri="{FF2B5EF4-FFF2-40B4-BE49-F238E27FC236}">
                <a16:creationId xmlns:a16="http://schemas.microsoft.com/office/drawing/2014/main" id="{10AA31F9-94F7-DF39-8F0C-E0A2CD134C5E}"/>
              </a:ext>
            </a:extLst>
          </p:cNvPr>
          <p:cNvSpPr/>
          <p:nvPr/>
        </p:nvSpPr>
        <p:spPr>
          <a:xfrm flipH="1">
            <a:off x="2450051" y="1866987"/>
            <a:ext cx="675410" cy="1581864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95308-B99D-A736-C2CD-6EB7D021A25D}"/>
                  </a:ext>
                </a:extLst>
              </p:cNvPr>
              <p:cNvSpPr txBox="1"/>
              <p:nvPr/>
            </p:nvSpPr>
            <p:spPr>
              <a:xfrm>
                <a:off x="1912749" y="2781449"/>
                <a:ext cx="6151418" cy="5539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3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30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3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0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995308-B99D-A736-C2CD-6EB7D021A2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2749" y="2781449"/>
                <a:ext cx="6151418" cy="55399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957437-4FEC-FC7B-BC42-7F20F19F7CFF}"/>
                  </a:ext>
                </a:extLst>
              </p:cNvPr>
              <p:cNvSpPr txBox="1"/>
              <p:nvPr/>
            </p:nvSpPr>
            <p:spPr>
              <a:xfrm>
                <a:off x="3169808" y="4762879"/>
                <a:ext cx="5300297" cy="9219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32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sty m:val="p"/>
                        </m:rPr>
                        <a:rPr lang="el-GR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7957437-4FEC-FC7B-BC42-7F20F19F7C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69808" y="4762879"/>
                <a:ext cx="5300297" cy="9219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5A7F68-2450-AB2A-8D03-C7D65EAC69E6}"/>
                  </a:ext>
                </a:extLst>
              </p:cNvPr>
              <p:cNvSpPr txBox="1"/>
              <p:nvPr/>
            </p:nvSpPr>
            <p:spPr>
              <a:xfrm>
                <a:off x="2331964" y="5859283"/>
                <a:ext cx="4994124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E5A7F68-2450-AB2A-8D03-C7D65EAC69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31964" y="5859283"/>
                <a:ext cx="4994124" cy="58477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ight Brace 16">
            <a:extLst>
              <a:ext uri="{FF2B5EF4-FFF2-40B4-BE49-F238E27FC236}">
                <a16:creationId xmlns:a16="http://schemas.microsoft.com/office/drawing/2014/main" id="{0A40D6F0-6481-5876-CFD0-7D3D6633DB9A}"/>
              </a:ext>
            </a:extLst>
          </p:cNvPr>
          <p:cNvSpPr/>
          <p:nvPr/>
        </p:nvSpPr>
        <p:spPr>
          <a:xfrm flipH="1">
            <a:off x="2494398" y="4740284"/>
            <a:ext cx="675410" cy="1840892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FBDFAB-2E48-054A-1ADA-23DE0B68821E}"/>
              </a:ext>
            </a:extLst>
          </p:cNvPr>
          <p:cNvSpPr txBox="1"/>
          <p:nvPr/>
        </p:nvSpPr>
        <p:spPr>
          <a:xfrm>
            <a:off x="-6857" y="5042293"/>
            <a:ext cx="273919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ea typeface="Cambria Math" panose="02040503050406030204" pitchFamily="18" charset="0"/>
              </a:rPr>
              <a:t>Luo and Song PDE from Navier-Stokes</a:t>
            </a:r>
            <a:endParaRPr lang="en-US" sz="2800" b="1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3007497B-2E23-FFED-28D4-FE027F4DAF75}"/>
              </a:ext>
            </a:extLst>
          </p:cNvPr>
          <p:cNvSpPr/>
          <p:nvPr/>
        </p:nvSpPr>
        <p:spPr>
          <a:xfrm rot="5400000">
            <a:off x="3991025" y="3420526"/>
            <a:ext cx="921984" cy="1320620"/>
          </a:xfrm>
          <a:prstGeom prst="rightArrow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2E05AF-C90C-CD08-840E-54AF9C814F2F}"/>
                  </a:ext>
                </a:extLst>
              </p:cNvPr>
              <p:cNvSpPr txBox="1"/>
              <p:nvPr/>
            </p:nvSpPr>
            <p:spPr>
              <a:xfrm>
                <a:off x="5112327" y="3556498"/>
                <a:ext cx="143741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C12E05AF-C90C-CD08-840E-54AF9C814F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2327" y="3556498"/>
                <a:ext cx="1437410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C845EAD-79AD-DD90-71DF-D3EC110C7C67}"/>
                  </a:ext>
                </a:extLst>
              </p:cNvPr>
              <p:cNvSpPr txBox="1"/>
              <p:nvPr/>
            </p:nvSpPr>
            <p:spPr>
              <a:xfrm>
                <a:off x="4829026" y="4003900"/>
                <a:ext cx="333490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𝐶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C845EAD-79AD-DD90-71DF-D3EC110C7C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026" y="4003900"/>
                <a:ext cx="333490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9F41CC-9053-7871-86D4-CEB2EC51CB0E}"/>
                  </a:ext>
                </a:extLst>
              </p:cNvPr>
              <p:cNvSpPr txBox="1"/>
              <p:nvPr/>
            </p:nvSpPr>
            <p:spPr>
              <a:xfrm>
                <a:off x="6878857" y="3619844"/>
                <a:ext cx="1533881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800" i="1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0F9F41CC-9053-7871-86D4-CEB2EC51CB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857" y="3619844"/>
                <a:ext cx="1533881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22520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AAE2C-6763-E6CA-C617-A00E3DAA02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E6655F-C3F1-3E15-C56C-C0CBB8C5E9A2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48ED74-BC1C-23D8-0ACF-DDF76F480C0D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9CE6B3-628D-562C-FCD9-8972E917E244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does the HJB Equation relate to Physics?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7858C1-5479-91FF-0803-2C5A2AF77A41}"/>
              </a:ext>
            </a:extLst>
          </p:cNvPr>
          <p:cNvSpPr txBox="1"/>
          <p:nvPr/>
        </p:nvSpPr>
        <p:spPr>
          <a:xfrm>
            <a:off x="114317" y="1866987"/>
            <a:ext cx="413556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Least Action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DB70D7-5044-5C76-20E0-B21060C31378}"/>
                  </a:ext>
                </a:extLst>
              </p:cNvPr>
              <p:cNvSpPr txBox="1"/>
              <p:nvPr/>
            </p:nvSpPr>
            <p:spPr>
              <a:xfrm>
                <a:off x="-694448" y="2390576"/>
                <a:ext cx="6575004" cy="129875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Action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∙)]=</m:t>
                      </m:r>
                      <m:nary>
                        <m:naryPr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4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0DB70D7-5044-5C76-20E0-B21060C313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94448" y="2390576"/>
                <a:ext cx="6575004" cy="129875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06A2BE-8B04-2697-9C04-AB8E37F900C0}"/>
                  </a:ext>
                </a:extLst>
              </p:cNvPr>
              <p:cNvSpPr txBox="1"/>
              <p:nvPr/>
            </p:nvSpPr>
            <p:spPr>
              <a:xfrm>
                <a:off x="5287252" y="2824508"/>
                <a:ext cx="6193042" cy="430887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2800" dirty="0"/>
                  <a:t>Nature selects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800" dirty="0"/>
                  <a:t> to minimize the Action 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AF06A2BE-8B04-2697-9C04-AB8E37F900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7252" y="2824508"/>
                <a:ext cx="6193042" cy="430887"/>
              </a:xfrm>
              <a:prstGeom prst="rect">
                <a:avLst/>
              </a:prstGeom>
              <a:blipFill>
                <a:blip r:embed="rId4"/>
                <a:stretch>
                  <a:fillRect l="-3232" t="-21053" r="-1077" b="-42105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43F300-443C-401A-7E08-9F93E01677A1}"/>
                  </a:ext>
                </a:extLst>
              </p:cNvPr>
              <p:cNvSpPr txBox="1"/>
              <p:nvPr/>
            </p:nvSpPr>
            <p:spPr>
              <a:xfrm>
                <a:off x="2784772" y="3940576"/>
                <a:ext cx="2040302" cy="8570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dt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f>
                                  <m:fPr>
                                    <m:ctrlPr>
                                      <a:rPr lang="en-US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ℒ</m:t>
                                    </m:r>
                                  </m:num>
                                  <m:den>
                                    <m:r>
                                      <a:rPr lang="en-US" sz="28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𝜕</m:t>
                                    </m:r>
                                    <m:acc>
                                      <m:accPr>
                                        <m:chr m:val="̇"/>
                                        <m:ctrlP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8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acc>
                                  </m:den>
                                </m:f>
                              </m:e>
                            </m:mr>
                          </m:m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ℒ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43F300-443C-401A-7E08-9F93E01677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772" y="3940576"/>
                <a:ext cx="2040302" cy="85702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713E3F-6D55-A2BB-B273-F7674153249C}"/>
                  </a:ext>
                </a:extLst>
              </p:cNvPr>
              <p:cNvSpPr txBox="1"/>
              <p:nvPr/>
            </p:nvSpPr>
            <p:spPr>
              <a:xfrm>
                <a:off x="219470" y="4107481"/>
                <a:ext cx="1682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Euler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Lagrange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98713E3F-6D55-A2BB-B273-F767415324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70" y="4107481"/>
                <a:ext cx="1682083" cy="523220"/>
              </a:xfrm>
              <a:prstGeom prst="rect">
                <a:avLst/>
              </a:prstGeom>
              <a:blipFill>
                <a:blip r:embed="rId6"/>
                <a:stretch>
                  <a:fillRect r="-46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8988A2-DAE3-7103-30D4-55F82E4B3A9C}"/>
                  </a:ext>
                </a:extLst>
              </p:cNvPr>
              <p:cNvSpPr txBox="1"/>
              <p:nvPr/>
            </p:nvSpPr>
            <p:spPr>
              <a:xfrm>
                <a:off x="219469" y="5131383"/>
                <a:ext cx="1682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Construct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Hamiltonian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8988A2-DAE3-7103-30D4-55F82E4B3A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469" y="5131383"/>
                <a:ext cx="1682083" cy="523220"/>
              </a:xfrm>
              <a:prstGeom prst="rect">
                <a:avLst/>
              </a:prstGeom>
              <a:blipFill>
                <a:blip r:embed="rId7"/>
                <a:stretch>
                  <a:fillRect r="-114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E3CF0C-5D58-77D8-60EF-0F48CAB9A90B}"/>
                  </a:ext>
                </a:extLst>
              </p:cNvPr>
              <p:cNvSpPr txBox="1"/>
              <p:nvPr/>
            </p:nvSpPr>
            <p:spPr>
              <a:xfrm>
                <a:off x="4116936" y="5167217"/>
                <a:ext cx="3007233" cy="636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acc>
                                <m:accPr>
                                  <m:chr m:val="̇"/>
                                  <m:ctrl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acc>
                            <m:accPr>
                              <m:chr m:val="̇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BE3CF0C-5D58-77D8-60EF-0F48CAB9A9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6936" y="5167217"/>
                <a:ext cx="3007233" cy="636328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A737F7-953C-3F01-123C-570845C30AD0}"/>
                  </a:ext>
                </a:extLst>
              </p:cNvPr>
              <p:cNvSpPr txBox="1"/>
              <p:nvPr/>
            </p:nvSpPr>
            <p:spPr>
              <a:xfrm>
                <a:off x="-143607" y="5932799"/>
                <a:ext cx="1682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</a:rPr>
                        <m:t>H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JB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FA737F7-953C-3F01-123C-570845C30A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3607" y="5932799"/>
                <a:ext cx="1682083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3DE413-F1F9-8E6D-D913-3F24D5521041}"/>
                  </a:ext>
                </a:extLst>
              </p:cNvPr>
              <p:cNvSpPr txBox="1"/>
              <p:nvPr/>
            </p:nvSpPr>
            <p:spPr>
              <a:xfrm>
                <a:off x="1060510" y="5728594"/>
                <a:ext cx="2888035" cy="911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403DE413-F1F9-8E6D-D913-3F24D55210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0510" y="5728594"/>
                <a:ext cx="2888035" cy="91159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A93C3453-0CE9-18CC-7918-6CD43005C3BE}"/>
              </a:ext>
            </a:extLst>
          </p:cNvPr>
          <p:cNvSpPr txBox="1"/>
          <p:nvPr/>
        </p:nvSpPr>
        <p:spPr>
          <a:xfrm>
            <a:off x="3948545" y="6086687"/>
            <a:ext cx="7014554" cy="36933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2400" dirty="0"/>
              <a:t>HJB is the local version of the least action principle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26DFA6-62E0-B8F1-321E-7631EEDA5432}"/>
                  </a:ext>
                </a:extLst>
              </p:cNvPr>
              <p:cNvSpPr txBox="1"/>
              <p:nvPr/>
            </p:nvSpPr>
            <p:spPr>
              <a:xfrm>
                <a:off x="7020260" y="5093227"/>
                <a:ext cx="6436981" cy="6353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:r>
                  <a:rPr lang="en-US" sz="2400" b="0" dirty="0"/>
                  <a:t>, Conjugate momentum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/>
                  <a:t> will equal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acc>
                          <m:accPr>
                            <m:chr m:val="̇"/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den>
                    </m:f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FC26DFA6-62E0-B8F1-321E-7631EEDA54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20260" y="5093227"/>
                <a:ext cx="6436981" cy="635367"/>
              </a:xfrm>
              <a:prstGeom prst="rect">
                <a:avLst/>
              </a:prstGeom>
              <a:blipFill>
                <a:blip r:embed="rId11"/>
                <a:stretch>
                  <a:fillRect l="-1515" b="-105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2522746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AD9B7-C43C-A1E0-8FAE-4609DC7136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B0612-C23D-B210-7182-957A0683878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5AC862-1888-B570-0F57-13A336BF4256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158DD2-B40E-1FF1-724E-7EB32299A304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How does the HJB Equation relate to Physics?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10EE24-6AF3-6925-69BA-451A280F09B4}"/>
              </a:ext>
            </a:extLst>
          </p:cNvPr>
          <p:cNvSpPr txBox="1"/>
          <p:nvPr/>
        </p:nvSpPr>
        <p:spPr>
          <a:xfrm>
            <a:off x="114317" y="1866987"/>
            <a:ext cx="598168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dirty="0"/>
              <a:t>Lagrangian for Compressible Fluid: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4EA0BC-E881-3EFC-70E8-E89882B24502}"/>
                  </a:ext>
                </a:extLst>
              </p:cNvPr>
              <p:cNvSpPr txBox="1"/>
              <p:nvPr/>
            </p:nvSpPr>
            <p:spPr>
              <a:xfrm>
                <a:off x="114317" y="2720214"/>
                <a:ext cx="1682083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Construct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Hamiltonian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F4EA0BC-E881-3EFC-70E8-E89882B245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17" y="2720214"/>
                <a:ext cx="1682083" cy="523220"/>
              </a:xfrm>
              <a:prstGeom prst="rect">
                <a:avLst/>
              </a:prstGeom>
              <a:blipFill>
                <a:blip r:embed="rId3"/>
                <a:stretch>
                  <a:fillRect r="-1141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DA92C5-18DF-718F-9743-D9D6B3A99B0C}"/>
                  </a:ext>
                </a:extLst>
              </p:cNvPr>
              <p:cNvSpPr txBox="1"/>
              <p:nvPr/>
            </p:nvSpPr>
            <p:spPr>
              <a:xfrm>
                <a:off x="3948545" y="2761984"/>
                <a:ext cx="3007233" cy="6363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latin typeface="Cambria Math" panose="02040503050406030204" pitchFamily="18" charset="0"/>
                                </a:rPr>
                                <m:t>sup</m:t>
                              </m:r>
                            </m:e>
                            <m:lim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lim>
                          </m:limLow>
                        </m:fName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∙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func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2DA92C5-18DF-718F-9743-D9D6B3A99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545" y="2761984"/>
                <a:ext cx="3007233" cy="63632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E72F64-AA7D-28C2-1D18-0A383C66803E}"/>
                  </a:ext>
                </a:extLst>
              </p:cNvPr>
              <p:cNvSpPr txBox="1"/>
              <p:nvPr/>
            </p:nvSpPr>
            <p:spPr>
              <a:xfrm>
                <a:off x="-471831" y="5246589"/>
                <a:ext cx="2888035" cy="911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𝐻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E72F64-AA7D-28C2-1D18-0A383C6680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71831" y="5246589"/>
                <a:ext cx="2888035" cy="91159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B4B61F-EF1A-A707-BB39-D70268B47B34}"/>
                  </a:ext>
                </a:extLst>
              </p:cNvPr>
              <p:cNvSpPr txBox="1"/>
              <p:nvPr/>
            </p:nvSpPr>
            <p:spPr>
              <a:xfrm>
                <a:off x="114317" y="3550519"/>
                <a:ext cx="6993065" cy="7257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/>
                  <a:t>Conjugate momentum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equals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ℒ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m:rPr>
                            <m:sty m:val="p"/>
                          </m:r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∇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𝑢</m:t>
                        </m:r>
                      </m:den>
                    </m:f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m:rPr>
                        <m:sty m:val="p"/>
                      </m:rP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endParaRPr lang="en-US" sz="2800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34B4B61F-EF1A-A707-BB39-D70268B47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317" y="3550519"/>
                <a:ext cx="6993065" cy="725776"/>
              </a:xfrm>
              <a:prstGeom prst="rect">
                <a:avLst/>
              </a:prstGeom>
              <a:blipFill>
                <a:blip r:embed="rId6"/>
                <a:stretch>
                  <a:fillRect l="-1831" b="-10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DAE119-93C3-D96C-C377-99E145AA134E}"/>
                  </a:ext>
                </a:extLst>
              </p:cNvPr>
              <p:cNvSpPr txBox="1"/>
              <p:nvPr/>
            </p:nvSpPr>
            <p:spPr>
              <a:xfrm>
                <a:off x="5997863" y="1710813"/>
                <a:ext cx="4580081" cy="8989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ℒ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6DAE119-93C3-D96C-C377-99E145AA13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7863" y="1710813"/>
                <a:ext cx="4580081" cy="89896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79DE97-DBD8-E819-3476-1159C01EF310}"/>
                  </a:ext>
                </a:extLst>
              </p:cNvPr>
              <p:cNvSpPr txBox="1"/>
              <p:nvPr/>
            </p:nvSpPr>
            <p:spPr>
              <a:xfrm>
                <a:off x="126970" y="4303719"/>
                <a:ext cx="3191386" cy="8066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m:rPr>
                              <m:sty m:val="p"/>
                            </m:r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B79DE97-DBD8-E819-3476-1159C01EF3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970" y="4303719"/>
                <a:ext cx="3191386" cy="80663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B58EBD-8B21-8C22-665A-3B52ADB5E6B1}"/>
                  </a:ext>
                </a:extLst>
              </p:cNvPr>
              <p:cNvSpPr txBox="1"/>
              <p:nvPr/>
            </p:nvSpPr>
            <p:spPr>
              <a:xfrm>
                <a:off x="2811058" y="5246589"/>
                <a:ext cx="4699518" cy="91159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num>
                        <m:den>
                          <m: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4B58EBD-8B21-8C22-665A-3B52ADB5E6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1058" y="5246589"/>
                <a:ext cx="4699518" cy="911596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8D56C9-9ABB-4633-993B-C9B7605A2900}"/>
                  </a:ext>
                </a:extLst>
              </p:cNvPr>
              <p:cNvSpPr txBox="1"/>
              <p:nvPr/>
            </p:nvSpPr>
            <p:spPr>
              <a:xfrm>
                <a:off x="7107382" y="5536108"/>
                <a:ext cx="1330036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*</m:t>
                      </m:r>
                      <m:r>
                        <m:rPr>
                          <m:sty m:val="p"/>
                        </m:rPr>
                        <a:rPr lang="en-US" sz="2800" i="1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</a:rPr>
                        <m:t>eterministic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B8D56C9-9ABB-4633-993B-C9B7605A29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7382" y="5536108"/>
                <a:ext cx="1330036" cy="523220"/>
              </a:xfrm>
              <a:prstGeom prst="rect">
                <a:avLst/>
              </a:prstGeom>
              <a:blipFill>
                <a:blip r:embed="rId10"/>
                <a:stretch>
                  <a:fillRect r="-729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23269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F81C0A-DBC8-42AB-4C74-2138EAABB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D4F3F0-836C-7F77-03A9-D5B66FA1F3E9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A3E27E-B460-17E4-88D1-8C3AFA9B7E33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692B5-CC66-E5C5-9AD7-4C4AFC7F316C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Full Luo and Song PDE to Mean Field Games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B479D-C912-963A-B14B-180E889AFB3C}"/>
              </a:ext>
            </a:extLst>
          </p:cNvPr>
          <p:cNvSpPr txBox="1"/>
          <p:nvPr/>
        </p:nvSpPr>
        <p:spPr>
          <a:xfrm>
            <a:off x="160122" y="2158880"/>
            <a:ext cx="2502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Mean Field Games Example PDE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6C6BAE4D-6978-7C61-1DE3-F0044EFED798}"/>
              </a:ext>
            </a:extLst>
          </p:cNvPr>
          <p:cNvSpPr/>
          <p:nvPr/>
        </p:nvSpPr>
        <p:spPr>
          <a:xfrm flipH="1">
            <a:off x="2450051" y="1866988"/>
            <a:ext cx="675410" cy="2403676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2C284B-905D-A118-CA8C-D507E875F396}"/>
                  </a:ext>
                </a:extLst>
              </p:cNvPr>
              <p:cNvSpPr txBox="1"/>
              <p:nvPr/>
            </p:nvSpPr>
            <p:spPr>
              <a:xfrm>
                <a:off x="3011161" y="2006100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32C284B-905D-A118-CA8C-D507E875F3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11161" y="2006100"/>
                <a:ext cx="483504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99097-6F7E-AFB1-C296-A5602DFEE6B5}"/>
                  </a:ext>
                </a:extLst>
              </p:cNvPr>
              <p:cNvSpPr txBox="1"/>
              <p:nvPr/>
            </p:nvSpPr>
            <p:spPr>
              <a:xfrm>
                <a:off x="3123299" y="2911533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3C99097-6F7E-AFB1-C296-A5602DFEE6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299" y="2911533"/>
                <a:ext cx="4533036" cy="8917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9D546A-EBAC-2502-BBDD-D6700D23BE67}"/>
                  </a:ext>
                </a:extLst>
              </p:cNvPr>
              <p:cNvSpPr txBox="1"/>
              <p:nvPr/>
            </p:nvSpPr>
            <p:spPr>
              <a:xfrm>
                <a:off x="3238663" y="2484249"/>
                <a:ext cx="31525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39D546A-EBAC-2502-BBDD-D6700D23B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63" y="2484249"/>
                <a:ext cx="3152530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5ED77-1EE6-F772-9270-E8D83943D482}"/>
                  </a:ext>
                </a:extLst>
              </p:cNvPr>
              <p:cNvSpPr txBox="1"/>
              <p:nvPr/>
            </p:nvSpPr>
            <p:spPr>
              <a:xfrm>
                <a:off x="3238663" y="3696248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9B5ED77-1EE6-F772-9270-E8D83943D4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63" y="3696248"/>
                <a:ext cx="26489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B53EC-A42D-4F02-9F71-FF129F690B2E}"/>
                  </a:ext>
                </a:extLst>
              </p:cNvPr>
              <p:cNvSpPr txBox="1"/>
              <p:nvPr/>
            </p:nvSpPr>
            <p:spPr>
              <a:xfrm>
                <a:off x="3238663" y="6201644"/>
                <a:ext cx="246561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CFB53EC-A42D-4F02-9F71-FF129F690B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8663" y="6201644"/>
                <a:ext cx="2465610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D2F5FB-739D-AF79-BA7C-7DAEFF827E72}"/>
                  </a:ext>
                </a:extLst>
              </p:cNvPr>
              <p:cNvSpPr txBox="1"/>
              <p:nvPr/>
            </p:nvSpPr>
            <p:spPr>
              <a:xfrm>
                <a:off x="3073607" y="5641881"/>
                <a:ext cx="422487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.5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∇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AD2F5FB-739D-AF79-BA7C-7DAEFF827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607" y="5641881"/>
                <a:ext cx="4224875" cy="43088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4F4581-A279-C84E-E170-BC91485823A5}"/>
                  </a:ext>
                </a:extLst>
              </p:cNvPr>
              <p:cNvSpPr txBox="1"/>
              <p:nvPr/>
            </p:nvSpPr>
            <p:spPr>
              <a:xfrm>
                <a:off x="3073607" y="4509123"/>
                <a:ext cx="466429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280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−.5</m:t>
                      </m:r>
                      <m:r>
                        <m:rPr>
                          <m:sty m:val="p"/>
                        </m:rP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+.5</m:t>
                      </m:r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∇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𝑝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𝜌</m:t>
                          </m:r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74F4581-A279-C84E-E170-BC91485823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3607" y="4509123"/>
                <a:ext cx="4664290" cy="43088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03A0D2-7BC7-C3A7-A95A-EC51C19C3D25}"/>
                  </a:ext>
                </a:extLst>
              </p:cNvPr>
              <p:cNvSpPr txBox="1"/>
              <p:nvPr/>
            </p:nvSpPr>
            <p:spPr>
              <a:xfrm>
                <a:off x="2159522" y="4989785"/>
                <a:ext cx="499412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h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F03A0D2-7BC7-C3A7-A95A-EC51C19C3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9522" y="4989785"/>
                <a:ext cx="4994124" cy="52322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ight Brace 25">
            <a:extLst>
              <a:ext uri="{FF2B5EF4-FFF2-40B4-BE49-F238E27FC236}">
                <a16:creationId xmlns:a16="http://schemas.microsoft.com/office/drawing/2014/main" id="{E2AE63EC-B501-60D0-6186-6D407692F23C}"/>
              </a:ext>
            </a:extLst>
          </p:cNvPr>
          <p:cNvSpPr/>
          <p:nvPr/>
        </p:nvSpPr>
        <p:spPr>
          <a:xfrm flipH="1">
            <a:off x="2447889" y="4378347"/>
            <a:ext cx="675410" cy="2272056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56BC8C-6342-C52A-CDF1-EDB2AEAAE479}"/>
              </a:ext>
            </a:extLst>
          </p:cNvPr>
          <p:cNvSpPr txBox="1"/>
          <p:nvPr/>
        </p:nvSpPr>
        <p:spPr>
          <a:xfrm>
            <a:off x="160122" y="4595440"/>
            <a:ext cx="250240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Luo and Song Full PDE System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FE39A7-3706-3BA1-DB91-CD810DC3B34B}"/>
                  </a:ext>
                </a:extLst>
              </p:cNvPr>
              <p:cNvSpPr txBox="1"/>
              <p:nvPr/>
            </p:nvSpPr>
            <p:spPr>
              <a:xfrm>
                <a:off x="8695029" y="2931836"/>
                <a:ext cx="3216417" cy="2677656"/>
              </a:xfrm>
              <a:prstGeom prst="rect">
                <a:avLst/>
              </a:prstGeom>
              <a:noFill/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The Luo Song PDE is represents a Mean Field Game with viscosity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.5</m:t>
                    </m:r>
                  </m:oMath>
                </a14:m>
                <a:r>
                  <a:rPr lang="en-US" sz="2800" dirty="0"/>
                  <a:t> and Hamiltonian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=.5</m:t>
                        </m:r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89FE39A7-3706-3BA1-DB91-CD810DC3B3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5029" y="2931836"/>
                <a:ext cx="3216417" cy="2677656"/>
              </a:xfrm>
              <a:prstGeom prst="rect">
                <a:avLst/>
              </a:prstGeom>
              <a:blipFill>
                <a:blip r:embed="rId11"/>
                <a:stretch>
                  <a:fillRect t="-1798" r="-1498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160871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76338-5988-453B-AFD7-FA54190C38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7781BE9-780A-4285-6109-AB8180572E2E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D8BB2A-960D-CACE-24AC-64955335356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65D89-606F-B6E6-077D-B6498FAA3CFB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Interpretation of Mean Field Games PDE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C0DCEE-5988-D20A-17EB-FE23D5BF7ACB}"/>
              </a:ext>
            </a:extLst>
          </p:cNvPr>
          <p:cNvSpPr txBox="1"/>
          <p:nvPr/>
        </p:nvSpPr>
        <p:spPr>
          <a:xfrm>
            <a:off x="356294" y="1851670"/>
            <a:ext cx="1113827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In the Mean Field Games limit, we assume that players are indistinguishable, just like in other mean field approximations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5CFC89-356E-7C45-C450-79DC51C780A8}"/>
                  </a:ext>
                </a:extLst>
              </p:cNvPr>
              <p:cNvSpPr txBox="1"/>
              <p:nvPr/>
            </p:nvSpPr>
            <p:spPr>
              <a:xfrm>
                <a:off x="356294" y="2755185"/>
                <a:ext cx="1113827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As such, we assume that players no longer have a unique value function, but a value function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that depends only on their value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and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15CFC89-356E-7C45-C450-79DC51C78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94" y="2755185"/>
                <a:ext cx="11138270" cy="830997"/>
              </a:xfrm>
              <a:prstGeom prst="rect">
                <a:avLst/>
              </a:prstGeom>
              <a:blipFill>
                <a:blip r:embed="rId3"/>
                <a:stretch>
                  <a:fillRect l="-821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C34A98-1C24-C8CD-CFC5-F77F2F07F2CB}"/>
                  </a:ext>
                </a:extLst>
              </p:cNvPr>
              <p:cNvSpPr txBox="1"/>
              <p:nvPr/>
            </p:nvSpPr>
            <p:spPr>
              <a:xfrm>
                <a:off x="356294" y="3658700"/>
                <a:ext cx="11138270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The value function is the value of playing the game until time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, starting with strategy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at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E8C34A98-1C24-C8CD-CFC5-F77F2F07F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94" y="3658700"/>
                <a:ext cx="11138270" cy="830997"/>
              </a:xfrm>
              <a:prstGeom prst="rect">
                <a:avLst/>
              </a:prstGeom>
              <a:blipFill>
                <a:blip r:embed="rId4"/>
                <a:stretch>
                  <a:fillRect l="-821" t="-5882" b="-16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Box 28">
            <a:extLst>
              <a:ext uri="{FF2B5EF4-FFF2-40B4-BE49-F238E27FC236}">
                <a16:creationId xmlns:a16="http://schemas.microsoft.com/office/drawing/2014/main" id="{B27E36C8-0536-1ADB-8B55-27BFAEFAB083}"/>
              </a:ext>
            </a:extLst>
          </p:cNvPr>
          <p:cNvSpPr txBox="1"/>
          <p:nvPr/>
        </p:nvSpPr>
        <p:spPr>
          <a:xfrm>
            <a:off x="356294" y="4562215"/>
            <a:ext cx="111382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Since players can change their strategy, this leads to a Stochastic HJB equation!</a:t>
            </a:r>
            <a:endParaRPr lang="en-US" sz="2400" i="1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34F84E9-C2EE-8143-2DAB-7F265559235B}"/>
              </a:ext>
            </a:extLst>
          </p:cNvPr>
          <p:cNvSpPr txBox="1"/>
          <p:nvPr/>
        </p:nvSpPr>
        <p:spPr>
          <a:xfrm>
            <a:off x="1383235" y="5171296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Stochastic HJB Equation</a:t>
            </a:r>
          </a:p>
        </p:txBody>
      </p:sp>
      <p:sp>
        <p:nvSpPr>
          <p:cNvPr id="31" name="Right Brace 30">
            <a:extLst>
              <a:ext uri="{FF2B5EF4-FFF2-40B4-BE49-F238E27FC236}">
                <a16:creationId xmlns:a16="http://schemas.microsoft.com/office/drawing/2014/main" id="{D0D159A0-AC5F-4083-DE7F-278D2CBFDDAE}"/>
              </a:ext>
            </a:extLst>
          </p:cNvPr>
          <p:cNvSpPr/>
          <p:nvPr/>
        </p:nvSpPr>
        <p:spPr>
          <a:xfrm flipH="1">
            <a:off x="4112597" y="5171296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5BB29F-6F9F-5518-618D-6860E1BBEA58}"/>
                  </a:ext>
                </a:extLst>
              </p:cNvPr>
              <p:cNvSpPr txBox="1"/>
              <p:nvPr/>
            </p:nvSpPr>
            <p:spPr>
              <a:xfrm>
                <a:off x="4673707" y="5310408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8F5BB29F-6F9F-5518-618D-6860E1BBEA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3707" y="5310408"/>
                <a:ext cx="4835042" cy="43088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1D513-C539-16D9-1F14-6A3CC4D84148}"/>
                  </a:ext>
                </a:extLst>
              </p:cNvPr>
              <p:cNvSpPr txBox="1"/>
              <p:nvPr/>
            </p:nvSpPr>
            <p:spPr>
              <a:xfrm>
                <a:off x="4901209" y="5788557"/>
                <a:ext cx="31525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1C51D513-C539-16D9-1F14-6A3CC4D84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01209" y="5788557"/>
                <a:ext cx="3152530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509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EB96B-3C7D-5A9D-2D61-CC135F606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45E963F-893E-78A5-0ACB-E020082F1FE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5D3D9EA-0427-C6ED-46CF-37A7A6CA7D79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DE1EFA-92E3-9DE9-8652-0FAF26A0351A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Interpretation of Mean Field Games PDE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A639B-0243-8C99-97D2-D4FBFE789DBF}"/>
              </a:ext>
            </a:extLst>
          </p:cNvPr>
          <p:cNvSpPr txBox="1"/>
          <p:nvPr/>
        </p:nvSpPr>
        <p:spPr>
          <a:xfrm>
            <a:off x="697435" y="1866987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Stochastic HJB Equation</a:t>
            </a:r>
          </a:p>
        </p:txBody>
      </p:sp>
      <p:sp>
        <p:nvSpPr>
          <p:cNvPr id="12" name="Right Brace 11">
            <a:extLst>
              <a:ext uri="{FF2B5EF4-FFF2-40B4-BE49-F238E27FC236}">
                <a16:creationId xmlns:a16="http://schemas.microsoft.com/office/drawing/2014/main" id="{51F16C24-9169-1658-493F-6E25FF390CEC}"/>
              </a:ext>
            </a:extLst>
          </p:cNvPr>
          <p:cNvSpPr/>
          <p:nvPr/>
        </p:nvSpPr>
        <p:spPr>
          <a:xfrm flipH="1">
            <a:off x="3426797" y="1866987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BF5CAF-FD0F-8E33-714E-9F612E2646BD}"/>
                  </a:ext>
                </a:extLst>
              </p:cNvPr>
              <p:cNvSpPr txBox="1"/>
              <p:nvPr/>
            </p:nvSpPr>
            <p:spPr>
              <a:xfrm>
                <a:off x="3987907" y="2006099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FBF5CAF-FD0F-8E33-714E-9F612E2646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907" y="2006099"/>
                <a:ext cx="483504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2F9D12-EB39-38A4-B6A0-B514659DFAF8}"/>
                  </a:ext>
                </a:extLst>
              </p:cNvPr>
              <p:cNvSpPr txBox="1"/>
              <p:nvPr/>
            </p:nvSpPr>
            <p:spPr>
              <a:xfrm>
                <a:off x="4215409" y="2484248"/>
                <a:ext cx="31525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32F9D12-EB39-38A4-B6A0-B514659DFA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409" y="2484248"/>
                <a:ext cx="31525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13A78D-917C-3129-6585-F5AE53BD1254}"/>
                  </a:ext>
                </a:extLst>
              </p:cNvPr>
              <p:cNvSpPr txBox="1"/>
              <p:nvPr/>
            </p:nvSpPr>
            <p:spPr>
              <a:xfrm>
                <a:off x="697435" y="3975351"/>
                <a:ext cx="11179374" cy="72866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encodes the best response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  <m:d>
                                    <m:d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</a:rPr>
                                        <m:t>𝑎</m:t>
                                      </m:r>
                                    </m:e>
                                  </m:d>
                                  <m:r>
                                    <m:rPr>
                                      <m:brk m:alnAt="7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  <m:r>
                                    <a:rPr lang="en-US" sz="28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mr>
                            </m:m>
                          </m:e>
                        </m:d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D413A78D-917C-3129-6585-F5AE53BD12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5" y="3975351"/>
                <a:ext cx="11179374" cy="728661"/>
              </a:xfrm>
              <a:prstGeom prst="rect">
                <a:avLst/>
              </a:prstGeom>
              <a:blipFill>
                <a:blip r:embed="rId5"/>
                <a:stretch>
                  <a:fillRect t="-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A29D7-CB75-984D-7F43-A287C0FB5A81}"/>
                  </a:ext>
                </a:extLst>
              </p:cNvPr>
              <p:cNvSpPr txBox="1"/>
              <p:nvPr/>
            </p:nvSpPr>
            <p:spPr>
              <a:xfrm>
                <a:off x="697435" y="4625127"/>
                <a:ext cx="10011297" cy="14455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800" b="0" dirty="0"/>
                  <a:t>A popular example is </a:t>
                </a:r>
                <a14:m>
                  <m:oMath xmlns:m="http://schemas.openxmlformats.org/officeDocument/2006/math">
                    <m:r>
                      <m:rPr>
                        <m:brk m:alnAt="7"/>
                      </m:rPr>
                      <a:rPr lang="en-US" sz="2800" i="1">
                        <a:latin typeface="Cambria Math" panose="02040503050406030204" pitchFamily="18" charset="0"/>
                      </a:rPr>
                      <m:t>𝐼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brk m:alnAt="7"/>
                          </m:rP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|"/>
                            <m:endChr m:val="|"/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∇</m:t>
                            </m:r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  <m:sup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b="0" dirty="0"/>
                  <a:t>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endParaRPr lang="en-US" sz="2800" b="0" i="1" dirty="0"/>
              </a:p>
              <a:p>
                <a:r>
                  <a:rPr lang="en-US" sz="2800" b="0" dirty="0"/>
                  <a:t>In this case,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𝐻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  <m:r>
                      <a:rPr lang="en-US" sz="28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latin typeface="Cambria Math" panose="02040503050406030204" pitchFamily="18" charset="0"/>
                              </a:rPr>
                              <m:t>sup</m:t>
                            </m:r>
                          </m:e>
                          <m:li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1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∇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𝑢</m:t>
                                  </m:r>
                                  <m:r>
                                    <a:rPr lang="en-US" sz="2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∙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2800" b="0" i="1" smtClean="0"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  <m:r>
                                    <a:rPr lang="en-US" sz="28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f>
                                    <m:fPr>
                                      <m:ctrlPr>
                                        <a:rPr lang="en-US" sz="280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num>
                                    <m:den>
                                      <m:r>
                                        <a:rPr lang="en-US" sz="28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  <m:sSup>
                                    <m:sSupPr>
                                      <m:ctrlP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|"/>
                                          <m:endChr m:val="|"/>
                                          <m:ctrlP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n-US" sz="280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∇</m:t>
                                          </m:r>
                                          <m:r>
                                            <a:rPr lang="en-US" sz="2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𝑢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sz="2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mr>
                            </m:m>
                          </m:e>
                        </m:d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sz="28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∇</m:t>
                                </m:r>
                                <m:r>
                                  <a:rPr lang="en-US" sz="28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d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func>
                  </m:oMath>
                </a14:m>
                <a:endParaRPr lang="en-US" sz="28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388A29D7-CB75-984D-7F43-A287C0FB5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5" y="4625127"/>
                <a:ext cx="10011297" cy="1445589"/>
              </a:xfrm>
              <a:prstGeom prst="rect">
                <a:avLst/>
              </a:prstGeom>
              <a:blipFill>
                <a:blip r:embed="rId6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E58920-00D5-56E5-78C6-74AD8EBB16F6}"/>
                  </a:ext>
                </a:extLst>
              </p:cNvPr>
              <p:cNvSpPr txBox="1"/>
              <p:nvPr/>
            </p:nvSpPr>
            <p:spPr>
              <a:xfrm>
                <a:off x="697435" y="3282958"/>
                <a:ext cx="10494819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800" dirty="0"/>
                  <a:t> represents the diffusion of player strategies due to randomness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9E58920-00D5-56E5-78C6-74AD8EBB16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5" y="3282958"/>
                <a:ext cx="10494819" cy="523220"/>
              </a:xfrm>
              <a:prstGeom prst="rect">
                <a:avLst/>
              </a:prstGeom>
              <a:blipFill>
                <a:blip r:embed="rId7"/>
                <a:stretch>
                  <a:fillRect t="-12941" r="-1045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D62BA2-4E73-FFE3-33D7-A174CA04AA4F}"/>
                  </a:ext>
                </a:extLst>
              </p:cNvPr>
              <p:cNvSpPr txBox="1"/>
              <p:nvPr/>
            </p:nvSpPr>
            <p:spPr>
              <a:xfrm>
                <a:off x="697435" y="6197272"/>
                <a:ext cx="8643992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𝑊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  <m:r>
                      <a:rPr lang="en-US" sz="28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is the interaction cost arising from other agents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6D62BA2-4E73-FFE3-33D7-A174CA04A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435" y="6197272"/>
                <a:ext cx="8643992" cy="523220"/>
              </a:xfrm>
              <a:prstGeom prst="rect">
                <a:avLst/>
              </a:prstGeom>
              <a:blipFill>
                <a:blip r:embed="rId8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8092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1016EA-4703-5881-5C6B-75976A8E64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90E851F-1D0B-1DE2-6F6A-C2CF87A350AB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BAEC7DF-90CB-FAFD-A2C4-324E48C83FF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C73FAD8-48C9-E4DC-2A43-41A73BA77E2F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Fokker-Planck Equation and MFG PDE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005E4A-0D30-BB98-A20B-425DAB2735D7}"/>
                  </a:ext>
                </a:extLst>
              </p:cNvPr>
              <p:cNvSpPr txBox="1"/>
              <p:nvPr/>
            </p:nvSpPr>
            <p:spPr>
              <a:xfrm>
                <a:off x="794145" y="2435276"/>
                <a:ext cx="449918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sz="3200" i="1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𝜎</m:t>
                      </m:r>
                      <m:r>
                        <a:rPr lang="en-US" sz="32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3200" b="0" i="0" smtClean="0">
                          <a:latin typeface="Cambria Math" panose="02040503050406030204" pitchFamily="18" charset="0"/>
                        </a:rPr>
                        <m:t>d</m:t>
                      </m:r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sz="3200" i="1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E005E4A-0D30-BB98-A20B-425DAB2735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45" y="2435276"/>
                <a:ext cx="4499180" cy="49244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55CC579-23B8-58F5-3934-E50BBA5CB1DA}"/>
              </a:ext>
            </a:extLst>
          </p:cNvPr>
          <p:cNvSpPr txBox="1"/>
          <p:nvPr/>
        </p:nvSpPr>
        <p:spPr>
          <a:xfrm>
            <a:off x="145471" y="1866987"/>
            <a:ext cx="67748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Given that a stochastic process satisfies: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4D43DF-091E-C6C0-C8A3-FAF2F75CA07B}"/>
                  </a:ext>
                </a:extLst>
              </p:cNvPr>
              <p:cNvSpPr txBox="1"/>
              <p:nvPr/>
            </p:nvSpPr>
            <p:spPr>
              <a:xfrm>
                <a:off x="145471" y="3006673"/>
                <a:ext cx="7959438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800" dirty="0"/>
                  <a:t>The probability density 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𝜌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/>
                  <a:t> must satisfy: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964D43DF-091E-C6C0-C8A3-FAF2F75CA0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471" y="3006673"/>
                <a:ext cx="7959438" cy="523220"/>
              </a:xfrm>
              <a:prstGeom prst="rect">
                <a:avLst/>
              </a:prstGeom>
              <a:blipFill>
                <a:blip r:embed="rId4"/>
                <a:stretch>
                  <a:fillRect l="-1608" t="-11628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9678A2-2AB0-EAB1-29B4-5BDCE424BAE5}"/>
                  </a:ext>
                </a:extLst>
              </p:cNvPr>
              <p:cNvSpPr txBox="1"/>
              <p:nvPr/>
            </p:nvSpPr>
            <p:spPr>
              <a:xfrm>
                <a:off x="897715" y="3451881"/>
                <a:ext cx="4347472" cy="98495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3200"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𝜇𝜌</m:t>
                      </m:r>
                      <m:r>
                        <a:rPr lang="en-US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)+</m:t>
                      </m:r>
                      <m:f>
                        <m:fPr>
                          <m:ctrlP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3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US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32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r>
                        <a:rPr lang="en-US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𝜌</m:t>
                      </m:r>
                    </m:oMath>
                  </m:oMathPara>
                </a14:m>
                <a:endParaRPr lang="en-US" sz="3200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9678A2-2AB0-EAB1-29B4-5BDCE424BA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715" y="3451881"/>
                <a:ext cx="4347472" cy="98495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9B98585-0A4E-3827-FE38-2D0D993B5C18}"/>
              </a:ext>
            </a:extLst>
          </p:cNvPr>
          <p:cNvSpPr txBox="1"/>
          <p:nvPr/>
        </p:nvSpPr>
        <p:spPr>
          <a:xfrm>
            <a:off x="-274459" y="4769642"/>
            <a:ext cx="250240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MFG PDE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17C602-B784-C953-E545-2D31E8CC08CF}"/>
                  </a:ext>
                </a:extLst>
              </p:cNvPr>
              <p:cNvSpPr txBox="1"/>
              <p:nvPr/>
            </p:nvSpPr>
            <p:spPr>
              <a:xfrm>
                <a:off x="2480828" y="4389752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217C602-B784-C953-E545-2D31E8CC0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828" y="4389752"/>
                <a:ext cx="4533036" cy="89178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F5A3F-4FCA-8491-30D3-F5C8EC1953CE}"/>
                  </a:ext>
                </a:extLst>
              </p:cNvPr>
              <p:cNvSpPr txBox="1"/>
              <p:nvPr/>
            </p:nvSpPr>
            <p:spPr>
              <a:xfrm>
                <a:off x="2596192" y="5174467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4BF5A3F-4FCA-8491-30D3-F5C8EC195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6192" y="5174467"/>
                <a:ext cx="2648995" cy="43088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ight Brace 11">
            <a:extLst>
              <a:ext uri="{FF2B5EF4-FFF2-40B4-BE49-F238E27FC236}">
                <a16:creationId xmlns:a16="http://schemas.microsoft.com/office/drawing/2014/main" id="{295DA143-12D8-D203-B6C4-4255C92C8182}"/>
              </a:ext>
            </a:extLst>
          </p:cNvPr>
          <p:cNvSpPr/>
          <p:nvPr/>
        </p:nvSpPr>
        <p:spPr>
          <a:xfrm flipH="1">
            <a:off x="1920782" y="4573448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886DAC-E558-D6F5-5D2F-C39BF7617C65}"/>
                  </a:ext>
                </a:extLst>
              </p:cNvPr>
              <p:cNvSpPr txBox="1"/>
              <p:nvPr/>
            </p:nvSpPr>
            <p:spPr>
              <a:xfrm>
                <a:off x="323362" y="5718173"/>
                <a:ext cx="10587093" cy="1203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2800" dirty="0"/>
                  <a:t>This is a Fokker-Planck Equation with reverse time evolution,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= 1,</m:t>
                    </m:r>
                  </m:oMath>
                </a14:m>
                <a:r>
                  <a:rPr lang="en-US" sz="2800" dirty="0"/>
                  <a:t>  and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sz="28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2800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8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8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r>
                  <a:rPr lang="en-US" sz="2800" dirty="0"/>
                  <a:t> [Hamilton’s Equations under time reversal]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886DAC-E558-D6F5-5D2F-C39BF7617C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362" y="5718173"/>
                <a:ext cx="10587093" cy="1203984"/>
              </a:xfrm>
              <a:prstGeom prst="rect">
                <a:avLst/>
              </a:prstGeom>
              <a:blipFill>
                <a:blip r:embed="rId8"/>
                <a:stretch>
                  <a:fillRect l="-921" t="-5051" b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621529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1B1CF-6A0F-04DC-9240-5A0D7974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2E5E411-77F7-377E-60FF-7697F08A5BFC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2D0962-5C7E-AA09-A38B-0F3D10F5B0A1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BCA757-A3B8-11A6-38FF-FF5CAF89F6CB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Interpretation of Mean Field Games PDE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E3BE15-8030-FF81-8B1D-CD0E9C47DCD1}"/>
              </a:ext>
            </a:extLst>
          </p:cNvPr>
          <p:cNvSpPr txBox="1"/>
          <p:nvPr/>
        </p:nvSpPr>
        <p:spPr>
          <a:xfrm>
            <a:off x="697435" y="1894509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Fokker-Planck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612E71-56B9-4AF1-3CAD-21CF424B86F0}"/>
                  </a:ext>
                </a:extLst>
              </p:cNvPr>
              <p:cNvSpPr txBox="1"/>
              <p:nvPr/>
            </p:nvSpPr>
            <p:spPr>
              <a:xfrm>
                <a:off x="3479867" y="1710813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612E71-56B9-4AF1-3CAD-21CF424B86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9867" y="1710813"/>
                <a:ext cx="4533036" cy="8917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F52C60-4AC8-F55A-6092-12872ABEC4A5}"/>
                  </a:ext>
                </a:extLst>
              </p:cNvPr>
              <p:cNvSpPr txBox="1"/>
              <p:nvPr/>
            </p:nvSpPr>
            <p:spPr>
              <a:xfrm>
                <a:off x="3595231" y="2495528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EF52C60-4AC8-F55A-6092-12872ABEC4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5231" y="2495528"/>
                <a:ext cx="2648995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Brace 10">
            <a:extLst>
              <a:ext uri="{FF2B5EF4-FFF2-40B4-BE49-F238E27FC236}">
                <a16:creationId xmlns:a16="http://schemas.microsoft.com/office/drawing/2014/main" id="{ED02DBEA-13EB-CB4A-0E12-0FCF9AC6266B}"/>
              </a:ext>
            </a:extLst>
          </p:cNvPr>
          <p:cNvSpPr/>
          <p:nvPr/>
        </p:nvSpPr>
        <p:spPr>
          <a:xfrm flipH="1">
            <a:off x="2919821" y="1894509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AAD727-F0AC-B627-2BF5-B56016F0EDD4}"/>
                  </a:ext>
                </a:extLst>
              </p:cNvPr>
              <p:cNvSpPr txBox="1"/>
              <p:nvPr/>
            </p:nvSpPr>
            <p:spPr>
              <a:xfrm>
                <a:off x="666749" y="3265824"/>
                <a:ext cx="10858500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l-GR" sz="2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𝜐</m:t>
                    </m:r>
                    <m:r>
                      <m:rPr>
                        <m:sty m:val="p"/>
                      </m:rPr>
                      <a:rPr lang="el-GR" sz="280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 represents the diffusion of player strategies due to randomness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FAAD727-F0AC-B627-2BF5-B56016F0E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9" y="3265824"/>
                <a:ext cx="10858500" cy="523220"/>
              </a:xfrm>
              <a:prstGeom prst="rect">
                <a:avLst/>
              </a:prstGeom>
              <a:blipFill>
                <a:blip r:embed="rId5"/>
                <a:stretch>
                  <a:fillRect t="-12791" b="-313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EB63F6-368A-CD02-566A-9EE2B40F5D26}"/>
                  </a:ext>
                </a:extLst>
              </p:cNvPr>
              <p:cNvSpPr txBox="1"/>
              <p:nvPr/>
            </p:nvSpPr>
            <p:spPr>
              <a:xfrm>
                <a:off x="666749" y="3895676"/>
                <a:ext cx="11731337" cy="12039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r>
                          <a:rPr lang="en-US" sz="28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𝜕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a:rPr lang="en-US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800" dirty="0"/>
                  <a:t> represents the drift of player strategies as they move toward their optimal strategies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DEB63F6-368A-CD02-566A-9EE2B40F5D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749" y="3895676"/>
                <a:ext cx="11731337" cy="1203984"/>
              </a:xfrm>
              <a:prstGeom prst="rect">
                <a:avLst/>
              </a:prstGeom>
              <a:blipFill>
                <a:blip r:embed="rId6"/>
                <a:stretch>
                  <a:fillRect l="-1039" b="-126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654498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D1B8B-6297-22BB-B1DF-417DDE02A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26FF902-0627-9C1F-527D-BEF30ED9F04A}"/>
              </a:ext>
            </a:extLst>
          </p:cNvPr>
          <p:cNvSpPr/>
          <p:nvPr/>
        </p:nvSpPr>
        <p:spPr>
          <a:xfrm>
            <a:off x="4916" y="0"/>
            <a:ext cx="12192000" cy="1465006"/>
          </a:xfrm>
          <a:prstGeom prst="rect">
            <a:avLst/>
          </a:prstGeom>
          <a:solidFill>
            <a:srgbClr val="064EA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1C73C75-AE2F-0E51-A8C6-C36327D0D2BB}"/>
              </a:ext>
            </a:extLst>
          </p:cNvPr>
          <p:cNvSpPr/>
          <p:nvPr/>
        </p:nvSpPr>
        <p:spPr>
          <a:xfrm>
            <a:off x="0" y="1465007"/>
            <a:ext cx="12192000" cy="245806"/>
          </a:xfrm>
          <a:prstGeom prst="rect">
            <a:avLst/>
          </a:prstGeom>
          <a:solidFill>
            <a:srgbClr val="FBDB0E"/>
          </a:solidFill>
          <a:ln>
            <a:solidFill>
              <a:srgbClr val="FBD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3C3575-76E5-D721-5EDB-340FA091FCAE}"/>
              </a:ext>
            </a:extLst>
          </p:cNvPr>
          <p:cNvSpPr txBox="1"/>
          <p:nvPr/>
        </p:nvSpPr>
        <p:spPr>
          <a:xfrm>
            <a:off x="697435" y="401981"/>
            <a:ext cx="107971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Interpretation of Mean Field Games PDE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DD64DC-0BFB-DD92-50A8-DA9E6017E14D}"/>
              </a:ext>
            </a:extLst>
          </p:cNvPr>
          <p:cNvSpPr txBox="1"/>
          <p:nvPr/>
        </p:nvSpPr>
        <p:spPr>
          <a:xfrm>
            <a:off x="697435" y="1866987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Stochastic HJB Equation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87031CF4-C6BE-BADD-A0BC-932FE067A5D6}"/>
              </a:ext>
            </a:extLst>
          </p:cNvPr>
          <p:cNvSpPr/>
          <p:nvPr/>
        </p:nvSpPr>
        <p:spPr>
          <a:xfrm flipH="1">
            <a:off x="3426797" y="1866987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868405-129A-14E1-43CB-E76B33319904}"/>
                  </a:ext>
                </a:extLst>
              </p:cNvPr>
              <p:cNvSpPr txBox="1"/>
              <p:nvPr/>
            </p:nvSpPr>
            <p:spPr>
              <a:xfrm>
                <a:off x="3987907" y="2006099"/>
                <a:ext cx="4835042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i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l-GR" sz="28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𝐻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𝑢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𝑊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B868405-129A-14E1-43CB-E76B333199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907" y="2006099"/>
                <a:ext cx="4835042" cy="43088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ABED42-268E-1C51-13BA-B113C00EECB5}"/>
                  </a:ext>
                </a:extLst>
              </p:cNvPr>
              <p:cNvSpPr txBox="1"/>
              <p:nvPr/>
            </p:nvSpPr>
            <p:spPr>
              <a:xfrm>
                <a:off x="4215409" y="2484248"/>
                <a:ext cx="3152530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,0)=</m:t>
                      </m:r>
                      <m:sSub>
                        <m:sSubPr>
                          <m:ctrlPr>
                            <a:rPr lang="en-US" sz="2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(0)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ABED42-268E-1C51-13BA-B113C00EEC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5409" y="2484248"/>
                <a:ext cx="3152530" cy="43088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6D2868FF-7CAC-CAE2-0168-0B358DB86B0C}"/>
              </a:ext>
            </a:extLst>
          </p:cNvPr>
          <p:cNvSpPr txBox="1"/>
          <p:nvPr/>
        </p:nvSpPr>
        <p:spPr>
          <a:xfrm>
            <a:off x="1204411" y="3166926"/>
            <a:ext cx="25024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Fokker-Planck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413B14-373A-D215-E234-1356F5CD2CE5}"/>
                  </a:ext>
                </a:extLst>
              </p:cNvPr>
              <p:cNvSpPr txBox="1"/>
              <p:nvPr/>
            </p:nvSpPr>
            <p:spPr>
              <a:xfrm>
                <a:off x="3986843" y="2983230"/>
                <a:ext cx="4533036" cy="8917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2800" i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l-GR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𝜐</m:t>
                      </m:r>
                      <m:r>
                        <m:rPr>
                          <m:sty m:val="p"/>
                        </m:rPr>
                        <a:rPr lang="el-GR" sz="280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Δ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∙(</m:t>
                      </m:r>
                      <m:f>
                        <m:fPr>
                          <m:ctrlP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en-US" sz="28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𝜕</m:t>
                          </m:r>
                          <m:r>
                            <a:rPr lang="en-US" sz="2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</m:den>
                      </m:f>
                      <m:r>
                        <a:rPr lang="en-US" sz="28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en-US" sz="2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413B14-373A-D215-E234-1356F5CD2C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6843" y="2983230"/>
                <a:ext cx="4533036" cy="8917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B053E7-474C-A3C0-7936-1A191065B67B}"/>
                  </a:ext>
                </a:extLst>
              </p:cNvPr>
              <p:cNvSpPr txBox="1"/>
              <p:nvPr/>
            </p:nvSpPr>
            <p:spPr>
              <a:xfrm>
                <a:off x="4102207" y="3767945"/>
                <a:ext cx="2648995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)=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sz="28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𝑥</m:t>
                      </m:r>
                      <m:r>
                        <a:rPr lang="en-US" sz="28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AB053E7-474C-A3C0-7936-1A191065B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2207" y="3767945"/>
                <a:ext cx="2648995" cy="43088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Right Brace 14">
            <a:extLst>
              <a:ext uri="{FF2B5EF4-FFF2-40B4-BE49-F238E27FC236}">
                <a16:creationId xmlns:a16="http://schemas.microsoft.com/office/drawing/2014/main" id="{B3FB3A43-97A7-F3DC-F803-ED4779F3743A}"/>
              </a:ext>
            </a:extLst>
          </p:cNvPr>
          <p:cNvSpPr/>
          <p:nvPr/>
        </p:nvSpPr>
        <p:spPr>
          <a:xfrm flipH="1">
            <a:off x="3426797" y="3166926"/>
            <a:ext cx="675410" cy="1048148"/>
          </a:xfrm>
          <a:prstGeom prst="rightBrace">
            <a:avLst>
              <a:gd name="adj1" fmla="val 8333"/>
              <a:gd name="adj2" fmla="val 45174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C009D6E-0AED-A029-25CD-3C75A6C628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99063" y="4571829"/>
            <a:ext cx="5547487" cy="2286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8297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9044</TotalTime>
  <Words>2024</Words>
  <Application>Microsoft Office PowerPoint</Application>
  <PresentationFormat>Widescreen</PresentationFormat>
  <Paragraphs>281</Paragraphs>
  <Slides>30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Wyngaard</dc:creator>
  <cp:lastModifiedBy>Jacob Wyngaard</cp:lastModifiedBy>
  <cp:revision>75</cp:revision>
  <cp:lastPrinted>2025-08-21T02:00:35Z</cp:lastPrinted>
  <dcterms:created xsi:type="dcterms:W3CDTF">2025-08-20T23:47:39Z</dcterms:created>
  <dcterms:modified xsi:type="dcterms:W3CDTF">2026-04-21T03:58:24Z</dcterms:modified>
</cp:coreProperties>
</file>