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521" r:id="rId2"/>
    <p:sldId id="516" r:id="rId3"/>
    <p:sldId id="519" r:id="rId4"/>
    <p:sldId id="515" r:id="rId5"/>
    <p:sldId id="443" r:id="rId6"/>
    <p:sldId id="517" r:id="rId7"/>
    <p:sldId id="518" r:id="rId8"/>
    <p:sldId id="523" r:id="rId9"/>
    <p:sldId id="526" r:id="rId10"/>
    <p:sldId id="525" r:id="rId11"/>
    <p:sldId id="524" r:id="rId12"/>
    <p:sldId id="531" r:id="rId13"/>
    <p:sldId id="532" r:id="rId14"/>
    <p:sldId id="522" r:id="rId15"/>
    <p:sldId id="539" r:id="rId16"/>
    <p:sldId id="534" r:id="rId17"/>
    <p:sldId id="533" r:id="rId18"/>
    <p:sldId id="535" r:id="rId19"/>
    <p:sldId id="536" r:id="rId20"/>
    <p:sldId id="538" r:id="rId21"/>
    <p:sldId id="540" r:id="rId22"/>
    <p:sldId id="541" r:id="rId23"/>
    <p:sldId id="542" r:id="rId24"/>
    <p:sldId id="543" r:id="rId25"/>
    <p:sldId id="544" r:id="rId26"/>
    <p:sldId id="547" r:id="rId27"/>
    <p:sldId id="546" r:id="rId28"/>
    <p:sldId id="548" r:id="rId29"/>
    <p:sldId id="550" r:id="rId30"/>
    <p:sldId id="552" r:id="rId31"/>
    <p:sldId id="549" r:id="rId32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2556A3-2CB9-4349-AA16-84A892A7CC81}">
          <p14:sldIdLst>
            <p14:sldId id="521"/>
            <p14:sldId id="516"/>
            <p14:sldId id="519"/>
            <p14:sldId id="515"/>
            <p14:sldId id="443"/>
            <p14:sldId id="517"/>
            <p14:sldId id="518"/>
            <p14:sldId id="523"/>
            <p14:sldId id="526"/>
            <p14:sldId id="525"/>
            <p14:sldId id="524"/>
            <p14:sldId id="531"/>
            <p14:sldId id="532"/>
            <p14:sldId id="522"/>
            <p14:sldId id="539"/>
            <p14:sldId id="534"/>
            <p14:sldId id="533"/>
            <p14:sldId id="535"/>
            <p14:sldId id="536"/>
            <p14:sldId id="538"/>
            <p14:sldId id="540"/>
            <p14:sldId id="541"/>
            <p14:sldId id="542"/>
            <p14:sldId id="543"/>
            <p14:sldId id="544"/>
            <p14:sldId id="547"/>
            <p14:sldId id="546"/>
            <p14:sldId id="548"/>
            <p14:sldId id="550"/>
            <p14:sldId id="552"/>
            <p14:sldId id="54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FFFF66"/>
    <a:srgbClr val="388847"/>
    <a:srgbClr val="3E7CB9"/>
    <a:srgbClr val="6D9CCA"/>
    <a:srgbClr val="D26764"/>
    <a:srgbClr val="FF66CC"/>
    <a:srgbClr val="FFCC00"/>
    <a:srgbClr val="F21C0B"/>
    <a:srgbClr val="5E83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71F6FA-9F5B-44E1-8E93-710BB74077B8}" v="1082" dt="2026-05-12T05:23:50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8" autoAdjust="0"/>
    <p:restoredTop sz="89831" autoAdjust="0"/>
  </p:normalViewPr>
  <p:slideViewPr>
    <p:cSldViewPr snapToGrid="0">
      <p:cViewPr varScale="1">
        <p:scale>
          <a:sx n="99" d="100"/>
          <a:sy n="99" d="100"/>
        </p:scale>
        <p:origin x="822" y="78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 modSection">
      <pc:chgData name="Jacob Wyngaard" userId="6181fcd471e98458" providerId="LiveId" clId="{788BA123-62C9-4DDC-86E5-A6BCA4600216}" dt="2026-05-12T05:26:32.188" v="5963" actId="1076"/>
      <pc:docMkLst>
        <pc:docMk/>
      </pc:docMkLst>
      <pc:sldChg chg="addSp delSp modSp del mod">
        <pc:chgData name="Jacob Wyngaard" userId="6181fcd471e98458" providerId="LiveId" clId="{788BA123-62C9-4DDC-86E5-A6BCA4600216}" dt="2026-05-12T02:40:36.383" v="1884" actId="47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5-12T01:56:54.659" v="1172" actId="207"/>
          <ac:spMkLst>
            <pc:docMk/>
            <pc:sldMk cId="606609933" sldId="291"/>
            <ac:spMk id="4" creationId="{1B411B8F-F3DD-7217-C318-4E4BB0649028}"/>
          </ac:spMkLst>
        </pc:spChg>
        <pc:spChg chg="mod">
          <ac:chgData name="Jacob Wyngaard" userId="6181fcd471e98458" providerId="LiveId" clId="{788BA123-62C9-4DDC-86E5-A6BCA4600216}" dt="2026-05-12T01:36:28.806" v="259" actId="1076"/>
          <ac:spMkLst>
            <pc:docMk/>
            <pc:sldMk cId="606609933" sldId="291"/>
            <ac:spMk id="6" creationId="{C72625B0-9C50-5F21-824B-42EEFCC925B0}"/>
          </ac:spMkLst>
        </pc:spChg>
        <pc:spChg chg="mod">
          <ac:chgData name="Jacob Wyngaard" userId="6181fcd471e98458" providerId="LiveId" clId="{788BA123-62C9-4DDC-86E5-A6BCA4600216}" dt="2026-05-11T03:57:02.954" v="47" actId="20577"/>
          <ac:spMkLst>
            <pc:docMk/>
            <pc:sldMk cId="606609933" sldId="291"/>
            <ac:spMk id="7" creationId="{F42717F7-28EC-0805-BB53-D97D2CA2A8E7}"/>
          </ac:spMkLst>
        </pc:spChg>
        <pc:spChg chg="mod">
          <ac:chgData name="Jacob Wyngaard" userId="6181fcd471e98458" providerId="LiveId" clId="{788BA123-62C9-4DDC-86E5-A6BCA4600216}" dt="2026-05-12T01:56:54.659" v="1172" actId="207"/>
          <ac:spMkLst>
            <pc:docMk/>
            <pc:sldMk cId="606609933" sldId="291"/>
            <ac:spMk id="9" creationId="{146DFEDC-5C40-1E05-3C8E-45F902F03177}"/>
          </ac:spMkLst>
        </pc:spChg>
        <pc:spChg chg="mod">
          <ac:chgData name="Jacob Wyngaard" userId="6181fcd471e98458" providerId="LiveId" clId="{788BA123-62C9-4DDC-86E5-A6BCA4600216}" dt="2026-05-12T01:56:54.659" v="1172" actId="207"/>
          <ac:spMkLst>
            <pc:docMk/>
            <pc:sldMk cId="606609933" sldId="291"/>
            <ac:spMk id="10" creationId="{C6BDA09F-627C-8FDA-D7A1-E0E80D1E38CA}"/>
          </ac:spMkLst>
        </pc:spChg>
        <pc:spChg chg="mod">
          <ac:chgData name="Jacob Wyngaard" userId="6181fcd471e98458" providerId="LiveId" clId="{788BA123-62C9-4DDC-86E5-A6BCA4600216}" dt="2026-05-12T01:56:54.659" v="1172" actId="207"/>
          <ac:spMkLst>
            <pc:docMk/>
            <pc:sldMk cId="606609933" sldId="291"/>
            <ac:spMk id="11" creationId="{F86DC52F-DB46-E6EB-3D90-B7847A7A2EC1}"/>
          </ac:spMkLst>
        </pc:spChg>
        <pc:picChg chg="add mod">
          <ac:chgData name="Jacob Wyngaard" userId="6181fcd471e98458" providerId="LiveId" clId="{788BA123-62C9-4DDC-86E5-A6BCA4600216}" dt="2026-05-12T01:56:01.301" v="1159" actId="1076"/>
          <ac:picMkLst>
            <pc:docMk/>
            <pc:sldMk cId="606609933" sldId="291"/>
            <ac:picMk id="3" creationId="{AB14BE36-E688-3E00-AC6C-C041FFA9B694}"/>
          </ac:picMkLst>
        </pc:picChg>
        <pc:picChg chg="del">
          <ac:chgData name="Jacob Wyngaard" userId="6181fcd471e98458" providerId="LiveId" clId="{788BA123-62C9-4DDC-86E5-A6BCA4600216}" dt="2026-05-12T01:55:51.172" v="1156" actId="478"/>
          <ac:picMkLst>
            <pc:docMk/>
            <pc:sldMk cId="606609933" sldId="291"/>
            <ac:picMk id="5" creationId="{42BBA5D6-69D7-01C0-80FE-B1A612C918D3}"/>
          </ac:picMkLst>
        </pc:picChg>
      </pc:sldChg>
      <pc:sldChg chg="modSp mod ord">
        <pc:chgData name="Jacob Wyngaard" userId="6181fcd471e98458" providerId="LiveId" clId="{788BA123-62C9-4DDC-86E5-A6BCA4600216}" dt="2026-05-12T03:41:40.751" v="3982" actId="20577"/>
        <pc:sldMkLst>
          <pc:docMk/>
          <pc:sldMk cId="1904361733" sldId="443"/>
        </pc:sldMkLst>
        <pc:spChg chg="mod">
          <ac:chgData name="Jacob Wyngaard" userId="6181fcd471e98458" providerId="LiveId" clId="{788BA123-62C9-4DDC-86E5-A6BCA4600216}" dt="2026-05-12T03:41:40.751" v="3982" actId="20577"/>
          <ac:spMkLst>
            <pc:docMk/>
            <pc:sldMk cId="1904361733" sldId="443"/>
            <ac:spMk id="2" creationId="{12191DAF-EE3A-FC24-1F7B-E9C307CFE694}"/>
          </ac:spMkLst>
        </pc:spChg>
        <pc:graphicFrameChg chg="modGraphic">
          <ac:chgData name="Jacob Wyngaard" userId="6181fcd471e98458" providerId="LiveId" clId="{788BA123-62C9-4DDC-86E5-A6BCA4600216}" dt="2026-05-11T03:58:58.593" v="194" actId="20577"/>
          <ac:graphicFrameMkLst>
            <pc:docMk/>
            <pc:sldMk cId="1904361733" sldId="443"/>
            <ac:graphicFrameMk id="3" creationId="{A8CC73B0-8A5E-1116-81A3-B9DC5E42A9A9}"/>
          </ac:graphicFrameMkLst>
        </pc:graphicFrameChg>
        <pc:graphicFrameChg chg="modGraphic">
          <ac:chgData name="Jacob Wyngaard" userId="6181fcd471e98458" providerId="LiveId" clId="{788BA123-62C9-4DDC-86E5-A6BCA4600216}" dt="2026-05-11T03:59:14.108" v="197" actId="20577"/>
          <ac:graphicFrameMkLst>
            <pc:docMk/>
            <pc:sldMk cId="1904361733" sldId="443"/>
            <ac:graphicFrameMk id="4" creationId="{4145C499-B588-95BB-EF65-8A15FA3F4019}"/>
          </ac:graphicFrameMkLst>
        </pc:graphicFrameChg>
      </pc:sldChg>
      <pc:sldChg chg="modSp mod">
        <pc:chgData name="Jacob Wyngaard" userId="6181fcd471e98458" providerId="LiveId" clId="{788BA123-62C9-4DDC-86E5-A6BCA4600216}" dt="2026-05-11T03:57:46.748" v="102" actId="1076"/>
        <pc:sldMkLst>
          <pc:docMk/>
          <pc:sldMk cId="1183433973" sldId="515"/>
        </pc:sldMkLst>
        <pc:spChg chg="mod">
          <ac:chgData name="Jacob Wyngaard" userId="6181fcd471e98458" providerId="LiveId" clId="{788BA123-62C9-4DDC-86E5-A6BCA4600216}" dt="2026-05-11T03:57:46.748" v="102" actId="1076"/>
          <ac:spMkLst>
            <pc:docMk/>
            <pc:sldMk cId="1183433973" sldId="515"/>
            <ac:spMk id="4" creationId="{6CCA6167-7FFB-C9AC-9767-DE69BFB1E50F}"/>
          </ac:spMkLst>
        </pc:spChg>
      </pc:sldChg>
      <pc:sldChg chg="addSp delSp modSp mod ord">
        <pc:chgData name="Jacob Wyngaard" userId="6181fcd471e98458" providerId="LiveId" clId="{788BA123-62C9-4DDC-86E5-A6BCA4600216}" dt="2026-05-12T01:45:47.199" v="849" actId="14100"/>
        <pc:sldMkLst>
          <pc:docMk/>
          <pc:sldMk cId="4107404332" sldId="516"/>
        </pc:sldMkLst>
        <pc:spChg chg="add mod">
          <ac:chgData name="Jacob Wyngaard" userId="6181fcd471e98458" providerId="LiveId" clId="{788BA123-62C9-4DDC-86E5-A6BCA4600216}" dt="2026-05-12T01:40:28.254" v="469" actId="1035"/>
          <ac:spMkLst>
            <pc:docMk/>
            <pc:sldMk cId="4107404332" sldId="516"/>
            <ac:spMk id="2" creationId="{432EC514-5701-B250-B78B-ACEE6BEB6845}"/>
          </ac:spMkLst>
        </pc:spChg>
        <pc:spChg chg="add mod">
          <ac:chgData name="Jacob Wyngaard" userId="6181fcd471e98458" providerId="LiveId" clId="{788BA123-62C9-4DDC-86E5-A6BCA4600216}" dt="2026-05-12T01:40:28.254" v="469" actId="1035"/>
          <ac:spMkLst>
            <pc:docMk/>
            <pc:sldMk cId="4107404332" sldId="516"/>
            <ac:spMk id="3" creationId="{81F52C0A-6D74-2FB1-5727-1C906954F0BF}"/>
          </ac:spMkLst>
        </pc:spChg>
        <pc:spChg chg="mod">
          <ac:chgData name="Jacob Wyngaard" userId="6181fcd471e98458" providerId="LiveId" clId="{788BA123-62C9-4DDC-86E5-A6BCA4600216}" dt="2026-05-12T01:36:58.285" v="301" actId="20577"/>
          <ac:spMkLst>
            <pc:docMk/>
            <pc:sldMk cId="4107404332" sldId="516"/>
            <ac:spMk id="4" creationId="{A438B08C-6B0E-7A15-5555-D90757AA88FC}"/>
          </ac:spMkLst>
        </pc:spChg>
        <pc:spChg chg="add mod">
          <ac:chgData name="Jacob Wyngaard" userId="6181fcd471e98458" providerId="LiveId" clId="{788BA123-62C9-4DDC-86E5-A6BCA4600216}" dt="2026-05-12T01:40:28.254" v="469" actId="1035"/>
          <ac:spMkLst>
            <pc:docMk/>
            <pc:sldMk cId="4107404332" sldId="516"/>
            <ac:spMk id="5" creationId="{875AA750-2CD5-645B-55CD-14BD997C93EB}"/>
          </ac:spMkLst>
        </pc:spChg>
        <pc:spChg chg="del">
          <ac:chgData name="Jacob Wyngaard" userId="6181fcd471e98458" providerId="LiveId" clId="{788BA123-62C9-4DDC-86E5-A6BCA4600216}" dt="2026-05-11T03:59:27.334" v="202" actId="478"/>
          <ac:spMkLst>
            <pc:docMk/>
            <pc:sldMk cId="4107404332" sldId="516"/>
            <ac:spMk id="7" creationId="{D73DC0D5-66D1-27C9-A923-565E6723AEF9}"/>
          </ac:spMkLst>
        </pc:spChg>
        <pc:spChg chg="add mod">
          <ac:chgData name="Jacob Wyngaard" userId="6181fcd471e98458" providerId="LiveId" clId="{788BA123-62C9-4DDC-86E5-A6BCA4600216}" dt="2026-05-12T01:41:08.659" v="541" actId="20577"/>
          <ac:spMkLst>
            <pc:docMk/>
            <pc:sldMk cId="4107404332" sldId="516"/>
            <ac:spMk id="7" creationId="{E8D8A40D-6B3C-8D7C-6DAA-AA7ADD9262A9}"/>
          </ac:spMkLst>
        </pc:spChg>
        <pc:spChg chg="add mod">
          <ac:chgData name="Jacob Wyngaard" userId="6181fcd471e98458" providerId="LiveId" clId="{788BA123-62C9-4DDC-86E5-A6BCA4600216}" dt="2026-05-12T01:41:31.640" v="566" actId="20577"/>
          <ac:spMkLst>
            <pc:docMk/>
            <pc:sldMk cId="4107404332" sldId="516"/>
            <ac:spMk id="9" creationId="{2440719C-0F6E-F059-1ACF-90FD9E52DB39}"/>
          </ac:spMkLst>
        </pc:spChg>
        <pc:spChg chg="del">
          <ac:chgData name="Jacob Wyngaard" userId="6181fcd471e98458" providerId="LiveId" clId="{788BA123-62C9-4DDC-86E5-A6BCA4600216}" dt="2026-05-11T03:59:26.700" v="201" actId="478"/>
          <ac:spMkLst>
            <pc:docMk/>
            <pc:sldMk cId="4107404332" sldId="516"/>
            <ac:spMk id="9" creationId="{CCFE407C-15FB-DC19-149C-B92E3DD84CBB}"/>
          </ac:spMkLst>
        </pc:spChg>
        <pc:spChg chg="add mod">
          <ac:chgData name="Jacob Wyngaard" userId="6181fcd471e98458" providerId="LiveId" clId="{788BA123-62C9-4DDC-86E5-A6BCA4600216}" dt="2026-05-12T01:43:13.653" v="721" actId="14100"/>
          <ac:spMkLst>
            <pc:docMk/>
            <pc:sldMk cId="4107404332" sldId="516"/>
            <ac:spMk id="10" creationId="{8B23E0A8-1CC3-CBD4-6F44-47E2850F0F8A}"/>
          </ac:spMkLst>
        </pc:spChg>
        <pc:spChg chg="add mod">
          <ac:chgData name="Jacob Wyngaard" userId="6181fcd471e98458" providerId="LiveId" clId="{788BA123-62C9-4DDC-86E5-A6BCA4600216}" dt="2026-05-12T01:41:57.661" v="601" actId="20577"/>
          <ac:spMkLst>
            <pc:docMk/>
            <pc:sldMk cId="4107404332" sldId="516"/>
            <ac:spMk id="11" creationId="{042C88D5-71AE-A7A7-F73D-4E5E4061E1B2}"/>
          </ac:spMkLst>
        </pc:spChg>
        <pc:spChg chg="add mod">
          <ac:chgData name="Jacob Wyngaard" userId="6181fcd471e98458" providerId="LiveId" clId="{788BA123-62C9-4DDC-86E5-A6BCA4600216}" dt="2026-05-12T01:42:16.632" v="637" actId="20577"/>
          <ac:spMkLst>
            <pc:docMk/>
            <pc:sldMk cId="4107404332" sldId="516"/>
            <ac:spMk id="12" creationId="{92DE183F-5640-F627-51F4-06BAD497E2D3}"/>
          </ac:spMkLst>
        </pc:spChg>
        <pc:spChg chg="del">
          <ac:chgData name="Jacob Wyngaard" userId="6181fcd471e98458" providerId="LiveId" clId="{788BA123-62C9-4DDC-86E5-A6BCA4600216}" dt="2026-05-11T03:59:28.214" v="203" actId="478"/>
          <ac:spMkLst>
            <pc:docMk/>
            <pc:sldMk cId="4107404332" sldId="516"/>
            <ac:spMk id="12" creationId="{D964CDCF-08CF-276E-FC69-ADBAEF99C51C}"/>
          </ac:spMkLst>
        </pc:spChg>
        <pc:spChg chg="add mod">
          <ac:chgData name="Jacob Wyngaard" userId="6181fcd471e98458" providerId="LiveId" clId="{788BA123-62C9-4DDC-86E5-A6BCA4600216}" dt="2026-05-12T01:43:22.741" v="734" actId="14100"/>
          <ac:spMkLst>
            <pc:docMk/>
            <pc:sldMk cId="4107404332" sldId="516"/>
            <ac:spMk id="13" creationId="{D062C7A2-4CCF-538B-C4AE-B73118BC3FD6}"/>
          </ac:spMkLst>
        </pc:spChg>
        <pc:spChg chg="del">
          <ac:chgData name="Jacob Wyngaard" userId="6181fcd471e98458" providerId="LiveId" clId="{788BA123-62C9-4DDC-86E5-A6BCA4600216}" dt="2026-05-11T03:59:29.328" v="204" actId="478"/>
          <ac:spMkLst>
            <pc:docMk/>
            <pc:sldMk cId="4107404332" sldId="516"/>
            <ac:spMk id="14" creationId="{0A0DCBC0-D740-74EF-1972-E4E369A6E5E6}"/>
          </ac:spMkLst>
        </pc:spChg>
        <pc:spChg chg="add mod">
          <ac:chgData name="Jacob Wyngaard" userId="6181fcd471e98458" providerId="LiveId" clId="{788BA123-62C9-4DDC-86E5-A6BCA4600216}" dt="2026-05-12T01:42:48.713" v="687" actId="20577"/>
          <ac:spMkLst>
            <pc:docMk/>
            <pc:sldMk cId="4107404332" sldId="516"/>
            <ac:spMk id="14" creationId="{12A7C024-198F-375C-514A-FF3EC6445C67}"/>
          </ac:spMkLst>
        </pc:spChg>
        <pc:spChg chg="del">
          <ac:chgData name="Jacob Wyngaard" userId="6181fcd471e98458" providerId="LiveId" clId="{788BA123-62C9-4DDC-86E5-A6BCA4600216}" dt="2026-05-11T03:59:24.290" v="199" actId="478"/>
          <ac:spMkLst>
            <pc:docMk/>
            <pc:sldMk cId="4107404332" sldId="516"/>
            <ac:spMk id="15" creationId="{5097B1A7-4B18-C053-1C9F-693121F53AB0}"/>
          </ac:spMkLst>
        </pc:spChg>
        <pc:spChg chg="add mod">
          <ac:chgData name="Jacob Wyngaard" userId="6181fcd471e98458" providerId="LiveId" clId="{788BA123-62C9-4DDC-86E5-A6BCA4600216}" dt="2026-05-12T01:43:40.606" v="767" actId="20577"/>
          <ac:spMkLst>
            <pc:docMk/>
            <pc:sldMk cId="4107404332" sldId="516"/>
            <ac:spMk id="15" creationId="{55A00775-A1F6-57C8-D8D7-9A9FC0A1E3B5}"/>
          </ac:spMkLst>
        </pc:spChg>
        <pc:spChg chg="del">
          <ac:chgData name="Jacob Wyngaard" userId="6181fcd471e98458" providerId="LiveId" clId="{788BA123-62C9-4DDC-86E5-A6BCA4600216}" dt="2026-05-11T03:59:25.326" v="200" actId="478"/>
          <ac:spMkLst>
            <pc:docMk/>
            <pc:sldMk cId="4107404332" sldId="516"/>
            <ac:spMk id="16" creationId="{239FDEF4-10A5-FFC3-6D7F-AE38CD1C3CAE}"/>
          </ac:spMkLst>
        </pc:spChg>
        <pc:spChg chg="add mod">
          <ac:chgData name="Jacob Wyngaard" userId="6181fcd471e98458" providerId="LiveId" clId="{788BA123-62C9-4DDC-86E5-A6BCA4600216}" dt="2026-05-12T01:45:47.199" v="849" actId="14100"/>
          <ac:spMkLst>
            <pc:docMk/>
            <pc:sldMk cId="4107404332" sldId="516"/>
            <ac:spMk id="23" creationId="{396744C1-AC8D-8CD8-D461-FCD64149751B}"/>
          </ac:spMkLst>
        </pc:spChg>
        <pc:picChg chg="del">
          <ac:chgData name="Jacob Wyngaard" userId="6181fcd471e98458" providerId="LiveId" clId="{788BA123-62C9-4DDC-86E5-A6BCA4600216}" dt="2026-05-11T03:59:23.001" v="198" actId="478"/>
          <ac:picMkLst>
            <pc:docMk/>
            <pc:sldMk cId="4107404332" sldId="516"/>
            <ac:picMk id="11" creationId="{0B92BE8F-187D-3695-BF31-AF82686B4A57}"/>
          </ac:picMkLst>
        </pc:picChg>
        <pc:picChg chg="add mod">
          <ac:chgData name="Jacob Wyngaard" userId="6181fcd471e98458" providerId="LiveId" clId="{788BA123-62C9-4DDC-86E5-A6BCA4600216}" dt="2026-05-12T01:44:33.566" v="781" actId="1076"/>
          <ac:picMkLst>
            <pc:docMk/>
            <pc:sldMk cId="4107404332" sldId="516"/>
            <ac:picMk id="17" creationId="{0A699CC9-FDFC-389C-EF2E-CBBFCA257A6D}"/>
          </ac:picMkLst>
        </pc:picChg>
        <pc:picChg chg="add mod">
          <ac:chgData name="Jacob Wyngaard" userId="6181fcd471e98458" providerId="LiveId" clId="{788BA123-62C9-4DDC-86E5-A6BCA4600216}" dt="2026-05-12T01:44:36.362" v="783" actId="1076"/>
          <ac:picMkLst>
            <pc:docMk/>
            <pc:sldMk cId="4107404332" sldId="516"/>
            <ac:picMk id="18" creationId="{6CE4B260-79DC-69F8-D1DA-A7A460BCA283}"/>
          </ac:picMkLst>
        </pc:picChg>
        <pc:picChg chg="add mod">
          <ac:chgData name="Jacob Wyngaard" userId="6181fcd471e98458" providerId="LiveId" clId="{788BA123-62C9-4DDC-86E5-A6BCA4600216}" dt="2026-05-12T01:44:39.344" v="785" actId="1076"/>
          <ac:picMkLst>
            <pc:docMk/>
            <pc:sldMk cId="4107404332" sldId="516"/>
            <ac:picMk id="19" creationId="{3D801DA2-832A-6E0F-0B83-252626356F9D}"/>
          </ac:picMkLst>
        </pc:picChg>
        <pc:picChg chg="add mod">
          <ac:chgData name="Jacob Wyngaard" userId="6181fcd471e98458" providerId="LiveId" clId="{788BA123-62C9-4DDC-86E5-A6BCA4600216}" dt="2026-05-12T01:44:44.178" v="787" actId="1076"/>
          <ac:picMkLst>
            <pc:docMk/>
            <pc:sldMk cId="4107404332" sldId="516"/>
            <ac:picMk id="20" creationId="{A826D58A-89DC-1EF0-5246-0A324083A0EF}"/>
          </ac:picMkLst>
        </pc:picChg>
        <pc:picChg chg="add mod">
          <ac:chgData name="Jacob Wyngaard" userId="6181fcd471e98458" providerId="LiveId" clId="{788BA123-62C9-4DDC-86E5-A6BCA4600216}" dt="2026-05-12T01:44:47.753" v="789" actId="1076"/>
          <ac:picMkLst>
            <pc:docMk/>
            <pc:sldMk cId="4107404332" sldId="516"/>
            <ac:picMk id="21" creationId="{955DF64B-FEA8-B6A0-6E31-4C2B99E16BBF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775007232" sldId="517"/>
        </pc:sldMkLst>
      </pc:sldChg>
      <pc:sldChg chg="addSp delSp modSp add mod">
        <pc:chgData name="Jacob Wyngaard" userId="6181fcd471e98458" providerId="LiveId" clId="{788BA123-62C9-4DDC-86E5-A6BCA4600216}" dt="2026-05-12T01:55:23.350" v="1155" actId="207"/>
        <pc:sldMkLst>
          <pc:docMk/>
          <pc:sldMk cId="3052709088" sldId="517"/>
        </pc:sldMkLst>
        <pc:spChg chg="del">
          <ac:chgData name="Jacob Wyngaard" userId="6181fcd471e98458" providerId="LiveId" clId="{788BA123-62C9-4DDC-86E5-A6BCA4600216}" dt="2026-05-12T01:55:00.654" v="1145" actId="478"/>
          <ac:spMkLst>
            <pc:docMk/>
            <pc:sldMk cId="3052709088" sldId="517"/>
            <ac:spMk id="2" creationId="{8F8E2A20-5AD3-B3CD-4D42-1BC9EF536A65}"/>
          </ac:spMkLst>
        </pc:spChg>
        <pc:spChg chg="add mod">
          <ac:chgData name="Jacob Wyngaard" userId="6181fcd471e98458" providerId="LiveId" clId="{788BA123-62C9-4DDC-86E5-A6BCA4600216}" dt="2026-05-12T01:55:23.350" v="1155" actId="207"/>
          <ac:spMkLst>
            <pc:docMk/>
            <pc:sldMk cId="3052709088" sldId="517"/>
            <ac:spMk id="9" creationId="{C63980DF-4F42-647D-11DB-8ADB954130CC}"/>
          </ac:spMkLst>
        </pc:spChg>
        <pc:spChg chg="mod">
          <ac:chgData name="Jacob Wyngaard" userId="6181fcd471e98458" providerId="LiveId" clId="{788BA123-62C9-4DDC-86E5-A6BCA4600216}" dt="2026-05-11T04:03:19.611" v="254" actId="1076"/>
          <ac:spMkLst>
            <pc:docMk/>
            <pc:sldMk cId="3052709088" sldId="517"/>
            <ac:spMk id="15" creationId="{A8FC7DCB-BF82-0C4F-C19A-7DE58D1DEEDD}"/>
          </ac:spMkLst>
        </pc:sp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616400512" sldId="518"/>
        </pc:sldMkLst>
      </pc:sldChg>
      <pc:sldChg chg="addSp modSp add mod">
        <pc:chgData name="Jacob Wyngaard" userId="6181fcd471e98458" providerId="LiveId" clId="{788BA123-62C9-4DDC-86E5-A6BCA4600216}" dt="2026-05-12T02:43:40.606" v="1996" actId="14826"/>
        <pc:sldMkLst>
          <pc:docMk/>
          <pc:sldMk cId="3352519480" sldId="518"/>
        </pc:sldMkLst>
        <pc:spChg chg="mod">
          <ac:chgData name="Jacob Wyngaard" userId="6181fcd471e98458" providerId="LiveId" clId="{788BA123-62C9-4DDC-86E5-A6BCA4600216}" dt="2026-05-12T02:42:00.423" v="1969" actId="1076"/>
          <ac:spMkLst>
            <pc:docMk/>
            <pc:sldMk cId="3352519480" sldId="518"/>
            <ac:spMk id="4" creationId="{C7C81489-90B7-7CB1-B247-B827BB19970E}"/>
          </ac:spMkLst>
        </pc:spChg>
        <pc:spChg chg="add mod">
          <ac:chgData name="Jacob Wyngaard" userId="6181fcd471e98458" providerId="LiveId" clId="{788BA123-62C9-4DDC-86E5-A6BCA4600216}" dt="2026-05-12T02:07:24.668" v="1246" actId="20577"/>
          <ac:spMkLst>
            <pc:docMk/>
            <pc:sldMk cId="3352519480" sldId="518"/>
            <ac:spMk id="5" creationId="{3C719E85-B3B1-7CB9-6EB5-CB53558F128E}"/>
          </ac:spMkLst>
        </pc:spChg>
        <pc:spChg chg="mod">
          <ac:chgData name="Jacob Wyngaard" userId="6181fcd471e98458" providerId="LiveId" clId="{788BA123-62C9-4DDC-86E5-A6BCA4600216}" dt="2026-05-12T02:41:58.298" v="1968" actId="1076"/>
          <ac:spMkLst>
            <pc:docMk/>
            <pc:sldMk cId="3352519480" sldId="518"/>
            <ac:spMk id="6" creationId="{3A57C327-0405-6380-9B82-2F567BEE1F4B}"/>
          </ac:spMkLst>
        </pc:spChg>
        <pc:spChg chg="add mod">
          <ac:chgData name="Jacob Wyngaard" userId="6181fcd471e98458" providerId="LiveId" clId="{788BA123-62C9-4DDC-86E5-A6BCA4600216}" dt="2026-05-12T02:06:58.678" v="1233"/>
          <ac:spMkLst>
            <pc:docMk/>
            <pc:sldMk cId="3352519480" sldId="518"/>
            <ac:spMk id="7" creationId="{2A072A66-56F5-0C49-8302-6D6F7A195677}"/>
          </ac:spMkLst>
        </pc:spChg>
        <pc:spChg chg="add mod">
          <ac:chgData name="Jacob Wyngaard" userId="6181fcd471e98458" providerId="LiveId" clId="{788BA123-62C9-4DDC-86E5-A6BCA4600216}" dt="2026-05-12T02:08:25.730" v="1293" actId="1076"/>
          <ac:spMkLst>
            <pc:docMk/>
            <pc:sldMk cId="3352519480" sldId="518"/>
            <ac:spMk id="9" creationId="{37B77F78-8E68-23D0-13F8-4EB33E800C74}"/>
          </ac:spMkLst>
        </pc:spChg>
        <pc:spChg chg="add mod">
          <ac:chgData name="Jacob Wyngaard" userId="6181fcd471e98458" providerId="LiveId" clId="{788BA123-62C9-4DDC-86E5-A6BCA4600216}" dt="2026-05-12T02:08:29.965" v="1295" actId="114"/>
          <ac:spMkLst>
            <pc:docMk/>
            <pc:sldMk cId="3352519480" sldId="518"/>
            <ac:spMk id="10" creationId="{89C42B9A-0ECB-D350-C0FF-848E403CC076}"/>
          </ac:spMkLst>
        </pc:spChg>
        <pc:spChg chg="add mod">
          <ac:chgData name="Jacob Wyngaard" userId="6181fcd471e98458" providerId="LiveId" clId="{788BA123-62C9-4DDC-86E5-A6BCA4600216}" dt="2026-05-12T02:08:19.998" v="1292" actId="1076"/>
          <ac:spMkLst>
            <pc:docMk/>
            <pc:sldMk cId="3352519480" sldId="518"/>
            <ac:spMk id="11" creationId="{94B7371B-6051-8827-1EBE-9378F6EEEB68}"/>
          </ac:spMkLst>
        </pc:spChg>
        <pc:spChg chg="add mod">
          <ac:chgData name="Jacob Wyngaard" userId="6181fcd471e98458" providerId="LiveId" clId="{788BA123-62C9-4DDC-86E5-A6BCA4600216}" dt="2026-05-12T02:42:04.472" v="1970" actId="1076"/>
          <ac:spMkLst>
            <pc:docMk/>
            <pc:sldMk cId="3352519480" sldId="518"/>
            <ac:spMk id="12" creationId="{8DFAF874-138A-0635-E36B-19A04FBE3E46}"/>
          </ac:spMkLst>
        </pc:spChg>
        <pc:picChg chg="add mod">
          <ac:chgData name="Jacob Wyngaard" userId="6181fcd471e98458" providerId="LiveId" clId="{788BA123-62C9-4DDC-86E5-A6BCA4600216}" dt="2026-05-12T02:07:39.214" v="1247" actId="14826"/>
          <ac:picMkLst>
            <pc:docMk/>
            <pc:sldMk cId="3352519480" sldId="518"/>
            <ac:picMk id="2" creationId="{C2EC710C-026F-016E-3138-C98727229D0F}"/>
          </ac:picMkLst>
        </pc:picChg>
        <pc:picChg chg="add mod">
          <ac:chgData name="Jacob Wyngaard" userId="6181fcd471e98458" providerId="LiveId" clId="{788BA123-62C9-4DDC-86E5-A6BCA4600216}" dt="2026-05-12T02:43:40.606" v="1996" actId="14826"/>
          <ac:picMkLst>
            <pc:docMk/>
            <pc:sldMk cId="3352519480" sldId="518"/>
            <ac:picMk id="3" creationId="{E5F0B520-399C-57B0-68E1-4BE76F5097B9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2810360669" sldId="519"/>
        </pc:sldMkLst>
      </pc:sldChg>
      <pc:sldChg chg="addSp delSp modSp add mod">
        <pc:chgData name="Jacob Wyngaard" userId="6181fcd471e98458" providerId="LiveId" clId="{788BA123-62C9-4DDC-86E5-A6BCA4600216}" dt="2026-05-12T01:50:17.623" v="933" actId="1076"/>
        <pc:sldMkLst>
          <pc:docMk/>
          <pc:sldMk cId="3171230088" sldId="519"/>
        </pc:sldMkLst>
        <pc:spChg chg="del">
          <ac:chgData name="Jacob Wyngaard" userId="6181fcd471e98458" providerId="LiveId" clId="{788BA123-62C9-4DDC-86E5-A6BCA4600216}" dt="2026-05-12T01:45:56.141" v="851" actId="478"/>
          <ac:spMkLst>
            <pc:docMk/>
            <pc:sldMk cId="3171230088" sldId="519"/>
            <ac:spMk id="2" creationId="{24408293-5F2D-422B-1678-EC64EE4561E4}"/>
          </ac:spMkLst>
        </pc:spChg>
        <pc:spChg chg="del">
          <ac:chgData name="Jacob Wyngaard" userId="6181fcd471e98458" providerId="LiveId" clId="{788BA123-62C9-4DDC-86E5-A6BCA4600216}" dt="2026-05-12T01:45:56.940" v="852" actId="478"/>
          <ac:spMkLst>
            <pc:docMk/>
            <pc:sldMk cId="3171230088" sldId="519"/>
            <ac:spMk id="3" creationId="{40A3C0D5-FA80-99FA-8400-868A0DA8DFA7}"/>
          </ac:spMkLst>
        </pc:spChg>
        <pc:spChg chg="mod">
          <ac:chgData name="Jacob Wyngaard" userId="6181fcd471e98458" providerId="LiveId" clId="{788BA123-62C9-4DDC-86E5-A6BCA4600216}" dt="2026-05-12T01:44:09.665" v="778" actId="20577"/>
          <ac:spMkLst>
            <pc:docMk/>
            <pc:sldMk cId="3171230088" sldId="519"/>
            <ac:spMk id="4" creationId="{A2537AAD-7345-9ADA-762D-EBA4A37FF70C}"/>
          </ac:spMkLst>
        </pc:spChg>
        <pc:spChg chg="del">
          <ac:chgData name="Jacob Wyngaard" userId="6181fcd471e98458" providerId="LiveId" clId="{788BA123-62C9-4DDC-86E5-A6BCA4600216}" dt="2026-05-12T01:45:54.955" v="850" actId="478"/>
          <ac:spMkLst>
            <pc:docMk/>
            <pc:sldMk cId="3171230088" sldId="519"/>
            <ac:spMk id="5" creationId="{D22EDE38-5586-A304-D177-208A73DF2AB9}"/>
          </ac:spMkLst>
        </pc:spChg>
        <pc:spChg chg="del">
          <ac:chgData name="Jacob Wyngaard" userId="6181fcd471e98458" providerId="LiveId" clId="{788BA123-62C9-4DDC-86E5-A6BCA4600216}" dt="2026-05-12T01:46:02.235" v="854" actId="478"/>
          <ac:spMkLst>
            <pc:docMk/>
            <pc:sldMk cId="3171230088" sldId="519"/>
            <ac:spMk id="7" creationId="{AB05382A-21A1-FB9A-3C73-3C2CCF22ABDC}"/>
          </ac:spMkLst>
        </pc:spChg>
        <pc:spChg chg="del mod">
          <ac:chgData name="Jacob Wyngaard" userId="6181fcd471e98458" providerId="LiveId" clId="{788BA123-62C9-4DDC-86E5-A6BCA4600216}" dt="2026-05-12T01:46:13.422" v="856" actId="478"/>
          <ac:spMkLst>
            <pc:docMk/>
            <pc:sldMk cId="3171230088" sldId="519"/>
            <ac:spMk id="9" creationId="{D0793D7F-58AE-93E7-1E92-F91ADCC2633B}"/>
          </ac:spMkLst>
        </pc:spChg>
        <pc:spChg chg="del">
          <ac:chgData name="Jacob Wyngaard" userId="6181fcd471e98458" providerId="LiveId" clId="{788BA123-62C9-4DDC-86E5-A6BCA4600216}" dt="2026-05-12T01:46:10.346" v="855" actId="478"/>
          <ac:spMkLst>
            <pc:docMk/>
            <pc:sldMk cId="3171230088" sldId="519"/>
            <ac:spMk id="10" creationId="{C00D82A6-3D47-D1CD-818F-8360138A94F0}"/>
          </ac:spMkLst>
        </pc:spChg>
        <pc:spChg chg="del">
          <ac:chgData name="Jacob Wyngaard" userId="6181fcd471e98458" providerId="LiveId" clId="{788BA123-62C9-4DDC-86E5-A6BCA4600216}" dt="2026-05-12T01:46:10.346" v="855" actId="478"/>
          <ac:spMkLst>
            <pc:docMk/>
            <pc:sldMk cId="3171230088" sldId="519"/>
            <ac:spMk id="11" creationId="{19E4FF17-7600-9639-C004-03F179476D9E}"/>
          </ac:spMkLst>
        </pc:spChg>
        <pc:spChg chg="del">
          <ac:chgData name="Jacob Wyngaard" userId="6181fcd471e98458" providerId="LiveId" clId="{788BA123-62C9-4DDC-86E5-A6BCA4600216}" dt="2026-05-12T01:46:10.346" v="855" actId="478"/>
          <ac:spMkLst>
            <pc:docMk/>
            <pc:sldMk cId="3171230088" sldId="519"/>
            <ac:spMk id="12" creationId="{1DC197EF-162A-EF35-D3C5-511C61F8D097}"/>
          </ac:spMkLst>
        </pc:spChg>
        <pc:spChg chg="del">
          <ac:chgData name="Jacob Wyngaard" userId="6181fcd471e98458" providerId="LiveId" clId="{788BA123-62C9-4DDC-86E5-A6BCA4600216}" dt="2026-05-12T01:46:10.346" v="855" actId="478"/>
          <ac:spMkLst>
            <pc:docMk/>
            <pc:sldMk cId="3171230088" sldId="519"/>
            <ac:spMk id="13" creationId="{083FA19C-A881-547B-88AD-4C04B9E785D9}"/>
          </ac:spMkLst>
        </pc:spChg>
        <pc:spChg chg="del">
          <ac:chgData name="Jacob Wyngaard" userId="6181fcd471e98458" providerId="LiveId" clId="{788BA123-62C9-4DDC-86E5-A6BCA4600216}" dt="2026-05-12T01:46:10.346" v="855" actId="478"/>
          <ac:spMkLst>
            <pc:docMk/>
            <pc:sldMk cId="3171230088" sldId="519"/>
            <ac:spMk id="14" creationId="{8F05367F-84CA-5EA0-F632-06DF7D9FDF9D}"/>
          </ac:spMkLst>
        </pc:spChg>
        <pc:spChg chg="del">
          <ac:chgData name="Jacob Wyngaard" userId="6181fcd471e98458" providerId="LiveId" clId="{788BA123-62C9-4DDC-86E5-A6BCA4600216}" dt="2026-05-12T01:46:10.346" v="855" actId="478"/>
          <ac:spMkLst>
            <pc:docMk/>
            <pc:sldMk cId="3171230088" sldId="519"/>
            <ac:spMk id="15" creationId="{9FE0762F-C1B7-F6A9-566E-258CB4FCBC1C}"/>
          </ac:spMkLst>
        </pc:spChg>
        <pc:spChg chg="add mod">
          <ac:chgData name="Jacob Wyngaard" userId="6181fcd471e98458" providerId="LiveId" clId="{788BA123-62C9-4DDC-86E5-A6BCA4600216}" dt="2026-05-12T01:49:38.878" v="902" actId="1076"/>
          <ac:spMkLst>
            <pc:docMk/>
            <pc:sldMk cId="3171230088" sldId="519"/>
            <ac:spMk id="22" creationId="{E24B9D71-1F8D-2FD3-A67B-9E7CD6FEE909}"/>
          </ac:spMkLst>
        </pc:spChg>
        <pc:spChg chg="add mod">
          <ac:chgData name="Jacob Wyngaard" userId="6181fcd471e98458" providerId="LiveId" clId="{788BA123-62C9-4DDC-86E5-A6BCA4600216}" dt="2026-05-12T01:49:46.375" v="912" actId="20577"/>
          <ac:spMkLst>
            <pc:docMk/>
            <pc:sldMk cId="3171230088" sldId="519"/>
            <ac:spMk id="23" creationId="{88C82833-B939-0857-B0E3-5F3EA745C734}"/>
          </ac:spMkLst>
        </pc:spChg>
        <pc:spChg chg="add mod">
          <ac:chgData name="Jacob Wyngaard" userId="6181fcd471e98458" providerId="LiveId" clId="{788BA123-62C9-4DDC-86E5-A6BCA4600216}" dt="2026-05-12T01:50:06.255" v="923" actId="1037"/>
          <ac:spMkLst>
            <pc:docMk/>
            <pc:sldMk cId="3171230088" sldId="519"/>
            <ac:spMk id="24" creationId="{D162EDC4-BC40-6C8E-B32A-05F71B1DC7C1}"/>
          </ac:spMkLst>
        </pc:spChg>
        <pc:spChg chg="add mod">
          <ac:chgData name="Jacob Wyngaard" userId="6181fcd471e98458" providerId="LiveId" clId="{788BA123-62C9-4DDC-86E5-A6BCA4600216}" dt="2026-05-12T01:50:17.623" v="933" actId="1076"/>
          <ac:spMkLst>
            <pc:docMk/>
            <pc:sldMk cId="3171230088" sldId="519"/>
            <ac:spMk id="25" creationId="{84873753-495D-CF38-0264-547F8A105FD2}"/>
          </ac:spMkLst>
        </pc:spChg>
        <pc:picChg chg="add del mod">
          <ac:chgData name="Jacob Wyngaard" userId="6181fcd471e98458" providerId="LiveId" clId="{788BA123-62C9-4DDC-86E5-A6BCA4600216}" dt="2026-05-12T01:46:46.040" v="859" actId="478"/>
          <ac:picMkLst>
            <pc:docMk/>
            <pc:sldMk cId="3171230088" sldId="519"/>
            <ac:picMk id="17" creationId="{BC545D59-8F2C-736A-C596-E9A7F6FA8165}"/>
          </ac:picMkLst>
        </pc:picChg>
        <pc:picChg chg="add mod">
          <ac:chgData name="Jacob Wyngaard" userId="6181fcd471e98458" providerId="LiveId" clId="{788BA123-62C9-4DDC-86E5-A6BCA4600216}" dt="2026-05-12T01:48:51.609" v="886" actId="1038"/>
          <ac:picMkLst>
            <pc:docMk/>
            <pc:sldMk cId="3171230088" sldId="519"/>
            <ac:picMk id="18" creationId="{09442AC6-69DF-365D-E3DA-BCFD5DB0232D}"/>
          </ac:picMkLst>
        </pc:picChg>
        <pc:picChg chg="add mod">
          <ac:chgData name="Jacob Wyngaard" userId="6181fcd471e98458" providerId="LiveId" clId="{788BA123-62C9-4DDC-86E5-A6BCA4600216}" dt="2026-05-12T01:48:24.893" v="867" actId="1076"/>
          <ac:picMkLst>
            <pc:docMk/>
            <pc:sldMk cId="3171230088" sldId="519"/>
            <ac:picMk id="19" creationId="{F0D4C9B7-5737-CABE-B038-7BC61525B75A}"/>
          </ac:picMkLst>
        </pc:picChg>
        <pc:picChg chg="add mod">
          <ac:chgData name="Jacob Wyngaard" userId="6181fcd471e98458" providerId="LiveId" clId="{788BA123-62C9-4DDC-86E5-A6BCA4600216}" dt="2026-05-12T01:48:30.892" v="869" actId="14100"/>
          <ac:picMkLst>
            <pc:docMk/>
            <pc:sldMk cId="3171230088" sldId="519"/>
            <ac:picMk id="21" creationId="{A62231E3-0B5D-CE0E-5C23-E5DD57923913}"/>
          </ac:picMkLst>
        </pc:picChg>
        <pc:picChg chg="add mod">
          <ac:chgData name="Jacob Wyngaard" userId="6181fcd471e98458" providerId="LiveId" clId="{788BA123-62C9-4DDC-86E5-A6BCA4600216}" dt="2026-05-12T01:48:47.551" v="875" actId="1076"/>
          <ac:picMkLst>
            <pc:docMk/>
            <pc:sldMk cId="3171230088" sldId="519"/>
            <ac:picMk id="1026" creationId="{DF75DB9D-F7E0-5A87-9F0A-71829A56B028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117544377" sldId="520"/>
        </pc:sldMkLst>
      </pc:sldChg>
      <pc:sldChg chg="addSp delSp modSp add del mod ord">
        <pc:chgData name="Jacob Wyngaard" userId="6181fcd471e98458" providerId="LiveId" clId="{788BA123-62C9-4DDC-86E5-A6BCA4600216}" dt="2026-05-12T04:18:06.970" v="4387" actId="47"/>
        <pc:sldMkLst>
          <pc:docMk/>
          <pc:sldMk cId="3528465208" sldId="520"/>
        </pc:sldMkLst>
        <pc:spChg chg="del">
          <ac:chgData name="Jacob Wyngaard" userId="6181fcd471e98458" providerId="LiveId" clId="{788BA123-62C9-4DDC-86E5-A6BCA4600216}" dt="2026-05-12T01:52:03.013" v="937" actId="478"/>
          <ac:spMkLst>
            <pc:docMk/>
            <pc:sldMk cId="3528465208" sldId="520"/>
            <ac:spMk id="2" creationId="{B42EF83A-EBDF-0EC2-B951-CC37973B3F58}"/>
          </ac:spMkLst>
        </pc:spChg>
        <pc:spChg chg="del">
          <ac:chgData name="Jacob Wyngaard" userId="6181fcd471e98458" providerId="LiveId" clId="{788BA123-62C9-4DDC-86E5-A6BCA4600216}" dt="2026-05-12T01:52:01.909" v="936" actId="478"/>
          <ac:spMkLst>
            <pc:docMk/>
            <pc:sldMk cId="3528465208" sldId="520"/>
            <ac:spMk id="3" creationId="{1E7E22F0-BD9B-3DDE-ABA3-6FAA55407BAC}"/>
          </ac:spMkLst>
        </pc:spChg>
        <pc:spChg chg="del mod">
          <ac:chgData name="Jacob Wyngaard" userId="6181fcd471e98458" providerId="LiveId" clId="{788BA123-62C9-4DDC-86E5-A6BCA4600216}" dt="2026-05-12T03:58:42.865" v="4293" actId="478"/>
          <ac:spMkLst>
            <pc:docMk/>
            <pc:sldMk cId="3528465208" sldId="520"/>
            <ac:spMk id="7" creationId="{B207FE7C-35FE-DAD5-A6C6-FEED181735EF}"/>
          </ac:spMkLst>
        </pc:spChg>
        <pc:spChg chg="del">
          <ac:chgData name="Jacob Wyngaard" userId="6181fcd471e98458" providerId="LiveId" clId="{788BA123-62C9-4DDC-86E5-A6BCA4600216}" dt="2026-05-12T01:52:08.213" v="940" actId="478"/>
          <ac:spMkLst>
            <pc:docMk/>
            <pc:sldMk cId="3528465208" sldId="520"/>
            <ac:spMk id="9" creationId="{4A157A8C-58EC-A5AA-801E-065868BC4755}"/>
          </ac:spMkLst>
        </pc:spChg>
        <pc:spChg chg="add del mod">
          <ac:chgData name="Jacob Wyngaard" userId="6181fcd471e98458" providerId="LiveId" clId="{788BA123-62C9-4DDC-86E5-A6BCA4600216}" dt="2026-05-12T03:58:30.189" v="4286" actId="478"/>
          <ac:spMkLst>
            <pc:docMk/>
            <pc:sldMk cId="3528465208" sldId="520"/>
            <ac:spMk id="10" creationId="{86F47A81-3111-2766-BB61-1D1176C4A14D}"/>
          </ac:spMkLst>
        </pc:spChg>
        <pc:spChg chg="add mod">
          <ac:chgData name="Jacob Wyngaard" userId="6181fcd471e98458" providerId="LiveId" clId="{788BA123-62C9-4DDC-86E5-A6BCA4600216}" dt="2026-05-12T03:58:46.825" v="4294" actId="1076"/>
          <ac:spMkLst>
            <pc:docMk/>
            <pc:sldMk cId="3528465208" sldId="520"/>
            <ac:spMk id="11" creationId="{794D1F64-F16D-3DF8-B462-A45E7ACE51C9}"/>
          </ac:spMkLst>
        </pc:spChg>
        <pc:spChg chg="add mod">
          <ac:chgData name="Jacob Wyngaard" userId="6181fcd471e98458" providerId="LiveId" clId="{788BA123-62C9-4DDC-86E5-A6BCA4600216}" dt="2026-05-12T04:15:06.583" v="4383" actId="1076"/>
          <ac:spMkLst>
            <pc:docMk/>
            <pc:sldMk cId="3528465208" sldId="520"/>
            <ac:spMk id="15" creationId="{1F923E1F-FE63-3BD5-50B6-6E8B2DB26F5B}"/>
          </ac:spMkLst>
        </pc:spChg>
        <pc:picChg chg="del">
          <ac:chgData name="Jacob Wyngaard" userId="6181fcd471e98458" providerId="LiveId" clId="{788BA123-62C9-4DDC-86E5-A6BCA4600216}" dt="2026-05-12T01:52:03.442" v="938" actId="478"/>
          <ac:picMkLst>
            <pc:docMk/>
            <pc:sldMk cId="3528465208" sldId="520"/>
            <ac:picMk id="5" creationId="{976E39B2-5AD9-C4CA-6A1F-D1C870F7E1F7}"/>
          </ac:picMkLst>
        </pc:picChg>
        <pc:picChg chg="del">
          <ac:chgData name="Jacob Wyngaard" userId="6181fcd471e98458" providerId="LiveId" clId="{788BA123-62C9-4DDC-86E5-A6BCA4600216}" dt="2026-05-12T01:52:00.536" v="935" actId="478"/>
          <ac:picMkLst>
            <pc:docMk/>
            <pc:sldMk cId="3528465208" sldId="520"/>
            <ac:picMk id="13" creationId="{C59615D3-A689-366D-B494-2D4AD24F268B}"/>
          </ac:picMkLst>
        </pc:picChg>
        <pc:picChg chg="add mod">
          <ac:chgData name="Jacob Wyngaard" userId="6181fcd471e98458" providerId="LiveId" clId="{788BA123-62C9-4DDC-86E5-A6BCA4600216}" dt="2026-05-12T04:13:46.315" v="4301" actId="1076"/>
          <ac:picMkLst>
            <pc:docMk/>
            <pc:sldMk cId="3528465208" sldId="520"/>
            <ac:picMk id="14" creationId="{E64F6320-263F-77EC-40AB-B775997BF0D7}"/>
          </ac:picMkLst>
        </pc:picChg>
      </pc:sldChg>
      <pc:sldChg chg="addSp delSp modSp add mod">
        <pc:chgData name="Jacob Wyngaard" userId="6181fcd471e98458" providerId="LiveId" clId="{788BA123-62C9-4DDC-86E5-A6BCA4600216}" dt="2026-05-12T04:21:21.714" v="4537" actId="1076"/>
        <pc:sldMkLst>
          <pc:docMk/>
          <pc:sldMk cId="1683087429" sldId="521"/>
        </pc:sldMkLst>
        <pc:spChg chg="add mod">
          <ac:chgData name="Jacob Wyngaard" userId="6181fcd471e98458" providerId="LiveId" clId="{788BA123-62C9-4DDC-86E5-A6BCA4600216}" dt="2026-05-12T01:59:07.674" v="1199" actId="2711"/>
          <ac:spMkLst>
            <pc:docMk/>
            <pc:sldMk cId="1683087429" sldId="521"/>
            <ac:spMk id="2" creationId="{B2CBE2F0-E56C-E89F-6A74-98E0D89F2289}"/>
          </ac:spMkLst>
        </pc:spChg>
        <pc:spChg chg="del">
          <ac:chgData name="Jacob Wyngaard" userId="6181fcd471e98458" providerId="LiveId" clId="{788BA123-62C9-4DDC-86E5-A6BCA4600216}" dt="2026-05-12T01:56:10.523" v="1163" actId="478"/>
          <ac:spMkLst>
            <pc:docMk/>
            <pc:sldMk cId="1683087429" sldId="521"/>
            <ac:spMk id="4" creationId="{0C39724F-BBD2-92B9-936C-C931FB64EADC}"/>
          </ac:spMkLst>
        </pc:spChg>
        <pc:spChg chg="add mod">
          <ac:chgData name="Jacob Wyngaard" userId="6181fcd471e98458" providerId="LiveId" clId="{788BA123-62C9-4DDC-86E5-A6BCA4600216}" dt="2026-05-12T01:57:25.440" v="1182" actId="1076"/>
          <ac:spMkLst>
            <pc:docMk/>
            <pc:sldMk cId="1683087429" sldId="521"/>
            <ac:spMk id="5" creationId="{8598B209-F217-0283-C83A-E0A47EF53AA9}"/>
          </ac:spMkLst>
        </pc:spChg>
        <pc:spChg chg="del">
          <ac:chgData name="Jacob Wyngaard" userId="6181fcd471e98458" providerId="LiveId" clId="{788BA123-62C9-4DDC-86E5-A6BCA4600216}" dt="2026-05-12T01:56:08.740" v="1162" actId="478"/>
          <ac:spMkLst>
            <pc:docMk/>
            <pc:sldMk cId="1683087429" sldId="521"/>
            <ac:spMk id="6" creationId="{16D39D6B-E751-88A0-C622-403665A650D3}"/>
          </ac:spMkLst>
        </pc:spChg>
        <pc:spChg chg="del">
          <ac:chgData name="Jacob Wyngaard" userId="6181fcd471e98458" providerId="LiveId" clId="{788BA123-62C9-4DDC-86E5-A6BCA4600216}" dt="2026-05-12T01:56:08.123" v="1161" actId="478"/>
          <ac:spMkLst>
            <pc:docMk/>
            <pc:sldMk cId="1683087429" sldId="521"/>
            <ac:spMk id="8" creationId="{E4C3B6A2-C79F-4E89-B38D-AF469BEC7224}"/>
          </ac:spMkLst>
        </pc:spChg>
        <pc:spChg chg="del">
          <ac:chgData name="Jacob Wyngaard" userId="6181fcd471e98458" providerId="LiveId" clId="{788BA123-62C9-4DDC-86E5-A6BCA4600216}" dt="2026-05-12T01:56:13.907" v="1165" actId="478"/>
          <ac:spMkLst>
            <pc:docMk/>
            <pc:sldMk cId="1683087429" sldId="521"/>
            <ac:spMk id="9" creationId="{3B933627-B56E-FCA5-1781-3432D3C1C379}"/>
          </ac:spMkLst>
        </pc:spChg>
        <pc:spChg chg="del">
          <ac:chgData name="Jacob Wyngaard" userId="6181fcd471e98458" providerId="LiveId" clId="{788BA123-62C9-4DDC-86E5-A6BCA4600216}" dt="2026-05-12T01:56:10.523" v="1163" actId="478"/>
          <ac:spMkLst>
            <pc:docMk/>
            <pc:sldMk cId="1683087429" sldId="521"/>
            <ac:spMk id="10" creationId="{671E7AC4-80B1-73C0-C1B7-866CE655EA0A}"/>
          </ac:spMkLst>
        </pc:spChg>
        <pc:spChg chg="del">
          <ac:chgData name="Jacob Wyngaard" userId="6181fcd471e98458" providerId="LiveId" clId="{788BA123-62C9-4DDC-86E5-A6BCA4600216}" dt="2026-05-12T01:56:12.840" v="1164" actId="478"/>
          <ac:spMkLst>
            <pc:docMk/>
            <pc:sldMk cId="1683087429" sldId="521"/>
            <ac:spMk id="11" creationId="{A865F5F4-748C-11A8-4B19-5007B4059650}"/>
          </ac:spMkLst>
        </pc:spChg>
        <pc:spChg chg="add mod">
          <ac:chgData name="Jacob Wyngaard" userId="6181fcd471e98458" providerId="LiveId" clId="{788BA123-62C9-4DDC-86E5-A6BCA4600216}" dt="2026-05-12T02:41:10.906" v="1937" actId="1076"/>
          <ac:spMkLst>
            <pc:docMk/>
            <pc:sldMk cId="1683087429" sldId="521"/>
            <ac:spMk id="12" creationId="{D01CE08F-2B84-5E38-8AF7-27D4A081E103}"/>
          </ac:spMkLst>
        </pc:spChg>
        <pc:spChg chg="add mod">
          <ac:chgData name="Jacob Wyngaard" userId="6181fcd471e98458" providerId="LiveId" clId="{788BA123-62C9-4DDC-86E5-A6BCA4600216}" dt="2026-05-12T01:57:12.391" v="1178" actId="1076"/>
          <ac:spMkLst>
            <pc:docMk/>
            <pc:sldMk cId="1683087429" sldId="521"/>
            <ac:spMk id="13" creationId="{5EB2369F-233C-C2A3-FC01-12C117A16A59}"/>
          </ac:spMkLst>
        </pc:spChg>
        <pc:spChg chg="add mod">
          <ac:chgData name="Jacob Wyngaard" userId="6181fcd471e98458" providerId="LiveId" clId="{788BA123-62C9-4DDC-86E5-A6BCA4600216}" dt="2026-05-12T01:57:49.655" v="1189" actId="1076"/>
          <ac:spMkLst>
            <pc:docMk/>
            <pc:sldMk cId="1683087429" sldId="521"/>
            <ac:spMk id="14" creationId="{F20C0306-5575-7776-DF03-4AF72EBC183B}"/>
          </ac:spMkLst>
        </pc:spChg>
        <pc:spChg chg="add mod">
          <ac:chgData name="Jacob Wyngaard" userId="6181fcd471e98458" providerId="LiveId" clId="{788BA123-62C9-4DDC-86E5-A6BCA4600216}" dt="2026-05-12T01:58:23.910" v="1194" actId="14100"/>
          <ac:spMkLst>
            <pc:docMk/>
            <pc:sldMk cId="1683087429" sldId="521"/>
            <ac:spMk id="15" creationId="{188375C2-2A40-C0B4-36F7-66728DE58E3C}"/>
          </ac:spMkLst>
        </pc:spChg>
        <pc:spChg chg="add mod">
          <ac:chgData name="Jacob Wyngaard" userId="6181fcd471e98458" providerId="LiveId" clId="{788BA123-62C9-4DDC-86E5-A6BCA4600216}" dt="2026-05-12T02:41:16.369" v="1938" actId="14100"/>
          <ac:spMkLst>
            <pc:docMk/>
            <pc:sldMk cId="1683087429" sldId="521"/>
            <ac:spMk id="16" creationId="{84B67E17-6E6E-4307-73B8-0894105E7C6D}"/>
          </ac:spMkLst>
        </pc:spChg>
        <pc:spChg chg="add mod">
          <ac:chgData name="Jacob Wyngaard" userId="6181fcd471e98458" providerId="LiveId" clId="{788BA123-62C9-4DDC-86E5-A6BCA4600216}" dt="2026-05-12T04:21:21.714" v="4537" actId="1076"/>
          <ac:spMkLst>
            <pc:docMk/>
            <pc:sldMk cId="1683087429" sldId="521"/>
            <ac:spMk id="17" creationId="{BFCBC13D-5009-5557-2AFC-667D26118B4D}"/>
          </ac:spMkLst>
        </pc:spChg>
        <pc:picChg chg="mod modCrop">
          <ac:chgData name="Jacob Wyngaard" userId="6181fcd471e98458" providerId="LiveId" clId="{788BA123-62C9-4DDC-86E5-A6BCA4600216}" dt="2026-05-12T01:56:36.313" v="1171" actId="1076"/>
          <ac:picMkLst>
            <pc:docMk/>
            <pc:sldMk cId="1683087429" sldId="521"/>
            <ac:picMk id="3" creationId="{17BCE675-825D-E570-9854-E23F48EB744F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1926622717" sldId="521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65594124" sldId="522"/>
        </pc:sldMkLst>
      </pc:sldChg>
      <pc:sldChg chg="addSp delSp modSp add mod">
        <pc:chgData name="Jacob Wyngaard" userId="6181fcd471e98458" providerId="LiveId" clId="{788BA123-62C9-4DDC-86E5-A6BCA4600216}" dt="2026-05-12T03:46:56.440" v="4043"/>
        <pc:sldMkLst>
          <pc:docMk/>
          <pc:sldMk cId="616069818" sldId="522"/>
        </pc:sldMkLst>
        <pc:spChg chg="del">
          <ac:chgData name="Jacob Wyngaard" userId="6181fcd471e98458" providerId="LiveId" clId="{788BA123-62C9-4DDC-86E5-A6BCA4600216}" dt="2026-05-12T03:46:56.160" v="4042" actId="478"/>
          <ac:spMkLst>
            <pc:docMk/>
            <pc:sldMk cId="616069818" sldId="522"/>
            <ac:spMk id="4" creationId="{754F4037-CB45-9863-1810-9C03B6524F0B}"/>
          </ac:spMkLst>
        </pc:spChg>
        <pc:spChg chg="mod">
          <ac:chgData name="Jacob Wyngaard" userId="6181fcd471e98458" providerId="LiveId" clId="{788BA123-62C9-4DDC-86E5-A6BCA4600216}" dt="2026-05-12T03:07:36.420" v="2338" actId="20577"/>
          <ac:spMkLst>
            <pc:docMk/>
            <pc:sldMk cId="616069818" sldId="522"/>
            <ac:spMk id="5" creationId="{12A48CCA-DB8B-1970-CECD-3CA5EE529DCD}"/>
          </ac:spMkLst>
        </pc:spChg>
        <pc:spChg chg="mod">
          <ac:chgData name="Jacob Wyngaard" userId="6181fcd471e98458" providerId="LiveId" clId="{788BA123-62C9-4DDC-86E5-A6BCA4600216}" dt="2026-05-12T03:07:28.552" v="2335" actId="1076"/>
          <ac:spMkLst>
            <pc:docMk/>
            <pc:sldMk cId="616069818" sldId="522"/>
            <ac:spMk id="9" creationId="{78B5669A-F2B8-5193-6B63-F88850D4D5CC}"/>
          </ac:spMkLst>
        </pc:spChg>
        <pc:spChg chg="mod">
          <ac:chgData name="Jacob Wyngaard" userId="6181fcd471e98458" providerId="LiveId" clId="{788BA123-62C9-4DDC-86E5-A6BCA4600216}" dt="2026-05-12T03:07:30.768" v="2336" actId="1076"/>
          <ac:spMkLst>
            <pc:docMk/>
            <pc:sldMk cId="616069818" sldId="522"/>
            <ac:spMk id="10" creationId="{A005004C-13E0-BF5E-B113-6E3D756C3E54}"/>
          </ac:spMkLst>
        </pc:spChg>
        <pc:spChg chg="add del mod">
          <ac:chgData name="Jacob Wyngaard" userId="6181fcd471e98458" providerId="LiveId" clId="{788BA123-62C9-4DDC-86E5-A6BCA4600216}" dt="2026-05-12T03:08:08.773" v="2340" actId="478"/>
          <ac:spMkLst>
            <pc:docMk/>
            <pc:sldMk cId="616069818" sldId="522"/>
            <ac:spMk id="11" creationId="{7E4ABE47-EADF-5305-1077-1B4BC73FE9AA}"/>
          </ac:spMkLst>
        </pc:spChg>
        <pc:spChg chg="add del mod">
          <ac:chgData name="Jacob Wyngaard" userId="6181fcd471e98458" providerId="LiveId" clId="{788BA123-62C9-4DDC-86E5-A6BCA4600216}" dt="2026-05-12T03:08:07.609" v="2339" actId="478"/>
          <ac:spMkLst>
            <pc:docMk/>
            <pc:sldMk cId="616069818" sldId="522"/>
            <ac:spMk id="12" creationId="{0F782182-D747-0A09-3D26-0A958004277A}"/>
          </ac:spMkLst>
        </pc:spChg>
        <pc:spChg chg="add mod">
          <ac:chgData name="Jacob Wyngaard" userId="6181fcd471e98458" providerId="LiveId" clId="{788BA123-62C9-4DDC-86E5-A6BCA4600216}" dt="2026-05-12T03:07:25.861" v="2334"/>
          <ac:spMkLst>
            <pc:docMk/>
            <pc:sldMk cId="616069818" sldId="522"/>
            <ac:spMk id="13" creationId="{D0DAFEB7-16C0-DD35-C38E-C3F38112CF8C}"/>
          </ac:spMkLst>
        </pc:spChg>
        <pc:spChg chg="add mod">
          <ac:chgData name="Jacob Wyngaard" userId="6181fcd471e98458" providerId="LiveId" clId="{788BA123-62C9-4DDC-86E5-A6BCA4600216}" dt="2026-05-12T03:46:56.440" v="4043"/>
          <ac:spMkLst>
            <pc:docMk/>
            <pc:sldMk cId="616069818" sldId="522"/>
            <ac:spMk id="14" creationId="{E1E7C8C8-2C8A-FD89-55A6-8EA7755FFE6B}"/>
          </ac:spMkLst>
        </pc:spChg>
        <pc:picChg chg="mod">
          <ac:chgData name="Jacob Wyngaard" userId="6181fcd471e98458" providerId="LiveId" clId="{788BA123-62C9-4DDC-86E5-A6BCA4600216}" dt="2026-05-12T03:11:18.181" v="2372" actId="14826"/>
          <ac:picMkLst>
            <pc:docMk/>
            <pc:sldMk cId="616069818" sldId="522"/>
            <ac:picMk id="2" creationId="{58D4CA74-EDC3-9FD7-9251-84B2F1D88B31}"/>
          </ac:picMkLst>
        </pc:picChg>
        <pc:picChg chg="mod">
          <ac:chgData name="Jacob Wyngaard" userId="6181fcd471e98458" providerId="LiveId" clId="{788BA123-62C9-4DDC-86E5-A6BCA4600216}" dt="2026-05-12T03:08:14.826" v="2341" actId="14826"/>
          <ac:picMkLst>
            <pc:docMk/>
            <pc:sldMk cId="616069818" sldId="522"/>
            <ac:picMk id="3" creationId="{48A829CA-41B5-515A-6CA6-E9032E1B8734}"/>
          </ac:picMkLst>
        </pc:picChg>
      </pc:sldChg>
      <pc:sldChg chg="addSp delSp modSp add mod">
        <pc:chgData name="Jacob Wyngaard" userId="6181fcd471e98458" providerId="LiveId" clId="{788BA123-62C9-4DDC-86E5-A6BCA4600216}" dt="2026-05-12T03:05:51.182" v="2328" actId="1076"/>
        <pc:sldMkLst>
          <pc:docMk/>
          <pc:sldMk cId="1277878379" sldId="523"/>
        </pc:sldMkLst>
        <pc:spChg chg="del">
          <ac:chgData name="Jacob Wyngaard" userId="6181fcd471e98458" providerId="LiveId" clId="{788BA123-62C9-4DDC-86E5-A6BCA4600216}" dt="2026-05-12T02:42:12.610" v="1971" actId="478"/>
          <ac:spMkLst>
            <pc:docMk/>
            <pc:sldMk cId="1277878379" sldId="523"/>
            <ac:spMk id="4" creationId="{DD07C443-95B0-86E7-B6E7-EDBDC69BA481}"/>
          </ac:spMkLst>
        </pc:spChg>
        <pc:spChg chg="del">
          <ac:chgData name="Jacob Wyngaard" userId="6181fcd471e98458" providerId="LiveId" clId="{788BA123-62C9-4DDC-86E5-A6BCA4600216}" dt="2026-05-12T02:09:51.496" v="1300" actId="478"/>
          <ac:spMkLst>
            <pc:docMk/>
            <pc:sldMk cId="1277878379" sldId="523"/>
            <ac:spMk id="5" creationId="{95D9961D-FA38-97C3-332B-202B954255C1}"/>
          </ac:spMkLst>
        </pc:spChg>
        <pc:spChg chg="del">
          <ac:chgData name="Jacob Wyngaard" userId="6181fcd471e98458" providerId="LiveId" clId="{788BA123-62C9-4DDC-86E5-A6BCA4600216}" dt="2026-05-12T02:09:52.072" v="1301" actId="478"/>
          <ac:spMkLst>
            <pc:docMk/>
            <pc:sldMk cId="1277878379" sldId="523"/>
            <ac:spMk id="7" creationId="{708BF6F5-34C3-6EFC-E5BC-CBC0E8482C95}"/>
          </ac:spMkLst>
        </pc:spChg>
        <pc:spChg chg="del">
          <ac:chgData name="Jacob Wyngaard" userId="6181fcd471e98458" providerId="LiveId" clId="{788BA123-62C9-4DDC-86E5-A6BCA4600216}" dt="2026-05-12T02:09:48.340" v="1297" actId="478"/>
          <ac:spMkLst>
            <pc:docMk/>
            <pc:sldMk cId="1277878379" sldId="523"/>
            <ac:spMk id="9" creationId="{B238CEFC-A1F6-F615-2F46-0F9E9BAE53A6}"/>
          </ac:spMkLst>
        </pc:spChg>
        <pc:spChg chg="del">
          <ac:chgData name="Jacob Wyngaard" userId="6181fcd471e98458" providerId="LiveId" clId="{788BA123-62C9-4DDC-86E5-A6BCA4600216}" dt="2026-05-12T02:09:50.111" v="1299" actId="478"/>
          <ac:spMkLst>
            <pc:docMk/>
            <pc:sldMk cId="1277878379" sldId="523"/>
            <ac:spMk id="10" creationId="{F3DA4502-C792-8326-00E8-07AA603E63AD}"/>
          </ac:spMkLst>
        </pc:spChg>
        <pc:spChg chg="del">
          <ac:chgData name="Jacob Wyngaard" userId="6181fcd471e98458" providerId="LiveId" clId="{788BA123-62C9-4DDC-86E5-A6BCA4600216}" dt="2026-05-12T02:09:49.216" v="1298" actId="478"/>
          <ac:spMkLst>
            <pc:docMk/>
            <pc:sldMk cId="1277878379" sldId="523"/>
            <ac:spMk id="11" creationId="{04C5B59F-9621-AC5F-F27D-2D3354DF1E5D}"/>
          </ac:spMkLst>
        </pc:spChg>
        <pc:spChg chg="add mod">
          <ac:chgData name="Jacob Wyngaard" userId="6181fcd471e98458" providerId="LiveId" clId="{788BA123-62C9-4DDC-86E5-A6BCA4600216}" dt="2026-05-12T02:10:40.507" v="1365" actId="14100"/>
          <ac:spMkLst>
            <pc:docMk/>
            <pc:sldMk cId="1277878379" sldId="523"/>
            <ac:spMk id="12" creationId="{21643A67-0B72-4480-71BF-64BFABBD90FB}"/>
          </ac:spMkLst>
        </pc:spChg>
        <pc:spChg chg="add mod">
          <ac:chgData name="Jacob Wyngaard" userId="6181fcd471e98458" providerId="LiveId" clId="{788BA123-62C9-4DDC-86E5-A6BCA4600216}" dt="2026-05-12T02:56:31.731" v="2027" actId="113"/>
          <ac:spMkLst>
            <pc:docMk/>
            <pc:sldMk cId="1277878379" sldId="523"/>
            <ac:spMk id="13" creationId="{A02D3722-3205-442B-35CB-A5E82EEA52BD}"/>
          </ac:spMkLst>
        </pc:spChg>
        <pc:spChg chg="add mod">
          <ac:chgData name="Jacob Wyngaard" userId="6181fcd471e98458" providerId="LiveId" clId="{788BA123-62C9-4DDC-86E5-A6BCA4600216}" dt="2026-05-12T02:42:12.896" v="1972"/>
          <ac:spMkLst>
            <pc:docMk/>
            <pc:sldMk cId="1277878379" sldId="523"/>
            <ac:spMk id="14" creationId="{D18CDF1B-96C0-A8E4-1972-1F404DCF8833}"/>
          </ac:spMkLst>
        </pc:spChg>
        <pc:spChg chg="add mod">
          <ac:chgData name="Jacob Wyngaard" userId="6181fcd471e98458" providerId="LiveId" clId="{788BA123-62C9-4DDC-86E5-A6BCA4600216}" dt="2026-05-12T02:42:12.896" v="1972"/>
          <ac:spMkLst>
            <pc:docMk/>
            <pc:sldMk cId="1277878379" sldId="523"/>
            <ac:spMk id="15" creationId="{6F8809CE-CAB6-59E2-9EC8-E62903DDD81F}"/>
          </ac:spMkLst>
        </pc:spChg>
        <pc:spChg chg="add mod">
          <ac:chgData name="Jacob Wyngaard" userId="6181fcd471e98458" providerId="LiveId" clId="{788BA123-62C9-4DDC-86E5-A6BCA4600216}" dt="2026-05-12T03:05:31.002" v="2323" actId="1076"/>
          <ac:spMkLst>
            <pc:docMk/>
            <pc:sldMk cId="1277878379" sldId="523"/>
            <ac:spMk id="16" creationId="{51935A79-A5A8-B8C1-64B0-004D94E5940D}"/>
          </ac:spMkLst>
        </pc:spChg>
        <pc:spChg chg="add mod">
          <ac:chgData name="Jacob Wyngaard" userId="6181fcd471e98458" providerId="LiveId" clId="{788BA123-62C9-4DDC-86E5-A6BCA4600216}" dt="2026-05-12T03:05:51.182" v="2328" actId="1076"/>
          <ac:spMkLst>
            <pc:docMk/>
            <pc:sldMk cId="1277878379" sldId="523"/>
            <ac:spMk id="17" creationId="{A0AA04E0-0092-C6B6-E7AE-EFD760010C8B}"/>
          </ac:spMkLst>
        </pc:spChg>
        <pc:picChg chg="mod">
          <ac:chgData name="Jacob Wyngaard" userId="6181fcd471e98458" providerId="LiveId" clId="{788BA123-62C9-4DDC-86E5-A6BCA4600216}" dt="2026-05-12T02:13:57.996" v="1414" actId="14100"/>
          <ac:picMkLst>
            <pc:docMk/>
            <pc:sldMk cId="1277878379" sldId="523"/>
            <ac:picMk id="2" creationId="{E9704611-491D-5AC6-2C19-66A4EC40A714}"/>
          </ac:picMkLst>
        </pc:picChg>
        <pc:picChg chg="mod">
          <ac:chgData name="Jacob Wyngaard" userId="6181fcd471e98458" providerId="LiveId" clId="{788BA123-62C9-4DDC-86E5-A6BCA4600216}" dt="2026-05-12T02:57:00.801" v="2033" actId="1076"/>
          <ac:picMkLst>
            <pc:docMk/>
            <pc:sldMk cId="1277878379" sldId="523"/>
            <ac:picMk id="3" creationId="{50F636F7-E89D-A9FE-BD6E-D1ED0B94B98F}"/>
          </ac:picMkLst>
        </pc:picChg>
      </pc:sldChg>
      <pc:sldChg chg="addSp delSp modSp add mod ord">
        <pc:chgData name="Jacob Wyngaard" userId="6181fcd471e98458" providerId="LiveId" clId="{788BA123-62C9-4DDC-86E5-A6BCA4600216}" dt="2026-05-12T03:01:05.726" v="2055" actId="14826"/>
        <pc:sldMkLst>
          <pc:docMk/>
          <pc:sldMk cId="2912854351" sldId="524"/>
        </pc:sldMkLst>
        <pc:spChg chg="del mod">
          <ac:chgData name="Jacob Wyngaard" userId="6181fcd471e98458" providerId="LiveId" clId="{788BA123-62C9-4DDC-86E5-A6BCA4600216}" dt="2026-05-12T02:42:38.369" v="1984" actId="478"/>
          <ac:spMkLst>
            <pc:docMk/>
            <pc:sldMk cId="2912854351" sldId="524"/>
            <ac:spMk id="4" creationId="{C13132ED-1664-26F7-D628-61A2F9307C3A}"/>
          </ac:spMkLst>
        </pc:spChg>
        <pc:spChg chg="del mod">
          <ac:chgData name="Jacob Wyngaard" userId="6181fcd471e98458" providerId="LiveId" clId="{788BA123-62C9-4DDC-86E5-A6BCA4600216}" dt="2026-05-12T02:25:18.453" v="1671" actId="478"/>
          <ac:spMkLst>
            <pc:docMk/>
            <pc:sldMk cId="2912854351" sldId="524"/>
            <ac:spMk id="11" creationId="{A5A8DF5F-9F1A-FD16-A917-1A13B9CC081F}"/>
          </ac:spMkLst>
        </pc:spChg>
        <pc:spChg chg="add mod">
          <ac:chgData name="Jacob Wyngaard" userId="6181fcd471e98458" providerId="LiveId" clId="{788BA123-62C9-4DDC-86E5-A6BCA4600216}" dt="2026-05-12T02:25:18.729" v="1672"/>
          <ac:spMkLst>
            <pc:docMk/>
            <pc:sldMk cId="2912854351" sldId="524"/>
            <ac:spMk id="12" creationId="{A3C7A2A8-A2EA-44B1-F9F6-FFE178B67824}"/>
          </ac:spMkLst>
        </pc:spChg>
        <pc:spChg chg="add mod">
          <ac:chgData name="Jacob Wyngaard" userId="6181fcd471e98458" providerId="LiveId" clId="{788BA123-62C9-4DDC-86E5-A6BCA4600216}" dt="2026-05-12T02:42:38.711" v="1985"/>
          <ac:spMkLst>
            <pc:docMk/>
            <pc:sldMk cId="2912854351" sldId="524"/>
            <ac:spMk id="13" creationId="{3820CE23-302E-3C5E-9F92-EECFEA752CEF}"/>
          </ac:spMkLst>
        </pc:spChg>
        <pc:spChg chg="add mod">
          <ac:chgData name="Jacob Wyngaard" userId="6181fcd471e98458" providerId="LiveId" clId="{788BA123-62C9-4DDC-86E5-A6BCA4600216}" dt="2026-05-12T02:42:38.711" v="1985"/>
          <ac:spMkLst>
            <pc:docMk/>
            <pc:sldMk cId="2912854351" sldId="524"/>
            <ac:spMk id="14" creationId="{86B6AD13-A608-3A7E-740F-968DD460D471}"/>
          </ac:spMkLst>
        </pc:spChg>
        <pc:spChg chg="add del mod">
          <ac:chgData name="Jacob Wyngaard" userId="6181fcd471e98458" providerId="LiveId" clId="{788BA123-62C9-4DDC-86E5-A6BCA4600216}" dt="2026-05-12T03:01:00.528" v="2054" actId="478"/>
          <ac:spMkLst>
            <pc:docMk/>
            <pc:sldMk cId="2912854351" sldId="524"/>
            <ac:spMk id="15" creationId="{DA44B6CC-8634-BAF0-E704-F3F6A8AE38FA}"/>
          </ac:spMkLst>
        </pc:spChg>
        <pc:spChg chg="add mod">
          <ac:chgData name="Jacob Wyngaard" userId="6181fcd471e98458" providerId="LiveId" clId="{788BA123-62C9-4DDC-86E5-A6BCA4600216}" dt="2026-05-12T03:00:23.505" v="2042"/>
          <ac:spMkLst>
            <pc:docMk/>
            <pc:sldMk cId="2912854351" sldId="524"/>
            <ac:spMk id="16" creationId="{89ED74C5-3650-2379-FEEF-7E7DDEB00B33}"/>
          </ac:spMkLst>
        </pc:spChg>
        <pc:spChg chg="add mod">
          <ac:chgData name="Jacob Wyngaard" userId="6181fcd471e98458" providerId="LiveId" clId="{788BA123-62C9-4DDC-86E5-A6BCA4600216}" dt="2026-05-12T03:00:23.505" v="2042"/>
          <ac:spMkLst>
            <pc:docMk/>
            <pc:sldMk cId="2912854351" sldId="524"/>
            <ac:spMk id="17" creationId="{703517F6-2D50-A371-7B0B-0B90B425AE9B}"/>
          </ac:spMkLst>
        </pc:spChg>
        <pc:picChg chg="mod">
          <ac:chgData name="Jacob Wyngaard" userId="6181fcd471e98458" providerId="LiveId" clId="{788BA123-62C9-4DDC-86E5-A6BCA4600216}" dt="2026-05-12T03:01:05.726" v="2055" actId="14826"/>
          <ac:picMkLst>
            <pc:docMk/>
            <pc:sldMk cId="2912854351" sldId="524"/>
            <ac:picMk id="2" creationId="{B61723F5-1687-2C52-0CDC-35CECEA779B9}"/>
          </ac:picMkLst>
        </pc:picChg>
        <pc:picChg chg="mod">
          <ac:chgData name="Jacob Wyngaard" userId="6181fcd471e98458" providerId="LiveId" clId="{788BA123-62C9-4DDC-86E5-A6BCA4600216}" dt="2026-05-12T02:44:13.922" v="1997" actId="14826"/>
          <ac:picMkLst>
            <pc:docMk/>
            <pc:sldMk cId="2912854351" sldId="524"/>
            <ac:picMk id="3" creationId="{089CD269-9CC2-ACDF-D5AA-F0886801E3AD}"/>
          </ac:picMkLst>
        </pc:picChg>
      </pc:sldChg>
      <pc:sldChg chg="addSp delSp modSp add mod">
        <pc:chgData name="Jacob Wyngaard" userId="6181fcd471e98458" providerId="LiveId" clId="{788BA123-62C9-4DDC-86E5-A6BCA4600216}" dt="2026-05-12T02:42:31.092" v="1983" actId="20577"/>
        <pc:sldMkLst>
          <pc:docMk/>
          <pc:sldMk cId="200494146" sldId="525"/>
        </pc:sldMkLst>
        <pc:spChg chg="add mod">
          <ac:chgData name="Jacob Wyngaard" userId="6181fcd471e98458" providerId="LiveId" clId="{788BA123-62C9-4DDC-86E5-A6BCA4600216}" dt="2026-05-12T02:42:31.092" v="1983" actId="20577"/>
          <ac:spMkLst>
            <pc:docMk/>
            <pc:sldMk cId="200494146" sldId="525"/>
            <ac:spMk id="2" creationId="{8FC4D8D9-420E-4131-4360-1F59DAA33DE3}"/>
          </ac:spMkLst>
        </pc:spChg>
        <pc:spChg chg="add mod">
          <ac:chgData name="Jacob Wyngaard" userId="6181fcd471e98458" providerId="LiveId" clId="{788BA123-62C9-4DDC-86E5-A6BCA4600216}" dt="2026-05-12T02:42:27.906" v="1976"/>
          <ac:spMkLst>
            <pc:docMk/>
            <pc:sldMk cId="200494146" sldId="525"/>
            <ac:spMk id="23" creationId="{1AE9605B-E9DA-EE57-15A8-8F04C99B954A}"/>
          </ac:spMkLst>
        </pc:spChg>
        <pc:spChg chg="del mod">
          <ac:chgData name="Jacob Wyngaard" userId="6181fcd471e98458" providerId="LiveId" clId="{788BA123-62C9-4DDC-86E5-A6BCA4600216}" dt="2026-05-12T02:42:27.598" v="1975" actId="478"/>
          <ac:spMkLst>
            <pc:docMk/>
            <pc:sldMk cId="200494146" sldId="525"/>
            <ac:spMk id="24" creationId="{A6E12E2D-9500-8C8C-59F9-0DB9B65ACB82}"/>
          </ac:spMkLst>
        </pc:spChg>
        <pc:graphicFrameChg chg="modGraphic">
          <ac:chgData name="Jacob Wyngaard" userId="6181fcd471e98458" providerId="LiveId" clId="{788BA123-62C9-4DDC-86E5-A6BCA4600216}" dt="2026-05-12T02:21:22.582" v="1670" actId="20577"/>
          <ac:graphicFrameMkLst>
            <pc:docMk/>
            <pc:sldMk cId="200494146" sldId="525"/>
            <ac:graphicFrameMk id="3" creationId="{8FF85993-5E66-3932-EC6B-1771BFACA5F6}"/>
          </ac:graphicFrameMkLst>
        </pc:graphicFrameChg>
        <pc:graphicFrameChg chg="modGraphic">
          <ac:chgData name="Jacob Wyngaard" userId="6181fcd471e98458" providerId="LiveId" clId="{788BA123-62C9-4DDC-86E5-A6BCA4600216}" dt="2026-05-12T02:21:10.936" v="1662" actId="20577"/>
          <ac:graphicFrameMkLst>
            <pc:docMk/>
            <pc:sldMk cId="200494146" sldId="525"/>
            <ac:graphicFrameMk id="4" creationId="{9D52FC2F-94B3-72B5-A4C8-52F741F610A7}"/>
          </ac:graphicFrameMkLst>
        </pc:graphicFrame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327227251" sldId="525"/>
        </pc:sldMkLst>
      </pc:sldChg>
      <pc:sldChg chg="addSp delSp modSp add mod">
        <pc:chgData name="Jacob Wyngaard" userId="6181fcd471e98458" providerId="LiveId" clId="{788BA123-62C9-4DDC-86E5-A6BCA4600216}" dt="2026-05-12T03:05:59.206" v="2330" actId="1076"/>
        <pc:sldMkLst>
          <pc:docMk/>
          <pc:sldMk cId="3787077607" sldId="526"/>
        </pc:sldMkLst>
        <pc:spChg chg="del">
          <ac:chgData name="Jacob Wyngaard" userId="6181fcd471e98458" providerId="LiveId" clId="{788BA123-62C9-4DDC-86E5-A6BCA4600216}" dt="2026-05-12T02:42:21.944" v="1973" actId="478"/>
          <ac:spMkLst>
            <pc:docMk/>
            <pc:sldMk cId="3787077607" sldId="526"/>
            <ac:spMk id="4" creationId="{32182039-2F29-8D59-A7C7-3E5BBC361C17}"/>
          </ac:spMkLst>
        </pc:spChg>
        <pc:spChg chg="add mod ord">
          <ac:chgData name="Jacob Wyngaard" userId="6181fcd471e98458" providerId="LiveId" clId="{788BA123-62C9-4DDC-86E5-A6BCA4600216}" dt="2026-05-12T02:59:21.878" v="2039" actId="166"/>
          <ac:spMkLst>
            <pc:docMk/>
            <pc:sldMk cId="3787077607" sldId="526"/>
            <ac:spMk id="5" creationId="{A72094DF-FEA7-C5B1-47B9-2C086B1D7440}"/>
          </ac:spMkLst>
        </pc:spChg>
        <pc:spChg chg="add mod">
          <ac:chgData name="Jacob Wyngaard" userId="6181fcd471e98458" providerId="LiveId" clId="{788BA123-62C9-4DDC-86E5-A6BCA4600216}" dt="2026-05-12T02:18:58.360" v="1646" actId="208"/>
          <ac:spMkLst>
            <pc:docMk/>
            <pc:sldMk cId="3787077607" sldId="526"/>
            <ac:spMk id="7" creationId="{B718C1FB-7F03-1F4F-29F2-F963ABF4EADD}"/>
          </ac:spMkLst>
        </pc:spChg>
        <pc:spChg chg="add mod">
          <ac:chgData name="Jacob Wyngaard" userId="6181fcd471e98458" providerId="LiveId" clId="{788BA123-62C9-4DDC-86E5-A6BCA4600216}" dt="2026-05-12T02:42:22.240" v="1974"/>
          <ac:spMkLst>
            <pc:docMk/>
            <pc:sldMk cId="3787077607" sldId="526"/>
            <ac:spMk id="9" creationId="{F6374D38-2A49-EAAD-396A-280E4ADF5E95}"/>
          </ac:spMkLst>
        </pc:spChg>
        <pc:spChg chg="add mod">
          <ac:chgData name="Jacob Wyngaard" userId="6181fcd471e98458" providerId="LiveId" clId="{788BA123-62C9-4DDC-86E5-A6BCA4600216}" dt="2026-05-12T02:42:22.240" v="1974"/>
          <ac:spMkLst>
            <pc:docMk/>
            <pc:sldMk cId="3787077607" sldId="526"/>
            <ac:spMk id="10" creationId="{2CA76AAE-4345-6B98-F4B9-C04A06A6E4D1}"/>
          </ac:spMkLst>
        </pc:spChg>
        <pc:spChg chg="add mod">
          <ac:chgData name="Jacob Wyngaard" userId="6181fcd471e98458" providerId="LiveId" clId="{788BA123-62C9-4DDC-86E5-A6BCA4600216}" dt="2026-05-12T03:05:35.978" v="2325" actId="1076"/>
          <ac:spMkLst>
            <pc:docMk/>
            <pc:sldMk cId="3787077607" sldId="526"/>
            <ac:spMk id="14" creationId="{DBF7F029-8A70-16F1-A0AB-DCB5CF78E3EC}"/>
          </ac:spMkLst>
        </pc:spChg>
        <pc:spChg chg="add mod">
          <ac:chgData name="Jacob Wyngaard" userId="6181fcd471e98458" providerId="LiveId" clId="{788BA123-62C9-4DDC-86E5-A6BCA4600216}" dt="2026-05-12T03:05:59.206" v="2330" actId="1076"/>
          <ac:spMkLst>
            <pc:docMk/>
            <pc:sldMk cId="3787077607" sldId="526"/>
            <ac:spMk id="15" creationId="{A10233C6-68D0-503D-3873-68DC82E122E7}"/>
          </ac:spMkLst>
        </pc:spChg>
        <pc:picChg chg="del mod">
          <ac:chgData name="Jacob Wyngaard" userId="6181fcd471e98458" providerId="LiveId" clId="{788BA123-62C9-4DDC-86E5-A6BCA4600216}" dt="2026-05-12T02:59:16.249" v="2037" actId="478"/>
          <ac:picMkLst>
            <pc:docMk/>
            <pc:sldMk cId="3787077607" sldId="526"/>
            <ac:picMk id="3" creationId="{5025090D-79DF-BD53-1074-4790F06408FB}"/>
          </ac:picMkLst>
        </pc:picChg>
        <pc:picChg chg="add mod">
          <ac:chgData name="Jacob Wyngaard" userId="6181fcd471e98458" providerId="LiveId" clId="{788BA123-62C9-4DDC-86E5-A6BCA4600216}" dt="2026-05-12T02:59:18.874" v="2038"/>
          <ac:picMkLst>
            <pc:docMk/>
            <pc:sldMk cId="3787077607" sldId="526"/>
            <ac:picMk id="11" creationId="{A4A20067-1415-3211-7631-B76251A758FA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4062173530" sldId="526"/>
        </pc:sldMkLst>
      </pc:sldChg>
      <pc:sldChg chg="addSp modSp add del mod">
        <pc:chgData name="Jacob Wyngaard" userId="6181fcd471e98458" providerId="LiveId" clId="{788BA123-62C9-4DDC-86E5-A6BCA4600216}" dt="2026-05-12T02:38:14.271" v="1882" actId="47"/>
        <pc:sldMkLst>
          <pc:docMk/>
          <pc:sldMk cId="1399469684" sldId="527"/>
        </pc:sldMkLst>
        <pc:spChg chg="add mod">
          <ac:chgData name="Jacob Wyngaard" userId="6181fcd471e98458" providerId="LiveId" clId="{788BA123-62C9-4DDC-86E5-A6BCA4600216}" dt="2026-05-12T02:35:23.329" v="1823" actId="1076"/>
          <ac:spMkLst>
            <pc:docMk/>
            <pc:sldMk cId="1399469684" sldId="527"/>
            <ac:spMk id="11" creationId="{0705D929-06EE-0D1B-8B99-4F19DC553D4A}"/>
          </ac:spMkLst>
        </pc:spChg>
        <pc:spChg chg="add mod">
          <ac:chgData name="Jacob Wyngaard" userId="6181fcd471e98458" providerId="LiveId" clId="{788BA123-62C9-4DDC-86E5-A6BCA4600216}" dt="2026-05-12T02:37:01.313" v="1878" actId="1076"/>
          <ac:spMkLst>
            <pc:docMk/>
            <pc:sldMk cId="1399469684" sldId="527"/>
            <ac:spMk id="13" creationId="{D6A7F41C-AFE1-A4F1-D11A-8F7AC0A230FE}"/>
          </ac:spMkLst>
        </pc:sp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3731224733" sldId="527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480782144" sldId="528"/>
        </pc:sldMkLst>
      </pc:sldChg>
      <pc:sldChg chg="addSp modSp add del">
        <pc:chgData name="Jacob Wyngaard" userId="6181fcd471e98458" providerId="LiveId" clId="{788BA123-62C9-4DDC-86E5-A6BCA4600216}" dt="2026-05-12T03:06:16.617" v="2331" actId="47"/>
        <pc:sldMkLst>
          <pc:docMk/>
          <pc:sldMk cId="2841434641" sldId="528"/>
        </pc:sldMkLst>
        <pc:spChg chg="add mod">
          <ac:chgData name="Jacob Wyngaard" userId="6181fcd471e98458" providerId="LiveId" clId="{788BA123-62C9-4DDC-86E5-A6BCA4600216}" dt="2026-05-12T02:42:49.622" v="1995" actId="20577"/>
          <ac:spMkLst>
            <pc:docMk/>
            <pc:sldMk cId="2841434641" sldId="528"/>
            <ac:spMk id="11" creationId="{BEE83BCD-2567-C67B-AFE1-7BBCF46C9E43}"/>
          </ac:spMkLst>
        </pc:spChg>
        <pc:spChg chg="add mod">
          <ac:chgData name="Jacob Wyngaard" userId="6181fcd471e98458" providerId="LiveId" clId="{788BA123-62C9-4DDC-86E5-A6BCA4600216}" dt="2026-05-12T02:38:11.188" v="1881"/>
          <ac:spMkLst>
            <pc:docMk/>
            <pc:sldMk cId="2841434641" sldId="528"/>
            <ac:spMk id="13" creationId="{FFC25B48-22EA-736E-5AF3-9AC326C30DE5}"/>
          </ac:spMkLst>
        </pc:spChg>
      </pc:sldChg>
      <pc:sldChg chg="addSp modSp add del mod ord">
        <pc:chgData name="Jacob Wyngaard" userId="6181fcd471e98458" providerId="LiveId" clId="{788BA123-62C9-4DDC-86E5-A6BCA4600216}" dt="2026-05-12T03:06:16.617" v="2331" actId="47"/>
        <pc:sldMkLst>
          <pc:docMk/>
          <pc:sldMk cId="1069243022" sldId="529"/>
        </pc:sldMkLst>
        <pc:spChg chg="add mod">
          <ac:chgData name="Jacob Wyngaard" userId="6181fcd471e98458" providerId="LiveId" clId="{788BA123-62C9-4DDC-86E5-A6BCA4600216}" dt="2026-05-12T02:50:46.795" v="2009" actId="1076"/>
          <ac:spMkLst>
            <pc:docMk/>
            <pc:sldMk cId="1069243022" sldId="529"/>
            <ac:spMk id="4" creationId="{2025C872-91B3-7F22-615E-522E4D9E98C9}"/>
          </ac:spMkLst>
        </pc:spChg>
        <pc:spChg chg="add mod">
          <ac:chgData name="Jacob Wyngaard" userId="6181fcd471e98458" providerId="LiveId" clId="{788BA123-62C9-4DDC-86E5-A6BCA4600216}" dt="2026-05-12T02:50:47.391" v="2010"/>
          <ac:spMkLst>
            <pc:docMk/>
            <pc:sldMk cId="1069243022" sldId="529"/>
            <ac:spMk id="11" creationId="{C1ECE1DB-221B-9877-BF58-CF6CE0DFD613}"/>
          </ac:spMkLst>
        </pc:sp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1306029439" sldId="529"/>
        </pc:sldMkLst>
      </pc:sldChg>
      <pc:sldChg chg="add del">
        <pc:chgData name="Jacob Wyngaard" userId="6181fcd471e98458" providerId="LiveId" clId="{788BA123-62C9-4DDC-86E5-A6BCA4600216}" dt="2026-05-12T03:06:16.617" v="2331" actId="47"/>
        <pc:sldMkLst>
          <pc:docMk/>
          <pc:sldMk cId="2108183793" sldId="530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2136696400" sldId="530"/>
        </pc:sldMkLst>
      </pc:sldChg>
      <pc:sldChg chg="addSp modSp add del mod">
        <pc:chgData name="Jacob Wyngaard" userId="6181fcd471e98458" providerId="LiveId" clId="{788BA123-62C9-4DDC-86E5-A6BCA4600216}" dt="2026-05-12T03:00:46.472" v="2047" actId="2890"/>
        <pc:sldMkLst>
          <pc:docMk/>
          <pc:sldMk cId="1851818209" sldId="531"/>
        </pc:sldMkLst>
        <pc:spChg chg="add mod">
          <ac:chgData name="Jacob Wyngaard" userId="6181fcd471e98458" providerId="LiveId" clId="{788BA123-62C9-4DDC-86E5-A6BCA4600216}" dt="2026-05-12T03:00:35.397" v="2044"/>
          <ac:spMkLst>
            <pc:docMk/>
            <pc:sldMk cId="1851818209" sldId="531"/>
            <ac:spMk id="4" creationId="{3B1545CF-573A-A2F9-4B9F-2EED3E29E671}"/>
          </ac:spMkLst>
        </pc:spChg>
        <pc:spChg chg="add mod">
          <ac:chgData name="Jacob Wyngaard" userId="6181fcd471e98458" providerId="LiveId" clId="{788BA123-62C9-4DDC-86E5-A6BCA4600216}" dt="2026-05-12T03:00:45.695" v="2046" actId="1076"/>
          <ac:spMkLst>
            <pc:docMk/>
            <pc:sldMk cId="1851818209" sldId="531"/>
            <ac:spMk id="11" creationId="{602B797E-604B-7894-8442-05F8B095A63D}"/>
          </ac:spMkLst>
        </pc:spChg>
      </pc:sldChg>
      <pc:sldChg chg="addSp delSp modSp add mod">
        <pc:chgData name="Jacob Wyngaard" userId="6181fcd471e98458" providerId="LiveId" clId="{788BA123-62C9-4DDC-86E5-A6BCA4600216}" dt="2026-05-12T03:02:00.359" v="2178" actId="20577"/>
        <pc:sldMkLst>
          <pc:docMk/>
          <pc:sldMk cId="2344448458" sldId="531"/>
        </pc:sldMkLst>
        <pc:spChg chg="add mod">
          <ac:chgData name="Jacob Wyngaard" userId="6181fcd471e98458" providerId="LiveId" clId="{788BA123-62C9-4DDC-86E5-A6BCA4600216}" dt="2026-05-12T03:01:39.338" v="2116" actId="20577"/>
          <ac:spMkLst>
            <pc:docMk/>
            <pc:sldMk cId="2344448458" sldId="531"/>
            <ac:spMk id="4" creationId="{1483BFD3-A83A-AA77-DFCA-1B9B484F7D6F}"/>
          </ac:spMkLst>
        </pc:spChg>
        <pc:spChg chg="del">
          <ac:chgData name="Jacob Wyngaard" userId="6181fcd471e98458" providerId="LiveId" clId="{788BA123-62C9-4DDC-86E5-A6BCA4600216}" dt="2026-05-12T03:01:18.062" v="2057" actId="478"/>
          <ac:spMkLst>
            <pc:docMk/>
            <pc:sldMk cId="2344448458" sldId="531"/>
            <ac:spMk id="5" creationId="{B620D7FA-7931-9EA5-7E3C-EA834507A97E}"/>
          </ac:spMkLst>
        </pc:spChg>
        <pc:spChg chg="del">
          <ac:chgData name="Jacob Wyngaard" userId="6181fcd471e98458" providerId="LiveId" clId="{788BA123-62C9-4DDC-86E5-A6BCA4600216}" dt="2026-05-12T03:01:18.062" v="2057" actId="478"/>
          <ac:spMkLst>
            <pc:docMk/>
            <pc:sldMk cId="2344448458" sldId="531"/>
            <ac:spMk id="7" creationId="{E4A3D64D-A100-8A31-2258-561E6271B699}"/>
          </ac:spMkLst>
        </pc:spChg>
        <pc:spChg chg="del">
          <ac:chgData name="Jacob Wyngaard" userId="6181fcd471e98458" providerId="LiveId" clId="{788BA123-62C9-4DDC-86E5-A6BCA4600216}" dt="2026-05-12T03:01:20.861" v="2058" actId="478"/>
          <ac:spMkLst>
            <pc:docMk/>
            <pc:sldMk cId="2344448458" sldId="531"/>
            <ac:spMk id="9" creationId="{44C26834-8F2F-5FBB-C17B-2D5806A81BFD}"/>
          </ac:spMkLst>
        </pc:spChg>
        <pc:spChg chg="del">
          <ac:chgData name="Jacob Wyngaard" userId="6181fcd471e98458" providerId="LiveId" clId="{788BA123-62C9-4DDC-86E5-A6BCA4600216}" dt="2026-05-12T03:01:23.251" v="2060" actId="478"/>
          <ac:spMkLst>
            <pc:docMk/>
            <pc:sldMk cId="2344448458" sldId="531"/>
            <ac:spMk id="10" creationId="{1ACEF9B4-8BDB-6704-DA6C-20C6A4B36168}"/>
          </ac:spMkLst>
        </pc:spChg>
        <pc:spChg chg="add mod">
          <ac:chgData name="Jacob Wyngaard" userId="6181fcd471e98458" providerId="LiveId" clId="{788BA123-62C9-4DDC-86E5-A6BCA4600216}" dt="2026-05-12T03:02:00.359" v="2178" actId="20577"/>
          <ac:spMkLst>
            <pc:docMk/>
            <pc:sldMk cId="2344448458" sldId="531"/>
            <ac:spMk id="11" creationId="{571CD393-92B1-5989-CD2C-6B1941D4DDA6}"/>
          </ac:spMkLst>
        </pc:spChg>
        <pc:spChg chg="del">
          <ac:chgData name="Jacob Wyngaard" userId="6181fcd471e98458" providerId="LiveId" clId="{788BA123-62C9-4DDC-86E5-A6BCA4600216}" dt="2026-05-12T03:01:21.704" v="2059" actId="478"/>
          <ac:spMkLst>
            <pc:docMk/>
            <pc:sldMk cId="2344448458" sldId="531"/>
            <ac:spMk id="12" creationId="{DF185B03-0E25-06F8-1BD0-48B78CBA3652}"/>
          </ac:spMkLst>
        </pc:sp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2385866039" sldId="531"/>
        </pc:sldMkLst>
      </pc:sldChg>
      <pc:sldChg chg="addSp delSp modSp add mod">
        <pc:chgData name="Jacob Wyngaard" userId="6181fcd471e98458" providerId="LiveId" clId="{788BA123-62C9-4DDC-86E5-A6BCA4600216}" dt="2026-05-12T03:05:42.504" v="2326" actId="1076"/>
        <pc:sldMkLst>
          <pc:docMk/>
          <pc:sldMk cId="1420731144" sldId="532"/>
        </pc:sldMkLst>
        <pc:spChg chg="add mod ord">
          <ac:chgData name="Jacob Wyngaard" userId="6181fcd471e98458" providerId="LiveId" clId="{788BA123-62C9-4DDC-86E5-A6BCA4600216}" dt="2026-05-12T03:05:14.832" v="2319" actId="1076"/>
          <ac:spMkLst>
            <pc:docMk/>
            <pc:sldMk cId="1420731144" sldId="532"/>
            <ac:spMk id="7" creationId="{1D95D4CA-E2E0-92E4-BFF8-1E3CDE2A8A78}"/>
          </ac:spMkLst>
        </pc:spChg>
        <pc:spChg chg="add mod">
          <ac:chgData name="Jacob Wyngaard" userId="6181fcd471e98458" providerId="LiveId" clId="{788BA123-62C9-4DDC-86E5-A6BCA4600216}" dt="2026-05-12T03:04:49.259" v="2308" actId="208"/>
          <ac:spMkLst>
            <pc:docMk/>
            <pc:sldMk cId="1420731144" sldId="532"/>
            <ac:spMk id="9" creationId="{5B1A822E-EACC-3898-6C91-AA940DF6AC2C}"/>
          </ac:spMkLst>
        </pc:spChg>
        <pc:spChg chg="add mod">
          <ac:chgData name="Jacob Wyngaard" userId="6181fcd471e98458" providerId="LiveId" clId="{788BA123-62C9-4DDC-86E5-A6BCA4600216}" dt="2026-05-12T03:05:09.864" v="2318" actId="1076"/>
          <ac:spMkLst>
            <pc:docMk/>
            <pc:sldMk cId="1420731144" sldId="532"/>
            <ac:spMk id="10" creationId="{BAEB9A87-E513-3194-04DA-9B822C0E55DC}"/>
          </ac:spMkLst>
        </pc:spChg>
        <pc:spChg chg="add mod">
          <ac:chgData name="Jacob Wyngaard" userId="6181fcd471e98458" providerId="LiveId" clId="{788BA123-62C9-4DDC-86E5-A6BCA4600216}" dt="2026-05-12T03:05:42.504" v="2326" actId="1076"/>
          <ac:spMkLst>
            <pc:docMk/>
            <pc:sldMk cId="1420731144" sldId="532"/>
            <ac:spMk id="11" creationId="{186BE961-CF73-32DF-CBEF-F9C4DF3C8E28}"/>
          </ac:spMkLst>
        </pc:spChg>
        <pc:spChg chg="mod">
          <ac:chgData name="Jacob Wyngaard" userId="6181fcd471e98458" providerId="LiveId" clId="{788BA123-62C9-4DDC-86E5-A6BCA4600216}" dt="2026-05-12T03:03:32.178" v="2280" actId="20577"/>
          <ac:spMkLst>
            <pc:docMk/>
            <pc:sldMk cId="1420731144" sldId="532"/>
            <ac:spMk id="12" creationId="{ADB58760-477D-A433-8B4B-1A58BCF650AC}"/>
          </ac:spMkLst>
        </pc:spChg>
        <pc:spChg chg="mod">
          <ac:chgData name="Jacob Wyngaard" userId="6181fcd471e98458" providerId="LiveId" clId="{788BA123-62C9-4DDC-86E5-A6BCA4600216}" dt="2026-05-12T03:03:14.328" v="2217" actId="20577"/>
          <ac:spMkLst>
            <pc:docMk/>
            <pc:sldMk cId="1420731144" sldId="532"/>
            <ac:spMk id="13" creationId="{FBF67CD3-D62E-3B88-893C-0EA7104E9544}"/>
          </ac:spMkLst>
        </pc:spChg>
        <pc:picChg chg="del">
          <ac:chgData name="Jacob Wyngaard" userId="6181fcd471e98458" providerId="LiveId" clId="{788BA123-62C9-4DDC-86E5-A6BCA4600216}" dt="2026-05-12T03:02:30.032" v="2180" actId="478"/>
          <ac:picMkLst>
            <pc:docMk/>
            <pc:sldMk cId="1420731144" sldId="532"/>
            <ac:picMk id="2" creationId="{C91E68CC-0404-7648-41E6-A38DF8A9148F}"/>
          </ac:picMkLst>
        </pc:picChg>
        <pc:picChg chg="mod">
          <ac:chgData name="Jacob Wyngaard" userId="6181fcd471e98458" providerId="LiveId" clId="{788BA123-62C9-4DDC-86E5-A6BCA4600216}" dt="2026-05-12T03:02:51.024" v="2188" actId="1076"/>
          <ac:picMkLst>
            <pc:docMk/>
            <pc:sldMk cId="1420731144" sldId="532"/>
            <ac:picMk id="3" creationId="{1B1B3FB9-993A-4AD2-4B04-80EC1E36143A}"/>
          </ac:picMkLst>
        </pc:picChg>
        <pc:picChg chg="add mod">
          <ac:chgData name="Jacob Wyngaard" userId="6181fcd471e98458" providerId="LiveId" clId="{788BA123-62C9-4DDC-86E5-A6BCA4600216}" dt="2026-05-12T03:02:46.640" v="2187" actId="14100"/>
          <ac:picMkLst>
            <pc:docMk/>
            <pc:sldMk cId="1420731144" sldId="532"/>
            <ac:picMk id="5" creationId="{0C3FC371-E6E5-CA17-A8D8-D051F027E68D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2099571759" sldId="532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2481745325" sldId="533"/>
        </pc:sldMkLst>
      </pc:sldChg>
      <pc:sldChg chg="add del">
        <pc:chgData name="Jacob Wyngaard" userId="6181fcd471e98458" providerId="LiveId" clId="{788BA123-62C9-4DDC-86E5-A6BCA4600216}" dt="2026-05-12T03:07:18.714" v="2333" actId="47"/>
        <pc:sldMkLst>
          <pc:docMk/>
          <pc:sldMk cId="3114565108" sldId="533"/>
        </pc:sldMkLst>
      </pc:sldChg>
      <pc:sldChg chg="addSp delSp modSp add mod">
        <pc:chgData name="Jacob Wyngaard" userId="6181fcd471e98458" providerId="LiveId" clId="{788BA123-62C9-4DDC-86E5-A6BCA4600216}" dt="2026-05-12T03:26:01.331" v="3468" actId="1076"/>
        <pc:sldMkLst>
          <pc:docMk/>
          <pc:sldMk cId="3925569870" sldId="533"/>
        </pc:sldMkLst>
        <pc:spChg chg="mod">
          <ac:chgData name="Jacob Wyngaard" userId="6181fcd471e98458" providerId="LiveId" clId="{788BA123-62C9-4DDC-86E5-A6BCA4600216}" dt="2026-05-12T03:10:21.757" v="2370" actId="1037"/>
          <ac:spMkLst>
            <pc:docMk/>
            <pc:sldMk cId="3925569870" sldId="533"/>
            <ac:spMk id="4" creationId="{4B0D3F51-1D55-236A-33C8-024320609EF6}"/>
          </ac:spMkLst>
        </pc:spChg>
        <pc:spChg chg="del">
          <ac:chgData name="Jacob Wyngaard" userId="6181fcd471e98458" providerId="LiveId" clId="{788BA123-62C9-4DDC-86E5-A6BCA4600216}" dt="2026-05-12T03:12:24.944" v="2447" actId="478"/>
          <ac:spMkLst>
            <pc:docMk/>
            <pc:sldMk cId="3925569870" sldId="533"/>
            <ac:spMk id="5" creationId="{16A5ADA1-27FF-65D3-7946-D6EA616760FE}"/>
          </ac:spMkLst>
        </pc:spChg>
        <pc:spChg chg="del">
          <ac:chgData name="Jacob Wyngaard" userId="6181fcd471e98458" providerId="LiveId" clId="{788BA123-62C9-4DDC-86E5-A6BCA4600216}" dt="2026-05-12T03:12:24.037" v="2446" actId="478"/>
          <ac:spMkLst>
            <pc:docMk/>
            <pc:sldMk cId="3925569870" sldId="533"/>
            <ac:spMk id="7" creationId="{94A62F8F-D03E-98C6-7F4C-C0742F68BACF}"/>
          </ac:spMkLst>
        </pc:spChg>
        <pc:spChg chg="del">
          <ac:chgData name="Jacob Wyngaard" userId="6181fcd471e98458" providerId="LiveId" clId="{788BA123-62C9-4DDC-86E5-A6BCA4600216}" dt="2026-05-12T03:12:27.532" v="2450" actId="478"/>
          <ac:spMkLst>
            <pc:docMk/>
            <pc:sldMk cId="3925569870" sldId="533"/>
            <ac:spMk id="9" creationId="{90AB1EC2-25A7-46C5-3AE3-2086508D3BE7}"/>
          </ac:spMkLst>
        </pc:spChg>
        <pc:spChg chg="del">
          <ac:chgData name="Jacob Wyngaard" userId="6181fcd471e98458" providerId="LiveId" clId="{788BA123-62C9-4DDC-86E5-A6BCA4600216}" dt="2026-05-12T03:12:29.174" v="2451" actId="478"/>
          <ac:spMkLst>
            <pc:docMk/>
            <pc:sldMk cId="3925569870" sldId="533"/>
            <ac:spMk id="10" creationId="{167B46B7-9758-4965-2E37-D0C277932156}"/>
          </ac:spMkLst>
        </pc:spChg>
        <pc:spChg chg="add mod">
          <ac:chgData name="Jacob Wyngaard" userId="6181fcd471e98458" providerId="LiveId" clId="{788BA123-62C9-4DDC-86E5-A6BCA4600216}" dt="2026-05-12T03:13:33.367" v="2582" actId="14100"/>
          <ac:spMkLst>
            <pc:docMk/>
            <pc:sldMk cId="3925569870" sldId="533"/>
            <ac:spMk id="11" creationId="{E120F4C3-C66B-C37A-8BE2-177E4C742464}"/>
          </ac:spMkLst>
        </pc:spChg>
        <pc:spChg chg="add mod">
          <ac:chgData name="Jacob Wyngaard" userId="6181fcd471e98458" providerId="LiveId" clId="{788BA123-62C9-4DDC-86E5-A6BCA4600216}" dt="2026-05-12T03:26:01.331" v="3468" actId="1076"/>
          <ac:spMkLst>
            <pc:docMk/>
            <pc:sldMk cId="3925569870" sldId="533"/>
            <ac:spMk id="12" creationId="{4B3A71E7-AB0C-8E8F-BF1C-7A3988CF9E33}"/>
          </ac:spMkLst>
        </pc:spChg>
        <pc:spChg chg="del">
          <ac:chgData name="Jacob Wyngaard" userId="6181fcd471e98458" providerId="LiveId" clId="{788BA123-62C9-4DDC-86E5-A6BCA4600216}" dt="2026-05-12T03:12:26.922" v="2449" actId="478"/>
          <ac:spMkLst>
            <pc:docMk/>
            <pc:sldMk cId="3925569870" sldId="533"/>
            <ac:spMk id="13" creationId="{096C7EF4-6AD8-F76E-F239-954AFA36A821}"/>
          </ac:spMkLst>
        </pc:spChg>
        <pc:spChg chg="add del mod">
          <ac:chgData name="Jacob Wyngaard" userId="6181fcd471e98458" providerId="LiveId" clId="{788BA123-62C9-4DDC-86E5-A6BCA4600216}" dt="2026-05-12T03:17:02.411" v="2778" actId="478"/>
          <ac:spMkLst>
            <pc:docMk/>
            <pc:sldMk cId="3925569870" sldId="533"/>
            <ac:spMk id="14" creationId="{D0BAB986-F202-5C5D-3931-1F73B175AB13}"/>
          </ac:spMkLst>
        </pc:spChg>
        <pc:spChg chg="add del mod">
          <ac:chgData name="Jacob Wyngaard" userId="6181fcd471e98458" providerId="LiveId" clId="{788BA123-62C9-4DDC-86E5-A6BCA4600216}" dt="2026-05-12T03:16:00.645" v="2776" actId="478"/>
          <ac:spMkLst>
            <pc:docMk/>
            <pc:sldMk cId="3925569870" sldId="533"/>
            <ac:spMk id="15" creationId="{6B91BB5F-3D95-BA85-470E-8A09D44EB8AF}"/>
          </ac:spMkLst>
        </pc:spChg>
        <pc:spChg chg="add mod">
          <ac:chgData name="Jacob Wyngaard" userId="6181fcd471e98458" providerId="LiveId" clId="{788BA123-62C9-4DDC-86E5-A6BCA4600216}" dt="2026-05-12T03:17:32.891" v="2823" actId="1076"/>
          <ac:spMkLst>
            <pc:docMk/>
            <pc:sldMk cId="3925569870" sldId="533"/>
            <ac:spMk id="16" creationId="{F780B5DA-ED8F-01E6-CEE3-56FFFF79DD05}"/>
          </ac:spMkLst>
        </pc:spChg>
        <pc:spChg chg="add mod">
          <ac:chgData name="Jacob Wyngaard" userId="6181fcd471e98458" providerId="LiveId" clId="{788BA123-62C9-4DDC-86E5-A6BCA4600216}" dt="2026-05-12T03:17:35.982" v="2826" actId="20577"/>
          <ac:spMkLst>
            <pc:docMk/>
            <pc:sldMk cId="3925569870" sldId="533"/>
            <ac:spMk id="17" creationId="{80BDF7BC-772B-A647-378F-733635625B75}"/>
          </ac:spMkLst>
        </pc:spChg>
        <pc:spChg chg="add mod">
          <ac:chgData name="Jacob Wyngaard" userId="6181fcd471e98458" providerId="LiveId" clId="{788BA123-62C9-4DDC-86E5-A6BCA4600216}" dt="2026-05-12T03:18:47.796" v="2902" actId="114"/>
          <ac:spMkLst>
            <pc:docMk/>
            <pc:sldMk cId="3925569870" sldId="533"/>
            <ac:spMk id="18" creationId="{964D8308-DF24-DC55-B9E4-24EFD99D9E9A}"/>
          </ac:spMkLst>
        </pc:spChg>
        <pc:spChg chg="add mod">
          <ac:chgData name="Jacob Wyngaard" userId="6181fcd471e98458" providerId="LiveId" clId="{788BA123-62C9-4DDC-86E5-A6BCA4600216}" dt="2026-05-12T03:20:17.663" v="2936"/>
          <ac:spMkLst>
            <pc:docMk/>
            <pc:sldMk cId="3925569870" sldId="533"/>
            <ac:spMk id="19" creationId="{CD4F750C-E2BE-87EB-8178-EB2D837BCC64}"/>
          </ac:spMkLst>
        </pc:spChg>
        <pc:picChg chg="del mod">
          <ac:chgData name="Jacob Wyngaard" userId="6181fcd471e98458" providerId="LiveId" clId="{788BA123-62C9-4DDC-86E5-A6BCA4600216}" dt="2026-05-12T03:12:25.501" v="2448" actId="478"/>
          <ac:picMkLst>
            <pc:docMk/>
            <pc:sldMk cId="3925569870" sldId="533"/>
            <ac:picMk id="2" creationId="{4B9DA775-374A-94DE-3D5F-659080FF39E1}"/>
          </ac:picMkLst>
        </pc:picChg>
        <pc:picChg chg="del">
          <ac:chgData name="Jacob Wyngaard" userId="6181fcd471e98458" providerId="LiveId" clId="{788BA123-62C9-4DDC-86E5-A6BCA4600216}" dt="2026-05-12T03:12:22.604" v="2445" actId="478"/>
          <ac:picMkLst>
            <pc:docMk/>
            <pc:sldMk cId="3925569870" sldId="533"/>
            <ac:picMk id="3" creationId="{CCC6C48C-9DC7-C399-C510-694F51D4CC0F}"/>
          </ac:picMkLst>
        </pc:picChg>
      </pc:sldChg>
      <pc:sldChg chg="addSp delSp modSp add mod">
        <pc:chgData name="Jacob Wyngaard" userId="6181fcd471e98458" providerId="LiveId" clId="{788BA123-62C9-4DDC-86E5-A6BCA4600216}" dt="2026-05-12T03:46:49.875" v="4041" actId="1076"/>
        <pc:sldMkLst>
          <pc:docMk/>
          <pc:sldMk cId="2812074477" sldId="534"/>
        </pc:sldMkLst>
        <pc:spChg chg="mod">
          <ac:chgData name="Jacob Wyngaard" userId="6181fcd471e98458" providerId="LiveId" clId="{788BA123-62C9-4DDC-86E5-A6BCA4600216}" dt="2026-05-12T03:46:49.875" v="4041" actId="1076"/>
          <ac:spMkLst>
            <pc:docMk/>
            <pc:sldMk cId="2812074477" sldId="534"/>
            <ac:spMk id="4" creationId="{2D7011CB-C19E-B0AA-B2C4-8EB1A95EEE62}"/>
          </ac:spMkLst>
        </pc:spChg>
        <pc:spChg chg="del">
          <ac:chgData name="Jacob Wyngaard" userId="6181fcd471e98458" providerId="LiveId" clId="{788BA123-62C9-4DDC-86E5-A6BCA4600216}" dt="2026-05-12T03:11:35.196" v="2378" actId="478"/>
          <ac:spMkLst>
            <pc:docMk/>
            <pc:sldMk cId="2812074477" sldId="534"/>
            <ac:spMk id="5" creationId="{110E00D6-2FC9-F66D-FA55-9BC2ED4391AD}"/>
          </ac:spMkLst>
        </pc:spChg>
        <pc:spChg chg="del">
          <ac:chgData name="Jacob Wyngaard" userId="6181fcd471e98458" providerId="LiveId" clId="{788BA123-62C9-4DDC-86E5-A6BCA4600216}" dt="2026-05-12T03:11:34.686" v="2377" actId="478"/>
          <ac:spMkLst>
            <pc:docMk/>
            <pc:sldMk cId="2812074477" sldId="534"/>
            <ac:spMk id="7" creationId="{8D171296-4D0D-5125-2F21-FA547A9D4C6F}"/>
          </ac:spMkLst>
        </pc:spChg>
        <pc:spChg chg="del">
          <ac:chgData name="Jacob Wyngaard" userId="6181fcd471e98458" providerId="LiveId" clId="{788BA123-62C9-4DDC-86E5-A6BCA4600216}" dt="2026-05-12T03:11:31.989" v="2374" actId="478"/>
          <ac:spMkLst>
            <pc:docMk/>
            <pc:sldMk cId="2812074477" sldId="534"/>
            <ac:spMk id="9" creationId="{BBC01B7D-5E3D-1B27-E49D-EF01B808CB50}"/>
          </ac:spMkLst>
        </pc:spChg>
        <pc:spChg chg="del">
          <ac:chgData name="Jacob Wyngaard" userId="6181fcd471e98458" providerId="LiveId" clId="{788BA123-62C9-4DDC-86E5-A6BCA4600216}" dt="2026-05-12T03:11:32.947" v="2375" actId="478"/>
          <ac:spMkLst>
            <pc:docMk/>
            <pc:sldMk cId="2812074477" sldId="534"/>
            <ac:spMk id="10" creationId="{233B80F7-CAB8-7181-462B-D13CA5C77826}"/>
          </ac:spMkLst>
        </pc:spChg>
        <pc:spChg chg="add mod">
          <ac:chgData name="Jacob Wyngaard" userId="6181fcd471e98458" providerId="LiveId" clId="{788BA123-62C9-4DDC-86E5-A6BCA4600216}" dt="2026-05-12T03:12:14.097" v="2442" actId="1076"/>
          <ac:spMkLst>
            <pc:docMk/>
            <pc:sldMk cId="2812074477" sldId="534"/>
            <ac:spMk id="11" creationId="{54E6E6B7-8FCA-1B23-65CA-F4C86246D36B}"/>
          </ac:spMkLst>
        </pc:spChg>
        <pc:spChg chg="add mod">
          <ac:chgData name="Jacob Wyngaard" userId="6181fcd471e98458" providerId="LiveId" clId="{788BA123-62C9-4DDC-86E5-A6BCA4600216}" dt="2026-05-12T03:12:18.209" v="2444" actId="1076"/>
          <ac:spMkLst>
            <pc:docMk/>
            <pc:sldMk cId="2812074477" sldId="534"/>
            <ac:spMk id="12" creationId="{EE9A95D4-C407-5BEC-0B22-A7DD3AF2F8FD}"/>
          </ac:spMkLst>
        </pc:spChg>
        <pc:spChg chg="del">
          <ac:chgData name="Jacob Wyngaard" userId="6181fcd471e98458" providerId="LiveId" clId="{788BA123-62C9-4DDC-86E5-A6BCA4600216}" dt="2026-05-12T03:11:33.566" v="2376" actId="478"/>
          <ac:spMkLst>
            <pc:docMk/>
            <pc:sldMk cId="2812074477" sldId="534"/>
            <ac:spMk id="13" creationId="{70C4985C-78F7-9428-3C42-A21485566E92}"/>
          </ac:spMkLst>
        </pc:sp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4059022092" sldId="534"/>
        </pc:sldMkLst>
      </pc:sldChg>
      <pc:sldChg chg="delSp modSp add mod">
        <pc:chgData name="Jacob Wyngaard" userId="6181fcd471e98458" providerId="LiveId" clId="{788BA123-62C9-4DDC-86E5-A6BCA4600216}" dt="2026-05-12T03:28:20.107" v="3702" actId="20577"/>
        <pc:sldMkLst>
          <pc:docMk/>
          <pc:sldMk cId="805041557" sldId="535"/>
        </pc:sldMkLst>
        <pc:spChg chg="mod">
          <ac:chgData name="Jacob Wyngaard" userId="6181fcd471e98458" providerId="LiveId" clId="{788BA123-62C9-4DDC-86E5-A6BCA4600216}" dt="2026-05-12T03:26:26.872" v="3528" actId="1076"/>
          <ac:spMkLst>
            <pc:docMk/>
            <pc:sldMk cId="805041557" sldId="535"/>
            <ac:spMk id="4" creationId="{04976413-2991-071E-E025-1C9212CF8DDD}"/>
          </ac:spMkLst>
        </pc:spChg>
        <pc:spChg chg="mod">
          <ac:chgData name="Jacob Wyngaard" userId="6181fcd471e98458" providerId="LiveId" clId="{788BA123-62C9-4DDC-86E5-A6BCA4600216}" dt="2026-05-12T03:21:27.328" v="3090" actId="20577"/>
          <ac:spMkLst>
            <pc:docMk/>
            <pc:sldMk cId="805041557" sldId="535"/>
            <ac:spMk id="11" creationId="{2923A4D1-DB8E-D1AB-BF52-FDE209FD0F74}"/>
          </ac:spMkLst>
        </pc:spChg>
        <pc:spChg chg="mod">
          <ac:chgData name="Jacob Wyngaard" userId="6181fcd471e98458" providerId="LiveId" clId="{788BA123-62C9-4DDC-86E5-A6BCA4600216}" dt="2026-05-12T03:28:20.107" v="3702" actId="20577"/>
          <ac:spMkLst>
            <pc:docMk/>
            <pc:sldMk cId="805041557" sldId="535"/>
            <ac:spMk id="12" creationId="{98B4B37B-0A84-C416-5C40-B680EE93C3EE}"/>
          </ac:spMkLst>
        </pc:spChg>
        <pc:spChg chg="del mod">
          <ac:chgData name="Jacob Wyngaard" userId="6181fcd471e98458" providerId="LiveId" clId="{788BA123-62C9-4DDC-86E5-A6BCA4600216}" dt="2026-05-12T03:20:48.391" v="2941" actId="478"/>
          <ac:spMkLst>
            <pc:docMk/>
            <pc:sldMk cId="805041557" sldId="535"/>
            <ac:spMk id="16" creationId="{15252AC2-2193-F3B5-241D-0C9AB9FDE9D7}"/>
          </ac:spMkLst>
        </pc:spChg>
        <pc:spChg chg="del">
          <ac:chgData name="Jacob Wyngaard" userId="6181fcd471e98458" providerId="LiveId" clId="{788BA123-62C9-4DDC-86E5-A6BCA4600216}" dt="2026-05-12T03:20:48.936" v="2942" actId="478"/>
          <ac:spMkLst>
            <pc:docMk/>
            <pc:sldMk cId="805041557" sldId="535"/>
            <ac:spMk id="17" creationId="{DC5EB071-4EC0-EADD-14A6-CFA9D7FE5A49}"/>
          </ac:spMkLst>
        </pc:spChg>
        <pc:spChg chg="del">
          <ac:chgData name="Jacob Wyngaard" userId="6181fcd471e98458" providerId="LiveId" clId="{788BA123-62C9-4DDC-86E5-A6BCA4600216}" dt="2026-05-12T03:20:45.610" v="2939" actId="478"/>
          <ac:spMkLst>
            <pc:docMk/>
            <pc:sldMk cId="805041557" sldId="535"/>
            <ac:spMk id="18" creationId="{6E44608B-88E2-720C-9306-EE68436FE747}"/>
          </ac:spMkLst>
        </pc:spChg>
        <pc:spChg chg="del">
          <ac:chgData name="Jacob Wyngaard" userId="6181fcd471e98458" providerId="LiveId" clId="{788BA123-62C9-4DDC-86E5-A6BCA4600216}" dt="2026-05-12T03:20:44.374" v="2938" actId="478"/>
          <ac:spMkLst>
            <pc:docMk/>
            <pc:sldMk cId="805041557" sldId="535"/>
            <ac:spMk id="19" creationId="{719FF51E-B812-F916-1EAA-A8AC51012C74}"/>
          </ac:spMkLst>
        </pc:sp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3900709883" sldId="535"/>
        </pc:sldMkLst>
      </pc:sldChg>
      <pc:sldChg chg="addSp delSp modSp add mod">
        <pc:chgData name="Jacob Wyngaard" userId="6181fcd471e98458" providerId="LiveId" clId="{788BA123-62C9-4DDC-86E5-A6BCA4600216}" dt="2026-05-12T03:32:58.600" v="3964" actId="948"/>
        <pc:sldMkLst>
          <pc:docMk/>
          <pc:sldMk cId="1740425238" sldId="536"/>
        </pc:sldMkLst>
        <pc:spChg chg="add mod">
          <ac:chgData name="Jacob Wyngaard" userId="6181fcd471e98458" providerId="LiveId" clId="{788BA123-62C9-4DDC-86E5-A6BCA4600216}" dt="2026-05-12T03:32:13.938" v="3928" actId="1076"/>
          <ac:spMkLst>
            <pc:docMk/>
            <pc:sldMk cId="1740425238" sldId="536"/>
            <ac:spMk id="2" creationId="{33A3CE46-0FCD-834E-5350-1EA20C14978B}"/>
          </ac:spMkLst>
        </pc:spChg>
        <pc:spChg chg="mod">
          <ac:chgData name="Jacob Wyngaard" userId="6181fcd471e98458" providerId="LiveId" clId="{788BA123-62C9-4DDC-86E5-A6BCA4600216}" dt="2026-05-12T03:29:07.217" v="3737" actId="1076"/>
          <ac:spMkLst>
            <pc:docMk/>
            <pc:sldMk cId="1740425238" sldId="536"/>
            <ac:spMk id="4" creationId="{08CB35E1-F20E-7E49-6691-52114458D144}"/>
          </ac:spMkLst>
        </pc:spChg>
        <pc:spChg chg="add mod">
          <ac:chgData name="Jacob Wyngaard" userId="6181fcd471e98458" providerId="LiveId" clId="{788BA123-62C9-4DDC-86E5-A6BCA4600216}" dt="2026-05-12T03:32:39.203" v="3963" actId="1076"/>
          <ac:spMkLst>
            <pc:docMk/>
            <pc:sldMk cId="1740425238" sldId="536"/>
            <ac:spMk id="5" creationId="{8580BBA7-86E2-3F1D-D8BD-8A8B21936D91}"/>
          </ac:spMkLst>
        </pc:spChg>
        <pc:spChg chg="mod">
          <ac:chgData name="Jacob Wyngaard" userId="6181fcd471e98458" providerId="LiveId" clId="{788BA123-62C9-4DDC-86E5-A6BCA4600216}" dt="2026-05-12T03:32:58.600" v="3964" actId="948"/>
          <ac:spMkLst>
            <pc:docMk/>
            <pc:sldMk cId="1740425238" sldId="536"/>
            <ac:spMk id="11" creationId="{93A68E8A-1F72-82E0-1399-140EB96A5EC7}"/>
          </ac:spMkLst>
        </pc:spChg>
        <pc:spChg chg="del">
          <ac:chgData name="Jacob Wyngaard" userId="6181fcd471e98458" providerId="LiveId" clId="{788BA123-62C9-4DDC-86E5-A6BCA4600216}" dt="2026-05-12T03:29:09.048" v="3738" actId="478"/>
          <ac:spMkLst>
            <pc:docMk/>
            <pc:sldMk cId="1740425238" sldId="536"/>
            <ac:spMk id="12" creationId="{3C629D4F-1036-CF07-595D-7C084AEE8D6A}"/>
          </ac:spMkLst>
        </pc:sp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3115469195" sldId="536"/>
        </pc:sldMkLst>
      </pc:sldChg>
      <pc:sldChg chg="add del ord">
        <pc:chgData name="Jacob Wyngaard" userId="6181fcd471e98458" providerId="LiveId" clId="{788BA123-62C9-4DDC-86E5-A6BCA4600216}" dt="2026-05-12T03:58:51.408" v="4295" actId="47"/>
        <pc:sldMkLst>
          <pc:docMk/>
          <pc:sldMk cId="1576963255" sldId="537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2449602410" sldId="537"/>
        </pc:sldMkLst>
      </pc:sldChg>
      <pc:sldChg chg="delSp modSp add mod">
        <pc:chgData name="Jacob Wyngaard" userId="6181fcd471e98458" providerId="LiveId" clId="{788BA123-62C9-4DDC-86E5-A6BCA4600216}" dt="2026-05-12T03:52:26.856" v="4094" actId="14826"/>
        <pc:sldMkLst>
          <pc:docMk/>
          <pc:sldMk cId="519623714" sldId="538"/>
        </pc:sldMkLst>
        <pc:spChg chg="del">
          <ac:chgData name="Jacob Wyngaard" userId="6181fcd471e98458" providerId="LiveId" clId="{788BA123-62C9-4DDC-86E5-A6BCA4600216}" dt="2026-05-12T03:42:04.109" v="3986" actId="478"/>
          <ac:spMkLst>
            <pc:docMk/>
            <pc:sldMk cId="519623714" sldId="538"/>
            <ac:spMk id="4" creationId="{D5331E48-07B5-310E-923A-FAB28FB174C3}"/>
          </ac:spMkLst>
        </pc:spChg>
        <pc:spChg chg="mod">
          <ac:chgData name="Jacob Wyngaard" userId="6181fcd471e98458" providerId="LiveId" clId="{788BA123-62C9-4DDC-86E5-A6BCA4600216}" dt="2026-05-12T03:51:51.099" v="4092" actId="6549"/>
          <ac:spMkLst>
            <pc:docMk/>
            <pc:sldMk cId="519623714" sldId="538"/>
            <ac:spMk id="10" creationId="{E7FDD87A-9644-7D69-20DC-10439567A854}"/>
          </ac:spMkLst>
        </pc:spChg>
        <pc:spChg chg="mod">
          <ac:chgData name="Jacob Wyngaard" userId="6181fcd471e98458" providerId="LiveId" clId="{788BA123-62C9-4DDC-86E5-A6BCA4600216}" dt="2026-05-12T03:42:14.032" v="4009" actId="20577"/>
          <ac:spMkLst>
            <pc:docMk/>
            <pc:sldMk cId="519623714" sldId="538"/>
            <ac:spMk id="12" creationId="{FB2CCC2B-B1B1-3043-7202-84233FAB6D93}"/>
          </ac:spMkLst>
        </pc:spChg>
        <pc:picChg chg="mod">
          <ac:chgData name="Jacob Wyngaard" userId="6181fcd471e98458" providerId="LiveId" clId="{788BA123-62C9-4DDC-86E5-A6BCA4600216}" dt="2026-05-12T03:52:20.198" v="4093" actId="14826"/>
          <ac:picMkLst>
            <pc:docMk/>
            <pc:sldMk cId="519623714" sldId="538"/>
            <ac:picMk id="2" creationId="{2FDF3EAA-EE85-153D-FC81-51DB752C3162}"/>
          </ac:picMkLst>
        </pc:picChg>
        <pc:picChg chg="mod">
          <ac:chgData name="Jacob Wyngaard" userId="6181fcd471e98458" providerId="LiveId" clId="{788BA123-62C9-4DDC-86E5-A6BCA4600216}" dt="2026-05-12T03:52:26.856" v="4094" actId="14826"/>
          <ac:picMkLst>
            <pc:docMk/>
            <pc:sldMk cId="519623714" sldId="538"/>
            <ac:picMk id="3" creationId="{1A04A921-4545-C697-764F-82790E27F595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4080997408" sldId="538"/>
        </pc:sldMkLst>
      </pc:sldChg>
      <pc:sldChg chg="modSp add mod">
        <pc:chgData name="Jacob Wyngaard" userId="6181fcd471e98458" providerId="LiveId" clId="{788BA123-62C9-4DDC-86E5-A6BCA4600216}" dt="2026-05-12T03:47:04.616" v="4045" actId="1076"/>
        <pc:sldMkLst>
          <pc:docMk/>
          <pc:sldMk cId="3746619153" sldId="539"/>
        </pc:sldMkLst>
        <pc:spChg chg="mod">
          <ac:chgData name="Jacob Wyngaard" userId="6181fcd471e98458" providerId="LiveId" clId="{788BA123-62C9-4DDC-86E5-A6BCA4600216}" dt="2026-05-12T03:47:04.616" v="4045" actId="1076"/>
          <ac:spMkLst>
            <pc:docMk/>
            <pc:sldMk cId="3746619153" sldId="539"/>
            <ac:spMk id="4" creationId="{36ECD8A7-CCAA-6C09-4EE5-BA9481BBF688}"/>
          </ac:spMkLst>
        </pc:spChg>
        <pc:picChg chg="mod">
          <ac:chgData name="Jacob Wyngaard" userId="6181fcd471e98458" providerId="LiveId" clId="{788BA123-62C9-4DDC-86E5-A6BCA4600216}" dt="2026-05-12T03:46:14.360" v="4025" actId="14826"/>
          <ac:picMkLst>
            <pc:docMk/>
            <pc:sldMk cId="3746619153" sldId="539"/>
            <ac:picMk id="2" creationId="{9ED748FB-613E-336F-3193-41DD99229E28}"/>
          </ac:picMkLst>
        </pc:picChg>
        <pc:picChg chg="mod">
          <ac:chgData name="Jacob Wyngaard" userId="6181fcd471e98458" providerId="LiveId" clId="{788BA123-62C9-4DDC-86E5-A6BCA4600216}" dt="2026-05-12T03:46:01.989" v="4017" actId="14826"/>
          <ac:picMkLst>
            <pc:docMk/>
            <pc:sldMk cId="3746619153" sldId="539"/>
            <ac:picMk id="3" creationId="{38410744-F4A4-24CF-D121-5989C28DCC8C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3908117853" sldId="539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1541588767" sldId="540"/>
        </pc:sldMkLst>
      </pc:sldChg>
      <pc:sldChg chg="addSp delSp modSp add mod">
        <pc:chgData name="Jacob Wyngaard" userId="6181fcd471e98458" providerId="LiveId" clId="{788BA123-62C9-4DDC-86E5-A6BCA4600216}" dt="2026-05-12T03:55:25.490" v="4193" actId="1076"/>
        <pc:sldMkLst>
          <pc:docMk/>
          <pc:sldMk cId="3457682765" sldId="540"/>
        </pc:sldMkLst>
        <pc:spChg chg="del">
          <ac:chgData name="Jacob Wyngaard" userId="6181fcd471e98458" providerId="LiveId" clId="{788BA123-62C9-4DDC-86E5-A6BCA4600216}" dt="2026-05-12T03:53:05.883" v="4109" actId="478"/>
          <ac:spMkLst>
            <pc:docMk/>
            <pc:sldMk cId="3457682765" sldId="540"/>
            <ac:spMk id="5" creationId="{F68849F0-7D6D-93DD-15B9-DDB2B1580FDE}"/>
          </ac:spMkLst>
        </pc:spChg>
        <pc:spChg chg="del">
          <ac:chgData name="Jacob Wyngaard" userId="6181fcd471e98458" providerId="LiveId" clId="{788BA123-62C9-4DDC-86E5-A6BCA4600216}" dt="2026-05-12T03:53:04.973" v="4108" actId="478"/>
          <ac:spMkLst>
            <pc:docMk/>
            <pc:sldMk cId="3457682765" sldId="540"/>
            <ac:spMk id="7" creationId="{E868C60F-3C38-04A9-D051-75E78AA444E9}"/>
          </ac:spMkLst>
        </pc:spChg>
        <pc:spChg chg="mod">
          <ac:chgData name="Jacob Wyngaard" userId="6181fcd471e98458" providerId="LiveId" clId="{788BA123-62C9-4DDC-86E5-A6BCA4600216}" dt="2026-05-12T03:55:25.490" v="4193" actId="1076"/>
          <ac:spMkLst>
            <pc:docMk/>
            <pc:sldMk cId="3457682765" sldId="540"/>
            <ac:spMk id="9" creationId="{4980521D-2D66-207B-6054-3F53A719495B}"/>
          </ac:spMkLst>
        </pc:spChg>
        <pc:spChg chg="del mod">
          <ac:chgData name="Jacob Wyngaard" userId="6181fcd471e98458" providerId="LiveId" clId="{788BA123-62C9-4DDC-86E5-A6BCA4600216}" dt="2026-05-12T03:53:22.165" v="4115" actId="478"/>
          <ac:spMkLst>
            <pc:docMk/>
            <pc:sldMk cId="3457682765" sldId="540"/>
            <ac:spMk id="10" creationId="{B2FA00C6-3AA9-59DD-4A9C-771B3A4EF4A4}"/>
          </ac:spMkLst>
        </pc:spChg>
        <pc:spChg chg="del mod">
          <ac:chgData name="Jacob Wyngaard" userId="6181fcd471e98458" providerId="LiveId" clId="{788BA123-62C9-4DDC-86E5-A6BCA4600216}" dt="2026-05-12T03:53:23.300" v="4116" actId="478"/>
          <ac:spMkLst>
            <pc:docMk/>
            <pc:sldMk cId="3457682765" sldId="540"/>
            <ac:spMk id="11" creationId="{5AA3D13A-5490-3352-C5A3-7729B68D4F8E}"/>
          </ac:spMkLst>
        </pc:spChg>
        <pc:spChg chg="add mod">
          <ac:chgData name="Jacob Wyngaard" userId="6181fcd471e98458" providerId="LiveId" clId="{788BA123-62C9-4DDC-86E5-A6BCA4600216}" dt="2026-05-12T03:54:50.225" v="4184" actId="1076"/>
          <ac:spMkLst>
            <pc:docMk/>
            <pc:sldMk cId="3457682765" sldId="540"/>
            <ac:spMk id="14" creationId="{A1A9448D-8006-9B20-466E-ABAEE1AFC26D}"/>
          </ac:spMkLst>
        </pc:spChg>
        <pc:spChg chg="add mod">
          <ac:chgData name="Jacob Wyngaard" userId="6181fcd471e98458" providerId="LiveId" clId="{788BA123-62C9-4DDC-86E5-A6BCA4600216}" dt="2026-05-12T03:55:00.615" v="4189" actId="20577"/>
          <ac:spMkLst>
            <pc:docMk/>
            <pc:sldMk cId="3457682765" sldId="540"/>
            <ac:spMk id="15" creationId="{A4D1DF8F-95AD-A8A7-8849-E5AE65FA6BD8}"/>
          </ac:spMkLst>
        </pc:spChg>
        <pc:picChg chg="del">
          <ac:chgData name="Jacob Wyngaard" userId="6181fcd471e98458" providerId="LiveId" clId="{788BA123-62C9-4DDC-86E5-A6BCA4600216}" dt="2026-05-12T03:53:01.828" v="4106" actId="478"/>
          <ac:picMkLst>
            <pc:docMk/>
            <pc:sldMk cId="3457682765" sldId="540"/>
            <ac:picMk id="2" creationId="{5614C0C0-A399-5269-525B-FDF11B9F0936}"/>
          </ac:picMkLst>
        </pc:picChg>
        <pc:picChg chg="del">
          <ac:chgData name="Jacob Wyngaard" userId="6181fcd471e98458" providerId="LiveId" clId="{788BA123-62C9-4DDC-86E5-A6BCA4600216}" dt="2026-05-12T03:52:36.381" v="4096" actId="478"/>
          <ac:picMkLst>
            <pc:docMk/>
            <pc:sldMk cId="3457682765" sldId="540"/>
            <ac:picMk id="3" creationId="{8F016452-17FE-DDB6-5513-1763F2571C1D}"/>
          </ac:picMkLst>
        </pc:picChg>
        <pc:picChg chg="add mod">
          <ac:chgData name="Jacob Wyngaard" userId="6181fcd471e98458" providerId="LiveId" clId="{788BA123-62C9-4DDC-86E5-A6BCA4600216}" dt="2026-05-12T03:53:13.924" v="4111" actId="14100"/>
          <ac:picMkLst>
            <pc:docMk/>
            <pc:sldMk cId="3457682765" sldId="540"/>
            <ac:picMk id="13" creationId="{455358D0-7FE1-9CFD-5263-A97D88ACCF9B}"/>
          </ac:picMkLst>
        </pc:picChg>
      </pc:sldChg>
      <pc:sldChg chg="addSp delSp modSp add mod ord">
        <pc:chgData name="Jacob Wyngaard" userId="6181fcd471e98458" providerId="LiveId" clId="{788BA123-62C9-4DDC-86E5-A6BCA4600216}" dt="2026-05-12T03:56:14.634" v="4202" actId="14826"/>
        <pc:sldMkLst>
          <pc:docMk/>
          <pc:sldMk cId="1487138982" sldId="541"/>
        </pc:sldMkLst>
        <pc:spChg chg="add del mod">
          <ac:chgData name="Jacob Wyngaard" userId="6181fcd471e98458" providerId="LiveId" clId="{788BA123-62C9-4DDC-86E5-A6BCA4600216}" dt="2026-05-12T03:56:11.749" v="4201" actId="478"/>
          <ac:spMkLst>
            <pc:docMk/>
            <pc:sldMk cId="1487138982" sldId="541"/>
            <ac:spMk id="4" creationId="{B820486F-F025-B071-15DA-107988808035}"/>
          </ac:spMkLst>
        </pc:spChg>
        <pc:spChg chg="mod">
          <ac:chgData name="Jacob Wyngaard" userId="6181fcd471e98458" providerId="LiveId" clId="{788BA123-62C9-4DDC-86E5-A6BCA4600216}" dt="2026-05-12T03:54:30.504" v="4181" actId="114"/>
          <ac:spMkLst>
            <pc:docMk/>
            <pc:sldMk cId="1487138982" sldId="541"/>
            <ac:spMk id="10" creationId="{0866E439-5263-79D0-EAD8-5E4265CB60D1}"/>
          </ac:spMkLst>
        </pc:spChg>
        <pc:spChg chg="add del mod">
          <ac:chgData name="Jacob Wyngaard" userId="6181fcd471e98458" providerId="LiveId" clId="{788BA123-62C9-4DDC-86E5-A6BCA4600216}" dt="2026-05-12T03:56:02.576" v="4200" actId="478"/>
          <ac:spMkLst>
            <pc:docMk/>
            <pc:sldMk cId="1487138982" sldId="541"/>
            <ac:spMk id="13" creationId="{59B58CB9-BC0C-38E4-84DD-8852993A96C6}"/>
          </ac:spMkLst>
        </pc:spChg>
        <pc:picChg chg="mod">
          <ac:chgData name="Jacob Wyngaard" userId="6181fcd471e98458" providerId="LiveId" clId="{788BA123-62C9-4DDC-86E5-A6BCA4600216}" dt="2026-05-12T03:55:58.860" v="4199" actId="14826"/>
          <ac:picMkLst>
            <pc:docMk/>
            <pc:sldMk cId="1487138982" sldId="541"/>
            <ac:picMk id="2" creationId="{F428261A-4690-C88A-412F-5FCED8BADA7F}"/>
          </ac:picMkLst>
        </pc:picChg>
        <pc:picChg chg="mod">
          <ac:chgData name="Jacob Wyngaard" userId="6181fcd471e98458" providerId="LiveId" clId="{788BA123-62C9-4DDC-86E5-A6BCA4600216}" dt="2026-05-12T03:56:14.634" v="4202" actId="14826"/>
          <ac:picMkLst>
            <pc:docMk/>
            <pc:sldMk cId="1487138982" sldId="541"/>
            <ac:picMk id="3" creationId="{B81B1BB2-4AB1-15C2-BF57-D33AA4A20060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3306393891" sldId="541"/>
        </pc:sldMkLst>
      </pc:sldChg>
      <pc:sldChg chg="modSp add mod ord">
        <pc:chgData name="Jacob Wyngaard" userId="6181fcd471e98458" providerId="LiveId" clId="{788BA123-62C9-4DDC-86E5-A6BCA4600216}" dt="2026-05-12T03:58:09.183" v="4283" actId="20577"/>
        <pc:sldMkLst>
          <pc:docMk/>
          <pc:sldMk cId="619397134" sldId="542"/>
        </pc:sldMkLst>
        <pc:spChg chg="mod">
          <ac:chgData name="Jacob Wyngaard" userId="6181fcd471e98458" providerId="LiveId" clId="{788BA123-62C9-4DDC-86E5-A6BCA4600216}" dt="2026-05-12T03:58:09.183" v="4283" actId="20577"/>
          <ac:spMkLst>
            <pc:docMk/>
            <pc:sldMk cId="619397134" sldId="542"/>
            <ac:spMk id="9" creationId="{EB0FFFC0-8F81-E1D6-0C77-DE8C9683E7E3}"/>
          </ac:spMkLst>
        </pc:spChg>
        <pc:spChg chg="mod">
          <ac:chgData name="Jacob Wyngaard" userId="6181fcd471e98458" providerId="LiveId" clId="{788BA123-62C9-4DDC-86E5-A6BCA4600216}" dt="2026-05-12T03:56:52.058" v="4214" actId="114"/>
          <ac:spMkLst>
            <pc:docMk/>
            <pc:sldMk cId="619397134" sldId="542"/>
            <ac:spMk id="15" creationId="{F63D5847-F383-B285-7821-5C1ECEC0F740}"/>
          </ac:spMkLst>
        </pc:spChg>
        <pc:picChg chg="mod">
          <ac:chgData name="Jacob Wyngaard" userId="6181fcd471e98458" providerId="LiveId" clId="{788BA123-62C9-4DDC-86E5-A6BCA4600216}" dt="2026-05-12T03:56:35.451" v="4206" actId="14826"/>
          <ac:picMkLst>
            <pc:docMk/>
            <pc:sldMk cId="619397134" sldId="542"/>
            <ac:picMk id="13" creationId="{AD69C3A5-885F-0FF9-8B01-6737DC3E77C6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2338499023" sldId="543"/>
        </pc:sldMkLst>
      </pc:sldChg>
      <pc:sldChg chg="addSp modSp add mod">
        <pc:chgData name="Jacob Wyngaard" userId="6181fcd471e98458" providerId="LiveId" clId="{788BA123-62C9-4DDC-86E5-A6BCA4600216}" dt="2026-05-12T04:19:21.891" v="4461" actId="1076"/>
        <pc:sldMkLst>
          <pc:docMk/>
          <pc:sldMk cId="3237226559" sldId="543"/>
        </pc:sldMkLst>
        <pc:spChg chg="add mod">
          <ac:chgData name="Jacob Wyngaard" userId="6181fcd471e98458" providerId="LiveId" clId="{788BA123-62C9-4DDC-86E5-A6BCA4600216}" dt="2026-05-12T04:19:19.950" v="4460" actId="1076"/>
          <ac:spMkLst>
            <pc:docMk/>
            <pc:sldMk cId="3237226559" sldId="543"/>
            <ac:spMk id="2" creationId="{C8CE2EA2-56CF-83A6-C9C4-F10BB4825538}"/>
          </ac:spMkLst>
        </pc:spChg>
        <pc:spChg chg="add mod">
          <ac:chgData name="Jacob Wyngaard" userId="6181fcd471e98458" providerId="LiveId" clId="{788BA123-62C9-4DDC-86E5-A6BCA4600216}" dt="2026-05-12T04:19:19.950" v="4460" actId="1076"/>
          <ac:spMkLst>
            <pc:docMk/>
            <pc:sldMk cId="3237226559" sldId="543"/>
            <ac:spMk id="3" creationId="{2FDAA044-BC8B-6D8B-5363-86DC38B99DBB}"/>
          </ac:spMkLst>
        </pc:spChg>
        <pc:spChg chg="mod">
          <ac:chgData name="Jacob Wyngaard" userId="6181fcd471e98458" providerId="LiveId" clId="{788BA123-62C9-4DDC-86E5-A6BCA4600216}" dt="2026-05-12T04:18:56.266" v="4455" actId="14100"/>
          <ac:spMkLst>
            <pc:docMk/>
            <pc:sldMk cId="3237226559" sldId="543"/>
            <ac:spMk id="4" creationId="{2BA5C71C-F144-0EF1-68B3-C8B2116652F6}"/>
          </ac:spMkLst>
        </pc:spChg>
        <pc:spChg chg="add mod">
          <ac:chgData name="Jacob Wyngaard" userId="6181fcd471e98458" providerId="LiveId" clId="{788BA123-62C9-4DDC-86E5-A6BCA4600216}" dt="2026-05-12T04:19:16.675" v="4459" actId="1076"/>
          <ac:spMkLst>
            <pc:docMk/>
            <pc:sldMk cId="3237226559" sldId="543"/>
            <ac:spMk id="5" creationId="{97DB8FF9-B8DD-D72E-78DA-C28F55B850E8}"/>
          </ac:spMkLst>
        </pc:spChg>
        <pc:spChg chg="add mod">
          <ac:chgData name="Jacob Wyngaard" userId="6181fcd471e98458" providerId="LiveId" clId="{788BA123-62C9-4DDC-86E5-A6BCA4600216}" dt="2026-05-12T04:19:21.891" v="4461" actId="1076"/>
          <ac:spMkLst>
            <pc:docMk/>
            <pc:sldMk cId="3237226559" sldId="543"/>
            <ac:spMk id="7" creationId="{CA1F17AC-9E14-6BA4-3031-6BD5AA039C16}"/>
          </ac:spMkLst>
        </pc:sp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1739029651" sldId="544"/>
        </pc:sldMkLst>
      </pc:sldChg>
      <pc:sldChg chg="addSp delSp modSp add mod">
        <pc:chgData name="Jacob Wyngaard" userId="6181fcd471e98458" providerId="LiveId" clId="{788BA123-62C9-4DDC-86E5-A6BCA4600216}" dt="2026-05-12T05:12:37.329" v="5710" actId="1035"/>
        <pc:sldMkLst>
          <pc:docMk/>
          <pc:sldMk cId="2729915333" sldId="544"/>
        </pc:sldMkLst>
        <pc:spChg chg="del">
          <ac:chgData name="Jacob Wyngaard" userId="6181fcd471e98458" providerId="LiveId" clId="{788BA123-62C9-4DDC-86E5-A6BCA4600216}" dt="2026-05-12T04:21:11.486" v="4536" actId="478"/>
          <ac:spMkLst>
            <pc:docMk/>
            <pc:sldMk cId="2729915333" sldId="544"/>
            <ac:spMk id="2" creationId="{56AB9802-ABD3-51E0-1DE3-6F0EEC25E81E}"/>
          </ac:spMkLst>
        </pc:spChg>
        <pc:spChg chg="del">
          <ac:chgData name="Jacob Wyngaard" userId="6181fcd471e98458" providerId="LiveId" clId="{788BA123-62C9-4DDC-86E5-A6BCA4600216}" dt="2026-05-12T04:21:10.455" v="4535" actId="478"/>
          <ac:spMkLst>
            <pc:docMk/>
            <pc:sldMk cId="2729915333" sldId="544"/>
            <ac:spMk id="3" creationId="{2FB33FF4-52D5-C9C1-E270-69199B7B95DE}"/>
          </ac:spMkLst>
        </pc:spChg>
        <pc:spChg chg="mod">
          <ac:chgData name="Jacob Wyngaard" userId="6181fcd471e98458" providerId="LiveId" clId="{788BA123-62C9-4DDC-86E5-A6BCA4600216}" dt="2026-05-12T04:20:59.390" v="4529" actId="20577"/>
          <ac:spMkLst>
            <pc:docMk/>
            <pc:sldMk cId="2729915333" sldId="544"/>
            <ac:spMk id="4" creationId="{9F09356F-937B-4648-C6CC-D2FAAC59FC40}"/>
          </ac:spMkLst>
        </pc:spChg>
        <pc:spChg chg="del">
          <ac:chgData name="Jacob Wyngaard" userId="6181fcd471e98458" providerId="LiveId" clId="{788BA123-62C9-4DDC-86E5-A6BCA4600216}" dt="2026-05-12T04:21:08.314" v="4533" actId="478"/>
          <ac:spMkLst>
            <pc:docMk/>
            <pc:sldMk cId="2729915333" sldId="544"/>
            <ac:spMk id="5" creationId="{086B001A-C465-5283-B0A3-47715DB9BD17}"/>
          </ac:spMkLst>
        </pc:spChg>
        <pc:spChg chg="del">
          <ac:chgData name="Jacob Wyngaard" userId="6181fcd471e98458" providerId="LiveId" clId="{788BA123-62C9-4DDC-86E5-A6BCA4600216}" dt="2026-05-12T04:21:09.708" v="4534" actId="478"/>
          <ac:spMkLst>
            <pc:docMk/>
            <pc:sldMk cId="2729915333" sldId="544"/>
            <ac:spMk id="7" creationId="{8B8A2262-C2A7-ABE7-CEC0-B36EC1EFD3B0}"/>
          </ac:spMkLst>
        </pc:spChg>
        <pc:spChg chg="del">
          <ac:chgData name="Jacob Wyngaard" userId="6181fcd471e98458" providerId="LiveId" clId="{788BA123-62C9-4DDC-86E5-A6BCA4600216}" dt="2026-05-12T04:21:06.079" v="4531" actId="478"/>
          <ac:spMkLst>
            <pc:docMk/>
            <pc:sldMk cId="2729915333" sldId="544"/>
            <ac:spMk id="11" creationId="{31C30CEA-D401-7151-1042-A80406839EAB}"/>
          </ac:spMkLst>
        </pc:spChg>
        <pc:spChg chg="add mod">
          <ac:chgData name="Jacob Wyngaard" userId="6181fcd471e98458" providerId="LiveId" clId="{788BA123-62C9-4DDC-86E5-A6BCA4600216}" dt="2026-05-12T04:27:34.580" v="4771" actId="20577"/>
          <ac:spMkLst>
            <pc:docMk/>
            <pc:sldMk cId="2729915333" sldId="544"/>
            <ac:spMk id="12" creationId="{CA602BF9-9AA9-663F-8052-3B8DA2E1243F}"/>
          </ac:spMkLst>
        </pc:spChg>
        <pc:spChg chg="add mod">
          <ac:chgData name="Jacob Wyngaard" userId="6181fcd471e98458" providerId="LiveId" clId="{788BA123-62C9-4DDC-86E5-A6BCA4600216}" dt="2026-05-12T04:27:38.376" v="4772" actId="1076"/>
          <ac:spMkLst>
            <pc:docMk/>
            <pc:sldMk cId="2729915333" sldId="544"/>
            <ac:spMk id="13" creationId="{41104B4D-977D-583E-D36D-60ACD4233D32}"/>
          </ac:spMkLst>
        </pc:spChg>
        <pc:spChg chg="del">
          <ac:chgData name="Jacob Wyngaard" userId="6181fcd471e98458" providerId="LiveId" clId="{788BA123-62C9-4DDC-86E5-A6BCA4600216}" dt="2026-05-12T04:21:07.552" v="4532" actId="478"/>
          <ac:spMkLst>
            <pc:docMk/>
            <pc:sldMk cId="2729915333" sldId="544"/>
            <ac:spMk id="15" creationId="{4400165C-CE9D-D113-EDB3-A123EB9143A8}"/>
          </ac:spMkLst>
        </pc:spChg>
        <pc:spChg chg="add mod">
          <ac:chgData name="Jacob Wyngaard" userId="6181fcd471e98458" providerId="LiveId" clId="{788BA123-62C9-4DDC-86E5-A6BCA4600216}" dt="2026-05-12T04:27:38.376" v="4772" actId="1076"/>
          <ac:spMkLst>
            <pc:docMk/>
            <pc:sldMk cId="2729915333" sldId="544"/>
            <ac:spMk id="16" creationId="{89D9B352-AF84-2216-C956-D2785F6E763D}"/>
          </ac:spMkLst>
        </pc:spChg>
        <pc:spChg chg="add del mod">
          <ac:chgData name="Jacob Wyngaard" userId="6181fcd471e98458" providerId="LiveId" clId="{788BA123-62C9-4DDC-86E5-A6BCA4600216}" dt="2026-05-12T05:11:04.836" v="5642" actId="478"/>
          <ac:spMkLst>
            <pc:docMk/>
            <pc:sldMk cId="2729915333" sldId="544"/>
            <ac:spMk id="19" creationId="{BCBB2B93-0A27-FB1B-20FB-0162746654D4}"/>
          </ac:spMkLst>
        </pc:spChg>
        <pc:spChg chg="add mod">
          <ac:chgData name="Jacob Wyngaard" userId="6181fcd471e98458" providerId="LiveId" clId="{788BA123-62C9-4DDC-86E5-A6BCA4600216}" dt="2026-05-12T05:11:40.043" v="5679" actId="1076"/>
          <ac:spMkLst>
            <pc:docMk/>
            <pc:sldMk cId="2729915333" sldId="544"/>
            <ac:spMk id="20" creationId="{E661E6DE-C9DE-01D6-0CF3-47D1F31C8187}"/>
          </ac:spMkLst>
        </pc:spChg>
        <pc:spChg chg="add mod">
          <ac:chgData name="Jacob Wyngaard" userId="6181fcd471e98458" providerId="LiveId" clId="{788BA123-62C9-4DDC-86E5-A6BCA4600216}" dt="2026-05-12T05:12:37.329" v="5710" actId="1035"/>
          <ac:spMkLst>
            <pc:docMk/>
            <pc:sldMk cId="2729915333" sldId="544"/>
            <ac:spMk id="21" creationId="{7018B2FD-CEA3-315F-4ED7-B0F7F58C442B}"/>
          </ac:spMkLst>
        </pc:spChg>
        <pc:picChg chg="add mod">
          <ac:chgData name="Jacob Wyngaard" userId="6181fcd471e98458" providerId="LiveId" clId="{788BA123-62C9-4DDC-86E5-A6BCA4600216}" dt="2026-05-12T04:23:49.736" v="4541" actId="1076"/>
          <ac:picMkLst>
            <pc:docMk/>
            <pc:sldMk cId="2729915333" sldId="544"/>
            <ac:picMk id="10" creationId="{4AD0C491-5A5B-29C3-E230-B68FE4F0CE5B}"/>
          </ac:picMkLst>
        </pc:picChg>
        <pc:picChg chg="del">
          <ac:chgData name="Jacob Wyngaard" userId="6181fcd471e98458" providerId="LiveId" clId="{788BA123-62C9-4DDC-86E5-A6BCA4600216}" dt="2026-05-12T04:21:03.976" v="4530" actId="478"/>
          <ac:picMkLst>
            <pc:docMk/>
            <pc:sldMk cId="2729915333" sldId="544"/>
            <ac:picMk id="14" creationId="{FE1D8838-8093-02BA-9EE1-D3E219A54780}"/>
          </ac:picMkLst>
        </pc:picChg>
        <pc:picChg chg="add del mod">
          <ac:chgData name="Jacob Wyngaard" userId="6181fcd471e98458" providerId="LiveId" clId="{788BA123-62C9-4DDC-86E5-A6BCA4600216}" dt="2026-05-12T04:27:22.674" v="4751" actId="478"/>
          <ac:picMkLst>
            <pc:docMk/>
            <pc:sldMk cId="2729915333" sldId="544"/>
            <ac:picMk id="18" creationId="{4D95F003-9FC4-ED7B-689B-8C986CBD5D3E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954133483" sldId="545"/>
        </pc:sldMkLst>
      </pc:sldChg>
      <pc:sldChg chg="addSp delSp modSp add del mod">
        <pc:chgData name="Jacob Wyngaard" userId="6181fcd471e98458" providerId="LiveId" clId="{788BA123-62C9-4DDC-86E5-A6BCA4600216}" dt="2026-05-12T04:51:21.735" v="5279" actId="47"/>
        <pc:sldMkLst>
          <pc:docMk/>
          <pc:sldMk cId="1605465296" sldId="545"/>
        </pc:sldMkLst>
        <pc:spChg chg="add del mod">
          <ac:chgData name="Jacob Wyngaard" userId="6181fcd471e98458" providerId="LiveId" clId="{788BA123-62C9-4DDC-86E5-A6BCA4600216}" dt="2026-05-12T04:31:54.111" v="4903" actId="478"/>
          <ac:spMkLst>
            <pc:docMk/>
            <pc:sldMk cId="1605465296" sldId="545"/>
            <ac:spMk id="2" creationId="{9F28415A-23D2-C354-216D-24549DAFF62B}"/>
          </ac:spMkLst>
        </pc:spChg>
        <pc:spChg chg="add">
          <ac:chgData name="Jacob Wyngaard" userId="6181fcd471e98458" providerId="LiveId" clId="{788BA123-62C9-4DDC-86E5-A6BCA4600216}" dt="2026-05-12T04:31:55.080" v="4904"/>
          <ac:spMkLst>
            <pc:docMk/>
            <pc:sldMk cId="1605465296" sldId="545"/>
            <ac:spMk id="3" creationId="{C31A6A9D-A548-465A-D30A-544293C94D44}"/>
          </ac:spMkLst>
        </pc:spChg>
        <pc:spChg chg="mod">
          <ac:chgData name="Jacob Wyngaard" userId="6181fcd471e98458" providerId="LiveId" clId="{788BA123-62C9-4DDC-86E5-A6BCA4600216}" dt="2026-05-12T04:27:17.468" v="4749" actId="20577"/>
          <ac:spMkLst>
            <pc:docMk/>
            <pc:sldMk cId="1605465296" sldId="545"/>
            <ac:spMk id="4" creationId="{EDE512BF-B2F2-A0AE-C1CE-86C29433EC7E}"/>
          </ac:spMkLst>
        </pc:spChg>
        <pc:spChg chg="add mod">
          <ac:chgData name="Jacob Wyngaard" userId="6181fcd471e98458" providerId="LiveId" clId="{788BA123-62C9-4DDC-86E5-A6BCA4600216}" dt="2026-05-12T04:44:22.876" v="5161" actId="1076"/>
          <ac:spMkLst>
            <pc:docMk/>
            <pc:sldMk cId="1605465296" sldId="545"/>
            <ac:spMk id="9" creationId="{5FC8A4C1-3E14-D2B6-828B-3716483E48EC}"/>
          </ac:spMkLst>
        </pc:spChg>
        <pc:spChg chg="add mod">
          <ac:chgData name="Jacob Wyngaard" userId="6181fcd471e98458" providerId="LiveId" clId="{788BA123-62C9-4DDC-86E5-A6BCA4600216}" dt="2026-05-12T04:44:28.673" v="5164" actId="1076"/>
          <ac:spMkLst>
            <pc:docMk/>
            <pc:sldMk cId="1605465296" sldId="545"/>
            <ac:spMk id="11" creationId="{BB4D8DD8-89A5-C6A6-2AAB-55C689F98EF0}"/>
          </ac:spMkLst>
        </pc:spChg>
        <pc:spChg chg="del mod">
          <ac:chgData name="Jacob Wyngaard" userId="6181fcd471e98458" providerId="LiveId" clId="{788BA123-62C9-4DDC-86E5-A6BCA4600216}" dt="2026-05-12T04:29:02.312" v="4820" actId="478"/>
          <ac:spMkLst>
            <pc:docMk/>
            <pc:sldMk cId="1605465296" sldId="545"/>
            <ac:spMk id="12" creationId="{6EE3CF72-9BA8-6A39-6493-F5BDFB13CFA2}"/>
          </ac:spMkLst>
        </pc:spChg>
        <pc:spChg chg="del">
          <ac:chgData name="Jacob Wyngaard" userId="6181fcd471e98458" providerId="LiveId" clId="{788BA123-62C9-4DDC-86E5-A6BCA4600216}" dt="2026-05-12T04:29:00.627" v="4818" actId="478"/>
          <ac:spMkLst>
            <pc:docMk/>
            <pc:sldMk cId="1605465296" sldId="545"/>
            <ac:spMk id="13" creationId="{7DDB3A53-B434-E132-8A59-EDC883967BF6}"/>
          </ac:spMkLst>
        </pc:spChg>
        <pc:spChg chg="add mod">
          <ac:chgData name="Jacob Wyngaard" userId="6181fcd471e98458" providerId="LiveId" clId="{788BA123-62C9-4DDC-86E5-A6BCA4600216}" dt="2026-05-12T04:45:05.048" v="5177" actId="1076"/>
          <ac:spMkLst>
            <pc:docMk/>
            <pc:sldMk cId="1605465296" sldId="545"/>
            <ac:spMk id="14" creationId="{F3C47536-FE09-4FBD-D553-9037971223B7}"/>
          </ac:spMkLst>
        </pc:spChg>
        <pc:spChg chg="add mod">
          <ac:chgData name="Jacob Wyngaard" userId="6181fcd471e98458" providerId="LiveId" clId="{788BA123-62C9-4DDC-86E5-A6BCA4600216}" dt="2026-05-12T04:47:27.735" v="5258" actId="1076"/>
          <ac:spMkLst>
            <pc:docMk/>
            <pc:sldMk cId="1605465296" sldId="545"/>
            <ac:spMk id="15" creationId="{8CAC33E3-7ADD-5C3E-9332-44B221C45B91}"/>
          </ac:spMkLst>
        </pc:spChg>
        <pc:spChg chg="del">
          <ac:chgData name="Jacob Wyngaard" userId="6181fcd471e98458" providerId="LiveId" clId="{788BA123-62C9-4DDC-86E5-A6BCA4600216}" dt="2026-05-12T04:29:01.648" v="4819" actId="478"/>
          <ac:spMkLst>
            <pc:docMk/>
            <pc:sldMk cId="1605465296" sldId="545"/>
            <ac:spMk id="16" creationId="{3A7B2D70-19EE-49DF-8BC2-9633DA4323C4}"/>
          </ac:spMkLst>
        </pc:spChg>
        <pc:picChg chg="add mod modCrop">
          <ac:chgData name="Jacob Wyngaard" userId="6181fcd471e98458" providerId="LiveId" clId="{788BA123-62C9-4DDC-86E5-A6BCA4600216}" dt="2026-05-12T04:44:20.906" v="5160" actId="1076"/>
          <ac:picMkLst>
            <pc:docMk/>
            <pc:sldMk cId="1605465296" sldId="545"/>
            <ac:picMk id="7" creationId="{F37ED310-6B9A-49E0-B8F0-D80B2792B079}"/>
          </ac:picMkLst>
        </pc:picChg>
        <pc:picChg chg="del">
          <ac:chgData name="Jacob Wyngaard" userId="6181fcd471e98458" providerId="LiveId" clId="{788BA123-62C9-4DDC-86E5-A6BCA4600216}" dt="2026-05-12T04:27:20.048" v="4750" actId="478"/>
          <ac:picMkLst>
            <pc:docMk/>
            <pc:sldMk cId="1605465296" sldId="545"/>
            <ac:picMk id="10" creationId="{BC6B6DE7-5108-1E43-05E0-AA2893864AA2}"/>
          </ac:picMkLst>
        </pc:picChg>
        <pc:picChg chg="del mod">
          <ac:chgData name="Jacob Wyngaard" userId="6181fcd471e98458" providerId="LiveId" clId="{788BA123-62C9-4DDC-86E5-A6BCA4600216}" dt="2026-05-12T04:31:53.062" v="4902" actId="478"/>
          <ac:picMkLst>
            <pc:docMk/>
            <pc:sldMk cId="1605465296" sldId="545"/>
            <ac:picMk id="18" creationId="{5F6E64B7-0E74-2A0F-D758-942E541D15F5}"/>
          </ac:picMkLst>
        </pc:picChg>
        <pc:picChg chg="add mod">
          <ac:chgData name="Jacob Wyngaard" userId="6181fcd471e98458" providerId="LiveId" clId="{788BA123-62C9-4DDC-86E5-A6BCA4600216}" dt="2026-05-12T04:48:15.017" v="5264" actId="1076"/>
          <ac:picMkLst>
            <pc:docMk/>
            <pc:sldMk cId="1605465296" sldId="545"/>
            <ac:picMk id="19" creationId="{91209360-401B-53ED-D496-9F17A1CA5A9F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130025881" sldId="546"/>
        </pc:sldMkLst>
      </pc:sldChg>
      <pc:sldChg chg="addSp delSp modSp add mod">
        <pc:chgData name="Jacob Wyngaard" userId="6181fcd471e98458" providerId="LiveId" clId="{788BA123-62C9-4DDC-86E5-A6BCA4600216}" dt="2026-05-12T05:10:43.045" v="5641" actId="114"/>
        <pc:sldMkLst>
          <pc:docMk/>
          <pc:sldMk cId="4279513412" sldId="546"/>
        </pc:sldMkLst>
        <pc:spChg chg="mod">
          <ac:chgData name="Jacob Wyngaard" userId="6181fcd471e98458" providerId="LiveId" clId="{788BA123-62C9-4DDC-86E5-A6BCA4600216}" dt="2026-05-12T04:28:34.345" v="4810" actId="14100"/>
          <ac:spMkLst>
            <pc:docMk/>
            <pc:sldMk cId="4279513412" sldId="546"/>
            <ac:spMk id="4" creationId="{581F84E2-42D6-19D3-CEA9-64154641A8CA}"/>
          </ac:spMkLst>
        </pc:spChg>
        <pc:spChg chg="mod">
          <ac:chgData name="Jacob Wyngaard" userId="6181fcd471e98458" providerId="LiveId" clId="{788BA123-62C9-4DDC-86E5-A6BCA4600216}" dt="2026-05-12T05:10:43.045" v="5641" actId="114"/>
          <ac:spMkLst>
            <pc:docMk/>
            <pc:sldMk cId="4279513412" sldId="546"/>
            <ac:spMk id="12" creationId="{3F4B4B75-5463-356F-FE26-C616A7189197}"/>
          </ac:spMkLst>
        </pc:spChg>
        <pc:spChg chg="del">
          <ac:chgData name="Jacob Wyngaard" userId="6181fcd471e98458" providerId="LiveId" clId="{788BA123-62C9-4DDC-86E5-A6BCA4600216}" dt="2026-05-12T04:30:07.440" v="4840" actId="478"/>
          <ac:spMkLst>
            <pc:docMk/>
            <pc:sldMk cId="4279513412" sldId="546"/>
            <ac:spMk id="13" creationId="{766DB7E9-EE1C-045F-3077-F2EB3524395E}"/>
          </ac:spMkLst>
        </pc:spChg>
        <pc:spChg chg="add del">
          <ac:chgData name="Jacob Wyngaard" userId="6181fcd471e98458" providerId="LiveId" clId="{788BA123-62C9-4DDC-86E5-A6BCA4600216}" dt="2026-05-12T04:54:24.629" v="5283" actId="478"/>
          <ac:spMkLst>
            <pc:docMk/>
            <pc:sldMk cId="4279513412" sldId="546"/>
            <ac:spMk id="15" creationId="{C5762869-272D-B874-C8AD-971C7129C1D6}"/>
          </ac:spMkLst>
        </pc:spChg>
        <pc:spChg chg="del">
          <ac:chgData name="Jacob Wyngaard" userId="6181fcd471e98458" providerId="LiveId" clId="{788BA123-62C9-4DDC-86E5-A6BCA4600216}" dt="2026-05-12T04:30:06.892" v="4839" actId="478"/>
          <ac:spMkLst>
            <pc:docMk/>
            <pc:sldMk cId="4279513412" sldId="546"/>
            <ac:spMk id="16" creationId="{D1E14D41-728E-EE12-5732-EDB6003EABB2}"/>
          </ac:spMkLst>
        </pc:spChg>
        <pc:spChg chg="add del mod">
          <ac:chgData name="Jacob Wyngaard" userId="6181fcd471e98458" providerId="LiveId" clId="{788BA123-62C9-4DDC-86E5-A6BCA4600216}" dt="2026-05-12T05:03:33.609" v="5367" actId="478"/>
          <ac:spMkLst>
            <pc:docMk/>
            <pc:sldMk cId="4279513412" sldId="546"/>
            <ac:spMk id="26" creationId="{393167BF-7D65-3FB5-BFF2-728520B17B39}"/>
          </ac:spMkLst>
        </pc:spChg>
        <pc:spChg chg="add mod">
          <ac:chgData name="Jacob Wyngaard" userId="6181fcd471e98458" providerId="LiveId" clId="{788BA123-62C9-4DDC-86E5-A6BCA4600216}" dt="2026-05-12T05:05:14.191" v="5397" actId="1076"/>
          <ac:spMkLst>
            <pc:docMk/>
            <pc:sldMk cId="4279513412" sldId="546"/>
            <ac:spMk id="27" creationId="{9F9FAD26-F27B-6719-8180-7BEC7317CEE8}"/>
          </ac:spMkLst>
        </pc:spChg>
        <pc:spChg chg="add mod ord">
          <ac:chgData name="Jacob Wyngaard" userId="6181fcd471e98458" providerId="LiveId" clId="{788BA123-62C9-4DDC-86E5-A6BCA4600216}" dt="2026-05-12T05:04:40.079" v="5391" actId="1076"/>
          <ac:spMkLst>
            <pc:docMk/>
            <pc:sldMk cId="4279513412" sldId="546"/>
            <ac:spMk id="28" creationId="{D6DAFD25-14BF-76E0-6BC6-1F442C18FE3E}"/>
          </ac:spMkLst>
        </pc:spChg>
        <pc:spChg chg="add mod ord">
          <ac:chgData name="Jacob Wyngaard" userId="6181fcd471e98458" providerId="LiveId" clId="{788BA123-62C9-4DDC-86E5-A6BCA4600216}" dt="2026-05-12T05:04:22.973" v="5387" actId="404"/>
          <ac:spMkLst>
            <pc:docMk/>
            <pc:sldMk cId="4279513412" sldId="546"/>
            <ac:spMk id="29" creationId="{54A40976-A6AE-83E6-3284-481BF35940E4}"/>
          </ac:spMkLst>
        </pc:spChg>
        <pc:spChg chg="add mod">
          <ac:chgData name="Jacob Wyngaard" userId="6181fcd471e98458" providerId="LiveId" clId="{788BA123-62C9-4DDC-86E5-A6BCA4600216}" dt="2026-05-12T05:03:51.439" v="5372" actId="208"/>
          <ac:spMkLst>
            <pc:docMk/>
            <pc:sldMk cId="4279513412" sldId="546"/>
            <ac:spMk id="30" creationId="{345A7BE4-F8D0-7895-F8FD-CDB2239DC9BB}"/>
          </ac:spMkLst>
        </pc:spChg>
        <pc:spChg chg="add mod">
          <ac:chgData name="Jacob Wyngaard" userId="6181fcd471e98458" providerId="LiveId" clId="{788BA123-62C9-4DDC-86E5-A6BCA4600216}" dt="2026-05-12T05:03:59.554" v="5377" actId="14100"/>
          <ac:spMkLst>
            <pc:docMk/>
            <pc:sldMk cId="4279513412" sldId="546"/>
            <ac:spMk id="31" creationId="{95573DCC-0677-B63A-4D0A-9AF96F4742B5}"/>
          </ac:spMkLst>
        </pc:spChg>
        <pc:spChg chg="add mod">
          <ac:chgData name="Jacob Wyngaard" userId="6181fcd471e98458" providerId="LiveId" clId="{788BA123-62C9-4DDC-86E5-A6BCA4600216}" dt="2026-05-12T05:05:35.659" v="5421" actId="1076"/>
          <ac:spMkLst>
            <pc:docMk/>
            <pc:sldMk cId="4279513412" sldId="546"/>
            <ac:spMk id="32" creationId="{5375D208-4287-9225-F735-A462221AC186}"/>
          </ac:spMkLst>
        </pc:spChg>
        <pc:picChg chg="add del mod">
          <ac:chgData name="Jacob Wyngaard" userId="6181fcd471e98458" providerId="LiveId" clId="{788BA123-62C9-4DDC-86E5-A6BCA4600216}" dt="2026-05-12T04:54:21.949" v="5281" actId="478"/>
          <ac:picMkLst>
            <pc:docMk/>
            <pc:sldMk cId="4279513412" sldId="546"/>
            <ac:picMk id="3" creationId="{6388728E-0F28-546C-ABC5-973206595FFA}"/>
          </ac:picMkLst>
        </pc:picChg>
        <pc:picChg chg="add del mod">
          <ac:chgData name="Jacob Wyngaard" userId="6181fcd471e98458" providerId="LiveId" clId="{788BA123-62C9-4DDC-86E5-A6BCA4600216}" dt="2026-05-12T04:54:21.949" v="5281" actId="478"/>
          <ac:picMkLst>
            <pc:docMk/>
            <pc:sldMk cId="4279513412" sldId="546"/>
            <ac:picMk id="7" creationId="{222E5DFD-CDE0-6D1B-8102-4103E06D3F30}"/>
          </ac:picMkLst>
        </pc:picChg>
        <pc:picChg chg="add del mod">
          <ac:chgData name="Jacob Wyngaard" userId="6181fcd471e98458" providerId="LiveId" clId="{788BA123-62C9-4DDC-86E5-A6BCA4600216}" dt="2026-05-12T04:31:31.253" v="4897" actId="478"/>
          <ac:picMkLst>
            <pc:docMk/>
            <pc:sldMk cId="4279513412" sldId="546"/>
            <ac:picMk id="10" creationId="{D8BE5598-2D2B-8CAE-B57E-AFCBD089D9BB}"/>
          </ac:picMkLst>
        </pc:picChg>
        <pc:picChg chg="add del mod">
          <ac:chgData name="Jacob Wyngaard" userId="6181fcd471e98458" providerId="LiveId" clId="{788BA123-62C9-4DDC-86E5-A6BCA4600216}" dt="2026-05-12T04:54:21.949" v="5281" actId="478"/>
          <ac:picMkLst>
            <pc:docMk/>
            <pc:sldMk cId="4279513412" sldId="546"/>
            <ac:picMk id="14" creationId="{E80491E9-8BFC-03B6-FFE0-53EC36E6FDDA}"/>
          </ac:picMkLst>
        </pc:picChg>
        <pc:picChg chg="del">
          <ac:chgData name="Jacob Wyngaard" userId="6181fcd471e98458" providerId="LiveId" clId="{788BA123-62C9-4DDC-86E5-A6BCA4600216}" dt="2026-05-12T04:30:06.001" v="4838" actId="478"/>
          <ac:picMkLst>
            <pc:docMk/>
            <pc:sldMk cId="4279513412" sldId="546"/>
            <ac:picMk id="18" creationId="{08EC888A-F63D-DF55-256E-0C9A06FF7007}"/>
          </ac:picMkLst>
        </pc:picChg>
        <pc:picChg chg="add del mod">
          <ac:chgData name="Jacob Wyngaard" userId="6181fcd471e98458" providerId="LiveId" clId="{788BA123-62C9-4DDC-86E5-A6BCA4600216}" dt="2026-05-12T04:55:07.723" v="5290" actId="478"/>
          <ac:picMkLst>
            <pc:docMk/>
            <pc:sldMk cId="4279513412" sldId="546"/>
            <ac:picMk id="19" creationId="{B7C66B87-8BA5-43D7-1178-D497A66377C5}"/>
          </ac:picMkLst>
        </pc:picChg>
        <pc:picChg chg="add mod modCrop">
          <ac:chgData name="Jacob Wyngaard" userId="6181fcd471e98458" providerId="LiveId" clId="{788BA123-62C9-4DDC-86E5-A6BCA4600216}" dt="2026-05-12T04:57:34.890" v="5308" actId="1076"/>
          <ac:picMkLst>
            <pc:docMk/>
            <pc:sldMk cId="4279513412" sldId="546"/>
            <ac:picMk id="21" creationId="{3926ED81-C189-0325-8A8A-2645EC96A101}"/>
          </ac:picMkLst>
        </pc:picChg>
        <pc:picChg chg="add mod">
          <ac:chgData name="Jacob Wyngaard" userId="6181fcd471e98458" providerId="LiveId" clId="{788BA123-62C9-4DDC-86E5-A6BCA4600216}" dt="2026-05-12T04:57:28.409" v="5306" actId="14100"/>
          <ac:picMkLst>
            <pc:docMk/>
            <pc:sldMk cId="4279513412" sldId="546"/>
            <ac:picMk id="23" creationId="{B67EE467-BBF2-B8D6-0315-4673C7A66644}"/>
          </ac:picMkLst>
        </pc:picChg>
        <pc:picChg chg="add mod modCrop">
          <ac:chgData name="Jacob Wyngaard" userId="6181fcd471e98458" providerId="LiveId" clId="{788BA123-62C9-4DDC-86E5-A6BCA4600216}" dt="2026-05-12T05:04:18.396" v="5384" actId="1076"/>
          <ac:picMkLst>
            <pc:docMk/>
            <pc:sldMk cId="4279513412" sldId="546"/>
            <ac:picMk id="25" creationId="{5EF1AD46-3D3F-28B2-6DDF-EAD06C4B2531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678990396" sldId="547"/>
        </pc:sldMkLst>
      </pc:sldChg>
      <pc:sldChg chg="addSp delSp modSp add mod">
        <pc:chgData name="Jacob Wyngaard" userId="6181fcd471e98458" providerId="LiveId" clId="{788BA123-62C9-4DDC-86E5-A6BCA4600216}" dt="2026-05-12T04:50:15.251" v="5278" actId="1076"/>
        <pc:sldMkLst>
          <pc:docMk/>
          <pc:sldMk cId="3561359690" sldId="547"/>
        </pc:sldMkLst>
        <pc:picChg chg="add mod modCrop">
          <ac:chgData name="Jacob Wyngaard" userId="6181fcd471e98458" providerId="LiveId" clId="{788BA123-62C9-4DDC-86E5-A6BCA4600216}" dt="2026-05-12T04:50:15.251" v="5278" actId="1076"/>
          <ac:picMkLst>
            <pc:docMk/>
            <pc:sldMk cId="3561359690" sldId="547"/>
            <ac:picMk id="5" creationId="{3EB00CC6-E376-5B7F-31A8-8910B19C1BEA}"/>
          </ac:picMkLst>
        </pc:picChg>
        <pc:picChg chg="del">
          <ac:chgData name="Jacob Wyngaard" userId="6181fcd471e98458" providerId="LiveId" clId="{788BA123-62C9-4DDC-86E5-A6BCA4600216}" dt="2026-05-12T04:49:42.907" v="5266" actId="478"/>
          <ac:picMkLst>
            <pc:docMk/>
            <pc:sldMk cId="3561359690" sldId="547"/>
            <ac:picMk id="7" creationId="{4E694426-DD6F-DE0F-6786-39FF567FF059}"/>
          </ac:picMkLst>
        </pc:picChg>
        <pc:picChg chg="del">
          <ac:chgData name="Jacob Wyngaard" userId="6181fcd471e98458" providerId="LiveId" clId="{788BA123-62C9-4DDC-86E5-A6BCA4600216}" dt="2026-05-12T04:49:43.501" v="5267" actId="478"/>
          <ac:picMkLst>
            <pc:docMk/>
            <pc:sldMk cId="3561359690" sldId="547"/>
            <ac:picMk id="19" creationId="{69ED6548-954B-55F9-B8E3-752BC7FF521E}"/>
          </ac:picMkLst>
        </pc:picChg>
      </pc:sldChg>
      <pc:sldChg chg="addSp delSp modSp add mod">
        <pc:chgData name="Jacob Wyngaard" userId="6181fcd471e98458" providerId="LiveId" clId="{788BA123-62C9-4DDC-86E5-A6BCA4600216}" dt="2026-05-12T05:26:32.188" v="5963" actId="1076"/>
        <pc:sldMkLst>
          <pc:docMk/>
          <pc:sldMk cId="1526236154" sldId="548"/>
        </pc:sldMkLst>
        <pc:spChg chg="add del mod">
          <ac:chgData name="Jacob Wyngaard" userId="6181fcd471e98458" providerId="LiveId" clId="{788BA123-62C9-4DDC-86E5-A6BCA4600216}" dt="2026-05-12T05:10:19.577" v="5634" actId="478"/>
          <ac:spMkLst>
            <pc:docMk/>
            <pc:sldMk cId="1526236154" sldId="548"/>
            <ac:spMk id="2" creationId="{8A6F5D4B-40A0-23EE-91A4-4B5F39ECD4AB}"/>
          </ac:spMkLst>
        </pc:spChg>
        <pc:spChg chg="add mod">
          <ac:chgData name="Jacob Wyngaard" userId="6181fcd471e98458" providerId="LiveId" clId="{788BA123-62C9-4DDC-86E5-A6BCA4600216}" dt="2026-05-12T05:26:27.409" v="5962" actId="1076"/>
          <ac:spMkLst>
            <pc:docMk/>
            <pc:sldMk cId="1526236154" sldId="548"/>
            <ac:spMk id="3" creationId="{52E87362-36CE-DC26-45AC-BFAECEFA922D}"/>
          </ac:spMkLst>
        </pc:spChg>
        <pc:spChg chg="mod">
          <ac:chgData name="Jacob Wyngaard" userId="6181fcd471e98458" providerId="LiveId" clId="{788BA123-62C9-4DDC-86E5-A6BCA4600216}" dt="2026-05-12T05:26:32.188" v="5963" actId="1076"/>
          <ac:spMkLst>
            <pc:docMk/>
            <pc:sldMk cId="1526236154" sldId="548"/>
            <ac:spMk id="12" creationId="{24880C39-31DD-1588-76B8-07BFB9C65C22}"/>
          </ac:spMkLst>
        </pc:sp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3115712419" sldId="548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2278273939" sldId="549"/>
        </pc:sldMkLst>
      </pc:sldChg>
      <pc:sldChg chg="modSp add del mod">
        <pc:chgData name="Jacob Wyngaard" userId="6181fcd471e98458" providerId="LiveId" clId="{788BA123-62C9-4DDC-86E5-A6BCA4600216}" dt="2026-05-12T05:10:21.007" v="5635" actId="47"/>
        <pc:sldMkLst>
          <pc:docMk/>
          <pc:sldMk cId="2865164000" sldId="549"/>
        </pc:sldMkLst>
        <pc:spChg chg="mod">
          <ac:chgData name="Jacob Wyngaard" userId="6181fcd471e98458" providerId="LiveId" clId="{788BA123-62C9-4DDC-86E5-A6BCA4600216}" dt="2026-05-12T05:10:01.227" v="5615" actId="1076"/>
          <ac:spMkLst>
            <pc:docMk/>
            <pc:sldMk cId="2865164000" sldId="549"/>
            <ac:spMk id="12" creationId="{15DD61EF-022E-461D-3671-E138C3CAC098}"/>
          </ac:spMkLst>
        </pc:spChg>
        <pc:picChg chg="mod modCrop">
          <ac:chgData name="Jacob Wyngaard" userId="6181fcd471e98458" providerId="LiveId" clId="{788BA123-62C9-4DDC-86E5-A6BCA4600216}" dt="2026-05-12T05:07:28.828" v="5444" actId="14100"/>
          <ac:picMkLst>
            <pc:docMk/>
            <pc:sldMk cId="2865164000" sldId="549"/>
            <ac:picMk id="19" creationId="{16367949-D8C9-D9FA-80AC-75D8BEBAE0AC}"/>
          </ac:picMkLst>
        </pc:picChg>
      </pc:sldChg>
      <pc:sldChg chg="addSp delSp modSp add mod">
        <pc:chgData name="Jacob Wyngaard" userId="6181fcd471e98458" providerId="LiveId" clId="{788BA123-62C9-4DDC-86E5-A6BCA4600216}" dt="2026-05-12T05:19:29.688" v="5749" actId="14100"/>
        <pc:sldMkLst>
          <pc:docMk/>
          <pc:sldMk cId="4254983155" sldId="549"/>
        </pc:sldMkLst>
        <pc:spChg chg="mod">
          <ac:chgData name="Jacob Wyngaard" userId="6181fcd471e98458" providerId="LiveId" clId="{788BA123-62C9-4DDC-86E5-A6BCA4600216}" dt="2026-05-12T05:17:40.304" v="5731" actId="20577"/>
          <ac:spMkLst>
            <pc:docMk/>
            <pc:sldMk cId="4254983155" sldId="549"/>
            <ac:spMk id="4" creationId="{A778FE64-DDAB-AF4F-4EE3-A981D070112D}"/>
          </ac:spMkLst>
        </pc:spChg>
        <pc:spChg chg="del">
          <ac:chgData name="Jacob Wyngaard" userId="6181fcd471e98458" providerId="LiveId" clId="{788BA123-62C9-4DDC-86E5-A6BCA4600216}" dt="2026-05-12T05:17:43.700" v="5733" actId="478"/>
          <ac:spMkLst>
            <pc:docMk/>
            <pc:sldMk cId="4254983155" sldId="549"/>
            <ac:spMk id="12" creationId="{7616DF02-FEDC-21AB-26CC-B1FDBB1BE38D}"/>
          </ac:spMkLst>
        </pc:spChg>
        <pc:picChg chg="add mod">
          <ac:chgData name="Jacob Wyngaard" userId="6181fcd471e98458" providerId="LiveId" clId="{788BA123-62C9-4DDC-86E5-A6BCA4600216}" dt="2026-05-12T05:18:01.876" v="5737" actId="1076"/>
          <ac:picMkLst>
            <pc:docMk/>
            <pc:sldMk cId="4254983155" sldId="549"/>
            <ac:picMk id="3" creationId="{C60DE073-30EC-8C41-D694-BDD92E80E7D9}"/>
          </ac:picMkLst>
        </pc:picChg>
        <pc:picChg chg="add mod">
          <ac:chgData name="Jacob Wyngaard" userId="6181fcd471e98458" providerId="LiveId" clId="{788BA123-62C9-4DDC-86E5-A6BCA4600216}" dt="2026-05-12T05:19:26.603" v="5747" actId="1076"/>
          <ac:picMkLst>
            <pc:docMk/>
            <pc:sldMk cId="4254983155" sldId="549"/>
            <ac:picMk id="7" creationId="{3E8DFF22-C6C1-FF45-B0B2-301C2EA51975}"/>
          </ac:picMkLst>
        </pc:picChg>
        <pc:picChg chg="add mod">
          <ac:chgData name="Jacob Wyngaard" userId="6181fcd471e98458" providerId="LiveId" clId="{788BA123-62C9-4DDC-86E5-A6BCA4600216}" dt="2026-05-12T05:19:29.688" v="5749" actId="14100"/>
          <ac:picMkLst>
            <pc:docMk/>
            <pc:sldMk cId="4254983155" sldId="549"/>
            <ac:picMk id="10" creationId="{69BD89B0-95EA-7DD6-D6F0-78EC92C64560}"/>
          </ac:picMkLst>
        </pc:picChg>
        <pc:picChg chg="del">
          <ac:chgData name="Jacob Wyngaard" userId="6181fcd471e98458" providerId="LiveId" clId="{788BA123-62C9-4DDC-86E5-A6BCA4600216}" dt="2026-05-12T05:17:42.461" v="5732" actId="478"/>
          <ac:picMkLst>
            <pc:docMk/>
            <pc:sldMk cId="4254983155" sldId="549"/>
            <ac:picMk id="19" creationId="{2C14FA16-97F4-8F22-25BD-B769D63794E5}"/>
          </ac:picMkLst>
        </pc:picChg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2878161066" sldId="550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684841146" sldId="551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3770068205" sldId="552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4167419040" sldId="553"/>
        </pc:sldMkLst>
      </pc:sldChg>
      <pc:sldChg chg="add del">
        <pc:chgData name="Jacob Wyngaard" userId="6181fcd471e98458" providerId="LiveId" clId="{788BA123-62C9-4DDC-86E5-A6BCA4600216}" dt="2026-05-11T03:59:52.840" v="207" actId="47"/>
        <pc:sldMkLst>
          <pc:docMk/>
          <pc:sldMk cId="1095069569" sldId="5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41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FFA8A-6713-B31A-687F-6F3355ED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703ED-23EA-44C6-A51B-2DE4B0BC1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AE814-B0EC-B540-FD26-0DDE1B102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F1DB9-5850-2822-7CBF-9FF3D12AD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36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A208-5AC0-A4E9-E2BD-E904F20B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45DBF-EF11-334D-7767-23150F229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31976-BF65-1BB7-4F48-7A9BCB08C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91472-7681-AB58-FA36-4E7BB1E35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79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399C-0388-2BDA-12D3-9FBD832C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8B924-0D8E-5C53-5A8D-1BDCD954B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B8508-3629-D4C4-EC7F-3C4447E9C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22E9F-60C6-B3C6-C308-5D964EC33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7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282E-E9E0-4BFA-AAE9-A8F67BF7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8E5D9-6D00-D08C-F101-6F429F134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694D7-DFBF-4514-9FFB-E74F830E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A46C3-6B80-874A-1C45-C43A1C34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47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3C1DB-C995-B5E8-960A-8682FDBD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4788D-0236-F60E-92B2-73B91C47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80320-71B9-CE38-DDAC-6047F6CAF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374F1-1202-A7D7-45E6-5CBB8A232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51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5CC8E-C647-CBCC-C49D-1844F4B8B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48643-8449-0292-BE59-6FE0C8369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117D1-943D-A91F-AC20-12C5CABA6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C88FA-BF53-8185-BA6A-089872BF0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00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14ADF-C76D-C3E6-69FD-C20DCC59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0D786-7BC8-63CC-631E-62E287C1F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29CFC-4FDA-BE73-0082-933416322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924E6-1A9D-4F7E-53D6-25F782421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30D8-B283-9344-9D22-6F60F2AD1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B6CF6-975B-AD10-944A-DEAC98304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8C12B-ED3C-25F0-1D80-154CCF04B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2EF1E-B543-2DE3-83EF-F8DF9F412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83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EA50A-6DE3-6D99-E14A-1F16C1B0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A7CEE-54DD-A783-BA4D-327C7FCD4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77FA8-787E-3185-790C-D3B2B0C46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0DD7F-67BD-84BF-4962-8EBD33F8D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31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C24F-FFE9-7C91-DEDA-74AB29E5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21471-6373-0CFB-0750-D20439BE6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03E88-2B4B-C014-DDB8-0591D404A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2CB2D-7774-7AA5-3C82-EBFDF9307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95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D8A15-5EBE-C2F2-338E-56505BFA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A84E9-E004-4A6D-0BAB-8E74CF68F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11397-5E61-CD56-705C-1F3F587BE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90252-96D4-3869-C56F-052A20541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13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6858-F42C-6244-6049-DA89583D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669A0-B2D1-7BE9-D089-75ADBBDFF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3C110-FBEA-65D3-A58A-318D7B1D3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7FF9B-F844-4202-E39D-E77BE03CC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6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F502-1ECD-B4A2-7A57-C400CCA4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C6393-5C64-8A0B-FC64-34CC7C901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40593-3903-B3E5-C45C-223577AB8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18B32-8D80-EB6F-D572-B32CEAF8F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16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4D667-A678-196D-DA90-64E475CC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0CF96-FE4C-F0B9-2540-6B3956050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22011-82B9-AC43-CF30-FF913A599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38F0C-AAE9-2D11-7712-EAAB35CFE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04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8F3D4-A6AC-5650-1ED8-2D193B17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CB58B-FA6C-E701-0518-197FF1945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61395-A6CB-144D-784C-3DCB6D076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D8234-28C5-3836-4CF6-2BD820801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3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5CF77-282D-9F46-9742-CBEAEDF0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41AD0-1066-9E2E-FF6D-57DE5D7E3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F3A07-490E-C391-6D42-28BD209E8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F03F8-54F6-D7FA-8AC8-A35A96FAB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17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2D87F-34E1-E3BB-5278-8DBFA5D6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AEE53-8F4F-6247-ACE9-32507B564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C5AAE-D7DC-AE14-16EE-62BE4001B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FABFB-0AD5-5E3B-F733-286952495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419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68725-48AC-E2D7-B6C4-8459DA11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A72A5-CDA6-4C64-1032-607F8819D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1D4AD-44E7-78A8-414D-5F70046A2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351F1-981F-14CC-1D10-7D40240ED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7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1F1F6-4DAA-CFFF-5AD9-181AFE685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35A9B-81EE-6133-26BC-82B0CB564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2C07B-1263-C0DD-8B4F-9F33A293D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F45BF-557D-2BCB-871D-07365DE35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837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06FE9-B788-8D20-3E91-F958A2E9D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EDA6B-0A11-D649-AD69-90BB0B013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C1E1B-DFA6-3717-763C-CD5CDBFAB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5FD20-EBCA-74CC-85BD-34607F73F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14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B390E-6337-B796-D6EB-D2D510AA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1A56A-BC7B-75A9-7F86-00951104C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8F811-9DB8-CBCD-56BD-8034A1E37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A3A6E-0884-A1F7-9AAC-A76AA7736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799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CFA39-B030-1117-1429-979DADDD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6D636-D14C-0D71-35C3-3F7088D9F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FE7D4-C578-7379-3F61-F496679E7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2ADDF-0AC6-520F-E983-C5A78C47F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278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38561-1481-CF7B-23D1-4EBC440F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CFC2A-CF72-77B3-F447-E9599AF6F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C1CD8-F576-D32B-1511-49E986FE5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B18CD-3F97-3D2C-BC19-61D82FA80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071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EFBB8-95E6-D354-355A-E57CA422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F121A-F8EF-76F3-B0B2-1E0F923BE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E946A-1C83-E436-7159-05451812C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54397-7FF9-6A59-6A36-012262896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514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85BB-0DC3-1768-143A-0A7E52F4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2E253-8F2D-A11D-D5E9-F31CC85EB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A00FA-AFA0-640A-84FC-ABE58D86D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348AD-4A82-11AB-5F9D-B87950239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58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12E5-1393-7EB2-A677-D5E24FD0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F23E8-FABB-741E-5269-B9245BF0B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32381-BAEE-B9C8-3D33-083D5D596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94C13-69C1-BF0B-C4B0-9B2EA30F8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708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7D23-106D-BED2-3C91-2DE5026E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C985D-B643-E612-122F-189ED04D8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E4927-C5CF-C197-25C4-8496318AE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FCB60-C992-BAF4-ED7D-16DDAFB4C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39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042FF-C572-346F-9648-6F22C136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14B89-1815-8A17-69A5-845252176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4D595-70BE-46F9-5DF4-38F70CF2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A00AC-127E-25FB-C477-490881A9C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487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F7B9-54BC-CC40-5537-79608BEB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28AE6-B6AA-25CE-BB97-D0969AC0E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625DE-977D-9211-DDC1-C6253E4A5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B982E-8252-62ED-811D-E7C9228B1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093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29625-72E5-AA2D-19F3-E9376845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1BD28-F863-EEF3-2C8F-27F411793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0F9B1-2101-0BD6-B578-4305752E9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75A9A-53A9-AFC6-5AB4-0AD3D1171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4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CF26-3906-D917-8F35-74AC6C1FF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F9075A-A89E-93C1-C6FB-A2432CF9FED4}"/>
              </a:ext>
            </a:extLst>
          </p:cNvPr>
          <p:cNvSpPr txBox="1"/>
          <p:nvPr/>
        </p:nvSpPr>
        <p:spPr>
          <a:xfrm>
            <a:off x="144131" y="4106107"/>
            <a:ext cx="5889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_____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BCE675-825D-E570-9854-E23F48EB74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68" r="8110"/>
          <a:stretch>
            <a:fillRect/>
          </a:stretch>
        </p:blipFill>
        <p:spPr>
          <a:xfrm>
            <a:off x="4029775" y="0"/>
            <a:ext cx="8162225" cy="68603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CBE2F0-E56C-E89F-6A74-98E0D89F2289}"/>
              </a:ext>
            </a:extLst>
          </p:cNvPr>
          <p:cNvSpPr txBox="1"/>
          <p:nvPr/>
        </p:nvSpPr>
        <p:spPr>
          <a:xfrm>
            <a:off x="-417627" y="0"/>
            <a:ext cx="47660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+mj-lt"/>
              </a:rPr>
              <a:t>Game Theory Thirteen</a:t>
            </a:r>
            <a:endParaRPr lang="en-US" sz="40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8B209-F217-0283-C83A-E0A47EF53AA9}"/>
              </a:ext>
            </a:extLst>
          </p:cNvPr>
          <p:cNvSpPr txBox="1"/>
          <p:nvPr/>
        </p:nvSpPr>
        <p:spPr>
          <a:xfrm>
            <a:off x="-787622" y="6138891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Jacob Wyngaard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1CE08F-2B84-5E38-8AF7-27D4A081E103}"/>
              </a:ext>
            </a:extLst>
          </p:cNvPr>
          <p:cNvSpPr txBox="1"/>
          <p:nvPr/>
        </p:nvSpPr>
        <p:spPr>
          <a:xfrm>
            <a:off x="199589" y="3858108"/>
            <a:ext cx="35640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Soft </a:t>
            </a:r>
            <a:r>
              <a:rPr lang="en-US" sz="2800" b="1" dirty="0" err="1"/>
              <a:t>ReLU</a:t>
            </a:r>
            <a:r>
              <a:rPr lang="en-US" sz="2800" b="1" dirty="0"/>
              <a:t> Activation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B2369F-233C-C2A3-FC01-12C117A16A59}"/>
              </a:ext>
            </a:extLst>
          </p:cNvPr>
          <p:cNvSpPr txBox="1"/>
          <p:nvPr/>
        </p:nvSpPr>
        <p:spPr>
          <a:xfrm>
            <a:off x="-979350" y="2144710"/>
            <a:ext cx="5889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Candidacy Topics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0C0306-5575-7776-DF03-4AF72EBC183B}"/>
              </a:ext>
            </a:extLst>
          </p:cNvPr>
          <p:cNvSpPr/>
          <p:nvPr/>
        </p:nvSpPr>
        <p:spPr>
          <a:xfrm flipH="1">
            <a:off x="3984056" y="0"/>
            <a:ext cx="45719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8375C2-2A40-C0B4-36F7-66728DE58E3C}"/>
              </a:ext>
            </a:extLst>
          </p:cNvPr>
          <p:cNvSpPr/>
          <p:nvPr/>
        </p:nvSpPr>
        <p:spPr>
          <a:xfrm rot="10800000">
            <a:off x="3982338" y="0"/>
            <a:ext cx="968830" cy="6858000"/>
          </a:xfrm>
          <a:prstGeom prst="rect">
            <a:avLst/>
          </a:prstGeom>
          <a:gradFill>
            <a:gsLst>
              <a:gs pos="19000">
                <a:schemeClr val="tx2">
                  <a:alpha val="1000"/>
                  <a:lumMod val="0"/>
                </a:schemeClr>
              </a:gs>
              <a:gs pos="98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B67E17-6E6E-4307-73B8-0894105E7C6D}"/>
              </a:ext>
            </a:extLst>
          </p:cNvPr>
          <p:cNvSpPr/>
          <p:nvPr/>
        </p:nvSpPr>
        <p:spPr>
          <a:xfrm>
            <a:off x="3982336" y="-2383"/>
            <a:ext cx="8209663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CBC13D-5009-5557-2AFC-667D26118B4D}"/>
              </a:ext>
            </a:extLst>
          </p:cNvPr>
          <p:cNvSpPr txBox="1"/>
          <p:nvPr/>
        </p:nvSpPr>
        <p:spPr>
          <a:xfrm>
            <a:off x="183368" y="2785965"/>
            <a:ext cx="35640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Benefits of Scaling Payoff Matrices</a:t>
            </a:r>
          </a:p>
        </p:txBody>
      </p:sp>
    </p:spTree>
    <p:extLst>
      <p:ext uri="{BB962C8B-B14F-4D97-AF65-F5344CB8AC3E}">
        <p14:creationId xmlns:p14="http://schemas.microsoft.com/office/powerpoint/2010/main" val="1683087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90B6-7F45-BCD5-5027-C3A2A73E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A14209-36C6-D04C-497C-05F17EDF610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CEF39-94B5-B8CE-E27C-6E68B642C11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38B08C-6B0E-7A15-5555-D90757AA88FC}"/>
              </a:ext>
            </a:extLst>
          </p:cNvPr>
          <p:cNvSpPr txBox="1"/>
          <p:nvPr/>
        </p:nvSpPr>
        <p:spPr>
          <a:xfrm>
            <a:off x="1856448" y="319030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Candidacy Topics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2EC514-5701-B250-B78B-ACEE6BEB6845}"/>
              </a:ext>
            </a:extLst>
          </p:cNvPr>
          <p:cNvSpPr txBox="1"/>
          <p:nvPr/>
        </p:nvSpPr>
        <p:spPr>
          <a:xfrm>
            <a:off x="106202" y="1753510"/>
            <a:ext cx="12009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Paper</a:t>
            </a:r>
            <a:endParaRPr lang="en-US" sz="2400" b="1" i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F52C0A-6D74-2FB1-5727-1C906954F0BF}"/>
              </a:ext>
            </a:extLst>
          </p:cNvPr>
          <p:cNvSpPr txBox="1"/>
          <p:nvPr/>
        </p:nvSpPr>
        <p:spPr>
          <a:xfrm>
            <a:off x="106202" y="2676840"/>
            <a:ext cx="461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Numerical Analysis (Dr. Fok)</a:t>
            </a:r>
            <a:endParaRPr lang="en-US" sz="2400" b="1" i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AA750-2CD5-645B-55CD-14BD997C93EB}"/>
              </a:ext>
            </a:extLst>
          </p:cNvPr>
          <p:cNvSpPr txBox="1"/>
          <p:nvPr/>
        </p:nvSpPr>
        <p:spPr>
          <a:xfrm>
            <a:off x="332308" y="2215175"/>
            <a:ext cx="12009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From Mean Field Games to Navier-Stokes Equations </a:t>
            </a:r>
            <a:r>
              <a:rPr lang="en-US" sz="2400" dirty="0"/>
              <a:t>by Luo and Song</a:t>
            </a:r>
            <a:endParaRPr lang="en-US" sz="2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D8A40D-6B3C-8D7C-6DAA-AA7ADD9262A9}"/>
              </a:ext>
            </a:extLst>
          </p:cNvPr>
          <p:cNvSpPr txBox="1"/>
          <p:nvPr/>
        </p:nvSpPr>
        <p:spPr>
          <a:xfrm>
            <a:off x="332308" y="3138505"/>
            <a:ext cx="12009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Initial Values Problems for ODEs (Chapter 5, </a:t>
            </a:r>
            <a:r>
              <a:rPr lang="en-US" sz="2400" dirty="0" err="1"/>
              <a:t>LeVeque</a:t>
            </a:r>
            <a:r>
              <a:rPr lang="en-US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0719C-0F6E-F059-1ACF-90FD9E52DB39}"/>
              </a:ext>
            </a:extLst>
          </p:cNvPr>
          <p:cNvSpPr txBox="1"/>
          <p:nvPr/>
        </p:nvSpPr>
        <p:spPr>
          <a:xfrm>
            <a:off x="332308" y="3600170"/>
            <a:ext cx="12009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Absolute Stability for ODEs (Chapter 7, </a:t>
            </a:r>
            <a:r>
              <a:rPr lang="en-US" sz="2400" dirty="0" err="1"/>
              <a:t>LeVeque</a:t>
            </a:r>
            <a:r>
              <a:rPr lang="en-US" sz="2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23E0A8-1CC3-CBD4-6F44-47E2850F0F8A}"/>
              </a:ext>
            </a:extLst>
          </p:cNvPr>
          <p:cNvSpPr txBox="1"/>
          <p:nvPr/>
        </p:nvSpPr>
        <p:spPr>
          <a:xfrm>
            <a:off x="106202" y="4061835"/>
            <a:ext cx="4964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Stochastic Calculus (Dr. Rizzolo)</a:t>
            </a:r>
            <a:endParaRPr lang="en-US" sz="2400" b="1" i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2C88D5-71AE-A7A7-F73D-4E5E4061E1B2}"/>
              </a:ext>
            </a:extLst>
          </p:cNvPr>
          <p:cNvSpPr txBox="1"/>
          <p:nvPr/>
        </p:nvSpPr>
        <p:spPr>
          <a:xfrm>
            <a:off x="332308" y="4523500"/>
            <a:ext cx="12009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Brownian Motion Calculus (Chapter 4, </a:t>
            </a:r>
            <a:r>
              <a:rPr lang="en-US" sz="2400" dirty="0" err="1"/>
              <a:t>Klebaner</a:t>
            </a:r>
            <a:r>
              <a:rPr lang="en-US" sz="24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DE183F-5640-F627-51F4-06BAD497E2D3}"/>
              </a:ext>
            </a:extLst>
          </p:cNvPr>
          <p:cNvSpPr txBox="1"/>
          <p:nvPr/>
        </p:nvSpPr>
        <p:spPr>
          <a:xfrm>
            <a:off x="332308" y="4985165"/>
            <a:ext cx="12009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Stochastic Differential Equations (Chapter 5, </a:t>
            </a:r>
            <a:r>
              <a:rPr lang="en-US" sz="2400" dirty="0" err="1"/>
              <a:t>Klebaner</a:t>
            </a:r>
            <a:r>
              <a:rPr lang="en-US" sz="24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62C7A2-4CCF-538B-C4AE-B73118BC3FD6}"/>
              </a:ext>
            </a:extLst>
          </p:cNvPr>
          <p:cNvSpPr txBox="1"/>
          <p:nvPr/>
        </p:nvSpPr>
        <p:spPr>
          <a:xfrm>
            <a:off x="106202" y="5446830"/>
            <a:ext cx="4964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Numerical Analysis (Dr. Guyenne)</a:t>
            </a:r>
            <a:endParaRPr lang="en-US" sz="2400" b="1" i="1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A7C024-198F-375C-514A-FF3EC6445C67}"/>
              </a:ext>
            </a:extLst>
          </p:cNvPr>
          <p:cNvSpPr txBox="1"/>
          <p:nvPr/>
        </p:nvSpPr>
        <p:spPr>
          <a:xfrm>
            <a:off x="332308" y="5908495"/>
            <a:ext cx="12009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Fluid Mechanics (Chapters 1.1-1.11 and 2.1, Landau)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A00775-A1F6-57C8-D8D7-9A9FC0A1E3B5}"/>
              </a:ext>
            </a:extLst>
          </p:cNvPr>
          <p:cNvSpPr txBox="1"/>
          <p:nvPr/>
        </p:nvSpPr>
        <p:spPr>
          <a:xfrm>
            <a:off x="332308" y="6370160"/>
            <a:ext cx="12009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Hamiltonian Dynamics (Chapter 1, </a:t>
            </a:r>
            <a:r>
              <a:rPr lang="en-US" sz="2400" dirty="0" err="1"/>
              <a:t>Swaters</a:t>
            </a:r>
            <a:r>
              <a:rPr lang="en-US" sz="2400" dirty="0"/>
              <a:t>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699CC9-FDFC-389C-EF2E-CBBFCA257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829" y="2919142"/>
            <a:ext cx="607907" cy="6079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CE4B260-79DC-69F8-D1DA-A7A460BCA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767" y="3506267"/>
            <a:ext cx="607907" cy="6079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801DA2-832A-6E0F-0B83-252626356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768" y="4354002"/>
            <a:ext cx="607907" cy="6079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26D58A-89DC-1EF0-5246-0A324083A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781" y="4790531"/>
            <a:ext cx="607907" cy="6079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5DF64B-FEA8-B6A0-6E31-4C2B99E1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827" y="5682788"/>
            <a:ext cx="607907" cy="60790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96744C1-AC8D-8CD8-D461-FCD64149751B}"/>
              </a:ext>
            </a:extLst>
          </p:cNvPr>
          <p:cNvSpPr txBox="1"/>
          <p:nvPr/>
        </p:nvSpPr>
        <p:spPr>
          <a:xfrm>
            <a:off x="6200763" y="6370160"/>
            <a:ext cx="47824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Tentative (Meeting Wednesday)</a:t>
            </a:r>
          </a:p>
        </p:txBody>
      </p:sp>
    </p:spTree>
    <p:extLst>
      <p:ext uri="{BB962C8B-B14F-4D97-AF65-F5344CB8AC3E}">
        <p14:creationId xmlns:p14="http://schemas.microsoft.com/office/powerpoint/2010/main" val="410740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FA6D-E9E8-54CE-F746-348C0AC1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75AC16-BBFD-C3FC-8E8E-C39BC870E1E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91A84-20BA-0534-3B00-ADF82D43483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37AAD-7345-9ADA-762D-EBA4A37FF70C}"/>
              </a:ext>
            </a:extLst>
          </p:cNvPr>
          <p:cNvSpPr txBox="1"/>
          <p:nvPr/>
        </p:nvSpPr>
        <p:spPr>
          <a:xfrm>
            <a:off x="1856448" y="319030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Candidacy References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442AC6-69DF-365D-E3DA-BCFD5DB02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531" y="1784036"/>
            <a:ext cx="2508225" cy="36089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D4C9B7-5737-CABE-B038-7BC61525B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84" y="1952346"/>
            <a:ext cx="2430591" cy="34406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2231E3-0B5D-CE0E-5C23-E5DD57923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781" y="1952346"/>
            <a:ext cx="2294912" cy="3440647"/>
          </a:xfrm>
          <a:prstGeom prst="rect">
            <a:avLst/>
          </a:prstGeom>
        </p:spPr>
      </p:pic>
      <p:pic>
        <p:nvPicPr>
          <p:cNvPr id="1026" name="Picture 2" descr="Introduction to Hamiltonian Fluid Dynamics and Stability Theory (Monographs  and Surveys in Pure and Applied Mathematics): Swaters, Gordon E:  9781584880233: Amazon.com: Books">
            <a:extLst>
              <a:ext uri="{FF2B5EF4-FFF2-40B4-BE49-F238E27FC236}">
                <a16:creationId xmlns:a16="http://schemas.microsoft.com/office/drawing/2014/main" id="{DF75DB9D-F7E0-5A87-9F0A-71829A56B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232" y="1952346"/>
            <a:ext cx="2161754" cy="34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24B9D71-1F8D-2FD3-A67B-9E7CD6FEE909}"/>
              </a:ext>
            </a:extLst>
          </p:cNvPr>
          <p:cNvSpPr txBox="1"/>
          <p:nvPr/>
        </p:nvSpPr>
        <p:spPr>
          <a:xfrm>
            <a:off x="674604" y="5507015"/>
            <a:ext cx="1508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LeVeque</a:t>
            </a:r>
            <a:endParaRPr 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C82833-B939-0857-B0E3-5F3EA745C734}"/>
              </a:ext>
            </a:extLst>
          </p:cNvPr>
          <p:cNvSpPr txBox="1"/>
          <p:nvPr/>
        </p:nvSpPr>
        <p:spPr>
          <a:xfrm>
            <a:off x="3678962" y="5507015"/>
            <a:ext cx="1508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Klebaner</a:t>
            </a:r>
            <a:endParaRPr 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62EDC4-BC40-6C8E-B32A-05F71B1DC7C1}"/>
              </a:ext>
            </a:extLst>
          </p:cNvPr>
          <p:cNvSpPr txBox="1"/>
          <p:nvPr/>
        </p:nvSpPr>
        <p:spPr>
          <a:xfrm>
            <a:off x="6904606" y="5507015"/>
            <a:ext cx="1508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Landau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873753-495D-CF38-0264-547F8A105FD2}"/>
              </a:ext>
            </a:extLst>
          </p:cNvPr>
          <p:cNvSpPr txBox="1"/>
          <p:nvPr/>
        </p:nvSpPr>
        <p:spPr>
          <a:xfrm>
            <a:off x="10008847" y="5507015"/>
            <a:ext cx="1508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Swaters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7123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2BA8-E6EB-04B2-F4C0-D33E55F4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05141C-D896-FE8A-0F9D-53DB53B9AF0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9664A-21B7-78EE-5B50-6AD7A7EF131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AFA4F-D424-7481-CFA8-9D7ECC0DE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1" y="1753718"/>
            <a:ext cx="6273478" cy="4010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71B45E-0D1C-8052-A7DF-6D566AC9D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3" cy="3690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F3CF72-1F43-4129-3000-F85292B65987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F3CF72-1F43-4129-3000-F85292B65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E9DBB1-4205-9DA4-FAA5-446704C5906C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E9DBB1-4205-9DA4-FAA5-446704C59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CCA6167-7FFB-C9AC-9767-DE69BFB1E50F}"/>
              </a:ext>
            </a:extLst>
          </p:cNvPr>
          <p:cNvSpPr txBox="1"/>
          <p:nvPr/>
        </p:nvSpPr>
        <p:spPr>
          <a:xfrm>
            <a:off x="1513548" y="381725"/>
            <a:ext cx="9812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Last Time: Soft </a:t>
            </a:r>
            <a:r>
              <a:rPr lang="en-US" sz="4000" b="1" dirty="0" err="1">
                <a:solidFill>
                  <a:schemeClr val="bg1"/>
                </a:solidFill>
              </a:rPr>
              <a:t>ReLU</a:t>
            </a:r>
            <a:r>
              <a:rPr lang="en-US" sz="4000" b="1" dirty="0">
                <a:solidFill>
                  <a:schemeClr val="bg1"/>
                </a:solidFill>
              </a:rPr>
              <a:t> Activation Function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9F9B9-BF42-02B3-13B4-C015845FA61D}"/>
              </a:ext>
            </a:extLst>
          </p:cNvPr>
          <p:cNvSpPr txBox="1"/>
          <p:nvPr/>
        </p:nvSpPr>
        <p:spPr>
          <a:xfrm>
            <a:off x="7898573" y="5806949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AEC0E4-30E5-AECE-805D-79081C8EE103}"/>
                  </a:ext>
                </a:extLst>
              </p:cNvPr>
              <p:cNvSpPr txBox="1"/>
              <p:nvPr/>
            </p:nvSpPr>
            <p:spPr>
              <a:xfrm>
                <a:off x="7948264" y="6268614"/>
                <a:ext cx="28198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AEC0E4-30E5-AECE-805D-79081C8EE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264" y="6268614"/>
                <a:ext cx="281981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433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BF844-9D26-331C-663B-652A6C41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7BCC0E-F818-F8E8-CA07-63258B3532F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E1972-576A-FA7A-62F2-503227AF9CA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191DAF-EE3A-FC24-1F7B-E9C307CFE694}"/>
                  </a:ext>
                </a:extLst>
              </p:cNvPr>
              <p:cNvSpPr txBox="1"/>
              <p:nvPr/>
            </p:nvSpPr>
            <p:spPr>
              <a:xfrm>
                <a:off x="106202" y="1795865"/>
                <a:ext cx="11800249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What happens with Soft </a:t>
                </a:r>
                <a:r>
                  <a:rPr lang="en-US" sz="2800" dirty="0" err="1"/>
                  <a:t>ReLU</a:t>
                </a:r>
                <a:r>
                  <a:rPr lang="en-US" sz="2800" dirty="0"/>
                  <a:t> when the Nash Equilibrium is no longer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)?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191DAF-EE3A-FC24-1F7B-E9C307CFE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02" y="1795865"/>
                <a:ext cx="11800249" cy="700705"/>
              </a:xfrm>
              <a:prstGeom prst="rect">
                <a:avLst/>
              </a:prstGeom>
              <a:blipFill>
                <a:blip r:embed="rId3"/>
                <a:stretch>
                  <a:fillRect l="-1033" b="-1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CC73B0-8A5E-1116-81A3-B9DC5E42A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106568"/>
              </p:ext>
            </p:extLst>
          </p:nvPr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45C499-B588-95BB-EF65-8A15FA3F4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14310"/>
              </p:ext>
            </p:extLst>
          </p:nvPr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481E59-6CFC-FA72-6DE4-7CDA1E840154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90340-0C8A-10C6-88FD-A1094BD4CDB0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F37DC-294D-6CF1-C63F-1E1CE27BB297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C09E8-F198-DB5F-F353-98DCA9214689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CB2FFF-9863-192B-FA77-2FC6908C092E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039F4-6A41-5F39-0339-B353B5DBB28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BF8B1-3481-D2C5-938A-E9B24E711EF5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E23FB-08C9-BCB1-4C45-5922408B84E8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69FE9-3C31-5E43-8DD5-C79BC4E7A516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4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2129BDC-70CC-A931-2E32-F1345C391DC1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6D688-E03C-9CD4-74F8-86D124CDC04E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B81D4-DEF3-3DEB-C08E-79D1B81F9DDE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3A698-8271-4B6E-F0D9-35AFC365C7B5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11509-A8BE-094B-A93D-96ECDAFE024A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04B54-079B-02A6-8095-13C41F990502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DC5788-BD36-8643-CCF1-839157CE792F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</p:spTree>
    <p:extLst>
      <p:ext uri="{BB962C8B-B14F-4D97-AF65-F5344CB8AC3E}">
        <p14:creationId xmlns:p14="http://schemas.microsoft.com/office/powerpoint/2010/main" val="1904361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A5D2-D597-A33E-6EA3-BF9E414D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B1A400-7AB2-4F60-1D96-D43172AD4DD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688E94-40AE-B390-AAEB-9D699B9773A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4832A9-320E-9DD2-7458-6ADADD2679D0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174D1-0030-4B07-F414-77153FD33A91}"/>
              </a:ext>
            </a:extLst>
          </p:cNvPr>
          <p:cNvGraphicFramePr>
            <a:graphicFrameLocks noGrp="1"/>
          </p:cNvGraphicFramePr>
          <p:nvPr/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4C72B2-C6BE-1AE2-8B01-71EBAD72775C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ED057-99A8-CA77-08F2-23E30A7F3D83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CE7DF5-D8C0-1C94-D353-13546F38DEE1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09A757-BF41-92D0-98B2-90094F23A5F8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E39DA0-8390-BA19-C8DC-ED4B4BD8D6F4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8455F-B309-EFF5-0DF3-52D36B35703A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1204BF-B4AA-287C-C58F-4AAF7FB9C741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FC7DCB-BF82-0C4F-C19A-7DE58D1DEEDD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58D457-95AA-AA98-0FF4-B4BF7B23F2CA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58D457-95AA-AA98-0FF4-B4BF7B23F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4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17F6F69-4F39-274D-0947-C17F3D4EF09F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70036E-46DD-7B0A-6986-25D5E24897AA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EEFFA9-E95D-DABC-4C48-63A68E96C29F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8C5DA3-60AA-7C13-F200-6700A4C910FD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2D2CBB-571E-2A2F-7732-158383ED2F19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1AD451-880D-5B9A-1877-F49829174536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5C8777-86F7-CDCC-EEEC-ED14CC5C17FD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3980DF-4F42-647D-11DB-8ADB954130CC}"/>
                  </a:ext>
                </a:extLst>
              </p:cNvPr>
              <p:cNvSpPr txBox="1"/>
              <p:nvPr/>
            </p:nvSpPr>
            <p:spPr>
              <a:xfrm>
                <a:off x="1240429" y="1884967"/>
                <a:ext cx="9389305" cy="71468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800" b="1" dirty="0"/>
                  <a:t>Nash Equilibrium is now at: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3980DF-4F42-647D-11DB-8ADB95413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1884967"/>
                <a:ext cx="9389305" cy="714683"/>
              </a:xfrm>
              <a:prstGeom prst="rect">
                <a:avLst/>
              </a:prstGeom>
              <a:blipFill>
                <a:blip r:embed="rId5"/>
                <a:stretch>
                  <a:fillRect b="-813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70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CE23C-D33A-97C2-7A73-0E20DF67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57C327-0405-6380-9B82-2F567BEE1F4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DCF313-5A5F-952D-A819-89617099501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81489-90B7-7CB1-B247-B827BB19970E}"/>
              </a:ext>
            </a:extLst>
          </p:cNvPr>
          <p:cNvSpPr txBox="1"/>
          <p:nvPr/>
        </p:nvSpPr>
        <p:spPr>
          <a:xfrm>
            <a:off x="1187630" y="755000"/>
            <a:ext cx="9816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Standard </a:t>
            </a:r>
            <a:r>
              <a:rPr lang="en-US" sz="3200" b="1" dirty="0" err="1">
                <a:solidFill>
                  <a:schemeClr val="bg1"/>
                </a:solidFill>
              </a:rPr>
              <a:t>ReLU</a:t>
            </a:r>
            <a:r>
              <a:rPr lang="en-US" sz="3200" b="1" dirty="0">
                <a:solidFill>
                  <a:schemeClr val="bg1"/>
                </a:solidFill>
              </a:rPr>
              <a:t> with New Payoff Matrices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EC710C-026F-016E-3138-C98727229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9058" y="1753718"/>
            <a:ext cx="6207064" cy="4010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F0B520-399C-57B0-68E1-4BE76F509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3" cy="3690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719E85-B3B1-7CB9-6EB5-CB53558F128E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719E85-B3B1-7CB9-6EB5-CB53558F1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072A66-56F5-0C49-8302-6D6F7A195677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072A66-56F5-0C49-8302-6D6F7A195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7B77F78-8E68-23D0-13F8-4EB33E800C74}"/>
              </a:ext>
            </a:extLst>
          </p:cNvPr>
          <p:cNvSpPr txBox="1"/>
          <p:nvPr/>
        </p:nvSpPr>
        <p:spPr>
          <a:xfrm>
            <a:off x="7898574" y="5951396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C42B9A-0ECB-D350-C0FF-848E403CC076}"/>
                  </a:ext>
                </a:extLst>
              </p:cNvPr>
              <p:cNvSpPr txBox="1"/>
              <p:nvPr/>
            </p:nvSpPr>
            <p:spPr>
              <a:xfrm>
                <a:off x="8075992" y="6352401"/>
                <a:ext cx="27703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C42B9A-0ECB-D350-C0FF-848E403CC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992" y="6352401"/>
                <a:ext cx="277031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4B7371B-6051-8827-1EBE-9378F6EEEB68}"/>
              </a:ext>
            </a:extLst>
          </p:cNvPr>
          <p:cNvSpPr txBox="1"/>
          <p:nvPr/>
        </p:nvSpPr>
        <p:spPr>
          <a:xfrm>
            <a:off x="7851008" y="5642724"/>
            <a:ext cx="2620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 Comparison with RK45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AF874-138A-0635-E36B-19A04FBE3E46}"/>
              </a:ext>
            </a:extLst>
          </p:cNvPr>
          <p:cNvSpPr txBox="1"/>
          <p:nvPr/>
        </p:nvSpPr>
        <p:spPr>
          <a:xfrm>
            <a:off x="1116530" y="153044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Testing Out New Payoff Matrices</a:t>
            </a:r>
          </a:p>
        </p:txBody>
      </p:sp>
    </p:spTree>
    <p:extLst>
      <p:ext uri="{BB962C8B-B14F-4D97-AF65-F5344CB8AC3E}">
        <p14:creationId xmlns:p14="http://schemas.microsoft.com/office/powerpoint/2010/main" val="3352519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829CE-17EB-48BE-667D-5611A607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628EDA-2ACA-DD2E-F52B-FDF112BA286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19DE0A-33C5-2915-6ADC-3242F1F2A65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704611-491D-5AC6-2C19-66A4EC40A7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753718"/>
            <a:ext cx="5960121" cy="38507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F636F7-E89D-A9FE-BD6E-D1ED0B94B9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879" y="1749858"/>
            <a:ext cx="5926329" cy="3769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643A67-0B72-4480-71BF-64BFABBD90FB}"/>
                  </a:ext>
                </a:extLst>
              </p:cNvPr>
              <p:cNvSpPr txBox="1"/>
              <p:nvPr/>
            </p:nvSpPr>
            <p:spPr>
              <a:xfrm>
                <a:off x="6285296" y="5806948"/>
                <a:ext cx="5770825" cy="96385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800" b="1" dirty="0"/>
                  <a:t>Larger Payoffs make Step Size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2800" b="1" dirty="0"/>
                  <a:t> unstable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643A67-0B72-4480-71BF-64BFABBD9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6" y="5806948"/>
                <a:ext cx="5770825" cy="963854"/>
              </a:xfrm>
              <a:prstGeom prst="rect">
                <a:avLst/>
              </a:prstGeom>
              <a:blipFill>
                <a:blip r:embed="rId5"/>
                <a:stretch>
                  <a:fillRect t="-4878"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2D3722-3205-442B-35CB-A5E82EEA52BD}"/>
                  </a:ext>
                </a:extLst>
              </p:cNvPr>
              <p:cNvSpPr txBox="1"/>
              <p:nvPr/>
            </p:nvSpPr>
            <p:spPr>
              <a:xfrm>
                <a:off x="135880" y="5765655"/>
                <a:ext cx="5770825" cy="103105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800" b="1" dirty="0"/>
                  <a:t>Error with Actual Nash Equilibrium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1" i="1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b="1" dirty="0"/>
                  <a:t>Convergence to Nash Eq.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2D3722-3205-442B-35CB-A5E82EEA5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80" y="5765655"/>
                <a:ext cx="5770825" cy="1031051"/>
              </a:xfrm>
              <a:prstGeom prst="rect">
                <a:avLst/>
              </a:prstGeom>
              <a:blipFill>
                <a:blip r:embed="rId6"/>
                <a:stretch>
                  <a:fillRect l="-1574" t="-4571" r="-1574" b="-1371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18CDF1B-96C0-A8E4-1972-1F404DCF8833}"/>
              </a:ext>
            </a:extLst>
          </p:cNvPr>
          <p:cNvSpPr txBox="1"/>
          <p:nvPr/>
        </p:nvSpPr>
        <p:spPr>
          <a:xfrm>
            <a:off x="1187630" y="755000"/>
            <a:ext cx="9816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Standard </a:t>
            </a:r>
            <a:r>
              <a:rPr lang="en-US" sz="3200" b="1" dirty="0" err="1">
                <a:solidFill>
                  <a:schemeClr val="bg1"/>
                </a:solidFill>
              </a:rPr>
              <a:t>ReLU</a:t>
            </a:r>
            <a:r>
              <a:rPr lang="en-US" sz="3200" b="1" dirty="0">
                <a:solidFill>
                  <a:schemeClr val="bg1"/>
                </a:solidFill>
              </a:rPr>
              <a:t> with New Payoff Matrices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8809CE-CAB6-59E2-9EC8-E62903DDD81F}"/>
              </a:ext>
            </a:extLst>
          </p:cNvPr>
          <p:cNvSpPr txBox="1"/>
          <p:nvPr/>
        </p:nvSpPr>
        <p:spPr>
          <a:xfrm>
            <a:off x="1116530" y="153044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Testing Out New Payoff Matrices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935A79-A5A8-B8C1-64B0-004D94E5940D}"/>
              </a:ext>
            </a:extLst>
          </p:cNvPr>
          <p:cNvSpPr/>
          <p:nvPr/>
        </p:nvSpPr>
        <p:spPr>
          <a:xfrm>
            <a:off x="5544902" y="2138191"/>
            <a:ext cx="356135" cy="163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AA04E0-0092-C6B6-E7AE-EFD760010C8B}"/>
                  </a:ext>
                </a:extLst>
              </p:cNvPr>
              <p:cNvSpPr txBox="1"/>
              <p:nvPr/>
            </p:nvSpPr>
            <p:spPr>
              <a:xfrm>
                <a:off x="5407835" y="2138191"/>
                <a:ext cx="630268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50" b="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AA04E0-0092-C6B6-E7AE-EFD760010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835" y="2138191"/>
                <a:ext cx="630268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87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1CE1-715A-2D4B-8786-94305598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4878FA-DFCB-0360-308D-39AB0930326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19C9A9-FEB1-4CE6-59A3-FE2D0BD3201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509D71-4BBA-0412-141C-790F3CA50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753718"/>
            <a:ext cx="5960121" cy="3850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AA3F9F-2A0D-56D7-1EB2-2AF54B8E5E1F}"/>
                  </a:ext>
                </a:extLst>
              </p:cNvPr>
              <p:cNvSpPr txBox="1"/>
              <p:nvPr/>
            </p:nvSpPr>
            <p:spPr>
              <a:xfrm>
                <a:off x="6285296" y="5806948"/>
                <a:ext cx="5770825" cy="96385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800" b="1" dirty="0"/>
                  <a:t>Larger Payoffs make Step Size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2800" b="1" dirty="0"/>
                  <a:t> unstable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AA3F9F-2A0D-56D7-1EB2-2AF54B8E5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6" y="5806948"/>
                <a:ext cx="5770825" cy="963854"/>
              </a:xfrm>
              <a:prstGeom prst="rect">
                <a:avLst/>
              </a:prstGeom>
              <a:blipFill>
                <a:blip r:embed="rId4"/>
                <a:stretch>
                  <a:fillRect t="-4878"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21157A-67AB-200A-3904-08059935BEAE}"/>
                  </a:ext>
                </a:extLst>
              </p:cNvPr>
              <p:cNvSpPr txBox="1"/>
              <p:nvPr/>
            </p:nvSpPr>
            <p:spPr>
              <a:xfrm>
                <a:off x="135880" y="5765655"/>
                <a:ext cx="5770825" cy="103105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800" b="1" dirty="0"/>
                  <a:t>Error with Actual Nash Equilibrium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b="1" dirty="0"/>
                  <a:t> Convergence to Nash Eq.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21157A-67AB-200A-3904-08059935B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80" y="5765655"/>
                <a:ext cx="5770825" cy="1031051"/>
              </a:xfrm>
              <a:prstGeom prst="rect">
                <a:avLst/>
              </a:prstGeom>
              <a:blipFill>
                <a:blip r:embed="rId5"/>
                <a:stretch>
                  <a:fillRect l="-1574" t="-4571" r="-1574" b="-1371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B718C1FB-7F03-1F4F-29F2-F963ABF4EADD}"/>
              </a:ext>
            </a:extLst>
          </p:cNvPr>
          <p:cNvSpPr/>
          <p:nvPr/>
        </p:nvSpPr>
        <p:spPr>
          <a:xfrm rot="2271916">
            <a:off x="6737967" y="4848788"/>
            <a:ext cx="1694046" cy="515114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74D38-2A49-EAAD-396A-280E4ADF5E95}"/>
              </a:ext>
            </a:extLst>
          </p:cNvPr>
          <p:cNvSpPr txBox="1"/>
          <p:nvPr/>
        </p:nvSpPr>
        <p:spPr>
          <a:xfrm>
            <a:off x="1187630" y="755000"/>
            <a:ext cx="9816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Standard </a:t>
            </a:r>
            <a:r>
              <a:rPr lang="en-US" sz="3200" b="1" dirty="0" err="1">
                <a:solidFill>
                  <a:schemeClr val="bg1"/>
                </a:solidFill>
              </a:rPr>
              <a:t>ReLU</a:t>
            </a:r>
            <a:r>
              <a:rPr lang="en-US" sz="3200" b="1" dirty="0">
                <a:solidFill>
                  <a:schemeClr val="bg1"/>
                </a:solidFill>
              </a:rPr>
              <a:t> with New Payoff Matrices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76AAE-4345-6B98-F4B9-C04A06A6E4D1}"/>
              </a:ext>
            </a:extLst>
          </p:cNvPr>
          <p:cNvSpPr txBox="1"/>
          <p:nvPr/>
        </p:nvSpPr>
        <p:spPr>
          <a:xfrm>
            <a:off x="1116530" y="153044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Testing Out New Payoff Matrices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A20067-1415-3211-7631-B76251A758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879" y="1749858"/>
            <a:ext cx="5926329" cy="3769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2094DF-FEA7-C5B1-47B9-2C086B1D7440}"/>
              </a:ext>
            </a:extLst>
          </p:cNvPr>
          <p:cNvSpPr txBox="1"/>
          <p:nvPr/>
        </p:nvSpPr>
        <p:spPr>
          <a:xfrm>
            <a:off x="2928726" y="3429000"/>
            <a:ext cx="5770825" cy="954107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What If We Scaled The New Payoff Matrices??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F7F029-8A70-16F1-A0AB-DCB5CF78E3EC}"/>
              </a:ext>
            </a:extLst>
          </p:cNvPr>
          <p:cNvSpPr/>
          <p:nvPr/>
        </p:nvSpPr>
        <p:spPr>
          <a:xfrm>
            <a:off x="5544902" y="2157878"/>
            <a:ext cx="356135" cy="163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0233C6-68D0-503D-3873-68DC82E122E7}"/>
                  </a:ext>
                </a:extLst>
              </p:cNvPr>
              <p:cNvSpPr txBox="1"/>
              <p:nvPr/>
            </p:nvSpPr>
            <p:spPr>
              <a:xfrm>
                <a:off x="5431940" y="2108887"/>
                <a:ext cx="630268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50" b="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0233C6-68D0-503D-3873-68DC82E12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940" y="2108887"/>
                <a:ext cx="630268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077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45E6-0BB0-FDA1-DAE7-50C144420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D0739C-9B2B-8F6E-46B9-B8F21513729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FA605A-DBF9-0D1C-14CC-32EA4F8FD97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F85993-5E66-3932-EC6B-1771BFACA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537199"/>
              </p:ext>
            </p:extLst>
          </p:nvPr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52FC2F-94B3-72B5-A4C8-52F741F61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6435"/>
              </p:ext>
            </p:extLst>
          </p:nvPr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1/6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1/18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BA23F2-9913-4D84-282B-CF912FE2301D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99751-D2CE-F545-6150-45B70DE4231C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93568-1896-7FA1-5F52-B667DB7C61B7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120D66-93FC-EC95-CB5D-C76B3CC99C8E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01773A-715E-CC22-9571-DD1D35AB8891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ABD2E4-0C9A-5B25-C8C4-98471CB527D3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BB79BF-0C59-B655-5B21-96AE5DC566E8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C8D0D2-F48D-631D-94AB-7D72FE417B88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BDC1D6-7E42-6AD0-FC6A-5DBF8C8BAF69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58D457-95AA-AA98-0FF4-B4BF7B23F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4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C7C4515-85F8-46C6-E73B-4F394826D67B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B8310-2BB3-7927-9E97-A30DFB17331E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50C784-6254-E7F3-E313-B66817644E6D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332F37-A1D3-D961-FC1D-15F5C849D3B0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A554AF-0F01-9F5F-BBAF-2BAD4CDD57E9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F51148-AFA1-CC52-C9FB-FC652FBFA188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4827E0-4075-534F-CCD5-B3A290D8D8D0}"/>
                  </a:ext>
                </a:extLst>
              </p:cNvPr>
              <p:cNvSpPr txBox="1"/>
              <p:nvPr/>
            </p:nvSpPr>
            <p:spPr>
              <a:xfrm>
                <a:off x="1240429" y="1884967"/>
                <a:ext cx="9389305" cy="71468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800" b="1" dirty="0"/>
                  <a:t>Nash Equilibrium is now at: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4827E0-4075-534F-CCD5-B3A290D8D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1884967"/>
                <a:ext cx="9389305" cy="714683"/>
              </a:xfrm>
              <a:prstGeom prst="rect">
                <a:avLst/>
              </a:prstGeom>
              <a:blipFill>
                <a:blip r:embed="rId5"/>
                <a:stretch>
                  <a:fillRect b="-813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FC4D8D9-420E-4131-4360-1F59DAA33DE3}"/>
              </a:ext>
            </a:extLst>
          </p:cNvPr>
          <p:cNvSpPr txBox="1"/>
          <p:nvPr/>
        </p:nvSpPr>
        <p:spPr>
          <a:xfrm>
            <a:off x="1187630" y="755000"/>
            <a:ext cx="9816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Standard </a:t>
            </a:r>
            <a:r>
              <a:rPr lang="en-US" sz="3200" b="1" dirty="0" err="1">
                <a:solidFill>
                  <a:schemeClr val="bg1"/>
                </a:solidFill>
              </a:rPr>
              <a:t>ReLU</a:t>
            </a:r>
            <a:r>
              <a:rPr lang="en-US" sz="3200" b="1" dirty="0">
                <a:solidFill>
                  <a:schemeClr val="bg1"/>
                </a:solidFill>
              </a:rPr>
              <a:t> with Scaled New Payoff Matrices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E9605B-E9DA-EE57-15A8-8F04C99B954A}"/>
              </a:ext>
            </a:extLst>
          </p:cNvPr>
          <p:cNvSpPr txBox="1"/>
          <p:nvPr/>
        </p:nvSpPr>
        <p:spPr>
          <a:xfrm>
            <a:off x="1116530" y="153044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Testing Out New Payoff Matrices</a:t>
            </a:r>
          </a:p>
        </p:txBody>
      </p:sp>
    </p:spTree>
    <p:extLst>
      <p:ext uri="{BB962C8B-B14F-4D97-AF65-F5344CB8AC3E}">
        <p14:creationId xmlns:p14="http://schemas.microsoft.com/office/powerpoint/2010/main" val="20049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DAE8-0C2A-D5EF-ABBC-5DE0A598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7B7500-C1E6-BC4E-E9E2-B37ED78A58A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6738B4-8545-647E-97EA-B339D607B9C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1723F5-1687-2C52-0CDC-35CECEA77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9058" y="1774945"/>
            <a:ext cx="6207064" cy="39678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9CD269-9CC2-ACDF-D5AA-F0886801E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2" cy="3690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986788-E5AC-937E-C3B1-2F477488183C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986788-E5AC-937E-C3B1-2F4774881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28D184-F282-777C-6438-02D15191E7F0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28D184-F282-777C-6438-02D15191E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01E19A8-A8F3-9609-E10C-D10FDDAAB653}"/>
              </a:ext>
            </a:extLst>
          </p:cNvPr>
          <p:cNvSpPr txBox="1"/>
          <p:nvPr/>
        </p:nvSpPr>
        <p:spPr>
          <a:xfrm>
            <a:off x="7898574" y="5951396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00094C-A1C1-BAC9-46E5-6267F7CB13B7}"/>
                  </a:ext>
                </a:extLst>
              </p:cNvPr>
              <p:cNvSpPr txBox="1"/>
              <p:nvPr/>
            </p:nvSpPr>
            <p:spPr>
              <a:xfrm>
                <a:off x="8075992" y="6352401"/>
                <a:ext cx="27703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00094C-A1C1-BAC9-46E5-6267F7CB1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992" y="6352401"/>
                <a:ext cx="277031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3C7A2A8-A2EA-44B1-F9F6-FFE178B67824}"/>
              </a:ext>
            </a:extLst>
          </p:cNvPr>
          <p:cNvSpPr txBox="1"/>
          <p:nvPr/>
        </p:nvSpPr>
        <p:spPr>
          <a:xfrm>
            <a:off x="7851008" y="5642724"/>
            <a:ext cx="2620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 Comparison with RK45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0CE23-302E-3C5E-9F92-EECFEA752CEF}"/>
              </a:ext>
            </a:extLst>
          </p:cNvPr>
          <p:cNvSpPr txBox="1"/>
          <p:nvPr/>
        </p:nvSpPr>
        <p:spPr>
          <a:xfrm>
            <a:off x="1187630" y="755000"/>
            <a:ext cx="9816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Standard </a:t>
            </a:r>
            <a:r>
              <a:rPr lang="en-US" sz="3200" b="1" dirty="0" err="1">
                <a:solidFill>
                  <a:schemeClr val="bg1"/>
                </a:solidFill>
              </a:rPr>
              <a:t>ReLU</a:t>
            </a:r>
            <a:r>
              <a:rPr lang="en-US" sz="3200" b="1" dirty="0">
                <a:solidFill>
                  <a:schemeClr val="bg1"/>
                </a:solidFill>
              </a:rPr>
              <a:t> with Scaled New Payoff Matrices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B6AD13-A608-3A7E-740F-968DD460D471}"/>
              </a:ext>
            </a:extLst>
          </p:cNvPr>
          <p:cNvSpPr txBox="1"/>
          <p:nvPr/>
        </p:nvSpPr>
        <p:spPr>
          <a:xfrm>
            <a:off x="1116530" y="153044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Testing Out New Payoff Matrices</a:t>
            </a:r>
          </a:p>
        </p:txBody>
      </p:sp>
    </p:spTree>
    <p:extLst>
      <p:ext uri="{BB962C8B-B14F-4D97-AF65-F5344CB8AC3E}">
        <p14:creationId xmlns:p14="http://schemas.microsoft.com/office/powerpoint/2010/main" val="2912854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3F70D-2EFC-86A5-BF39-111EDC77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9F7196-FEFA-B360-B399-B5C60460D76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25F12B-5031-6545-3B89-8F29A80F351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85BD65-934C-59AD-C438-4F94AC695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9058" y="1774945"/>
            <a:ext cx="6207064" cy="39678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E01E9C-A64E-C4ED-7D10-3E7D264774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2" cy="36900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447A38-A2F8-6C64-258E-97104BA141E9}"/>
              </a:ext>
            </a:extLst>
          </p:cNvPr>
          <p:cNvSpPr txBox="1"/>
          <p:nvPr/>
        </p:nvSpPr>
        <p:spPr>
          <a:xfrm>
            <a:off x="1187630" y="755000"/>
            <a:ext cx="9816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Standard </a:t>
            </a:r>
            <a:r>
              <a:rPr lang="en-US" sz="3200" b="1" dirty="0" err="1">
                <a:solidFill>
                  <a:schemeClr val="bg1"/>
                </a:solidFill>
              </a:rPr>
              <a:t>ReLU</a:t>
            </a:r>
            <a:r>
              <a:rPr lang="en-US" sz="3200" b="1" dirty="0">
                <a:solidFill>
                  <a:schemeClr val="bg1"/>
                </a:solidFill>
              </a:rPr>
              <a:t> with Scaled New Payoff Matrices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BCE9E9-690D-2A7B-73AD-C87E2A85D4B9}"/>
              </a:ext>
            </a:extLst>
          </p:cNvPr>
          <p:cNvSpPr txBox="1"/>
          <p:nvPr/>
        </p:nvSpPr>
        <p:spPr>
          <a:xfrm>
            <a:off x="1116530" y="153044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Testing Out New Payoff 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3BFD3-A83A-AA77-DFCA-1B9B484F7D6F}"/>
              </a:ext>
            </a:extLst>
          </p:cNvPr>
          <p:cNvSpPr txBox="1"/>
          <p:nvPr/>
        </p:nvSpPr>
        <p:spPr>
          <a:xfrm>
            <a:off x="6285296" y="5806948"/>
            <a:ext cx="5770825" cy="954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Much Lower Errors with Smaller Magnitude Payoffs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CD393-92B1-5989-CD2C-6B1941D4DDA6}"/>
              </a:ext>
            </a:extLst>
          </p:cNvPr>
          <p:cNvSpPr txBox="1"/>
          <p:nvPr/>
        </p:nvSpPr>
        <p:spPr>
          <a:xfrm>
            <a:off x="135880" y="5765655"/>
            <a:ext cx="5770825" cy="954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Lower Payoff Magnitudes Reduces Convergence Time</a:t>
            </a:r>
          </a:p>
        </p:txBody>
      </p:sp>
    </p:spTree>
    <p:extLst>
      <p:ext uri="{BB962C8B-B14F-4D97-AF65-F5344CB8AC3E}">
        <p14:creationId xmlns:p14="http://schemas.microsoft.com/office/powerpoint/2010/main" val="2344448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F8A1E-3596-62A1-2076-C3144930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D522B0-5962-31C0-763F-1BB710525CE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44484C-45AD-7152-4F7D-8DEBB810FF0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1B3FB9-993A-4AD2-4B04-80EC1E361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832592"/>
            <a:ext cx="5926329" cy="37699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58760-477D-A433-8B4B-1A58BCF650AC}"/>
              </a:ext>
            </a:extLst>
          </p:cNvPr>
          <p:cNvSpPr txBox="1"/>
          <p:nvPr/>
        </p:nvSpPr>
        <p:spPr>
          <a:xfrm>
            <a:off x="6285296" y="5806948"/>
            <a:ext cx="5770825" cy="954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Convergence to Nash Eq. with Normal Payoff Matrices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F67CD3-D62E-3B88-893C-0EA7104E9544}"/>
              </a:ext>
            </a:extLst>
          </p:cNvPr>
          <p:cNvSpPr txBox="1"/>
          <p:nvPr/>
        </p:nvSpPr>
        <p:spPr>
          <a:xfrm>
            <a:off x="135880" y="5765655"/>
            <a:ext cx="5770825" cy="954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Convergence to Nash Eq. with Scaled Payoff Matrices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19D41B-176E-5977-6245-A8E2E168A0CE}"/>
              </a:ext>
            </a:extLst>
          </p:cNvPr>
          <p:cNvSpPr txBox="1"/>
          <p:nvPr/>
        </p:nvSpPr>
        <p:spPr>
          <a:xfrm>
            <a:off x="1187630" y="755000"/>
            <a:ext cx="9816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Standard </a:t>
            </a:r>
            <a:r>
              <a:rPr lang="en-US" sz="3200" b="1" dirty="0" err="1">
                <a:solidFill>
                  <a:schemeClr val="bg1"/>
                </a:solidFill>
              </a:rPr>
              <a:t>ReLU</a:t>
            </a:r>
            <a:r>
              <a:rPr lang="en-US" sz="3200" b="1" dirty="0">
                <a:solidFill>
                  <a:schemeClr val="bg1"/>
                </a:solidFill>
              </a:rPr>
              <a:t> with New Payoff Matrices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3171E8-AA84-609A-D508-3C5D64FE29C0}"/>
              </a:ext>
            </a:extLst>
          </p:cNvPr>
          <p:cNvSpPr txBox="1"/>
          <p:nvPr/>
        </p:nvSpPr>
        <p:spPr>
          <a:xfrm>
            <a:off x="1116530" y="153044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Testing Out New Payoff Matrices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FC371-E6E5-CA17-A8D8-D051F027E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832592"/>
            <a:ext cx="5926328" cy="3769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B1A822E-EACC-3898-6C91-AA940DF6AC2C}"/>
              </a:ext>
            </a:extLst>
          </p:cNvPr>
          <p:cNvSpPr/>
          <p:nvPr/>
        </p:nvSpPr>
        <p:spPr>
          <a:xfrm>
            <a:off x="5447899" y="2252312"/>
            <a:ext cx="356135" cy="163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95D4CA-E2E0-92E4-BFF8-1E3CDE2A8A78}"/>
                  </a:ext>
                </a:extLst>
              </p:cNvPr>
              <p:cNvSpPr txBox="1"/>
              <p:nvPr/>
            </p:nvSpPr>
            <p:spPr>
              <a:xfrm>
                <a:off x="5309748" y="2203320"/>
                <a:ext cx="630268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50" b="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95D4CA-E2E0-92E4-BFF8-1E3CDE2A8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748" y="2203320"/>
                <a:ext cx="630268" cy="261610"/>
              </a:xfrm>
              <a:prstGeom prst="rect">
                <a:avLst/>
              </a:prstGeom>
              <a:blipFill>
                <a:blip r:embed="rId5"/>
                <a:stretch>
                  <a:fillRect b="-23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BAEB9A87-E513-3194-04DA-9B822C0E55DC}"/>
              </a:ext>
            </a:extLst>
          </p:cNvPr>
          <p:cNvSpPr/>
          <p:nvPr/>
        </p:nvSpPr>
        <p:spPr>
          <a:xfrm>
            <a:off x="11510210" y="2252311"/>
            <a:ext cx="356135" cy="163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6BE961-CF73-32DF-CBEF-F9C4DF3C8E28}"/>
                  </a:ext>
                </a:extLst>
              </p:cNvPr>
              <p:cNvSpPr txBox="1"/>
              <p:nvPr/>
            </p:nvSpPr>
            <p:spPr>
              <a:xfrm>
                <a:off x="11392061" y="2203320"/>
                <a:ext cx="630268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50" b="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6BE961-CF73-32DF-CBEF-F9C4DF3C8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2061" y="2203320"/>
                <a:ext cx="630268" cy="261610"/>
              </a:xfrm>
              <a:prstGeom prst="rect">
                <a:avLst/>
              </a:prstGeom>
              <a:blipFill>
                <a:blip r:embed="rId5"/>
                <a:stretch>
                  <a:fillRect b="-23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73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C439E-3210-ED91-12CD-BA95B2479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0B8425-5279-4142-129A-0F4E266C212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FA363B-772B-8B35-545A-7C68BFC7EEB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D4CA74-EDC3-9FD7-9251-84B2F1D88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1" y="1823186"/>
            <a:ext cx="6273478" cy="38713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A829CA-41B5-515A-6CA6-E9032E1B87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3" cy="3690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A48CCA-DB8B-1970-CECD-3CA5EE529DCD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A48CCA-DB8B-1970-CECD-3CA5EE529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358041-D03C-977B-31A8-CECE641EC002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358041-D03C-977B-31A8-CECE641EC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8B5669A-F2B8-5193-6B63-F88850D4D5CC}"/>
              </a:ext>
            </a:extLst>
          </p:cNvPr>
          <p:cNvSpPr txBox="1"/>
          <p:nvPr/>
        </p:nvSpPr>
        <p:spPr>
          <a:xfrm>
            <a:off x="7848881" y="5901763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05004C-13E0-BF5E-B113-6E3D756C3E54}"/>
                  </a:ext>
                </a:extLst>
              </p:cNvPr>
              <p:cNvSpPr txBox="1"/>
              <p:nvPr/>
            </p:nvSpPr>
            <p:spPr>
              <a:xfrm>
                <a:off x="7898572" y="6323526"/>
                <a:ext cx="28748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05004C-13E0-BF5E-B113-6E3D756C3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572" y="6323526"/>
                <a:ext cx="287489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0DAFEB7-16C0-DD35-C38E-C3F38112CF8C}"/>
              </a:ext>
            </a:extLst>
          </p:cNvPr>
          <p:cNvSpPr txBox="1"/>
          <p:nvPr/>
        </p:nvSpPr>
        <p:spPr>
          <a:xfrm>
            <a:off x="7851008" y="5642724"/>
            <a:ext cx="2620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 Comparison with RK45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7C8C8-2C8A-FD89-55A6-8EA7755FFE6B}"/>
              </a:ext>
            </a:extLst>
          </p:cNvPr>
          <p:cNvSpPr txBox="1"/>
          <p:nvPr/>
        </p:nvSpPr>
        <p:spPr>
          <a:xfrm>
            <a:off x="1029903" y="346991"/>
            <a:ext cx="106744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Soft </a:t>
            </a:r>
            <a:r>
              <a:rPr lang="en-US" sz="4000" b="1" dirty="0" err="1">
                <a:solidFill>
                  <a:schemeClr val="bg1"/>
                </a:solidFill>
              </a:rPr>
              <a:t>ReLU</a:t>
            </a:r>
            <a:r>
              <a:rPr lang="en-US" sz="4000" b="1" dirty="0">
                <a:solidFill>
                  <a:schemeClr val="bg1"/>
                </a:solidFill>
              </a:rPr>
              <a:t> with Scaled New Payoff Matrices</a:t>
            </a:r>
          </a:p>
        </p:txBody>
      </p:sp>
    </p:spTree>
    <p:extLst>
      <p:ext uri="{BB962C8B-B14F-4D97-AF65-F5344CB8AC3E}">
        <p14:creationId xmlns:p14="http://schemas.microsoft.com/office/powerpoint/2010/main" val="616069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EAF93-6DA5-DAF1-6116-15A18A1D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963F2FA-932D-3522-B803-9A23EEE9E6E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D8A87B-91B7-6E6A-47A7-5CA171DE799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CD8A7-CCAA-6C09-4EE5-BA9481BBF688}"/>
              </a:ext>
            </a:extLst>
          </p:cNvPr>
          <p:cNvSpPr txBox="1"/>
          <p:nvPr/>
        </p:nvSpPr>
        <p:spPr>
          <a:xfrm>
            <a:off x="1201931" y="346991"/>
            <a:ext cx="10330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Soft </a:t>
            </a:r>
            <a:r>
              <a:rPr lang="en-US" sz="4000" b="1" dirty="0" err="1">
                <a:solidFill>
                  <a:schemeClr val="bg1"/>
                </a:solidFill>
              </a:rPr>
              <a:t>ReLU</a:t>
            </a:r>
            <a:r>
              <a:rPr lang="en-US" sz="4000" b="1" dirty="0">
                <a:solidFill>
                  <a:schemeClr val="bg1"/>
                </a:solidFill>
              </a:rPr>
              <a:t> with New Payoff Matrices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D748FB-613E-336F-3193-41DD99229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7672" y="1823186"/>
            <a:ext cx="6149835" cy="38713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410744-F4A4-24CF-D121-5989C28DC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671" y="1823186"/>
            <a:ext cx="4267302" cy="36900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B20754-130F-5105-720B-CC9764D69170}"/>
              </a:ext>
            </a:extLst>
          </p:cNvPr>
          <p:cNvSpPr txBox="1"/>
          <p:nvPr/>
        </p:nvSpPr>
        <p:spPr>
          <a:xfrm>
            <a:off x="5993329" y="5806948"/>
            <a:ext cx="609600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High Accuracy with Respect to RK45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F20608-28F4-C371-7155-34176E4907F0}"/>
              </a:ext>
            </a:extLst>
          </p:cNvPr>
          <p:cNvSpPr txBox="1"/>
          <p:nvPr/>
        </p:nvSpPr>
        <p:spPr>
          <a:xfrm>
            <a:off x="212882" y="5806948"/>
            <a:ext cx="5389021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No Convergence to Nash Eq.</a:t>
            </a:r>
          </a:p>
        </p:txBody>
      </p:sp>
    </p:spTree>
    <p:extLst>
      <p:ext uri="{BB962C8B-B14F-4D97-AF65-F5344CB8AC3E}">
        <p14:creationId xmlns:p14="http://schemas.microsoft.com/office/powerpoint/2010/main" val="3746619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3A47-F0EA-4A59-F7AD-ECF78557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8EC213-8032-DFE5-03CE-68EC2C1C020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3084A8-3301-7110-2728-4800CDD2FFA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011CB-C19E-B0AA-B2C4-8EB1A95EEE62}"/>
              </a:ext>
            </a:extLst>
          </p:cNvPr>
          <p:cNvSpPr txBox="1"/>
          <p:nvPr/>
        </p:nvSpPr>
        <p:spPr>
          <a:xfrm>
            <a:off x="1029903" y="346991"/>
            <a:ext cx="106744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Soft </a:t>
            </a:r>
            <a:r>
              <a:rPr lang="en-US" sz="4000" b="1" dirty="0" err="1">
                <a:solidFill>
                  <a:schemeClr val="bg1"/>
                </a:solidFill>
              </a:rPr>
              <a:t>ReLU</a:t>
            </a:r>
            <a:r>
              <a:rPr lang="en-US" sz="4000" b="1" dirty="0">
                <a:solidFill>
                  <a:schemeClr val="bg1"/>
                </a:solidFill>
              </a:rPr>
              <a:t> with Scaled New Payoff Matrices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86EC3E-6EC2-310E-DDA5-526D50302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1" y="1823186"/>
            <a:ext cx="6273478" cy="38713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D5B21C-2A0C-8E94-DD2D-A8D501C07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3" cy="36900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E6E6B7-8FCA-1B23-65CA-F4C86246D36B}"/>
              </a:ext>
            </a:extLst>
          </p:cNvPr>
          <p:cNvSpPr txBox="1"/>
          <p:nvPr/>
        </p:nvSpPr>
        <p:spPr>
          <a:xfrm>
            <a:off x="5993329" y="5806948"/>
            <a:ext cx="609600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High Accuracy with Respect to RK45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9A95D4-C407-5BEC-0B22-A7DD3AF2F8FD}"/>
              </a:ext>
            </a:extLst>
          </p:cNvPr>
          <p:cNvSpPr txBox="1"/>
          <p:nvPr/>
        </p:nvSpPr>
        <p:spPr>
          <a:xfrm>
            <a:off x="212882" y="5806948"/>
            <a:ext cx="5389021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No Convergence to Nash Eq.</a:t>
            </a:r>
          </a:p>
        </p:txBody>
      </p:sp>
    </p:spTree>
    <p:extLst>
      <p:ext uri="{BB962C8B-B14F-4D97-AF65-F5344CB8AC3E}">
        <p14:creationId xmlns:p14="http://schemas.microsoft.com/office/powerpoint/2010/main" val="2812074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6BFC1-C78E-E6FF-DA49-0B18846A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6F3BE3-1303-3443-B4F0-C5264DE47D0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63EE03-D86B-59C9-09EF-B794F809F4D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D3F51-1D55-236A-33C8-024320609EF6}"/>
              </a:ext>
            </a:extLst>
          </p:cNvPr>
          <p:cNvSpPr txBox="1"/>
          <p:nvPr/>
        </p:nvSpPr>
        <p:spPr>
          <a:xfrm>
            <a:off x="1817948" y="319030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Why Doesn’t Soft </a:t>
            </a:r>
            <a:r>
              <a:rPr lang="en-US" sz="4000" b="1" dirty="0" err="1">
                <a:solidFill>
                  <a:schemeClr val="bg1"/>
                </a:solidFill>
              </a:rPr>
              <a:t>ReLU</a:t>
            </a:r>
            <a:r>
              <a:rPr lang="en-US" sz="4000" b="1" dirty="0">
                <a:solidFill>
                  <a:schemeClr val="bg1"/>
                </a:solidFill>
              </a:rPr>
              <a:t> Work?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0F4C3-C66B-C37A-8BE2-177E4C742464}"/>
              </a:ext>
            </a:extLst>
          </p:cNvPr>
          <p:cNvSpPr txBox="1"/>
          <p:nvPr/>
        </p:nvSpPr>
        <p:spPr>
          <a:xfrm>
            <a:off x="53951" y="1846731"/>
            <a:ext cx="11977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BNN Dynamics requires that the Nash Equilibrium is a fixed point of the dynamical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3A71E7-AB0C-8E8F-BF1C-7A3988CF9E33}"/>
              </a:ext>
            </a:extLst>
          </p:cNvPr>
          <p:cNvSpPr txBox="1"/>
          <p:nvPr/>
        </p:nvSpPr>
        <p:spPr>
          <a:xfrm>
            <a:off x="53951" y="6188941"/>
            <a:ext cx="11977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Fulfilling the second condition seems to require knowing the Nash equilibrium beforehand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80B5DA-ED8F-01E6-CEE3-56FFFF79DD05}"/>
                  </a:ext>
                </a:extLst>
              </p:cNvPr>
              <p:cNvSpPr txBox="1"/>
              <p:nvPr/>
            </p:nvSpPr>
            <p:spPr>
              <a:xfrm>
                <a:off x="630616" y="2789617"/>
                <a:ext cx="3922134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80B5DA-ED8F-01E6-CEE3-56FFFF79D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16" y="2789617"/>
                <a:ext cx="3922134" cy="99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0BDF7BC-772B-A647-378F-733635625B75}"/>
              </a:ext>
            </a:extLst>
          </p:cNvPr>
          <p:cNvSpPr txBox="1"/>
          <p:nvPr/>
        </p:nvSpPr>
        <p:spPr>
          <a:xfrm>
            <a:off x="53951" y="2491593"/>
            <a:ext cx="11977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BNN Dynamics uses the following ODE: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4D8308-DF24-DC55-B9E4-24EFD99D9E9A}"/>
                  </a:ext>
                </a:extLst>
              </p:cNvPr>
              <p:cNvSpPr txBox="1"/>
              <p:nvPr/>
            </p:nvSpPr>
            <p:spPr>
              <a:xfrm>
                <a:off x="53951" y="3784633"/>
                <a:ext cx="11977628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 fixed point of this system must satisfy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4D8308-DF24-DC55-B9E4-24EFD99D9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1" y="3784633"/>
                <a:ext cx="11977628" cy="491417"/>
              </a:xfrm>
              <a:prstGeom prst="rect">
                <a:avLst/>
              </a:prstGeom>
              <a:blipFill>
                <a:blip r:embed="rId4"/>
                <a:stretch>
                  <a:fillRect l="-814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4F750C-E2BE-87EB-8178-EB2D837BCC64}"/>
                  </a:ext>
                </a:extLst>
              </p:cNvPr>
              <p:cNvSpPr txBox="1"/>
              <p:nvPr/>
            </p:nvSpPr>
            <p:spPr>
              <a:xfrm>
                <a:off x="107186" y="4452120"/>
                <a:ext cx="11977628" cy="1858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 fixed point of this system must satisfy either: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40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sz="240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4F750C-E2BE-87EB-8178-EB2D837BC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6" y="4452120"/>
                <a:ext cx="11977628" cy="1858137"/>
              </a:xfrm>
              <a:prstGeom prst="rect">
                <a:avLst/>
              </a:prstGeom>
              <a:blipFill>
                <a:blip r:embed="rId5"/>
                <a:stretch>
                  <a:fillRect l="-713" t="-2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5569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538A3-245E-52EA-FFB5-E18C0438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3B8602-49C7-0985-ED0E-14680C66032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94A3B-50C3-EBBC-8C8A-28856DFA27D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76413-2991-071E-E025-1C9212CF8DDD}"/>
              </a:ext>
            </a:extLst>
          </p:cNvPr>
          <p:cNvSpPr txBox="1"/>
          <p:nvPr/>
        </p:nvSpPr>
        <p:spPr>
          <a:xfrm>
            <a:off x="1615340" y="141567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Recovering Nash Equilibriums from Strategy Trajectory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3A4D1-DB8E-D1AB-BF52-FDE209FD0F74}"/>
              </a:ext>
            </a:extLst>
          </p:cNvPr>
          <p:cNvSpPr txBox="1"/>
          <p:nvPr/>
        </p:nvSpPr>
        <p:spPr>
          <a:xfrm>
            <a:off x="53951" y="1846731"/>
            <a:ext cx="11977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the Nash Equilibrium isn’t the fixed point of BNN, can we still recover the Nash Equilibrium from the strategy trajectory?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B4B37B-0A84-C416-5C40-B680EE93C3EE}"/>
                  </a:ext>
                </a:extLst>
              </p:cNvPr>
              <p:cNvSpPr txBox="1"/>
              <p:nvPr/>
            </p:nvSpPr>
            <p:spPr>
              <a:xfrm>
                <a:off x="309793" y="2813646"/>
                <a:ext cx="11125020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path I envision is some sort of averaging over the path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Alternating Fictitious Play does this in discrete time</a:t>
                </a:r>
              </a:p>
              <a:p>
                <a:r>
                  <a:rPr lang="en-US" sz="2400" dirty="0"/>
                  <a:t>	but…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AFP has an ordinal potential (requires pure Nash equilibrium)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Strategies chosen by each player in AFP converges under discrete metric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B4B37B-0A84-C416-5C40-B680EE93C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93" y="2813646"/>
                <a:ext cx="11125020" cy="1938992"/>
              </a:xfrm>
              <a:prstGeom prst="rect">
                <a:avLst/>
              </a:prstGeom>
              <a:blipFill>
                <a:blip r:embed="rId3"/>
                <a:stretch>
                  <a:fillRect l="-877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041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34E6-999E-4F0B-DF73-A2D2A107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BC85238-B4D0-2A6D-B621-FE753E90F60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A699AD-173B-A9F2-ED22-AD6262AB2C0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CB35E1-F20E-7E49-6691-52114458D144}"/>
                  </a:ext>
                </a:extLst>
              </p:cNvPr>
              <p:cNvSpPr txBox="1"/>
              <p:nvPr/>
            </p:nvSpPr>
            <p:spPr>
              <a:xfrm>
                <a:off x="1562105" y="335219"/>
                <a:ext cx="896131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Intro to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Engineering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CB35E1-F20E-7E49-6691-52114458D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05" y="335219"/>
                <a:ext cx="8961319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A68E8A-1F72-82E0-1399-140EB96A5EC7}"/>
                  </a:ext>
                </a:extLst>
              </p:cNvPr>
              <p:cNvSpPr txBox="1"/>
              <p:nvPr/>
            </p:nvSpPr>
            <p:spPr>
              <a:xfrm>
                <a:off x="53951" y="1846731"/>
                <a:ext cx="11977628" cy="38779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 far, we have two conditions 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 dirty="0"/>
                  <a:t> and a goal:</a:t>
                </a:r>
              </a:p>
              <a:p>
                <a:endParaRPr lang="en-US" sz="2400" b="1" u="sng" dirty="0"/>
              </a:p>
              <a:p>
                <a:pPr>
                  <a:spcAft>
                    <a:spcPts val="600"/>
                  </a:spcAft>
                </a:pPr>
                <a:r>
                  <a:rPr lang="en-US" sz="2400" b="1" u="sng" dirty="0"/>
                  <a:t>Conditions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an increasing function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(0)=0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600"/>
                  </a:spcAft>
                </a:pPr>
                <a:endParaRPr lang="en-US" sz="2400" dirty="0"/>
              </a:p>
              <a:p>
                <a:pPr>
                  <a:spcAft>
                    <a:spcPts val="600"/>
                  </a:spcAft>
                </a:pPr>
                <a:r>
                  <a:rPr lang="en-US" sz="2400" b="1" u="sng" dirty="0"/>
                  <a:t>Goals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smooth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A68E8A-1F72-82E0-1399-140EB96A5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1" y="1846731"/>
                <a:ext cx="11977628" cy="3877985"/>
              </a:xfrm>
              <a:prstGeom prst="rect">
                <a:avLst/>
              </a:prstGeom>
              <a:blipFill>
                <a:blip r:embed="rId4"/>
                <a:stretch>
                  <a:fillRect l="-814" t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3A3CE46-0FCD-834E-5350-1EA20C14978B}"/>
              </a:ext>
            </a:extLst>
          </p:cNvPr>
          <p:cNvSpPr txBox="1"/>
          <p:nvPr/>
        </p:nvSpPr>
        <p:spPr>
          <a:xfrm>
            <a:off x="159829" y="5561434"/>
            <a:ext cx="2323489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b="1" dirty="0"/>
              <a:t>Open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0BBA7-86E2-3F1D-D8BD-8A8B21936D91}"/>
              </a:ext>
            </a:extLst>
          </p:cNvPr>
          <p:cNvSpPr txBox="1"/>
          <p:nvPr/>
        </p:nvSpPr>
        <p:spPr>
          <a:xfrm>
            <a:off x="288759" y="6090649"/>
            <a:ext cx="3426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Does convexity matter??</a:t>
            </a:r>
          </a:p>
        </p:txBody>
      </p:sp>
    </p:spTree>
    <p:extLst>
      <p:ext uri="{BB962C8B-B14F-4D97-AF65-F5344CB8AC3E}">
        <p14:creationId xmlns:p14="http://schemas.microsoft.com/office/powerpoint/2010/main" val="1740425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AFF3-AFCB-A777-6F41-B3939B30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0E7DD9-1C9C-25E5-DBF3-529789B28CF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762957-7CC6-A22A-68C2-7D3030959FA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DF3EAA-EE85-153D-FC81-51DB752C3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9058" y="1784592"/>
            <a:ext cx="6207064" cy="39485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04A921-4545-C697-764F-82790E27F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2" cy="3690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A61263-94FB-BCD8-31B4-2B322533E596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A61263-94FB-BCD8-31B4-2B322533E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FDC6BA-6C25-9B66-06C6-27CC9653BAB9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FDC6BA-6C25-9B66-06C6-27CC9653B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8F2097E-3E5D-51D9-51AE-564144A37866}"/>
              </a:ext>
            </a:extLst>
          </p:cNvPr>
          <p:cNvSpPr txBox="1"/>
          <p:nvPr/>
        </p:nvSpPr>
        <p:spPr>
          <a:xfrm>
            <a:off x="7898574" y="5951396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FDD87A-9644-7D69-20DC-10439567A854}"/>
                  </a:ext>
                </a:extLst>
              </p:cNvPr>
              <p:cNvSpPr txBox="1"/>
              <p:nvPr/>
            </p:nvSpPr>
            <p:spPr>
              <a:xfrm>
                <a:off x="6976526" y="6356495"/>
                <a:ext cx="5079596" cy="435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if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≤0,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Otherwise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FDD87A-9644-7D69-20DC-10439567A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526" y="6356495"/>
                <a:ext cx="5079596" cy="4356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8293AE4-8553-5CA3-59D6-A3AF7CAD722B}"/>
              </a:ext>
            </a:extLst>
          </p:cNvPr>
          <p:cNvSpPr txBox="1"/>
          <p:nvPr/>
        </p:nvSpPr>
        <p:spPr>
          <a:xfrm>
            <a:off x="7851008" y="5642724"/>
            <a:ext cx="2620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 Comparison with RK45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2CCC2B-B1B1-3043-7202-84233FAB6D93}"/>
              </a:ext>
            </a:extLst>
          </p:cNvPr>
          <p:cNvSpPr txBox="1"/>
          <p:nvPr/>
        </p:nvSpPr>
        <p:spPr>
          <a:xfrm>
            <a:off x="1029562" y="319029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Does Convexity Matter?</a:t>
            </a:r>
          </a:p>
        </p:txBody>
      </p:sp>
    </p:spTree>
    <p:extLst>
      <p:ext uri="{BB962C8B-B14F-4D97-AF65-F5344CB8AC3E}">
        <p14:creationId xmlns:p14="http://schemas.microsoft.com/office/powerpoint/2010/main" val="519623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2A942-1EAC-3C58-FC0F-CEA96C51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13B2DF-901E-E3A6-A869-B2D01A5381A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C9629-41C8-17FF-714B-D7FB79F8C62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0521D-2D66-207B-6054-3F53A719495B}"/>
              </a:ext>
            </a:extLst>
          </p:cNvPr>
          <p:cNvSpPr txBox="1"/>
          <p:nvPr/>
        </p:nvSpPr>
        <p:spPr>
          <a:xfrm>
            <a:off x="8391204" y="3592308"/>
            <a:ext cx="3467120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System quickly reached Nash Equilibrium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48ED24-8484-0BAA-AC4F-59F3EABBED5B}"/>
              </a:ext>
            </a:extLst>
          </p:cNvPr>
          <p:cNvSpPr txBox="1"/>
          <p:nvPr/>
        </p:nvSpPr>
        <p:spPr>
          <a:xfrm>
            <a:off x="1029562" y="319029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Does Convexity Matter?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5358D0-7FE1-9CFD-5263-A97D88ACC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" y="1752124"/>
            <a:ext cx="8006325" cy="5040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A9448D-8006-9B20-466E-ABAEE1AFC26D}"/>
              </a:ext>
            </a:extLst>
          </p:cNvPr>
          <p:cNvSpPr txBox="1"/>
          <p:nvPr/>
        </p:nvSpPr>
        <p:spPr>
          <a:xfrm>
            <a:off x="8649344" y="1956912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D1DF8F-95AD-A8A7-8849-E5AE65FA6BD8}"/>
                  </a:ext>
                </a:extLst>
              </p:cNvPr>
              <p:cNvSpPr txBox="1"/>
              <p:nvPr/>
            </p:nvSpPr>
            <p:spPr>
              <a:xfrm>
                <a:off x="8710691" y="2399109"/>
                <a:ext cx="2828146" cy="866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if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≤0,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Otherwise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D1DF8F-95AD-A8A7-8849-E5AE65FA6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91" y="2399109"/>
                <a:ext cx="2828146" cy="8665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682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9DA2F-ACFA-CAA5-A917-59C5053A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7A2366-ABFC-97E9-BA27-66957F98C6F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E286E7-E0B8-A3C1-4637-D7500A90685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8261A-4690-C88A-412F-5FCED8BAD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64149" y="1784592"/>
            <a:ext cx="6176882" cy="39485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1B1BB2-4AB1-15C2-BF57-D33AA4A20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2" cy="36900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DD97FB-C1E0-8E3C-174F-B2D3FB05B592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DD97FB-C1E0-8E3C-174F-B2D3FB05B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1FA3D6-E2AB-89F3-CC3A-6DA6D3B558F6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1FA3D6-E2AB-89F3-CC3A-6DA6D3B55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DFFE517-5361-1C2A-AEB4-2FC12173D9D1}"/>
              </a:ext>
            </a:extLst>
          </p:cNvPr>
          <p:cNvSpPr txBox="1"/>
          <p:nvPr/>
        </p:nvSpPr>
        <p:spPr>
          <a:xfrm>
            <a:off x="7898574" y="5951396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66E439-5263-79D0-EAD8-5E4265CB60D1}"/>
                  </a:ext>
                </a:extLst>
              </p:cNvPr>
              <p:cNvSpPr txBox="1"/>
              <p:nvPr/>
            </p:nvSpPr>
            <p:spPr>
              <a:xfrm>
                <a:off x="6976526" y="6356495"/>
                <a:ext cx="48758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if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≤0,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Otherwise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66E439-5263-79D0-EAD8-5E4265CB6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526" y="6356495"/>
                <a:ext cx="4875886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3D027CA-DCAE-F044-F940-34B0D3B17774}"/>
              </a:ext>
            </a:extLst>
          </p:cNvPr>
          <p:cNvSpPr txBox="1"/>
          <p:nvPr/>
        </p:nvSpPr>
        <p:spPr>
          <a:xfrm>
            <a:off x="7851008" y="5642724"/>
            <a:ext cx="2620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 Comparison with RK45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BC24AC-5C89-EF09-A8B6-3B6C5F91CBAD}"/>
              </a:ext>
            </a:extLst>
          </p:cNvPr>
          <p:cNvSpPr txBox="1"/>
          <p:nvPr/>
        </p:nvSpPr>
        <p:spPr>
          <a:xfrm>
            <a:off x="1029562" y="319029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Does Convexity Matter?</a:t>
            </a:r>
          </a:p>
        </p:txBody>
      </p:sp>
    </p:spTree>
    <p:extLst>
      <p:ext uri="{BB962C8B-B14F-4D97-AF65-F5344CB8AC3E}">
        <p14:creationId xmlns:p14="http://schemas.microsoft.com/office/powerpoint/2010/main" val="1487138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DB03-96F2-469A-6D97-B824B7A4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758DEB5-ACC3-5D0A-846A-A2DA4F998CE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F5ED2D-BC31-2AD0-64D4-98B4936ED21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FFFC0-8F81-E1D6-0C77-DE8C9683E7E3}"/>
              </a:ext>
            </a:extLst>
          </p:cNvPr>
          <p:cNvSpPr txBox="1"/>
          <p:nvPr/>
        </p:nvSpPr>
        <p:spPr>
          <a:xfrm>
            <a:off x="8391204" y="3592308"/>
            <a:ext cx="3467120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System Taking Longer TO Reach Nash Equilibrium But Improving Over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42AF3-1D8F-7E76-F37D-FBAA05E73015}"/>
              </a:ext>
            </a:extLst>
          </p:cNvPr>
          <p:cNvSpPr txBox="1"/>
          <p:nvPr/>
        </p:nvSpPr>
        <p:spPr>
          <a:xfrm>
            <a:off x="1029562" y="319029"/>
            <a:ext cx="9816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Does Convexity Matter?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69C3A5-885F-0FF9-8B01-6737DC3E7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50" y="1752124"/>
            <a:ext cx="7922857" cy="5040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DA1D14-ED14-DE78-58D3-A74727A4446F}"/>
              </a:ext>
            </a:extLst>
          </p:cNvPr>
          <p:cNvSpPr txBox="1"/>
          <p:nvPr/>
        </p:nvSpPr>
        <p:spPr>
          <a:xfrm>
            <a:off x="8649344" y="1956912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3D5847-F383-B285-7821-5C1ECEC0F740}"/>
                  </a:ext>
                </a:extLst>
              </p:cNvPr>
              <p:cNvSpPr txBox="1"/>
              <p:nvPr/>
            </p:nvSpPr>
            <p:spPr>
              <a:xfrm>
                <a:off x="8710691" y="2399109"/>
                <a:ext cx="2804101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if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≤0,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Otherwise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3D5847-F383-B285-7821-5C1ECEC0F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91" y="2399109"/>
                <a:ext cx="2804101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397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E53C1-6E5C-872E-2E7C-9AB36C8F6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DF64F4-963C-9A9B-8B4A-832058072AD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3EF314-7A9D-F682-AEDE-02765710639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A5C71C-F144-0EF1-68B3-C8B2116652F6}"/>
                  </a:ext>
                </a:extLst>
              </p:cNvPr>
              <p:cNvSpPr txBox="1"/>
              <p:nvPr/>
            </p:nvSpPr>
            <p:spPr>
              <a:xfrm>
                <a:off x="706582" y="381725"/>
                <a:ext cx="10619509" cy="721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“Actual” Solution as RK4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Step Size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A5C71C-F144-0EF1-68B3-C8B211665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82" y="381725"/>
                <a:ext cx="10619509" cy="721801"/>
              </a:xfrm>
              <a:prstGeom prst="rect">
                <a:avLst/>
              </a:prstGeom>
              <a:blipFill>
                <a:blip r:embed="rId3"/>
                <a:stretch>
                  <a:fillRect l="-402" t="-12712" r="-287" b="-36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CE1C15-7ABC-9B76-B80C-B88A8B541337}"/>
                  </a:ext>
                </a:extLst>
              </p:cNvPr>
              <p:cNvSpPr txBox="1"/>
              <p:nvPr/>
            </p:nvSpPr>
            <p:spPr>
              <a:xfrm>
                <a:off x="53950" y="1710813"/>
                <a:ext cx="11272141" cy="86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Open Question: What does accuracy look like when we compare RK4 with a step size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2400" dirty="0"/>
                  <a:t>to RK4 with a step size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CE1C15-7ABC-9B76-B80C-B88A8B541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0" y="1710813"/>
                <a:ext cx="11272141" cy="863121"/>
              </a:xfrm>
              <a:prstGeom prst="rect">
                <a:avLst/>
              </a:prstGeom>
              <a:blipFill>
                <a:blip r:embed="rId4"/>
                <a:stretch>
                  <a:fillRect l="-865" t="-5674" r="-10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AF4B372-55B3-0865-4FFA-2379329B9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0" y="2573934"/>
            <a:ext cx="6564429" cy="42412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838F98-1A4C-A464-0BBD-19C4AC9E7B2B}"/>
              </a:ext>
            </a:extLst>
          </p:cNvPr>
          <p:cNvSpPr txBox="1"/>
          <p:nvPr/>
        </p:nvSpPr>
        <p:spPr>
          <a:xfrm>
            <a:off x="7361302" y="2819740"/>
            <a:ext cx="3467120" cy="15696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Still Jagged, Likely From Changing Step Size Changing the “Jacobian Jump”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CE2EA2-56CF-83A6-C9C4-F10BB4825538}"/>
                  </a:ext>
                </a:extLst>
              </p:cNvPr>
              <p:cNvSpPr txBox="1"/>
              <p:nvPr/>
            </p:nvSpPr>
            <p:spPr>
              <a:xfrm>
                <a:off x="7493279" y="6381490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CE2EA2-56CF-83A6-C9C4-F10BB4825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279" y="6381490"/>
                <a:ext cx="3780961" cy="523220"/>
              </a:xfrm>
              <a:prstGeom prst="rect">
                <a:avLst/>
              </a:prstGeom>
              <a:blipFill>
                <a:blip r:embed="rId6"/>
                <a:stretch>
                  <a:fillRect l="-3226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DAA044-BC8B-6D8B-5363-86DC38B99DBB}"/>
                  </a:ext>
                </a:extLst>
              </p:cNvPr>
              <p:cNvSpPr txBox="1"/>
              <p:nvPr/>
            </p:nvSpPr>
            <p:spPr>
              <a:xfrm>
                <a:off x="7361302" y="539356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DAA044-BC8B-6D8B-5363-86DC38B99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02" y="5393563"/>
                <a:ext cx="3599097" cy="901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7DB8FF9-B8DD-D72E-78DA-C28F55B850E8}"/>
              </a:ext>
            </a:extLst>
          </p:cNvPr>
          <p:cNvSpPr txBox="1"/>
          <p:nvPr/>
        </p:nvSpPr>
        <p:spPr>
          <a:xfrm>
            <a:off x="7628410" y="4424422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1F17AC-9E14-6BA4-3031-6BD5AA039C16}"/>
                  </a:ext>
                </a:extLst>
              </p:cNvPr>
              <p:cNvSpPr txBox="1"/>
              <p:nvPr/>
            </p:nvSpPr>
            <p:spPr>
              <a:xfrm>
                <a:off x="7777294" y="4931743"/>
                <a:ext cx="27703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1F17AC-9E14-6BA4-3031-6BD5AA039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294" y="4931743"/>
                <a:ext cx="2770310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226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74A6E-FB05-A11B-9B1A-65BEA13F0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C5C795-C8CD-26B7-5FCA-6781AD5A0AF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7E93AB-F294-BDD9-3360-3F93203F774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9356F-937B-4648-C6CC-D2FAAC59FC40}"/>
              </a:ext>
            </a:extLst>
          </p:cNvPr>
          <p:cNvSpPr txBox="1"/>
          <p:nvPr/>
        </p:nvSpPr>
        <p:spPr>
          <a:xfrm>
            <a:off x="706582" y="381725"/>
            <a:ext cx="10619509" cy="721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BNN Dynamics Academic Reference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D0C491-5A5B-29C3-E230-B68FE4F0C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10" y="1846731"/>
            <a:ext cx="3874943" cy="49412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602BF9-9AA9-663F-8052-3B8DA2E1243F}"/>
              </a:ext>
            </a:extLst>
          </p:cNvPr>
          <p:cNvSpPr txBox="1"/>
          <p:nvPr/>
        </p:nvSpPr>
        <p:spPr>
          <a:xfrm>
            <a:off x="4726135" y="1846731"/>
            <a:ext cx="68268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This textbook provides a systematic presentation of evolutionary game theory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Topics Include: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04B4D-977D-583E-D36D-60ACD4233D32}"/>
              </a:ext>
            </a:extLst>
          </p:cNvPr>
          <p:cNvSpPr txBox="1"/>
          <p:nvPr/>
        </p:nvSpPr>
        <p:spPr>
          <a:xfrm>
            <a:off x="4726135" y="3662613"/>
            <a:ext cx="6826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Stochastic Evolutionary Processes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D9B352-AF84-2216-C956-D2785F6E763D}"/>
              </a:ext>
            </a:extLst>
          </p:cNvPr>
          <p:cNvSpPr txBox="1"/>
          <p:nvPr/>
        </p:nvSpPr>
        <p:spPr>
          <a:xfrm>
            <a:off x="6470943" y="4157265"/>
            <a:ext cx="35796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Evolutionary Dynamics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61E6DE-C9DE-01D6-0CF3-47D1F31C8187}"/>
              </a:ext>
            </a:extLst>
          </p:cNvPr>
          <p:cNvSpPr txBox="1"/>
          <p:nvPr/>
        </p:nvSpPr>
        <p:spPr>
          <a:xfrm>
            <a:off x="6323303" y="4651917"/>
            <a:ext cx="3874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Iterative Solution Concepts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18B2FD-CEA3-315F-4ED7-B0F7F58C442B}"/>
              </a:ext>
            </a:extLst>
          </p:cNvPr>
          <p:cNvSpPr txBox="1"/>
          <p:nvPr/>
        </p:nvSpPr>
        <p:spPr>
          <a:xfrm>
            <a:off x="6323303" y="5137992"/>
            <a:ext cx="3874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Stochastic Stability</a:t>
            </a:r>
          </a:p>
        </p:txBody>
      </p:sp>
    </p:spTree>
    <p:extLst>
      <p:ext uri="{BB962C8B-B14F-4D97-AF65-F5344CB8AC3E}">
        <p14:creationId xmlns:p14="http://schemas.microsoft.com/office/powerpoint/2010/main" val="2729915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08D6-2D44-9296-ED7D-0245C4175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5D1A19-8C6D-7E5B-6D2A-F243B17D668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874BCB-76EA-6C96-2F04-B848E971595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39D3D-C022-2924-7934-A35FA3B69777}"/>
              </a:ext>
            </a:extLst>
          </p:cNvPr>
          <p:cNvSpPr txBox="1"/>
          <p:nvPr/>
        </p:nvSpPr>
        <p:spPr>
          <a:xfrm>
            <a:off x="706582" y="381725"/>
            <a:ext cx="10619509" cy="721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Evolutionary Dynamics</a:t>
            </a:r>
          </a:p>
        </p:txBody>
      </p:sp>
      <p:sp>
        <p:nvSpPr>
          <p:cNvPr id="3" name="AutoShape 2" descr="Generated image: Mathematical revision protocols table">
            <a:extLst>
              <a:ext uri="{FF2B5EF4-FFF2-40B4-BE49-F238E27FC236}">
                <a16:creationId xmlns:a16="http://schemas.microsoft.com/office/drawing/2014/main" id="{60FF408C-183C-67A0-F887-0DF851B3FD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A172DD-CBBA-22FD-630E-32BCC4062277}"/>
                  </a:ext>
                </a:extLst>
              </p:cNvPr>
              <p:cNvSpPr txBox="1"/>
              <p:nvPr/>
            </p:nvSpPr>
            <p:spPr>
              <a:xfrm>
                <a:off x="8364682" y="2071616"/>
                <a:ext cx="3249201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- the number of players playing strategy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A172DD-CBBA-22FD-630E-32BCC4062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682" y="2071616"/>
                <a:ext cx="3249201" cy="738664"/>
              </a:xfrm>
              <a:prstGeom prst="rect">
                <a:avLst/>
              </a:prstGeom>
              <a:blipFill>
                <a:blip r:embed="rId3"/>
                <a:stretch>
                  <a:fillRect l="-5253" t="-13223" r="-2814" b="-23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4EB6A5-B4F9-386E-3394-C627C00C61EF}"/>
                  </a:ext>
                </a:extLst>
              </p:cNvPr>
              <p:cNvSpPr txBox="1"/>
              <p:nvPr/>
            </p:nvSpPr>
            <p:spPr>
              <a:xfrm>
                <a:off x="8364682" y="2937949"/>
                <a:ext cx="361272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payoff to strategy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with population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4EB6A5-B4F9-386E-3394-C627C00C6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682" y="2937949"/>
                <a:ext cx="3612727" cy="1107996"/>
              </a:xfrm>
              <a:prstGeom prst="rect">
                <a:avLst/>
              </a:prstGeom>
              <a:blipFill>
                <a:blip r:embed="rId4"/>
                <a:stretch>
                  <a:fillRect l="-1180" t="-8791" r="-2867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3AFA35-53DB-90A6-91B8-02CD16CD569D}"/>
                  </a:ext>
                </a:extLst>
              </p:cNvPr>
              <p:cNvSpPr txBox="1"/>
              <p:nvPr/>
            </p:nvSpPr>
            <p:spPr>
              <a:xfrm>
                <a:off x="8066886" y="4173614"/>
                <a:ext cx="4208317" cy="14214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400" dirty="0"/>
                  <a:t>is the excess payoff over average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3AFA35-53DB-90A6-91B8-02CD16CD5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886" y="4173614"/>
                <a:ext cx="4208317" cy="1421415"/>
              </a:xfrm>
              <a:prstGeom prst="rect">
                <a:avLst/>
              </a:prstGeom>
              <a:blipFill>
                <a:blip r:embed="rId5"/>
                <a:stretch>
                  <a:fillRect b="-1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074088-21E1-1067-9846-67C6316AE79E}"/>
                  </a:ext>
                </a:extLst>
              </p:cNvPr>
              <p:cNvSpPr txBox="1"/>
              <p:nvPr/>
            </p:nvSpPr>
            <p:spPr>
              <a:xfrm>
                <a:off x="8364680" y="5696398"/>
                <a:ext cx="3612727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the best response correspondence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074088-21E1-1067-9846-67C6316AE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680" y="5696398"/>
                <a:ext cx="3612727" cy="738664"/>
              </a:xfrm>
              <a:prstGeom prst="rect">
                <a:avLst/>
              </a:prstGeom>
              <a:blipFill>
                <a:blip r:embed="rId6"/>
                <a:stretch>
                  <a:fillRect t="-12295" r="-3879" b="-23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EB00CC6-E376-5B7F-31A8-8910B19C1BE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0020"/>
          <a:stretch>
            <a:fillRect/>
          </a:stretch>
        </p:blipFill>
        <p:spPr>
          <a:xfrm>
            <a:off x="-29287" y="2004848"/>
            <a:ext cx="8308803" cy="443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59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3FEAF-2E52-8920-E1D1-1EB67BA7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587246-F2EE-A8A3-18DB-F3296656713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C5127-352F-90DA-D015-136CFA57CF9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1F84E2-42D6-19D3-CEA9-64154641A8CA}"/>
              </a:ext>
            </a:extLst>
          </p:cNvPr>
          <p:cNvSpPr txBox="1"/>
          <p:nvPr/>
        </p:nvSpPr>
        <p:spPr>
          <a:xfrm>
            <a:off x="-4916" y="381725"/>
            <a:ext cx="12037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Evolutionary Dynamics with Rock-Paper-Scissors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4B4B75-5463-356F-FE26-C616A7189197}"/>
                  </a:ext>
                </a:extLst>
              </p:cNvPr>
              <p:cNvSpPr txBox="1"/>
              <p:nvPr/>
            </p:nvSpPr>
            <p:spPr>
              <a:xfrm>
                <a:off x="3654137" y="6298736"/>
                <a:ext cx="64146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Solutions live on the plane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4B4B75-5463-356F-FE26-C616A7189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137" y="6298736"/>
                <a:ext cx="6414655" cy="523220"/>
              </a:xfrm>
              <a:prstGeom prst="rect">
                <a:avLst/>
              </a:prstGeom>
              <a:blipFill>
                <a:blip r:embed="rId3"/>
                <a:stretch>
                  <a:fillRect l="-151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3926ED81-C189-0325-8A8A-2645EC96A1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583" r="19081" b="30454"/>
          <a:stretch>
            <a:fillRect/>
          </a:stretch>
        </p:blipFill>
        <p:spPr>
          <a:xfrm>
            <a:off x="512469" y="4107148"/>
            <a:ext cx="3246582" cy="23691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7EE467-BBF2-B8D6-0315-4673C7A66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505" y="1840402"/>
            <a:ext cx="3588131" cy="201939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EF1AD46-3D3F-28B2-6DDF-EAD06C4B25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027" r="33199" b="17424"/>
          <a:stretch>
            <a:fillRect/>
          </a:stretch>
        </p:blipFill>
        <p:spPr>
          <a:xfrm>
            <a:off x="4270664" y="1840402"/>
            <a:ext cx="5798128" cy="419803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F9FAD26-F27B-6719-8180-7BEC7317CEE8}"/>
              </a:ext>
            </a:extLst>
          </p:cNvPr>
          <p:cNvSpPr txBox="1"/>
          <p:nvPr/>
        </p:nvSpPr>
        <p:spPr>
          <a:xfrm>
            <a:off x="9913939" y="2081208"/>
            <a:ext cx="24131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5A7BE4-F8D0-7895-F8FD-CDB2239DC9BB}"/>
              </a:ext>
            </a:extLst>
          </p:cNvPr>
          <p:cNvSpPr/>
          <p:nvPr/>
        </p:nvSpPr>
        <p:spPr>
          <a:xfrm>
            <a:off x="4442346" y="3804073"/>
            <a:ext cx="306299" cy="1381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573DCC-0677-B63A-4D0A-9AF96F4742B5}"/>
              </a:ext>
            </a:extLst>
          </p:cNvPr>
          <p:cNvSpPr/>
          <p:nvPr/>
        </p:nvSpPr>
        <p:spPr>
          <a:xfrm rot="5400000">
            <a:off x="7589891" y="1327924"/>
            <a:ext cx="416857" cy="1506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A40976-A6AE-83E6-3284-481BF35940E4}"/>
              </a:ext>
            </a:extLst>
          </p:cNvPr>
          <p:cNvSpPr txBox="1"/>
          <p:nvPr/>
        </p:nvSpPr>
        <p:spPr>
          <a:xfrm>
            <a:off x="6891698" y="1710813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DAFD25-14BF-76E0-6BC6-1F442C18FE3E}"/>
              </a:ext>
            </a:extLst>
          </p:cNvPr>
          <p:cNvSpPr txBox="1"/>
          <p:nvPr/>
        </p:nvSpPr>
        <p:spPr>
          <a:xfrm rot="16200000">
            <a:off x="3450685" y="3943219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5D208-4287-9225-F735-A462221AC186}"/>
              </a:ext>
            </a:extLst>
          </p:cNvPr>
          <p:cNvSpPr txBox="1"/>
          <p:nvPr/>
        </p:nvSpPr>
        <p:spPr>
          <a:xfrm>
            <a:off x="9986675" y="3939421"/>
            <a:ext cx="2118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[ Zero Sum Game ]</a:t>
            </a:r>
          </a:p>
        </p:txBody>
      </p:sp>
    </p:spTree>
    <p:extLst>
      <p:ext uri="{BB962C8B-B14F-4D97-AF65-F5344CB8AC3E}">
        <p14:creationId xmlns:p14="http://schemas.microsoft.com/office/powerpoint/2010/main" val="4279513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8C7C-D1FA-5B89-363A-823B8013E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E0AC14-8E76-4505-81F7-39194ECD077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F49747-536A-514F-FD8E-2E68194CE1B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C4395-62F3-4C13-9828-FE1E5D3F4E1B}"/>
              </a:ext>
            </a:extLst>
          </p:cNvPr>
          <p:cNvSpPr txBox="1"/>
          <p:nvPr/>
        </p:nvSpPr>
        <p:spPr>
          <a:xfrm>
            <a:off x="-4916" y="381725"/>
            <a:ext cx="12037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Evolutionary Dynamics with Rock-Paper-Scissors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80C39-31DD-1588-76B8-07BFB9C65C22}"/>
              </a:ext>
            </a:extLst>
          </p:cNvPr>
          <p:cNvSpPr txBox="1"/>
          <p:nvPr/>
        </p:nvSpPr>
        <p:spPr>
          <a:xfrm>
            <a:off x="7982047" y="4094626"/>
            <a:ext cx="3804276" cy="1384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Shading Represents The Speed At Which The Density Changes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93FCD5-404E-1646-9E57-F00AAEECF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" y="1710813"/>
            <a:ext cx="7746702" cy="5164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E87362-36CE-DC26-45AC-BFAECEFA922D}"/>
              </a:ext>
            </a:extLst>
          </p:cNvPr>
          <p:cNvSpPr txBox="1"/>
          <p:nvPr/>
        </p:nvSpPr>
        <p:spPr>
          <a:xfrm>
            <a:off x="8069671" y="2286849"/>
            <a:ext cx="3629028" cy="1384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The Trajectory Is the Population Strategy Density Over Time</a:t>
            </a:r>
          </a:p>
        </p:txBody>
      </p:sp>
    </p:spTree>
    <p:extLst>
      <p:ext uri="{BB962C8B-B14F-4D97-AF65-F5344CB8AC3E}">
        <p14:creationId xmlns:p14="http://schemas.microsoft.com/office/powerpoint/2010/main" val="1526236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42249-5DD8-68C9-6ED1-D0E6B3DE9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BE9B26-228C-A064-F1CA-DECF515D42B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A2D5E5-99AE-4E03-A167-94C49A0446C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3F797-E452-C3F1-6B6E-7EDBAACEA8DE}"/>
              </a:ext>
            </a:extLst>
          </p:cNvPr>
          <p:cNvSpPr txBox="1"/>
          <p:nvPr/>
        </p:nvSpPr>
        <p:spPr>
          <a:xfrm>
            <a:off x="3461032" y="378560"/>
            <a:ext cx="5269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Replicator Dynamics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11DC30E-5246-B810-1F09-42C73F619A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273" b="53917"/>
          <a:stretch>
            <a:fillRect/>
          </a:stretch>
        </p:blipFill>
        <p:spPr>
          <a:xfrm>
            <a:off x="0" y="2515555"/>
            <a:ext cx="4810843" cy="42560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87D3E-7A70-D1CE-18A9-1C4FEE6929BF}"/>
              </a:ext>
            </a:extLst>
          </p:cNvPr>
          <p:cNvSpPr txBox="1"/>
          <p:nvPr/>
        </p:nvSpPr>
        <p:spPr>
          <a:xfrm>
            <a:off x="4956593" y="1838042"/>
            <a:ext cx="7011196" cy="461665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 Population Grows if Expected Value &gt; Average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AAC3F8-34DF-E3F9-FB0C-0723AC63B3F3}"/>
                  </a:ext>
                </a:extLst>
              </p:cNvPr>
              <p:cNvSpPr txBox="1"/>
              <p:nvPr/>
            </p:nvSpPr>
            <p:spPr>
              <a:xfrm>
                <a:off x="4640982" y="2284723"/>
                <a:ext cx="7557333" cy="4616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If system starts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/>
                  <a:t>% Rock,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sz="2400" dirty="0"/>
                  <a:t>% Paper,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sz="2400" dirty="0"/>
                  <a:t>% Scissors: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AAC3F8-34DF-E3F9-FB0C-0723AC63B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982" y="2284723"/>
                <a:ext cx="7557333" cy="461665"/>
              </a:xfrm>
              <a:prstGeom prst="rect">
                <a:avLst/>
              </a:prstGeom>
              <a:blipFill>
                <a:blip r:embed="rId4"/>
                <a:stretch>
                  <a:fillRect l="-161" t="-10526" r="-242" b="-2894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86B7A98-4E58-A91F-5508-EF75EA15D7E7}"/>
              </a:ext>
            </a:extLst>
          </p:cNvPr>
          <p:cNvSpPr txBox="1"/>
          <p:nvPr/>
        </p:nvSpPr>
        <p:spPr>
          <a:xfrm>
            <a:off x="4956593" y="5840554"/>
            <a:ext cx="74667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Rock doesn’t change, Paper grows, Scissors shrinks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A6BF26-49E8-82EB-D808-750204E65411}"/>
                  </a:ext>
                </a:extLst>
              </p:cNvPr>
              <p:cNvSpPr txBox="1"/>
              <p:nvPr/>
            </p:nvSpPr>
            <p:spPr>
              <a:xfrm>
                <a:off x="4683525" y="4272713"/>
                <a:ext cx="7557333" cy="4308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/>
                  <a:t>Expected Value of Rock: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.50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+.25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+.25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A6BF26-49E8-82EB-D808-750204E65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525" y="4272713"/>
                <a:ext cx="7557333" cy="430887"/>
              </a:xfrm>
              <a:prstGeom prst="rect">
                <a:avLst/>
              </a:prstGeom>
              <a:blipFill>
                <a:blip r:embed="rId5"/>
                <a:stretch>
                  <a:fillRect t="-8451" b="-2816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500AD5-6091-52A9-DF27-2FF365DFC9D6}"/>
                  </a:ext>
                </a:extLst>
              </p:cNvPr>
              <p:cNvSpPr txBox="1"/>
              <p:nvPr/>
            </p:nvSpPr>
            <p:spPr>
              <a:xfrm>
                <a:off x="4760528" y="4772874"/>
                <a:ext cx="7557333" cy="4308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/>
                  <a:t>Expected Value of Paper: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.50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+.25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+.25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.25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500AD5-6091-52A9-DF27-2FF365DFC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28" y="4772874"/>
                <a:ext cx="7557333" cy="430887"/>
              </a:xfrm>
              <a:prstGeom prst="rect">
                <a:avLst/>
              </a:prstGeom>
              <a:blipFill>
                <a:blip r:embed="rId6"/>
                <a:stretch>
                  <a:fillRect t="-8451" b="-2816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2947AC1-13D2-727D-1CF2-99430A66B4ED}"/>
                  </a:ext>
                </a:extLst>
              </p:cNvPr>
              <p:cNvSpPr txBox="1"/>
              <p:nvPr/>
            </p:nvSpPr>
            <p:spPr>
              <a:xfrm>
                <a:off x="4298516" y="2795801"/>
                <a:ext cx="8327353" cy="14465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/>
                  <a:t>Average Expected Value: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2947AC1-13D2-727D-1CF2-99430A66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516" y="2795801"/>
                <a:ext cx="8327353" cy="1446550"/>
              </a:xfrm>
              <a:prstGeom prst="rect">
                <a:avLst/>
              </a:prstGeom>
              <a:blipFill>
                <a:blip r:embed="rId7"/>
                <a:stretch>
                  <a:fillRect t="-295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0580B1-0CCB-8C96-5C77-6AC61AD3D00E}"/>
                  </a:ext>
                </a:extLst>
              </p:cNvPr>
              <p:cNvSpPr txBox="1"/>
              <p:nvPr/>
            </p:nvSpPr>
            <p:spPr>
              <a:xfrm>
                <a:off x="4427621" y="5272077"/>
                <a:ext cx="7855626" cy="4308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/>
                  <a:t>Expected Value of Scissors: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.50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+.25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+.25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.25</m:t>
                    </m:r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0580B1-0CCB-8C96-5C77-6AC61AD3D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621" y="5272077"/>
                <a:ext cx="7855626" cy="430887"/>
              </a:xfrm>
              <a:prstGeom prst="rect">
                <a:avLst/>
              </a:prstGeom>
              <a:blipFill>
                <a:blip r:embed="rId8"/>
                <a:stretch>
                  <a:fillRect t="-8451" b="-2816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284D9597-0C6E-838F-2255-7F48BC4482D1}"/>
              </a:ext>
            </a:extLst>
          </p:cNvPr>
          <p:cNvSpPr/>
          <p:nvPr/>
        </p:nvSpPr>
        <p:spPr>
          <a:xfrm>
            <a:off x="2523744" y="4194516"/>
            <a:ext cx="163629" cy="15639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53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B0537-5189-7309-6174-320517D6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D7BB87-333A-39BE-F36B-B1C6F62666D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74C736-744C-6CC1-6B25-5F5DEB80756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E640A-8B24-6B31-ED4D-E08E4F82590A}"/>
              </a:ext>
            </a:extLst>
          </p:cNvPr>
          <p:cNvSpPr txBox="1"/>
          <p:nvPr/>
        </p:nvSpPr>
        <p:spPr>
          <a:xfrm>
            <a:off x="3461032" y="378560"/>
            <a:ext cx="5269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Replicator Dynamics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2BC64B-1B35-03C3-AD7A-A6244F8F6A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273" b="53917"/>
          <a:stretch>
            <a:fillRect/>
          </a:stretch>
        </p:blipFill>
        <p:spPr>
          <a:xfrm>
            <a:off x="0" y="2515555"/>
            <a:ext cx="4810843" cy="42560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6DE4D5-C6FA-F997-6948-6EEACB107D09}"/>
              </a:ext>
            </a:extLst>
          </p:cNvPr>
          <p:cNvSpPr txBox="1"/>
          <p:nvPr/>
        </p:nvSpPr>
        <p:spPr>
          <a:xfrm>
            <a:off x="4956593" y="1838042"/>
            <a:ext cx="7011196" cy="461665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 Population Grows if Expected Value &gt; Average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2F33B0-99DF-00AD-73BC-D73C61FA2C9D}"/>
                  </a:ext>
                </a:extLst>
              </p:cNvPr>
              <p:cNvSpPr txBox="1"/>
              <p:nvPr/>
            </p:nvSpPr>
            <p:spPr>
              <a:xfrm>
                <a:off x="4640982" y="2284723"/>
                <a:ext cx="7557333" cy="4616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If system starts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/>
                  <a:t>% Rock,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/>
                  <a:t>% Paper,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/>
                  <a:t>% Scissors: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2F33B0-99DF-00AD-73BC-D73C61FA2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982" y="2284723"/>
                <a:ext cx="7557333" cy="461665"/>
              </a:xfrm>
              <a:prstGeom prst="rect">
                <a:avLst/>
              </a:prstGeom>
              <a:blipFill>
                <a:blip r:embed="rId4"/>
                <a:stretch>
                  <a:fillRect l="-161" t="-10526" r="-242" b="-2894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EF0DCE-5739-6889-5277-D8B2E12CD5C9}"/>
                  </a:ext>
                </a:extLst>
              </p:cNvPr>
              <p:cNvSpPr txBox="1"/>
              <p:nvPr/>
            </p:nvSpPr>
            <p:spPr>
              <a:xfrm>
                <a:off x="4683525" y="4272713"/>
                <a:ext cx="7557333" cy="4308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/>
                  <a:t>Expected Value of Rock: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.50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−.02</m:t>
                    </m:r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EF0DCE-5739-6889-5277-D8B2E12CD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525" y="4272713"/>
                <a:ext cx="7557333" cy="430887"/>
              </a:xfrm>
              <a:prstGeom prst="rect">
                <a:avLst/>
              </a:prstGeom>
              <a:blipFill>
                <a:blip r:embed="rId5"/>
                <a:stretch>
                  <a:fillRect t="-8451" b="-2816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FED34A-9626-0DCF-C555-EB193704155B}"/>
                  </a:ext>
                </a:extLst>
              </p:cNvPr>
              <p:cNvSpPr txBox="1"/>
              <p:nvPr/>
            </p:nvSpPr>
            <p:spPr>
              <a:xfrm>
                <a:off x="4760528" y="4772874"/>
                <a:ext cx="7557333" cy="4308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/>
                  <a:t>Expected Value of Paper: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.50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.2</m:t>
                    </m:r>
                    <m:r>
                      <m:rPr>
                        <m:nor/>
                      </m:rPr>
                      <a:rPr lang="en-US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FED34A-9626-0DCF-C555-EB1937041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28" y="4772874"/>
                <a:ext cx="7557333" cy="430887"/>
              </a:xfrm>
              <a:prstGeom prst="rect">
                <a:avLst/>
              </a:prstGeom>
              <a:blipFill>
                <a:blip r:embed="rId6"/>
                <a:stretch>
                  <a:fillRect t="-8451" b="-2816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8F88AC-B19F-E087-63F8-4FF1E9F179C7}"/>
                  </a:ext>
                </a:extLst>
              </p:cNvPr>
              <p:cNvSpPr txBox="1"/>
              <p:nvPr/>
            </p:nvSpPr>
            <p:spPr>
              <a:xfrm>
                <a:off x="4298516" y="2795801"/>
                <a:ext cx="8327353" cy="14465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/>
                  <a:t>Average Expected Value: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.50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8F88AC-B19F-E087-63F8-4FF1E9F17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516" y="2795801"/>
                <a:ext cx="8327353" cy="1446550"/>
              </a:xfrm>
              <a:prstGeom prst="rect">
                <a:avLst/>
              </a:prstGeom>
              <a:blipFill>
                <a:blip r:embed="rId7"/>
                <a:stretch>
                  <a:fillRect t="-295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149C9D-6246-557F-D93C-381E5F4744C6}"/>
                  </a:ext>
                </a:extLst>
              </p:cNvPr>
              <p:cNvSpPr txBox="1"/>
              <p:nvPr/>
            </p:nvSpPr>
            <p:spPr>
              <a:xfrm>
                <a:off x="4379495" y="5272077"/>
                <a:ext cx="7903752" cy="4308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/>
                  <a:t>Expected Value of Scissors: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.50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+.2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.02</m:t>
                    </m:r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149C9D-6246-557F-D93C-381E5F474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495" y="5272077"/>
                <a:ext cx="7903752" cy="430887"/>
              </a:xfrm>
              <a:prstGeom prst="rect">
                <a:avLst/>
              </a:prstGeom>
              <a:blipFill>
                <a:blip r:embed="rId8"/>
                <a:stretch>
                  <a:fillRect t="-8451" b="-2816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tar: 5 Points 2">
            <a:extLst>
              <a:ext uri="{FF2B5EF4-FFF2-40B4-BE49-F238E27FC236}">
                <a16:creationId xmlns:a16="http://schemas.microsoft.com/office/drawing/2014/main" id="{B6518BFB-B0FE-722C-E6DE-908EA0B5BAE2}"/>
              </a:ext>
            </a:extLst>
          </p:cNvPr>
          <p:cNvSpPr/>
          <p:nvPr/>
        </p:nvSpPr>
        <p:spPr>
          <a:xfrm>
            <a:off x="2405421" y="4194516"/>
            <a:ext cx="163629" cy="15639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C253419-05BF-0B49-178C-7C90BB5AF82C}"/>
                  </a:ext>
                </a:extLst>
              </p:cNvPr>
              <p:cNvSpPr/>
              <p:nvPr/>
            </p:nvSpPr>
            <p:spPr>
              <a:xfrm>
                <a:off x="5178392" y="3157086"/>
                <a:ext cx="6789397" cy="1046352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This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ero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ince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Rock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Paper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Scissors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is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a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er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um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</a:rPr>
                        <m:t>ame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C253419-05BF-0B49-178C-7C90BB5AF8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392" y="3157086"/>
                <a:ext cx="6789397" cy="10463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3A31164-5352-D321-AD0F-004773E094BE}"/>
              </a:ext>
            </a:extLst>
          </p:cNvPr>
          <p:cNvSpPr txBox="1"/>
          <p:nvPr/>
        </p:nvSpPr>
        <p:spPr>
          <a:xfrm>
            <a:off x="4956593" y="5840554"/>
            <a:ext cx="74667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Rock shrinks, Paper grows, Scissors shrinks</a:t>
            </a:r>
          </a:p>
        </p:txBody>
      </p:sp>
    </p:spTree>
    <p:extLst>
      <p:ext uri="{BB962C8B-B14F-4D97-AF65-F5344CB8AC3E}">
        <p14:creationId xmlns:p14="http://schemas.microsoft.com/office/powerpoint/2010/main" val="4190363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0F231-86C5-DAA2-0063-5A5FBF6F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8ACDB0-F1FF-5DA3-257D-0675E5D301D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D54D7-85F7-7F88-3159-D169A8965AD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8FE64-DDAB-AF4F-4EE3-A981D070112D}"/>
              </a:ext>
            </a:extLst>
          </p:cNvPr>
          <p:cNvSpPr txBox="1"/>
          <p:nvPr/>
        </p:nvSpPr>
        <p:spPr>
          <a:xfrm>
            <a:off x="-4916" y="381725"/>
            <a:ext cx="12037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Evolutionary Dynamics and Mean Field Games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DE073-30EC-8C41-D694-BDD92E80E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0669"/>
            <a:ext cx="3894210" cy="5057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8DFF22-C6C1-FF45-B0B2-301C2EA51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210" y="1800669"/>
            <a:ext cx="3894210" cy="50631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BD89B0-95EA-7DD6-D6F0-78EC92C64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143" y="1800669"/>
            <a:ext cx="3894209" cy="507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83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10398</TotalTime>
  <Words>1554</Words>
  <Application>Microsoft Office PowerPoint</Application>
  <PresentationFormat>Widescreen</PresentationFormat>
  <Paragraphs>288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Wyngaard, Jake</cp:lastModifiedBy>
  <cp:revision>88</cp:revision>
  <cp:lastPrinted>2025-08-21T02:00:35Z</cp:lastPrinted>
  <dcterms:created xsi:type="dcterms:W3CDTF">2025-08-20T23:47:39Z</dcterms:created>
  <dcterms:modified xsi:type="dcterms:W3CDTF">2026-05-12T17:50:37Z</dcterms:modified>
</cp:coreProperties>
</file>