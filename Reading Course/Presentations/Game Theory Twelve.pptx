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91" r:id="rId2"/>
    <p:sldId id="443" r:id="rId3"/>
    <p:sldId id="515" r:id="rId4"/>
    <p:sldId id="516" r:id="rId5"/>
    <p:sldId id="517" r:id="rId6"/>
    <p:sldId id="518" r:id="rId7"/>
    <p:sldId id="525" r:id="rId8"/>
    <p:sldId id="526" r:id="rId9"/>
    <p:sldId id="527" r:id="rId10"/>
    <p:sldId id="528" r:id="rId11"/>
    <p:sldId id="529" r:id="rId12"/>
    <p:sldId id="530" r:id="rId13"/>
    <p:sldId id="531" r:id="rId14"/>
    <p:sldId id="532" r:id="rId15"/>
    <p:sldId id="533" r:id="rId16"/>
    <p:sldId id="519" r:id="rId17"/>
    <p:sldId id="520" r:id="rId18"/>
    <p:sldId id="534" r:id="rId19"/>
    <p:sldId id="535" r:id="rId20"/>
    <p:sldId id="536" r:id="rId21"/>
    <p:sldId id="521" r:id="rId22"/>
    <p:sldId id="522" r:id="rId23"/>
    <p:sldId id="537" r:id="rId24"/>
    <p:sldId id="523" r:id="rId25"/>
    <p:sldId id="524" r:id="rId26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291"/>
            <p14:sldId id="443"/>
            <p14:sldId id="515"/>
            <p14:sldId id="516"/>
            <p14:sldId id="517"/>
            <p14:sldId id="518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19"/>
            <p14:sldId id="520"/>
            <p14:sldId id="534"/>
            <p14:sldId id="535"/>
            <p14:sldId id="536"/>
            <p14:sldId id="521"/>
            <p14:sldId id="522"/>
            <p14:sldId id="537"/>
            <p14:sldId id="523"/>
            <p14:sldId id="5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064EA1"/>
    <a:srgbClr val="388847"/>
    <a:srgbClr val="3E7CB9"/>
    <a:srgbClr val="6D9CCA"/>
    <a:srgbClr val="D26764"/>
    <a:srgbClr val="FF66CC"/>
    <a:srgbClr val="FFCC00"/>
    <a:srgbClr val="F21C0B"/>
    <a:srgbClr val="5E83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DC2B9C-7333-47E3-ACA0-37D00E80E860}" v="1443" dt="2026-05-04T04:03:03.4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78" autoAdjust="0"/>
    <p:restoredTop sz="89673" autoAdjust="0"/>
  </p:normalViewPr>
  <p:slideViewPr>
    <p:cSldViewPr snapToGrid="0">
      <p:cViewPr varScale="1">
        <p:scale>
          <a:sx n="74" d="100"/>
          <a:sy n="74" d="100"/>
        </p:scale>
        <p:origin x="874" y="62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modSection">
      <pc:chgData name="Jacob Wyngaard" userId="6181fcd471e98458" providerId="LiveId" clId="{788BA123-62C9-4DDC-86E5-A6BCA4600216}" dt="2026-05-04T04:03:28.313" v="4094" actId="5793"/>
      <pc:docMkLst>
        <pc:docMk/>
      </pc:docMkLst>
      <pc:sldChg chg="modSp mod">
        <pc:chgData name="Jacob Wyngaard" userId="6181fcd471e98458" providerId="LiveId" clId="{788BA123-62C9-4DDC-86E5-A6BCA4600216}" dt="2026-05-03T19:23:59.849" v="42" actId="20577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5-03T19:10:39.671" v="11" actId="20577"/>
          <ac:spMkLst>
            <pc:docMk/>
            <pc:sldMk cId="606609933" sldId="291"/>
            <ac:spMk id="9" creationId="{146DFEDC-5C40-1E05-3C8E-45F902F03177}"/>
          </ac:spMkLst>
        </pc:spChg>
        <pc:spChg chg="mod">
          <ac:chgData name="Jacob Wyngaard" userId="6181fcd471e98458" providerId="LiveId" clId="{788BA123-62C9-4DDC-86E5-A6BCA4600216}" dt="2026-05-03T19:23:59.849" v="42" actId="20577"/>
          <ac:spMkLst>
            <pc:docMk/>
            <pc:sldMk cId="606609933" sldId="291"/>
            <ac:spMk id="11" creationId="{F86DC52F-DB46-E6EB-3D90-B7847A7A2EC1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599309592" sldId="510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4095573826" sldId="511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1252276399" sldId="512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2309501298" sldId="513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440953307" sldId="514"/>
        </pc:sldMkLst>
      </pc:sldChg>
      <pc:sldChg chg="addSp delSp modSp add del mod ord">
        <pc:chgData name="Jacob Wyngaard" userId="6181fcd471e98458" providerId="LiveId" clId="{788BA123-62C9-4DDC-86E5-A6BCA4600216}" dt="2026-05-03T19:32:06.832" v="241" actId="20577"/>
        <pc:sldMkLst>
          <pc:docMk/>
          <pc:sldMk cId="1183433973" sldId="515"/>
        </pc:sldMkLst>
        <pc:spChg chg="mod">
          <ac:chgData name="Jacob Wyngaard" userId="6181fcd471e98458" providerId="LiveId" clId="{788BA123-62C9-4DDC-86E5-A6BCA4600216}" dt="2026-05-03T19:32:06.832" v="241" actId="20577"/>
          <ac:spMkLst>
            <pc:docMk/>
            <pc:sldMk cId="1183433973" sldId="515"/>
            <ac:spMk id="2" creationId="{A9F3CF72-1F43-4129-3000-F85292B65987}"/>
          </ac:spMkLst>
        </pc:spChg>
        <pc:spChg chg="add mod">
          <ac:chgData name="Jacob Wyngaard" userId="6181fcd471e98458" providerId="LiveId" clId="{788BA123-62C9-4DDC-86E5-A6BCA4600216}" dt="2026-05-03T19:24:59.707" v="77" actId="1076"/>
          <ac:spMkLst>
            <pc:docMk/>
            <pc:sldMk cId="1183433973" sldId="515"/>
            <ac:spMk id="7" creationId="{8BE9F9B9-BF42-02B3-13B4-C015845FA61D}"/>
          </ac:spMkLst>
        </pc:spChg>
        <pc:spChg chg="add mod">
          <ac:chgData name="Jacob Wyngaard" userId="6181fcd471e98458" providerId="LiveId" clId="{788BA123-62C9-4DDC-86E5-A6BCA4600216}" dt="2026-05-03T19:25:50.561" v="102" actId="1076"/>
          <ac:spMkLst>
            <pc:docMk/>
            <pc:sldMk cId="1183433973" sldId="515"/>
            <ac:spMk id="9" creationId="{FFAEC0E4-30E5-AECE-805D-79081C8EE103}"/>
          </ac:spMkLst>
        </pc:spChg>
        <pc:spChg chg="del">
          <ac:chgData name="Jacob Wyngaard" userId="6181fcd471e98458" providerId="LiveId" clId="{788BA123-62C9-4DDC-86E5-A6BCA4600216}" dt="2026-05-03T19:24:38.837" v="45" actId="478"/>
          <ac:spMkLst>
            <pc:docMk/>
            <pc:sldMk cId="1183433973" sldId="515"/>
            <ac:spMk id="14" creationId="{7F78544C-77D1-E185-AA66-26D4823B7BCC}"/>
          </ac:spMkLst>
        </pc:spChg>
        <pc:picChg chg="mod">
          <ac:chgData name="Jacob Wyngaard" userId="6181fcd471e98458" providerId="LiveId" clId="{788BA123-62C9-4DDC-86E5-A6BCA4600216}" dt="2026-05-03T19:31:53.574" v="238" actId="14826"/>
          <ac:picMkLst>
            <pc:docMk/>
            <pc:sldMk cId="1183433973" sldId="515"/>
            <ac:picMk id="5" creationId="{418AFA4F-D424-7481-CFA8-9D7ECC0DE4EC}"/>
          </ac:picMkLst>
        </pc:picChg>
        <pc:picChg chg="mod">
          <ac:chgData name="Jacob Wyngaard" userId="6181fcd471e98458" providerId="LiveId" clId="{788BA123-62C9-4DDC-86E5-A6BCA4600216}" dt="2026-05-03T19:32:03.520" v="239" actId="14826"/>
          <ac:picMkLst>
            <pc:docMk/>
            <pc:sldMk cId="1183433973" sldId="515"/>
            <ac:picMk id="13" creationId="{7271B45E-0D1C-8052-A7DF-6D566AC9D4A4}"/>
          </ac:picMkLst>
        </pc:pic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2059970981" sldId="516"/>
        </pc:sldMkLst>
      </pc:sldChg>
      <pc:sldChg chg="addSp delSp modSp add mod">
        <pc:chgData name="Jacob Wyngaard" userId="6181fcd471e98458" providerId="LiveId" clId="{788BA123-62C9-4DDC-86E5-A6BCA4600216}" dt="2026-05-03T21:30:43.806" v="1660" actId="1076"/>
        <pc:sldMkLst>
          <pc:docMk/>
          <pc:sldMk cId="4107404332" sldId="516"/>
        </pc:sldMkLst>
        <pc:spChg chg="del">
          <ac:chgData name="Jacob Wyngaard" userId="6181fcd471e98458" providerId="LiveId" clId="{788BA123-62C9-4DDC-86E5-A6BCA4600216}" dt="2026-05-03T19:30:13.307" v="189" actId="478"/>
          <ac:spMkLst>
            <pc:docMk/>
            <pc:sldMk cId="4107404332" sldId="516"/>
            <ac:spMk id="2" creationId="{AA263547-F09E-4539-6E90-04CAA5460CC8}"/>
          </ac:spMkLst>
        </pc:spChg>
        <pc:spChg chg="del">
          <ac:chgData name="Jacob Wyngaard" userId="6181fcd471e98458" providerId="LiveId" clId="{788BA123-62C9-4DDC-86E5-A6BCA4600216}" dt="2026-05-03T19:30:12.393" v="188" actId="478"/>
          <ac:spMkLst>
            <pc:docMk/>
            <pc:sldMk cId="4107404332" sldId="516"/>
            <ac:spMk id="3" creationId="{1D35AB90-4FCB-9920-DFAE-DF6F987D71F8}"/>
          </ac:spMkLst>
        </pc:spChg>
        <pc:spChg chg="mod">
          <ac:chgData name="Jacob Wyngaard" userId="6181fcd471e98458" providerId="LiveId" clId="{788BA123-62C9-4DDC-86E5-A6BCA4600216}" dt="2026-05-03T19:26:23.951" v="130" actId="1076"/>
          <ac:spMkLst>
            <pc:docMk/>
            <pc:sldMk cId="4107404332" sldId="516"/>
            <ac:spMk id="4" creationId="{A438B08C-6B0E-7A15-5555-D90757AA88FC}"/>
          </ac:spMkLst>
        </pc:spChg>
        <pc:spChg chg="mod">
          <ac:chgData name="Jacob Wyngaard" userId="6181fcd471e98458" providerId="LiveId" clId="{788BA123-62C9-4DDC-86E5-A6BCA4600216}" dt="2026-05-03T19:30:46.399" v="208" actId="1076"/>
          <ac:spMkLst>
            <pc:docMk/>
            <pc:sldMk cId="4107404332" sldId="516"/>
            <ac:spMk id="7" creationId="{D73DC0D5-66D1-27C9-A923-565E6723AEF9}"/>
          </ac:spMkLst>
        </pc:spChg>
        <pc:spChg chg="mod">
          <ac:chgData name="Jacob Wyngaard" userId="6181fcd471e98458" providerId="LiveId" clId="{788BA123-62C9-4DDC-86E5-A6BCA4600216}" dt="2026-05-03T19:34:12.188" v="331" actId="114"/>
          <ac:spMkLst>
            <pc:docMk/>
            <pc:sldMk cId="4107404332" sldId="516"/>
            <ac:spMk id="9" creationId="{CCFE407C-15FB-DC19-149C-B92E3DD84CBB}"/>
          </ac:spMkLst>
        </pc:spChg>
        <pc:spChg chg="add mod">
          <ac:chgData name="Jacob Wyngaard" userId="6181fcd471e98458" providerId="LiveId" clId="{788BA123-62C9-4DDC-86E5-A6BCA4600216}" dt="2026-05-03T19:31:41.735" v="237" actId="1036"/>
          <ac:spMkLst>
            <pc:docMk/>
            <pc:sldMk cId="4107404332" sldId="516"/>
            <ac:spMk id="12" creationId="{D964CDCF-08CF-276E-FC69-ADBAEF99C51C}"/>
          </ac:spMkLst>
        </pc:spChg>
        <pc:spChg chg="add mod">
          <ac:chgData name="Jacob Wyngaard" userId="6181fcd471e98458" providerId="LiveId" clId="{788BA123-62C9-4DDC-86E5-A6BCA4600216}" dt="2026-05-03T19:31:36.919" v="233" actId="1076"/>
          <ac:spMkLst>
            <pc:docMk/>
            <pc:sldMk cId="4107404332" sldId="516"/>
            <ac:spMk id="14" creationId="{0A0DCBC0-D740-74EF-1972-E4E369A6E5E6}"/>
          </ac:spMkLst>
        </pc:spChg>
        <pc:spChg chg="add mod">
          <ac:chgData name="Jacob Wyngaard" userId="6181fcd471e98458" providerId="LiveId" clId="{788BA123-62C9-4DDC-86E5-A6BCA4600216}" dt="2026-05-03T21:30:39.309" v="1659" actId="1076"/>
          <ac:spMkLst>
            <pc:docMk/>
            <pc:sldMk cId="4107404332" sldId="516"/>
            <ac:spMk id="15" creationId="{5097B1A7-4B18-C053-1C9F-693121F53AB0}"/>
          </ac:spMkLst>
        </pc:spChg>
        <pc:spChg chg="add mod">
          <ac:chgData name="Jacob Wyngaard" userId="6181fcd471e98458" providerId="LiveId" clId="{788BA123-62C9-4DDC-86E5-A6BCA4600216}" dt="2026-05-03T21:30:43.806" v="1660" actId="1076"/>
          <ac:spMkLst>
            <pc:docMk/>
            <pc:sldMk cId="4107404332" sldId="516"/>
            <ac:spMk id="16" creationId="{239FDEF4-10A5-FFC3-6D7F-AE38CD1C3CAE}"/>
          </ac:spMkLst>
        </pc:spChg>
        <pc:picChg chg="del">
          <ac:chgData name="Jacob Wyngaard" userId="6181fcd471e98458" providerId="LiveId" clId="{788BA123-62C9-4DDC-86E5-A6BCA4600216}" dt="2026-05-03T19:30:27.445" v="197" actId="478"/>
          <ac:picMkLst>
            <pc:docMk/>
            <pc:sldMk cId="4107404332" sldId="516"/>
            <ac:picMk id="5" creationId="{4C7C43D1-BA35-780C-A8CA-B08CAE894B73}"/>
          </ac:picMkLst>
        </pc:picChg>
        <pc:picChg chg="add mod">
          <ac:chgData name="Jacob Wyngaard" userId="6181fcd471e98458" providerId="LiveId" clId="{788BA123-62C9-4DDC-86E5-A6BCA4600216}" dt="2026-05-03T19:31:01.319" v="213" actId="1076"/>
          <ac:picMkLst>
            <pc:docMk/>
            <pc:sldMk cId="4107404332" sldId="516"/>
            <ac:picMk id="11" creationId="{0B92BE8F-187D-3695-BF31-AF82686B4A57}"/>
          </ac:picMkLst>
        </pc:picChg>
        <pc:picChg chg="del">
          <ac:chgData name="Jacob Wyngaard" userId="6181fcd471e98458" providerId="LiveId" clId="{788BA123-62C9-4DDC-86E5-A6BCA4600216}" dt="2026-05-03T19:30:11.371" v="187" actId="478"/>
          <ac:picMkLst>
            <pc:docMk/>
            <pc:sldMk cId="4107404332" sldId="516"/>
            <ac:picMk id="13" creationId="{CB56FB89-84FF-7729-78D9-C31A7F279F1B}"/>
          </ac:picMkLst>
        </pc:picChg>
      </pc:sldChg>
      <pc:sldChg chg="modSp add mod">
        <pc:chgData name="Jacob Wyngaard" userId="6181fcd471e98458" providerId="LiveId" clId="{788BA123-62C9-4DDC-86E5-A6BCA4600216}" dt="2026-05-03T19:39:16.004" v="359" actId="114"/>
        <pc:sldMkLst>
          <pc:docMk/>
          <pc:sldMk cId="775007232" sldId="517"/>
        </pc:sldMkLst>
        <pc:spChg chg="mod">
          <ac:chgData name="Jacob Wyngaard" userId="6181fcd471e98458" providerId="LiveId" clId="{788BA123-62C9-4DDC-86E5-A6BCA4600216}" dt="2026-05-03T19:32:12.909" v="243" actId="20577"/>
          <ac:spMkLst>
            <pc:docMk/>
            <pc:sldMk cId="775007232" sldId="517"/>
            <ac:spMk id="2" creationId="{B847A7E3-1493-3FF9-0255-4765F3EC329F}"/>
          </ac:spMkLst>
        </pc:spChg>
        <pc:spChg chg="mod">
          <ac:chgData name="Jacob Wyngaard" userId="6181fcd471e98458" providerId="LiveId" clId="{788BA123-62C9-4DDC-86E5-A6BCA4600216}" dt="2026-05-03T19:34:54.468" v="346" actId="1035"/>
          <ac:spMkLst>
            <pc:docMk/>
            <pc:sldMk cId="775007232" sldId="517"/>
            <ac:spMk id="4" creationId="{16C65C37-B7BB-5DF6-E34D-00212EA5968D}"/>
          </ac:spMkLst>
        </pc:spChg>
        <pc:spChg chg="mod">
          <ac:chgData name="Jacob Wyngaard" userId="6181fcd471e98458" providerId="LiveId" clId="{788BA123-62C9-4DDC-86E5-A6BCA4600216}" dt="2026-05-03T19:29:28.311" v="186" actId="1035"/>
          <ac:spMkLst>
            <pc:docMk/>
            <pc:sldMk cId="775007232" sldId="517"/>
            <ac:spMk id="7" creationId="{A9E252B5-024A-264F-2699-9C9DEAEE5582}"/>
          </ac:spMkLst>
        </pc:spChg>
        <pc:spChg chg="mod">
          <ac:chgData name="Jacob Wyngaard" userId="6181fcd471e98458" providerId="LiveId" clId="{788BA123-62C9-4DDC-86E5-A6BCA4600216}" dt="2026-05-03T19:39:16.004" v="359" actId="114"/>
          <ac:spMkLst>
            <pc:docMk/>
            <pc:sldMk cId="775007232" sldId="517"/>
            <ac:spMk id="9" creationId="{EE000AC4-0C2C-064A-9D06-F699969F8844}"/>
          </ac:spMkLst>
        </pc:spChg>
        <pc:picChg chg="mod">
          <ac:chgData name="Jacob Wyngaard" userId="6181fcd471e98458" providerId="LiveId" clId="{788BA123-62C9-4DDC-86E5-A6BCA4600216}" dt="2026-05-03T19:28:39.463" v="161" actId="14826"/>
          <ac:picMkLst>
            <pc:docMk/>
            <pc:sldMk cId="775007232" sldId="517"/>
            <ac:picMk id="5" creationId="{0D92723F-DED4-C71E-560D-9901D1E98EAD}"/>
          </ac:picMkLst>
        </pc:picChg>
        <pc:picChg chg="mod">
          <ac:chgData name="Jacob Wyngaard" userId="6181fcd471e98458" providerId="LiveId" clId="{788BA123-62C9-4DDC-86E5-A6BCA4600216}" dt="2026-05-03T19:28:47.815" v="162" actId="14826"/>
          <ac:picMkLst>
            <pc:docMk/>
            <pc:sldMk cId="775007232" sldId="517"/>
            <ac:picMk id="13" creationId="{195C06E9-762D-D942-31A1-910E458C2F79}"/>
          </ac:picMkLst>
        </pc:pic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2554646149" sldId="517"/>
        </pc:sldMkLst>
      </pc:sldChg>
      <pc:sldChg chg="addSp delSp modSp add mod">
        <pc:chgData name="Jacob Wyngaard" userId="6181fcd471e98458" providerId="LiveId" clId="{788BA123-62C9-4DDC-86E5-A6BCA4600216}" dt="2026-05-03T19:39:44.243" v="366" actId="114"/>
        <pc:sldMkLst>
          <pc:docMk/>
          <pc:sldMk cId="616400512" sldId="518"/>
        </pc:sldMkLst>
        <pc:spChg chg="del mod">
          <ac:chgData name="Jacob Wyngaard" userId="6181fcd471e98458" providerId="LiveId" clId="{788BA123-62C9-4DDC-86E5-A6BCA4600216}" dt="2026-05-03T19:34:57.800" v="347" actId="478"/>
          <ac:spMkLst>
            <pc:docMk/>
            <pc:sldMk cId="616400512" sldId="518"/>
            <ac:spMk id="4" creationId="{225A9EC5-4973-8500-A11D-9B7FD1F3A86C}"/>
          </ac:spMkLst>
        </pc:spChg>
        <pc:spChg chg="mod">
          <ac:chgData name="Jacob Wyngaard" userId="6181fcd471e98458" providerId="LiveId" clId="{788BA123-62C9-4DDC-86E5-A6BCA4600216}" dt="2026-05-03T19:39:44.243" v="366" actId="114"/>
          <ac:spMkLst>
            <pc:docMk/>
            <pc:sldMk cId="616400512" sldId="518"/>
            <ac:spMk id="9" creationId="{79559D4C-7611-83EF-F12B-FDA25AB1E67E}"/>
          </ac:spMkLst>
        </pc:spChg>
        <pc:spChg chg="add mod">
          <ac:chgData name="Jacob Wyngaard" userId="6181fcd471e98458" providerId="LiveId" clId="{788BA123-62C9-4DDC-86E5-A6BCA4600216}" dt="2026-05-03T19:34:58.068" v="348"/>
          <ac:spMkLst>
            <pc:docMk/>
            <pc:sldMk cId="616400512" sldId="518"/>
            <ac:spMk id="10" creationId="{0C2D27C7-101B-AF5F-A147-1397A840A6C6}"/>
          </ac:spMkLst>
        </pc:spChg>
        <pc:picChg chg="mod">
          <ac:chgData name="Jacob Wyngaard" userId="6181fcd471e98458" providerId="LiveId" clId="{788BA123-62C9-4DDC-86E5-A6BCA4600216}" dt="2026-05-03T19:38:52.088" v="349" actId="14826"/>
          <ac:picMkLst>
            <pc:docMk/>
            <pc:sldMk cId="616400512" sldId="518"/>
            <ac:picMk id="5" creationId="{F5392BA0-F00A-8289-F806-0D1A4DD13CAE}"/>
          </ac:picMkLst>
        </pc:picChg>
        <pc:picChg chg="mod">
          <ac:chgData name="Jacob Wyngaard" userId="6181fcd471e98458" providerId="LiveId" clId="{788BA123-62C9-4DDC-86E5-A6BCA4600216}" dt="2026-05-03T19:39:36.814" v="364" actId="14826"/>
          <ac:picMkLst>
            <pc:docMk/>
            <pc:sldMk cId="616400512" sldId="518"/>
            <ac:picMk id="13" creationId="{F847AA17-1719-76B5-A015-FB8C4150CC6C}"/>
          </ac:picMkLst>
        </pc:picChg>
      </pc:sldChg>
      <pc:sldChg chg="addSp delSp modSp add mod">
        <pc:chgData name="Jacob Wyngaard" userId="6181fcd471e98458" providerId="LiveId" clId="{788BA123-62C9-4DDC-86E5-A6BCA4600216}" dt="2026-05-03T20:04:21.982" v="792" actId="948"/>
        <pc:sldMkLst>
          <pc:docMk/>
          <pc:sldMk cId="2810360669" sldId="519"/>
        </pc:sldMkLst>
        <pc:spChg chg="del">
          <ac:chgData name="Jacob Wyngaard" userId="6181fcd471e98458" providerId="LiveId" clId="{788BA123-62C9-4DDC-86E5-A6BCA4600216}" dt="2026-05-03T19:59:30.081" v="430" actId="478"/>
          <ac:spMkLst>
            <pc:docMk/>
            <pc:sldMk cId="2810360669" sldId="519"/>
            <ac:spMk id="2" creationId="{F4E6BCA3-AB0A-572A-B375-341809607319}"/>
          </ac:spMkLst>
        </pc:spChg>
        <pc:spChg chg="del">
          <ac:chgData name="Jacob Wyngaard" userId="6181fcd471e98458" providerId="LiveId" clId="{788BA123-62C9-4DDC-86E5-A6BCA4600216}" dt="2026-05-03T19:59:30.081" v="430" actId="478"/>
          <ac:spMkLst>
            <pc:docMk/>
            <pc:sldMk cId="2810360669" sldId="519"/>
            <ac:spMk id="3" creationId="{E57B0101-CD1B-4491-09CA-1BDD44430314}"/>
          </ac:spMkLst>
        </pc:spChg>
        <pc:spChg chg="del">
          <ac:chgData name="Jacob Wyngaard" userId="6181fcd471e98458" providerId="LiveId" clId="{788BA123-62C9-4DDC-86E5-A6BCA4600216}" dt="2026-05-03T19:59:33.366" v="433" actId="478"/>
          <ac:spMkLst>
            <pc:docMk/>
            <pc:sldMk cId="2810360669" sldId="519"/>
            <ac:spMk id="7" creationId="{996C795C-8E82-73BC-3B71-CE431C51942E}"/>
          </ac:spMkLst>
        </pc:spChg>
        <pc:spChg chg="del">
          <ac:chgData name="Jacob Wyngaard" userId="6181fcd471e98458" providerId="LiveId" clId="{788BA123-62C9-4DDC-86E5-A6BCA4600216}" dt="2026-05-03T19:59:32.497" v="432" actId="478"/>
          <ac:spMkLst>
            <pc:docMk/>
            <pc:sldMk cId="2810360669" sldId="519"/>
            <ac:spMk id="9" creationId="{8064A51F-9459-538E-764D-F64FC1BD948F}"/>
          </ac:spMkLst>
        </pc:spChg>
        <pc:spChg chg="mod">
          <ac:chgData name="Jacob Wyngaard" userId="6181fcd471e98458" providerId="LiveId" clId="{788BA123-62C9-4DDC-86E5-A6BCA4600216}" dt="2026-05-03T19:59:28.037" v="428" actId="1076"/>
          <ac:spMkLst>
            <pc:docMk/>
            <pc:sldMk cId="2810360669" sldId="519"/>
            <ac:spMk id="10" creationId="{517B6D98-E2AC-44AE-D752-7F15D35BF3DF}"/>
          </ac:spMkLst>
        </pc:spChg>
        <pc:spChg chg="add mod">
          <ac:chgData name="Jacob Wyngaard" userId="6181fcd471e98458" providerId="LiveId" clId="{788BA123-62C9-4DDC-86E5-A6BCA4600216}" dt="2026-05-03T20:04:21.982" v="792" actId="948"/>
          <ac:spMkLst>
            <pc:docMk/>
            <pc:sldMk cId="2810360669" sldId="519"/>
            <ac:spMk id="17" creationId="{A7EEFF6C-24F1-5DA9-A179-4EF0F11B8DA4}"/>
          </ac:spMkLst>
        </pc:spChg>
        <pc:picChg chg="del">
          <ac:chgData name="Jacob Wyngaard" userId="6181fcd471e98458" providerId="LiveId" clId="{788BA123-62C9-4DDC-86E5-A6BCA4600216}" dt="2026-05-03T19:59:30.563" v="431" actId="478"/>
          <ac:picMkLst>
            <pc:docMk/>
            <pc:sldMk cId="2810360669" sldId="519"/>
            <ac:picMk id="5" creationId="{5ACB45F6-1CD2-6533-C9D2-94568C96470B}"/>
          </ac:picMkLst>
        </pc:picChg>
        <pc:picChg chg="add del">
          <ac:chgData name="Jacob Wyngaard" userId="6181fcd471e98458" providerId="LiveId" clId="{788BA123-62C9-4DDC-86E5-A6BCA4600216}" dt="2026-05-03T19:59:56.492" v="435" actId="478"/>
          <ac:picMkLst>
            <pc:docMk/>
            <pc:sldMk cId="2810360669" sldId="519"/>
            <ac:picMk id="11" creationId="{F177D720-1FE2-9419-AE68-FBFEA3DA8D30}"/>
          </ac:picMkLst>
        </pc:picChg>
        <pc:picChg chg="del">
          <ac:chgData name="Jacob Wyngaard" userId="6181fcd471e98458" providerId="LiveId" clId="{788BA123-62C9-4DDC-86E5-A6BCA4600216}" dt="2026-05-03T19:59:29.180" v="429" actId="478"/>
          <ac:picMkLst>
            <pc:docMk/>
            <pc:sldMk cId="2810360669" sldId="519"/>
            <ac:picMk id="13" creationId="{C0A758C5-5782-2EC2-736F-DC050A8F723E}"/>
          </ac:picMkLst>
        </pc:picChg>
        <pc:picChg chg="add del mod">
          <ac:chgData name="Jacob Wyngaard" userId="6181fcd471e98458" providerId="LiveId" clId="{788BA123-62C9-4DDC-86E5-A6BCA4600216}" dt="2026-05-03T20:01:08.274" v="441" actId="478"/>
          <ac:picMkLst>
            <pc:docMk/>
            <pc:sldMk cId="2810360669" sldId="519"/>
            <ac:picMk id="14" creationId="{6798E057-8ECF-8AD2-505F-7CA8AF113153}"/>
          </ac:picMkLst>
        </pc:picChg>
        <pc:picChg chg="add mod">
          <ac:chgData name="Jacob Wyngaard" userId="6181fcd471e98458" providerId="LiveId" clId="{788BA123-62C9-4DDC-86E5-A6BCA4600216}" dt="2026-05-03T20:01:16.382" v="446" actId="1076"/>
          <ac:picMkLst>
            <pc:docMk/>
            <pc:sldMk cId="2810360669" sldId="519"/>
            <ac:picMk id="16" creationId="{3424D72C-BC0A-DBE6-209F-DE150264647B}"/>
          </ac:picMkLst>
        </pc:pic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4078091201" sldId="519"/>
        </pc:sldMkLst>
      </pc:sldChg>
      <pc:sldChg chg="addSp delSp modSp add mod">
        <pc:chgData name="Jacob Wyngaard" userId="6181fcd471e98458" providerId="LiveId" clId="{788BA123-62C9-4DDC-86E5-A6BCA4600216}" dt="2026-05-04T01:44:16.199" v="1838" actId="1076"/>
        <pc:sldMkLst>
          <pc:docMk/>
          <pc:sldMk cId="117544377" sldId="520"/>
        </pc:sldMkLst>
        <pc:spChg chg="add del mod">
          <ac:chgData name="Jacob Wyngaard" userId="6181fcd471e98458" providerId="LiveId" clId="{788BA123-62C9-4DDC-86E5-A6BCA4600216}" dt="2026-05-04T01:41:00.965" v="1723" actId="478"/>
          <ac:spMkLst>
            <pc:docMk/>
            <pc:sldMk cId="117544377" sldId="520"/>
            <ac:spMk id="2" creationId="{0F3CB545-1F7D-05ED-B887-6E0518AAAFDB}"/>
          </ac:spMkLst>
        </pc:spChg>
        <pc:spChg chg="add mod">
          <ac:chgData name="Jacob Wyngaard" userId="6181fcd471e98458" providerId="LiveId" clId="{788BA123-62C9-4DDC-86E5-A6BCA4600216}" dt="2026-05-04T01:41:13.856" v="1760" actId="14100"/>
          <ac:spMkLst>
            <pc:docMk/>
            <pc:sldMk cId="117544377" sldId="520"/>
            <ac:spMk id="4" creationId="{2F1418D3-775F-7B25-11D2-CC34F8E47C16}"/>
          </ac:spMkLst>
        </pc:spChg>
        <pc:spChg chg="add mod">
          <ac:chgData name="Jacob Wyngaard" userId="6181fcd471e98458" providerId="LiveId" clId="{788BA123-62C9-4DDC-86E5-A6BCA4600216}" dt="2026-05-04T01:44:13.108" v="1837" actId="1076"/>
          <ac:spMkLst>
            <pc:docMk/>
            <pc:sldMk cId="117544377" sldId="520"/>
            <ac:spMk id="5" creationId="{EC2F95DB-2B93-4D7D-7DC5-C82B1AA8D8C7}"/>
          </ac:spMkLst>
        </pc:spChg>
        <pc:spChg chg="add mod">
          <ac:chgData name="Jacob Wyngaard" userId="6181fcd471e98458" providerId="LiveId" clId="{788BA123-62C9-4DDC-86E5-A6BCA4600216}" dt="2026-05-04T01:44:16.199" v="1838" actId="1076"/>
          <ac:spMkLst>
            <pc:docMk/>
            <pc:sldMk cId="117544377" sldId="520"/>
            <ac:spMk id="7" creationId="{57D220F4-18AA-B7A6-91B3-865328CB2C96}"/>
          </ac:spMkLst>
        </pc:spChg>
        <pc:spChg chg="add mod">
          <ac:chgData name="Jacob Wyngaard" userId="6181fcd471e98458" providerId="LiveId" clId="{788BA123-62C9-4DDC-86E5-A6BCA4600216}" dt="2026-05-04T01:43:54.118" v="1826" actId="1076"/>
          <ac:spMkLst>
            <pc:docMk/>
            <pc:sldMk cId="117544377" sldId="520"/>
            <ac:spMk id="9" creationId="{056FEEF2-623A-91FD-8F58-98500E4A482B}"/>
          </ac:spMkLst>
        </pc:spChg>
        <pc:spChg chg="mod">
          <ac:chgData name="Jacob Wyngaard" userId="6181fcd471e98458" providerId="LiveId" clId="{788BA123-62C9-4DDC-86E5-A6BCA4600216}" dt="2026-05-03T20:04:52.514" v="800" actId="14100"/>
          <ac:spMkLst>
            <pc:docMk/>
            <pc:sldMk cId="117544377" sldId="520"/>
            <ac:spMk id="10" creationId="{D0042475-952B-4E59-F7F6-18425B46D6C0}"/>
          </ac:spMkLst>
        </pc:spChg>
        <pc:spChg chg="add mod">
          <ac:chgData name="Jacob Wyngaard" userId="6181fcd471e98458" providerId="LiveId" clId="{788BA123-62C9-4DDC-86E5-A6BCA4600216}" dt="2026-05-04T01:44:16.199" v="1838" actId="1076"/>
          <ac:spMkLst>
            <pc:docMk/>
            <pc:sldMk cId="117544377" sldId="520"/>
            <ac:spMk id="11" creationId="{BE1777FC-33EB-4BE4-47FD-CA4AECF0B1F3}"/>
          </ac:spMkLst>
        </pc:spChg>
        <pc:spChg chg="del mod">
          <ac:chgData name="Jacob Wyngaard" userId="6181fcd471e98458" providerId="LiveId" clId="{788BA123-62C9-4DDC-86E5-A6BCA4600216}" dt="2026-05-03T20:04:32.394" v="796" actId="478"/>
          <ac:spMkLst>
            <pc:docMk/>
            <pc:sldMk cId="117544377" sldId="520"/>
            <ac:spMk id="17" creationId="{E9829B51-C354-87D4-B038-752FCB29F3A3}"/>
          </ac:spMkLst>
        </pc:spChg>
        <pc:picChg chg="del">
          <ac:chgData name="Jacob Wyngaard" userId="6181fcd471e98458" providerId="LiveId" clId="{788BA123-62C9-4DDC-86E5-A6BCA4600216}" dt="2026-05-03T20:04:31.114" v="794" actId="478"/>
          <ac:picMkLst>
            <pc:docMk/>
            <pc:sldMk cId="117544377" sldId="520"/>
            <ac:picMk id="16" creationId="{4EBD5FDF-41A2-B682-B4A2-8AF78936DD27}"/>
          </ac:picMkLst>
        </pc:pic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3639019081" sldId="520"/>
        </pc:sldMkLst>
      </pc:sldChg>
      <pc:sldChg chg="addSp delSp modSp add mod">
        <pc:chgData name="Jacob Wyngaard" userId="6181fcd471e98458" providerId="LiveId" clId="{788BA123-62C9-4DDC-86E5-A6BCA4600216}" dt="2026-05-04T03:46:40.561" v="3304" actId="1076"/>
        <pc:sldMkLst>
          <pc:docMk/>
          <pc:sldMk cId="1926622717" sldId="521"/>
        </pc:sldMkLst>
        <pc:spChg chg="add del mod">
          <ac:chgData name="Jacob Wyngaard" userId="6181fcd471e98458" providerId="LiveId" clId="{788BA123-62C9-4DDC-86E5-A6BCA4600216}" dt="2026-05-04T03:33:12.515" v="2754" actId="478"/>
          <ac:spMkLst>
            <pc:docMk/>
            <pc:sldMk cId="1926622717" sldId="521"/>
            <ac:spMk id="2" creationId="{9DCCB8A8-62EB-70E0-0F1C-651C942FB9DD}"/>
          </ac:spMkLst>
        </pc:spChg>
        <pc:spChg chg="add del mod">
          <ac:chgData name="Jacob Wyngaard" userId="6181fcd471e98458" providerId="LiveId" clId="{788BA123-62C9-4DDC-86E5-A6BCA4600216}" dt="2026-05-04T03:33:13.217" v="2755" actId="478"/>
          <ac:spMkLst>
            <pc:docMk/>
            <pc:sldMk cId="1926622717" sldId="521"/>
            <ac:spMk id="3" creationId="{73EC4C39-6CC6-2631-2DA3-E3591A921CFB}"/>
          </ac:spMkLst>
        </pc:spChg>
        <pc:spChg chg="add del mod">
          <ac:chgData name="Jacob Wyngaard" userId="6181fcd471e98458" providerId="LiveId" clId="{788BA123-62C9-4DDC-86E5-A6BCA4600216}" dt="2026-05-04T03:33:14.430" v="2756" actId="478"/>
          <ac:spMkLst>
            <pc:docMk/>
            <pc:sldMk cId="1926622717" sldId="521"/>
            <ac:spMk id="4" creationId="{D510FF48-5F83-B04E-9EE1-DC1C4E7285C4}"/>
          </ac:spMkLst>
        </pc:spChg>
        <pc:spChg chg="add del mod">
          <ac:chgData name="Jacob Wyngaard" userId="6181fcd471e98458" providerId="LiveId" clId="{788BA123-62C9-4DDC-86E5-A6BCA4600216}" dt="2026-05-04T03:33:15.031" v="2757" actId="478"/>
          <ac:spMkLst>
            <pc:docMk/>
            <pc:sldMk cId="1926622717" sldId="521"/>
            <ac:spMk id="5" creationId="{78928DC1-D04F-56B5-6642-6E40D60BE993}"/>
          </ac:spMkLst>
        </pc:spChg>
        <pc:spChg chg="add del mod">
          <ac:chgData name="Jacob Wyngaard" userId="6181fcd471e98458" providerId="LiveId" clId="{788BA123-62C9-4DDC-86E5-A6BCA4600216}" dt="2026-05-04T03:33:09.674" v="2753" actId="478"/>
          <ac:spMkLst>
            <pc:docMk/>
            <pc:sldMk cId="1926622717" sldId="521"/>
            <ac:spMk id="7" creationId="{933D098B-2326-7A6B-93A0-77FCF838DA6C}"/>
          </ac:spMkLst>
        </pc:spChg>
        <pc:spChg chg="mod">
          <ac:chgData name="Jacob Wyngaard" userId="6181fcd471e98458" providerId="LiveId" clId="{788BA123-62C9-4DDC-86E5-A6BCA4600216}" dt="2026-05-03T20:05:26.326" v="815" actId="1076"/>
          <ac:spMkLst>
            <pc:docMk/>
            <pc:sldMk cId="1926622717" sldId="521"/>
            <ac:spMk id="10" creationId="{66573531-976D-9B22-5AE4-28E924F358CE}"/>
          </ac:spMkLst>
        </pc:spChg>
        <pc:spChg chg="add del mod">
          <ac:chgData name="Jacob Wyngaard" userId="6181fcd471e98458" providerId="LiveId" clId="{788BA123-62C9-4DDC-86E5-A6BCA4600216}" dt="2026-05-04T03:33:08.973" v="2752" actId="478"/>
          <ac:spMkLst>
            <pc:docMk/>
            <pc:sldMk cId="1926622717" sldId="521"/>
            <ac:spMk id="11" creationId="{C4C84BD7-AF27-7C5A-1E1B-6C9ED4D3AC16}"/>
          </ac:spMkLst>
        </pc:spChg>
        <pc:spChg chg="add mod">
          <ac:chgData name="Jacob Wyngaard" userId="6181fcd471e98458" providerId="LiveId" clId="{788BA123-62C9-4DDC-86E5-A6BCA4600216}" dt="2026-05-04T03:33:31.405" v="2783" actId="20577"/>
          <ac:spMkLst>
            <pc:docMk/>
            <pc:sldMk cId="1926622717" sldId="521"/>
            <ac:spMk id="12" creationId="{4E776647-CFF7-FE01-3A74-CE5FB178F960}"/>
          </ac:spMkLst>
        </pc:spChg>
        <pc:spChg chg="add mod">
          <ac:chgData name="Jacob Wyngaard" userId="6181fcd471e98458" providerId="LiveId" clId="{788BA123-62C9-4DDC-86E5-A6BCA4600216}" dt="2026-05-04T03:34:56.547" v="2826" actId="14100"/>
          <ac:spMkLst>
            <pc:docMk/>
            <pc:sldMk cId="1926622717" sldId="521"/>
            <ac:spMk id="13" creationId="{27ADD575-05E8-1179-3189-D605BE7977C6}"/>
          </ac:spMkLst>
        </pc:spChg>
        <pc:spChg chg="add mod">
          <ac:chgData name="Jacob Wyngaard" userId="6181fcd471e98458" providerId="LiveId" clId="{788BA123-62C9-4DDC-86E5-A6BCA4600216}" dt="2026-05-04T03:40:02.041" v="3050" actId="14100"/>
          <ac:spMkLst>
            <pc:docMk/>
            <pc:sldMk cId="1926622717" sldId="521"/>
            <ac:spMk id="14" creationId="{03FE60ED-5D5F-08A0-1976-7731D3973C2E}"/>
          </ac:spMkLst>
        </pc:spChg>
        <pc:spChg chg="add mod">
          <ac:chgData name="Jacob Wyngaard" userId="6181fcd471e98458" providerId="LiveId" clId="{788BA123-62C9-4DDC-86E5-A6BCA4600216}" dt="2026-05-04T03:38:38.265" v="2992" actId="1076"/>
          <ac:spMkLst>
            <pc:docMk/>
            <pc:sldMk cId="1926622717" sldId="521"/>
            <ac:spMk id="15" creationId="{C6EA382D-FD17-8B1D-BBE0-34BE4D00B5D6}"/>
          </ac:spMkLst>
        </pc:spChg>
        <pc:spChg chg="add mod">
          <ac:chgData name="Jacob Wyngaard" userId="6181fcd471e98458" providerId="LiveId" clId="{788BA123-62C9-4DDC-86E5-A6BCA4600216}" dt="2026-05-04T03:40:56.092" v="3070" actId="114"/>
          <ac:spMkLst>
            <pc:docMk/>
            <pc:sldMk cId="1926622717" sldId="521"/>
            <ac:spMk id="16" creationId="{CACE0BFC-AEEB-29A2-C34A-5CC48F203003}"/>
          </ac:spMkLst>
        </pc:spChg>
        <pc:spChg chg="add mod">
          <ac:chgData name="Jacob Wyngaard" userId="6181fcd471e98458" providerId="LiveId" clId="{788BA123-62C9-4DDC-86E5-A6BCA4600216}" dt="2026-05-04T03:44:57.687" v="3214" actId="20577"/>
          <ac:spMkLst>
            <pc:docMk/>
            <pc:sldMk cId="1926622717" sldId="521"/>
            <ac:spMk id="17" creationId="{C5DE7959-A987-8A38-EAE0-10A0F112A00F}"/>
          </ac:spMkLst>
        </pc:spChg>
        <pc:spChg chg="add mod">
          <ac:chgData name="Jacob Wyngaard" userId="6181fcd471e98458" providerId="LiveId" clId="{788BA123-62C9-4DDC-86E5-A6BCA4600216}" dt="2026-05-04T03:43:20.974" v="3156" actId="1076"/>
          <ac:spMkLst>
            <pc:docMk/>
            <pc:sldMk cId="1926622717" sldId="521"/>
            <ac:spMk id="18" creationId="{D9B8F207-D1C9-640F-D0AD-7531F46B8448}"/>
          </ac:spMkLst>
        </pc:spChg>
        <pc:spChg chg="add mod">
          <ac:chgData name="Jacob Wyngaard" userId="6181fcd471e98458" providerId="LiveId" clId="{788BA123-62C9-4DDC-86E5-A6BCA4600216}" dt="2026-05-04T03:44:22.170" v="3182" actId="1076"/>
          <ac:spMkLst>
            <pc:docMk/>
            <pc:sldMk cId="1926622717" sldId="521"/>
            <ac:spMk id="19" creationId="{F2BD51BF-9944-6F35-52B4-560D8AD7D9E5}"/>
          </ac:spMkLst>
        </pc:spChg>
        <pc:spChg chg="add mod">
          <ac:chgData name="Jacob Wyngaard" userId="6181fcd471e98458" providerId="LiveId" clId="{788BA123-62C9-4DDC-86E5-A6BCA4600216}" dt="2026-05-04T03:45:00.439" v="3215" actId="14100"/>
          <ac:spMkLst>
            <pc:docMk/>
            <pc:sldMk cId="1926622717" sldId="521"/>
            <ac:spMk id="20" creationId="{584AC1FB-47BB-3C81-1E2C-97C5D6984C9D}"/>
          </ac:spMkLst>
        </pc:spChg>
        <pc:spChg chg="add mod">
          <ac:chgData name="Jacob Wyngaard" userId="6181fcd471e98458" providerId="LiveId" clId="{788BA123-62C9-4DDC-86E5-A6BCA4600216}" dt="2026-05-04T03:45:21.688" v="3225" actId="1076"/>
          <ac:spMkLst>
            <pc:docMk/>
            <pc:sldMk cId="1926622717" sldId="521"/>
            <ac:spMk id="21" creationId="{51A4850B-D21E-DFB7-D9FA-C01310BC72A1}"/>
          </ac:spMkLst>
        </pc:spChg>
        <pc:spChg chg="add mod">
          <ac:chgData name="Jacob Wyngaard" userId="6181fcd471e98458" providerId="LiveId" clId="{788BA123-62C9-4DDC-86E5-A6BCA4600216}" dt="2026-05-04T03:45:35.264" v="3236" actId="14100"/>
          <ac:spMkLst>
            <pc:docMk/>
            <pc:sldMk cId="1926622717" sldId="521"/>
            <ac:spMk id="22" creationId="{0765BFD0-934E-F52C-63A0-91653D56CB91}"/>
          </ac:spMkLst>
        </pc:spChg>
        <pc:spChg chg="add mod">
          <ac:chgData name="Jacob Wyngaard" userId="6181fcd471e98458" providerId="LiveId" clId="{788BA123-62C9-4DDC-86E5-A6BCA4600216}" dt="2026-05-04T03:45:45.811" v="3241" actId="114"/>
          <ac:spMkLst>
            <pc:docMk/>
            <pc:sldMk cId="1926622717" sldId="521"/>
            <ac:spMk id="23" creationId="{0CDB6FA7-1D68-B143-F26B-33664FAA5736}"/>
          </ac:spMkLst>
        </pc:spChg>
        <pc:spChg chg="add mod">
          <ac:chgData name="Jacob Wyngaard" userId="6181fcd471e98458" providerId="LiveId" clId="{788BA123-62C9-4DDC-86E5-A6BCA4600216}" dt="2026-05-04T03:46:40.561" v="3304" actId="1076"/>
          <ac:spMkLst>
            <pc:docMk/>
            <pc:sldMk cId="1926622717" sldId="521"/>
            <ac:spMk id="24" creationId="{7B32B178-C78C-2672-AB95-5A400B762812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3703041974" sldId="521"/>
        </pc:sldMkLst>
      </pc:sldChg>
      <pc:sldChg chg="addSp delSp modSp add mod">
        <pc:chgData name="Jacob Wyngaard" userId="6181fcd471e98458" providerId="LiveId" clId="{788BA123-62C9-4DDC-86E5-A6BCA4600216}" dt="2026-05-04T04:03:28.313" v="4094" actId="5793"/>
        <pc:sldMkLst>
          <pc:docMk/>
          <pc:sldMk cId="65594124" sldId="522"/>
        </pc:sldMkLst>
        <pc:spChg chg="add del mod">
          <ac:chgData name="Jacob Wyngaard" userId="6181fcd471e98458" providerId="LiveId" clId="{788BA123-62C9-4DDC-86E5-A6BCA4600216}" dt="2026-05-04T03:59:30.374" v="3833" actId="478"/>
          <ac:spMkLst>
            <pc:docMk/>
            <pc:sldMk cId="65594124" sldId="522"/>
            <ac:spMk id="2" creationId="{47151680-0889-D4CB-DAAB-3A9B66767B31}"/>
          </ac:spMkLst>
        </pc:spChg>
        <pc:spChg chg="add del mod">
          <ac:chgData name="Jacob Wyngaard" userId="6181fcd471e98458" providerId="LiveId" clId="{788BA123-62C9-4DDC-86E5-A6BCA4600216}" dt="2026-05-04T03:59:31.171" v="3834" actId="478"/>
          <ac:spMkLst>
            <pc:docMk/>
            <pc:sldMk cId="65594124" sldId="522"/>
            <ac:spMk id="3" creationId="{BF8454A9-95D2-DB78-0F59-E1D43EAC12DA}"/>
          </ac:spMkLst>
        </pc:spChg>
        <pc:spChg chg="add mod">
          <ac:chgData name="Jacob Wyngaard" userId="6181fcd471e98458" providerId="LiveId" clId="{788BA123-62C9-4DDC-86E5-A6BCA4600216}" dt="2026-05-04T04:03:28.313" v="4094" actId="5793"/>
          <ac:spMkLst>
            <pc:docMk/>
            <pc:sldMk cId="65594124" sldId="522"/>
            <ac:spMk id="4" creationId="{EDD2AABD-3A4C-CFDA-4B32-B856623F93E3}"/>
          </ac:spMkLst>
        </pc:spChg>
        <pc:spChg chg="mod">
          <ac:chgData name="Jacob Wyngaard" userId="6181fcd471e98458" providerId="LiveId" clId="{788BA123-62C9-4DDC-86E5-A6BCA4600216}" dt="2026-05-04T03:59:18.138" v="3832" actId="1076"/>
          <ac:spMkLst>
            <pc:docMk/>
            <pc:sldMk cId="65594124" sldId="522"/>
            <ac:spMk id="10" creationId="{35537A03-3102-C9FC-DF53-FEC97B80EE72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735938591" sldId="523"/>
        </pc:sldMkLst>
      </pc:sldChg>
      <pc:sldChg chg="modSp add mod">
        <pc:chgData name="Jacob Wyngaard" userId="6181fcd471e98458" providerId="LiveId" clId="{788BA123-62C9-4DDC-86E5-A6BCA4600216}" dt="2026-05-03T20:06:00.436" v="827" actId="1076"/>
        <pc:sldMkLst>
          <pc:docMk/>
          <pc:sldMk cId="1665934930" sldId="523"/>
        </pc:sldMkLst>
        <pc:spChg chg="mod">
          <ac:chgData name="Jacob Wyngaard" userId="6181fcd471e98458" providerId="LiveId" clId="{788BA123-62C9-4DDC-86E5-A6BCA4600216}" dt="2026-05-03T20:06:00.436" v="827" actId="1076"/>
          <ac:spMkLst>
            <pc:docMk/>
            <pc:sldMk cId="1665934930" sldId="523"/>
            <ac:spMk id="10" creationId="{1CCD2513-1B1E-52DF-1592-419C6733C116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649136029" sldId="524"/>
        </pc:sldMkLst>
      </pc:sldChg>
      <pc:sldChg chg="modSp add mod">
        <pc:chgData name="Jacob Wyngaard" userId="6181fcd471e98458" providerId="LiveId" clId="{788BA123-62C9-4DDC-86E5-A6BCA4600216}" dt="2026-05-03T20:06:22.660" v="836" actId="1076"/>
        <pc:sldMkLst>
          <pc:docMk/>
          <pc:sldMk cId="3091948000" sldId="524"/>
        </pc:sldMkLst>
        <pc:spChg chg="mod">
          <ac:chgData name="Jacob Wyngaard" userId="6181fcd471e98458" providerId="LiveId" clId="{788BA123-62C9-4DDC-86E5-A6BCA4600216}" dt="2026-05-03T20:06:22.660" v="836" actId="1076"/>
          <ac:spMkLst>
            <pc:docMk/>
            <pc:sldMk cId="3091948000" sldId="524"/>
            <ac:spMk id="10" creationId="{A083F89E-DB5B-EFF4-9DB5-6402825FEE77}"/>
          </ac:spMkLst>
        </pc:spChg>
      </pc:sldChg>
      <pc:sldChg chg="addSp delSp modSp add mod ord">
        <pc:chgData name="Jacob Wyngaard" userId="6181fcd471e98458" providerId="LiveId" clId="{788BA123-62C9-4DDC-86E5-A6BCA4600216}" dt="2026-05-03T20:18:44.946" v="1029"/>
        <pc:sldMkLst>
          <pc:docMk/>
          <pc:sldMk cId="327227251" sldId="525"/>
        </pc:sldMkLst>
        <pc:spChg chg="del">
          <ac:chgData name="Jacob Wyngaard" userId="6181fcd471e98458" providerId="LiveId" clId="{788BA123-62C9-4DDC-86E5-A6BCA4600216}" dt="2026-05-03T20:07:42.014" v="889" actId="478"/>
          <ac:spMkLst>
            <pc:docMk/>
            <pc:sldMk cId="327227251" sldId="525"/>
            <ac:spMk id="4" creationId="{54444B42-1DAF-C785-227C-D7A77895CBD5}"/>
          </ac:spMkLst>
        </pc:spChg>
        <pc:spChg chg="add del mod">
          <ac:chgData name="Jacob Wyngaard" userId="6181fcd471e98458" providerId="LiveId" clId="{788BA123-62C9-4DDC-86E5-A6BCA4600216}" dt="2026-05-03T20:07:42.014" v="889" actId="478"/>
          <ac:spMkLst>
            <pc:docMk/>
            <pc:sldMk cId="327227251" sldId="525"/>
            <ac:spMk id="5" creationId="{F2C54B4D-3B3C-251F-D879-3986D9CBC71B}"/>
          </ac:spMkLst>
        </pc:spChg>
        <pc:spChg chg="del">
          <ac:chgData name="Jacob Wyngaard" userId="6181fcd471e98458" providerId="LiveId" clId="{788BA123-62C9-4DDC-86E5-A6BCA4600216}" dt="2026-05-03T20:07:42.014" v="889" actId="478"/>
          <ac:spMkLst>
            <pc:docMk/>
            <pc:sldMk cId="327227251" sldId="525"/>
            <ac:spMk id="7" creationId="{02EA07A1-3D45-4D11-97DE-1369168955DB}"/>
          </ac:spMkLst>
        </pc:spChg>
        <pc:spChg chg="del">
          <ac:chgData name="Jacob Wyngaard" userId="6181fcd471e98458" providerId="LiveId" clId="{788BA123-62C9-4DDC-86E5-A6BCA4600216}" dt="2026-05-03T20:07:43.682" v="891" actId="478"/>
          <ac:spMkLst>
            <pc:docMk/>
            <pc:sldMk cId="327227251" sldId="525"/>
            <ac:spMk id="9" creationId="{117248FA-EA92-3DEB-6262-9666484E1B0F}"/>
          </ac:spMkLst>
        </pc:spChg>
        <pc:spChg chg="mod">
          <ac:chgData name="Jacob Wyngaard" userId="6181fcd471e98458" providerId="LiveId" clId="{788BA123-62C9-4DDC-86E5-A6BCA4600216}" dt="2026-05-03T20:07:13.005" v="883" actId="1076"/>
          <ac:spMkLst>
            <pc:docMk/>
            <pc:sldMk cId="327227251" sldId="525"/>
            <ac:spMk id="10" creationId="{FCA2A6DC-7D1E-8ED4-F8EE-3408E9E1B5F3}"/>
          </ac:spMkLst>
        </pc:spChg>
        <pc:spChg chg="add del mod">
          <ac:chgData name="Jacob Wyngaard" userId="6181fcd471e98458" providerId="LiveId" clId="{788BA123-62C9-4DDC-86E5-A6BCA4600216}" dt="2026-05-03T20:07:45.828" v="892" actId="478"/>
          <ac:spMkLst>
            <pc:docMk/>
            <pc:sldMk cId="327227251" sldId="525"/>
            <ac:spMk id="11" creationId="{F23E2FF0-0BE5-5E56-D507-63A31D7D6738}"/>
          </ac:spMkLst>
        </pc:spChg>
        <pc:spChg chg="add del mod">
          <ac:chgData name="Jacob Wyngaard" userId="6181fcd471e98458" providerId="LiveId" clId="{788BA123-62C9-4DDC-86E5-A6BCA4600216}" dt="2026-05-03T20:07:43.151" v="890" actId="478"/>
          <ac:spMkLst>
            <pc:docMk/>
            <pc:sldMk cId="327227251" sldId="525"/>
            <ac:spMk id="12" creationId="{5A8D0EC9-C1EF-63F2-5689-8673B21ECEF5}"/>
          </ac:spMkLst>
        </pc:spChg>
        <pc:spChg chg="add mod">
          <ac:chgData name="Jacob Wyngaard" userId="6181fcd471e98458" providerId="LiveId" clId="{788BA123-62C9-4DDC-86E5-A6BCA4600216}" dt="2026-05-03T20:07:26.152" v="885" actId="1076"/>
          <ac:spMkLst>
            <pc:docMk/>
            <pc:sldMk cId="327227251" sldId="525"/>
            <ac:spMk id="13" creationId="{EDF5E2B5-2491-0862-F120-4D30E732D2A2}"/>
          </ac:spMkLst>
        </pc:spChg>
        <pc:spChg chg="mod">
          <ac:chgData name="Jacob Wyngaard" userId="6181fcd471e98458" providerId="LiveId" clId="{788BA123-62C9-4DDC-86E5-A6BCA4600216}" dt="2026-05-03T20:07:27.826" v="886" actId="1076"/>
          <ac:spMkLst>
            <pc:docMk/>
            <pc:sldMk cId="327227251" sldId="525"/>
            <ac:spMk id="14" creationId="{07ECCCE0-3174-14E2-3205-F6FA85D3EDC6}"/>
          </ac:spMkLst>
        </pc:spChg>
        <pc:spChg chg="add mod">
          <ac:chgData name="Jacob Wyngaard" userId="6181fcd471e98458" providerId="LiveId" clId="{788BA123-62C9-4DDC-86E5-A6BCA4600216}" dt="2026-05-03T20:08:47.770" v="915" actId="20577"/>
          <ac:spMkLst>
            <pc:docMk/>
            <pc:sldMk cId="327227251" sldId="525"/>
            <ac:spMk id="15" creationId="{C788A83F-B412-78D3-49B6-8A367E716024}"/>
          </ac:spMkLst>
        </pc:spChg>
        <pc:spChg chg="add mod">
          <ac:chgData name="Jacob Wyngaard" userId="6181fcd471e98458" providerId="LiveId" clId="{788BA123-62C9-4DDC-86E5-A6BCA4600216}" dt="2026-05-03T20:10:17.252" v="941" actId="1076"/>
          <ac:spMkLst>
            <pc:docMk/>
            <pc:sldMk cId="327227251" sldId="525"/>
            <ac:spMk id="16" creationId="{906C6F60-89A0-F8DB-7917-83629C3A8FE7}"/>
          </ac:spMkLst>
        </pc:spChg>
        <pc:spChg chg="add mod">
          <ac:chgData name="Jacob Wyngaard" userId="6181fcd471e98458" providerId="LiveId" clId="{788BA123-62C9-4DDC-86E5-A6BCA4600216}" dt="2026-05-03T20:10:02.889" v="937" actId="1076"/>
          <ac:spMkLst>
            <pc:docMk/>
            <pc:sldMk cId="327227251" sldId="525"/>
            <ac:spMk id="17" creationId="{C5BCCE3A-F5DD-6C6E-E795-2C6ECEE60965}"/>
          </ac:spMkLst>
        </pc:spChg>
        <pc:spChg chg="add mod">
          <ac:chgData name="Jacob Wyngaard" userId="6181fcd471e98458" providerId="LiveId" clId="{788BA123-62C9-4DDC-86E5-A6BCA4600216}" dt="2026-05-03T20:09:56.857" v="936" actId="1076"/>
          <ac:spMkLst>
            <pc:docMk/>
            <pc:sldMk cId="327227251" sldId="525"/>
            <ac:spMk id="18" creationId="{198347F1-0485-B054-9DB2-E43E73D38334}"/>
          </ac:spMkLst>
        </pc:spChg>
        <pc:spChg chg="add mod">
          <ac:chgData name="Jacob Wyngaard" userId="6181fcd471e98458" providerId="LiveId" clId="{788BA123-62C9-4DDC-86E5-A6BCA4600216}" dt="2026-05-03T20:09:17.317" v="922" actId="1076"/>
          <ac:spMkLst>
            <pc:docMk/>
            <pc:sldMk cId="327227251" sldId="525"/>
            <ac:spMk id="19" creationId="{80E0A3E2-26C8-132E-3C0A-FD4F422FF4B5}"/>
          </ac:spMkLst>
        </pc:spChg>
        <pc:spChg chg="mod">
          <ac:chgData name="Jacob Wyngaard" userId="6181fcd471e98458" providerId="LiveId" clId="{788BA123-62C9-4DDC-86E5-A6BCA4600216}" dt="2026-05-03T20:09:26.201" v="926" actId="1076"/>
          <ac:spMkLst>
            <pc:docMk/>
            <pc:sldMk cId="327227251" sldId="525"/>
            <ac:spMk id="20" creationId="{698BF70F-C500-2EF4-2DBC-627BFAB086B6}"/>
          </ac:spMkLst>
        </pc:spChg>
        <pc:spChg chg="add mod">
          <ac:chgData name="Jacob Wyngaard" userId="6181fcd471e98458" providerId="LiveId" clId="{788BA123-62C9-4DDC-86E5-A6BCA4600216}" dt="2026-05-03T20:10:19.748" v="943" actId="1036"/>
          <ac:spMkLst>
            <pc:docMk/>
            <pc:sldMk cId="327227251" sldId="525"/>
            <ac:spMk id="21" creationId="{6269F748-CFED-3B02-4841-54A978350146}"/>
          </ac:spMkLst>
        </pc:spChg>
        <pc:spChg chg="add mod">
          <ac:chgData name="Jacob Wyngaard" userId="6181fcd471e98458" providerId="LiveId" clId="{788BA123-62C9-4DDC-86E5-A6BCA4600216}" dt="2026-05-03T20:09:34.061" v="929" actId="20577"/>
          <ac:spMkLst>
            <pc:docMk/>
            <pc:sldMk cId="327227251" sldId="525"/>
            <ac:spMk id="23" creationId="{D9BB5BE2-FF16-8281-0800-43944A5114E0}"/>
          </ac:spMkLst>
        </pc:spChg>
        <pc:spChg chg="add mod">
          <ac:chgData name="Jacob Wyngaard" userId="6181fcd471e98458" providerId="LiveId" clId="{788BA123-62C9-4DDC-86E5-A6BCA4600216}" dt="2026-05-03T20:10:12.026" v="940" actId="20577"/>
          <ac:spMkLst>
            <pc:docMk/>
            <pc:sldMk cId="327227251" sldId="525"/>
            <ac:spMk id="24" creationId="{CD80ECF9-D465-726D-27CF-EA59B9FABCB5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5" creationId="{61632959-2DC3-BDDA-714A-9AB1A5AC6F87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6" creationId="{B8AE942B-5662-C3B9-F528-E8536B0E9CD8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7" creationId="{2E84E83A-3F74-3470-2D99-70B8DCF5F271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8" creationId="{CABC906A-38CF-58A8-2F82-207309E59C80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29" creationId="{269A120C-6DFE-9DB0-789C-B0EB58DA86F7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30" creationId="{73825C9A-271E-7AD9-2DCB-CF51429B5ABA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31" creationId="{EF011B48-F1E4-982F-9090-82D0C6B39821}"/>
          </ac:spMkLst>
        </pc:spChg>
        <pc:spChg chg="add mod">
          <ac:chgData name="Jacob Wyngaard" userId="6181fcd471e98458" providerId="LiveId" clId="{788BA123-62C9-4DDC-86E5-A6BCA4600216}" dt="2026-05-03T20:10:36.854" v="945" actId="1076"/>
          <ac:spMkLst>
            <pc:docMk/>
            <pc:sldMk cId="327227251" sldId="525"/>
            <ac:spMk id="32" creationId="{45EF1B80-C597-0F11-047B-D6DB93C6DB73}"/>
          </ac:spMkLst>
        </pc:spChg>
        <pc:spChg chg="add mod">
          <ac:chgData name="Jacob Wyngaard" userId="6181fcd471e98458" providerId="LiveId" clId="{788BA123-62C9-4DDC-86E5-A6BCA4600216}" dt="2026-05-03T20:18:44.946" v="1029"/>
          <ac:spMkLst>
            <pc:docMk/>
            <pc:sldMk cId="327227251" sldId="525"/>
            <ac:spMk id="33" creationId="{F0582B79-DF92-7CCD-1CFE-A14458A002CB}"/>
          </ac:spMkLst>
        </pc:spChg>
        <pc:graphicFrameChg chg="mod modGraphic">
          <ac:chgData name="Jacob Wyngaard" userId="6181fcd471e98458" providerId="LiveId" clId="{788BA123-62C9-4DDC-86E5-A6BCA4600216}" dt="2026-05-03T20:11:49.326" v="957" actId="20577"/>
          <ac:graphicFrameMkLst>
            <pc:docMk/>
            <pc:sldMk cId="327227251" sldId="525"/>
            <ac:graphicFrameMk id="2" creationId="{0072B6C6-FC9C-C8EE-F0ED-B98FFC1CBE62}"/>
          </ac:graphicFrameMkLst>
        </pc:graphicFrameChg>
        <pc:graphicFrameChg chg="del">
          <ac:chgData name="Jacob Wyngaard" userId="6181fcd471e98458" providerId="LiveId" clId="{788BA123-62C9-4DDC-86E5-A6BCA4600216}" dt="2026-05-03T20:08:51.607" v="916" actId="478"/>
          <ac:graphicFrameMkLst>
            <pc:docMk/>
            <pc:sldMk cId="327227251" sldId="525"/>
            <ac:graphicFrameMk id="3" creationId="{6A3F21F4-B40A-AE30-9116-E4B2EB53C3AF}"/>
          </ac:graphicFrameMkLst>
        </pc:graphicFrameChg>
        <pc:graphicFrameChg chg="add mod modGraphic">
          <ac:chgData name="Jacob Wyngaard" userId="6181fcd471e98458" providerId="LiveId" clId="{788BA123-62C9-4DDC-86E5-A6BCA4600216}" dt="2026-05-03T20:12:23.498" v="965" actId="20577"/>
          <ac:graphicFrameMkLst>
            <pc:docMk/>
            <pc:sldMk cId="327227251" sldId="525"/>
            <ac:graphicFrameMk id="22" creationId="{21242931-E686-160A-BBA5-85B3E6C8FB04}"/>
          </ac:graphicFrameMkLst>
        </pc:graphicFrame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947981251" sldId="525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3191933695" sldId="526"/>
        </pc:sldMkLst>
      </pc:sldChg>
      <pc:sldChg chg="addSp delSp modSp add mod">
        <pc:chgData name="Jacob Wyngaard" userId="6181fcd471e98458" providerId="LiveId" clId="{788BA123-62C9-4DDC-86E5-A6BCA4600216}" dt="2026-05-03T20:19:10.598" v="1039" actId="1076"/>
        <pc:sldMkLst>
          <pc:docMk/>
          <pc:sldMk cId="4062173530" sldId="526"/>
        </pc:sldMkLst>
        <pc:spChg chg="add mod">
          <ac:chgData name="Jacob Wyngaard" userId="6181fcd471e98458" providerId="LiveId" clId="{788BA123-62C9-4DDC-86E5-A6BCA4600216}" dt="2026-05-03T20:18:38.623" v="1028" actId="20577"/>
          <ac:spMkLst>
            <pc:docMk/>
            <pc:sldMk cId="4062173530" sldId="526"/>
            <ac:spMk id="3" creationId="{A6DC1E59-BA3D-22DB-DD01-9CF37483F62A}"/>
          </ac:spMkLst>
        </pc:spChg>
        <pc:spChg chg="add mod">
          <ac:chgData name="Jacob Wyngaard" userId="6181fcd471e98458" providerId="LiveId" clId="{788BA123-62C9-4DDC-86E5-A6BCA4600216}" dt="2026-05-03T20:19:04.992" v="1037" actId="14100"/>
          <ac:spMkLst>
            <pc:docMk/>
            <pc:sldMk cId="4062173530" sldId="526"/>
            <ac:spMk id="4" creationId="{499AF561-54D6-5B99-45FE-87994BCF9DE4}"/>
          </ac:spMkLst>
        </pc:spChg>
        <pc:spChg chg="add mod">
          <ac:chgData name="Jacob Wyngaard" userId="6181fcd471e98458" providerId="LiveId" clId="{788BA123-62C9-4DDC-86E5-A6BCA4600216}" dt="2026-05-03T20:19:10.598" v="1039" actId="1076"/>
          <ac:spMkLst>
            <pc:docMk/>
            <pc:sldMk cId="4062173530" sldId="526"/>
            <ac:spMk id="5" creationId="{9B743735-FC4B-DC64-A1F0-D6752FE68F59}"/>
          </ac:spMkLst>
        </pc:spChg>
        <pc:spChg chg="del mod">
          <ac:chgData name="Jacob Wyngaard" userId="6181fcd471e98458" providerId="LiveId" clId="{788BA123-62C9-4DDC-86E5-A6BCA4600216}" dt="2026-05-03T20:17:17.387" v="968" actId="478"/>
          <ac:spMkLst>
            <pc:docMk/>
            <pc:sldMk cId="4062173530" sldId="526"/>
            <ac:spMk id="13" creationId="{02AF3D1B-C25F-104B-0A3C-8E1B229FB652}"/>
          </ac:spMkLst>
        </pc:spChg>
        <pc:spChg chg="del">
          <ac:chgData name="Jacob Wyngaard" userId="6181fcd471e98458" providerId="LiveId" clId="{788BA123-62C9-4DDC-86E5-A6BCA4600216}" dt="2026-05-03T20:17:18.526" v="969" actId="478"/>
          <ac:spMkLst>
            <pc:docMk/>
            <pc:sldMk cId="4062173530" sldId="526"/>
            <ac:spMk id="14" creationId="{BDEE9231-F1DB-2C29-337B-DD6F9DB7CF76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1964432699" sldId="527"/>
        </pc:sldMkLst>
      </pc:sldChg>
      <pc:sldChg chg="addSp delSp modSp add mod">
        <pc:chgData name="Jacob Wyngaard" userId="6181fcd471e98458" providerId="LiveId" clId="{788BA123-62C9-4DDC-86E5-A6BCA4600216}" dt="2026-05-03T20:22:23.328" v="1082" actId="1076"/>
        <pc:sldMkLst>
          <pc:docMk/>
          <pc:sldMk cId="3731224733" sldId="527"/>
        </pc:sldMkLst>
        <pc:spChg chg="mod">
          <ac:chgData name="Jacob Wyngaard" userId="6181fcd471e98458" providerId="LiveId" clId="{788BA123-62C9-4DDC-86E5-A6BCA4600216}" dt="2026-05-03T20:19:51.502" v="1065" actId="20577"/>
          <ac:spMkLst>
            <pc:docMk/>
            <pc:sldMk cId="3731224733" sldId="527"/>
            <ac:spMk id="3" creationId="{5897C556-EA5B-3E98-D1F3-F1D3CF99993B}"/>
          </ac:spMkLst>
        </pc:spChg>
        <pc:spChg chg="mod">
          <ac:chgData name="Jacob Wyngaard" userId="6181fcd471e98458" providerId="LiveId" clId="{788BA123-62C9-4DDC-86E5-A6BCA4600216}" dt="2026-05-03T20:21:12.143" v="1077" actId="207"/>
          <ac:spMkLst>
            <pc:docMk/>
            <pc:sldMk cId="3731224733" sldId="527"/>
            <ac:spMk id="4" creationId="{46152107-8696-CD88-ACA8-08CE53B73468}"/>
          </ac:spMkLst>
        </pc:spChg>
        <pc:spChg chg="del">
          <ac:chgData name="Jacob Wyngaard" userId="6181fcd471e98458" providerId="LiveId" clId="{788BA123-62C9-4DDC-86E5-A6BCA4600216}" dt="2026-05-03T20:20:52.909" v="1076" actId="478"/>
          <ac:spMkLst>
            <pc:docMk/>
            <pc:sldMk cId="3731224733" sldId="527"/>
            <ac:spMk id="5" creationId="{E91FDB8B-770D-CFC5-0A86-B3506197AEF2}"/>
          </ac:spMkLst>
        </pc:spChg>
        <pc:spChg chg="add mod">
          <ac:chgData name="Jacob Wyngaard" userId="6181fcd471e98458" providerId="LiveId" clId="{788BA123-62C9-4DDC-86E5-A6BCA4600216}" dt="2026-05-03T20:21:50.216" v="1079" actId="207"/>
          <ac:spMkLst>
            <pc:docMk/>
            <pc:sldMk cId="3731224733" sldId="527"/>
            <ac:spMk id="7" creationId="{920A73FE-30DC-848D-1FEF-0DF55E233C32}"/>
          </ac:spMkLst>
        </pc:spChg>
        <pc:spChg chg="add del mod">
          <ac:chgData name="Jacob Wyngaard" userId="6181fcd471e98458" providerId="LiveId" clId="{788BA123-62C9-4DDC-86E5-A6BCA4600216}" dt="2026-05-03T20:20:41.666" v="1073" actId="478"/>
          <ac:spMkLst>
            <pc:docMk/>
            <pc:sldMk cId="3731224733" sldId="527"/>
            <ac:spMk id="9" creationId="{F86EC7FA-602E-1CDC-F1CF-23169AF90DF5}"/>
          </ac:spMkLst>
        </pc:spChg>
        <pc:spChg chg="add mod">
          <ac:chgData name="Jacob Wyngaard" userId="6181fcd471e98458" providerId="LiveId" clId="{788BA123-62C9-4DDC-86E5-A6BCA4600216}" dt="2026-05-03T20:21:53.270" v="1080" actId="207"/>
          <ac:spMkLst>
            <pc:docMk/>
            <pc:sldMk cId="3731224733" sldId="527"/>
            <ac:spMk id="11" creationId="{7817E5A9-A3AD-3999-CE59-F8808F58959C}"/>
          </ac:spMkLst>
        </pc:spChg>
        <pc:spChg chg="add mod">
          <ac:chgData name="Jacob Wyngaard" userId="6181fcd471e98458" providerId="LiveId" clId="{788BA123-62C9-4DDC-86E5-A6BCA4600216}" dt="2026-05-03T20:21:26.220" v="1078" actId="207"/>
          <ac:spMkLst>
            <pc:docMk/>
            <pc:sldMk cId="3731224733" sldId="527"/>
            <ac:spMk id="12" creationId="{38257465-DA8B-135A-C1A7-1089F7855FC5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13" creationId="{0A17B795-CDC5-5763-CF90-31CCA7DB8C6A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14" creationId="{7709B88E-3BB9-FF2B-C0B7-BEEB07FBAF5B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33" creationId="{A9BE96B1-D1BC-777C-6839-3C995B6D2B97}"/>
          </ac:spMkLst>
        </pc:spChg>
        <pc:spChg chg="add mod">
          <ac:chgData name="Jacob Wyngaard" userId="6181fcd471e98458" providerId="LiveId" clId="{788BA123-62C9-4DDC-86E5-A6BCA4600216}" dt="2026-05-03T20:22:23.328" v="1082" actId="1076"/>
          <ac:spMkLst>
            <pc:docMk/>
            <pc:sldMk cId="3731224733" sldId="527"/>
            <ac:spMk id="34" creationId="{3AFDEFAF-EFD5-C78C-27D8-1F29995885AE}"/>
          </ac:spMkLst>
        </pc:spChg>
      </pc:sldChg>
      <pc:sldChg chg="addSp delSp modSp add mod">
        <pc:chgData name="Jacob Wyngaard" userId="6181fcd471e98458" providerId="LiveId" clId="{788BA123-62C9-4DDC-86E5-A6BCA4600216}" dt="2026-05-03T20:26:59.477" v="1168" actId="1035"/>
        <pc:sldMkLst>
          <pc:docMk/>
          <pc:sldMk cId="480782144" sldId="528"/>
        </pc:sldMkLst>
        <pc:spChg chg="mod">
          <ac:chgData name="Jacob Wyngaard" userId="6181fcd471e98458" providerId="LiveId" clId="{788BA123-62C9-4DDC-86E5-A6BCA4600216}" dt="2026-05-03T20:22:57.006" v="1101"/>
          <ac:spMkLst>
            <pc:docMk/>
            <pc:sldMk cId="480782144" sldId="528"/>
            <ac:spMk id="3" creationId="{C0E81617-BF15-45E3-BD28-51BBAE256329}"/>
          </ac:spMkLst>
        </pc:spChg>
        <pc:spChg chg="del mod">
          <ac:chgData name="Jacob Wyngaard" userId="6181fcd471e98458" providerId="LiveId" clId="{788BA123-62C9-4DDC-86E5-A6BCA4600216}" dt="2026-05-03T20:24:12.711" v="1114" actId="478"/>
          <ac:spMkLst>
            <pc:docMk/>
            <pc:sldMk cId="480782144" sldId="528"/>
            <ac:spMk id="4" creationId="{4B21282A-2CC7-4EF2-90B8-D1603CF29BBB}"/>
          </ac:spMkLst>
        </pc:spChg>
        <pc:spChg chg="add del mod">
          <ac:chgData name="Jacob Wyngaard" userId="6181fcd471e98458" providerId="LiveId" clId="{788BA123-62C9-4DDC-86E5-A6BCA4600216}" dt="2026-05-03T20:24:12.067" v="1113" actId="478"/>
          <ac:spMkLst>
            <pc:docMk/>
            <pc:sldMk cId="480782144" sldId="528"/>
            <ac:spMk id="5" creationId="{D7EEA05A-E76F-2C52-C3AB-5A32BD684DD8}"/>
          </ac:spMkLst>
        </pc:spChg>
        <pc:spChg chg="mod">
          <ac:chgData name="Jacob Wyngaard" userId="6181fcd471e98458" providerId="LiveId" clId="{788BA123-62C9-4DDC-86E5-A6BCA4600216}" dt="2026-05-03T20:24:59.603" v="1135" actId="14100"/>
          <ac:spMkLst>
            <pc:docMk/>
            <pc:sldMk cId="480782144" sldId="528"/>
            <ac:spMk id="7" creationId="{EC43B28E-BE92-EE07-D4DB-C7F6F588C347}"/>
          </ac:spMkLst>
        </pc:spChg>
        <pc:spChg chg="add del mod">
          <ac:chgData name="Jacob Wyngaard" userId="6181fcd471e98458" providerId="LiveId" clId="{788BA123-62C9-4DDC-86E5-A6BCA4600216}" dt="2026-05-03T20:24:57.252" v="1134" actId="478"/>
          <ac:spMkLst>
            <pc:docMk/>
            <pc:sldMk cId="480782144" sldId="528"/>
            <ac:spMk id="9" creationId="{6BCDB6EE-6A4B-C42E-6C88-18A36A7250AD}"/>
          </ac:spMkLst>
        </pc:spChg>
        <pc:spChg chg="mod">
          <ac:chgData name="Jacob Wyngaard" userId="6181fcd471e98458" providerId="LiveId" clId="{788BA123-62C9-4DDC-86E5-A6BCA4600216}" dt="2026-05-03T20:26:33.643" v="1159" actId="14100"/>
          <ac:spMkLst>
            <pc:docMk/>
            <pc:sldMk cId="480782144" sldId="528"/>
            <ac:spMk id="11" creationId="{E18211A4-A6C3-EDDD-D673-FF7FC59C117C}"/>
          </ac:spMkLst>
        </pc:spChg>
        <pc:spChg chg="del">
          <ac:chgData name="Jacob Wyngaard" userId="6181fcd471e98458" providerId="LiveId" clId="{788BA123-62C9-4DDC-86E5-A6BCA4600216}" dt="2026-05-03T20:25:01.069" v="1136" actId="478"/>
          <ac:spMkLst>
            <pc:docMk/>
            <pc:sldMk cId="480782144" sldId="528"/>
            <ac:spMk id="12" creationId="{AAFEF908-91D4-A2C0-0052-9FB6DB17C374}"/>
          </ac:spMkLst>
        </pc:spChg>
        <pc:spChg chg="del">
          <ac:chgData name="Jacob Wyngaard" userId="6181fcd471e98458" providerId="LiveId" clId="{788BA123-62C9-4DDC-86E5-A6BCA4600216}" dt="2026-05-03T20:23:11.503" v="1102" actId="478"/>
          <ac:spMkLst>
            <pc:docMk/>
            <pc:sldMk cId="480782144" sldId="528"/>
            <ac:spMk id="13" creationId="{79C60E31-D841-F39A-0262-D98698D6BAA0}"/>
          </ac:spMkLst>
        </pc:spChg>
        <pc:spChg chg="del">
          <ac:chgData name="Jacob Wyngaard" userId="6181fcd471e98458" providerId="LiveId" clId="{788BA123-62C9-4DDC-86E5-A6BCA4600216}" dt="2026-05-03T20:23:12.153" v="1103" actId="478"/>
          <ac:spMkLst>
            <pc:docMk/>
            <pc:sldMk cId="480782144" sldId="528"/>
            <ac:spMk id="14" creationId="{4AA397A8-9E7F-9DAD-8719-69F47243E49E}"/>
          </ac:spMkLst>
        </pc:spChg>
        <pc:spChg chg="del">
          <ac:chgData name="Jacob Wyngaard" userId="6181fcd471e98458" providerId="LiveId" clId="{788BA123-62C9-4DDC-86E5-A6BCA4600216}" dt="2026-05-03T20:23:12.620" v="1104" actId="478"/>
          <ac:spMkLst>
            <pc:docMk/>
            <pc:sldMk cId="480782144" sldId="528"/>
            <ac:spMk id="33" creationId="{EE415CD1-D5ED-1A66-8AC8-06A383EF6AB6}"/>
          </ac:spMkLst>
        </pc:spChg>
        <pc:spChg chg="del">
          <ac:chgData name="Jacob Wyngaard" userId="6181fcd471e98458" providerId="LiveId" clId="{788BA123-62C9-4DDC-86E5-A6BCA4600216}" dt="2026-05-03T20:23:13.092" v="1105" actId="478"/>
          <ac:spMkLst>
            <pc:docMk/>
            <pc:sldMk cId="480782144" sldId="528"/>
            <ac:spMk id="34" creationId="{0956F849-2861-F773-14DB-F37F175D2CF8}"/>
          </ac:spMkLst>
        </pc:spChg>
        <pc:spChg chg="add del mod">
          <ac:chgData name="Jacob Wyngaard" userId="6181fcd471e98458" providerId="LiveId" clId="{788BA123-62C9-4DDC-86E5-A6BCA4600216}" dt="2026-05-03T20:26:20.057" v="1155" actId="478"/>
          <ac:spMkLst>
            <pc:docMk/>
            <pc:sldMk cId="480782144" sldId="528"/>
            <ac:spMk id="35" creationId="{0BEB3AF8-AC69-BDE0-C195-00A4C579F93E}"/>
          </ac:spMkLst>
        </pc:spChg>
        <pc:spChg chg="add mod">
          <ac:chgData name="Jacob Wyngaard" userId="6181fcd471e98458" providerId="LiveId" clId="{788BA123-62C9-4DDC-86E5-A6BCA4600216}" dt="2026-05-03T20:26:41.868" v="1161" actId="14100"/>
          <ac:spMkLst>
            <pc:docMk/>
            <pc:sldMk cId="480782144" sldId="528"/>
            <ac:spMk id="36" creationId="{B183E58A-FE0A-E0F0-C6A0-E5C0DF5B93E5}"/>
          </ac:spMkLst>
        </pc:spChg>
        <pc:spChg chg="add mod">
          <ac:chgData name="Jacob Wyngaard" userId="6181fcd471e98458" providerId="LiveId" clId="{788BA123-62C9-4DDC-86E5-A6BCA4600216}" dt="2026-05-03T20:26:36.888" v="1160" actId="14100"/>
          <ac:spMkLst>
            <pc:docMk/>
            <pc:sldMk cId="480782144" sldId="528"/>
            <ac:spMk id="37" creationId="{6A3DAC08-A47E-A055-E27A-6D9F8BFE3959}"/>
          </ac:spMkLst>
        </pc:spChg>
        <pc:spChg chg="add mod">
          <ac:chgData name="Jacob Wyngaard" userId="6181fcd471e98458" providerId="LiveId" clId="{788BA123-62C9-4DDC-86E5-A6BCA4600216}" dt="2026-05-03T20:26:59.477" v="1168" actId="1035"/>
          <ac:spMkLst>
            <pc:docMk/>
            <pc:sldMk cId="480782144" sldId="528"/>
            <ac:spMk id="38" creationId="{A3AED889-FDB6-79BF-E95B-A8D908359FD7}"/>
          </ac:spMkLst>
        </pc:spChg>
        <pc:spChg chg="add mod">
          <ac:chgData name="Jacob Wyngaard" userId="6181fcd471e98458" providerId="LiveId" clId="{788BA123-62C9-4DDC-86E5-A6BCA4600216}" dt="2026-05-03T20:26:50.563" v="1163" actId="1076"/>
          <ac:spMkLst>
            <pc:docMk/>
            <pc:sldMk cId="480782144" sldId="528"/>
            <ac:spMk id="39" creationId="{131FE0EC-B1B8-5F20-31E6-207B3282A524}"/>
          </ac:spMkLst>
        </pc:spChg>
        <pc:spChg chg="add mod">
          <ac:chgData name="Jacob Wyngaard" userId="6181fcd471e98458" providerId="LiveId" clId="{788BA123-62C9-4DDC-86E5-A6BCA4600216}" dt="2026-05-03T20:26:54.224" v="1164" actId="1037"/>
          <ac:spMkLst>
            <pc:docMk/>
            <pc:sldMk cId="480782144" sldId="528"/>
            <ac:spMk id="40" creationId="{718CD693-0D94-2F35-A7BA-6B20047D46BF}"/>
          </ac:spMkLst>
        </pc:spChg>
        <pc:spChg chg="add mod">
          <ac:chgData name="Jacob Wyngaard" userId="6181fcd471e98458" providerId="LiveId" clId="{788BA123-62C9-4DDC-86E5-A6BCA4600216}" dt="2026-05-03T20:26:55.159" v="1165" actId="1037"/>
          <ac:spMkLst>
            <pc:docMk/>
            <pc:sldMk cId="480782144" sldId="528"/>
            <ac:spMk id="41" creationId="{EA948A95-721A-465F-B7E6-E6188396B2A2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1949949348" sldId="528"/>
        </pc:sldMkLst>
      </pc:sldChg>
      <pc:sldChg chg="addSp delSp modSp add mod ord">
        <pc:chgData name="Jacob Wyngaard" userId="6181fcd471e98458" providerId="LiveId" clId="{788BA123-62C9-4DDC-86E5-A6BCA4600216}" dt="2026-05-03T21:07:23.759" v="1325" actId="114"/>
        <pc:sldMkLst>
          <pc:docMk/>
          <pc:sldMk cId="1306029439" sldId="529"/>
        </pc:sldMkLst>
        <pc:spChg chg="add mod">
          <ac:chgData name="Jacob Wyngaard" userId="6181fcd471e98458" providerId="LiveId" clId="{788BA123-62C9-4DDC-86E5-A6BCA4600216}" dt="2026-05-03T21:00:59.516" v="1214" actId="1076"/>
          <ac:spMkLst>
            <pc:docMk/>
            <pc:sldMk cId="1306029439" sldId="529"/>
            <ac:spMk id="4" creationId="{9E5B07B5-3A4E-4138-2DFA-ABB488938ED4}"/>
          </ac:spMkLst>
        </pc:spChg>
        <pc:spChg chg="add mod">
          <ac:chgData name="Jacob Wyngaard" userId="6181fcd471e98458" providerId="LiveId" clId="{788BA123-62C9-4DDC-86E5-A6BCA4600216}" dt="2026-05-03T21:04:48.785" v="1276" actId="1076"/>
          <ac:spMkLst>
            <pc:docMk/>
            <pc:sldMk cId="1306029439" sldId="529"/>
            <ac:spMk id="5" creationId="{9CD1C471-ACB4-4E60-9761-EC4C8F9AFD4F}"/>
          </ac:spMkLst>
        </pc:spChg>
        <pc:spChg chg="add mod">
          <ac:chgData name="Jacob Wyngaard" userId="6181fcd471e98458" providerId="LiveId" clId="{788BA123-62C9-4DDC-86E5-A6BCA4600216}" dt="2026-05-03T21:04:14.303" v="1262"/>
          <ac:spMkLst>
            <pc:docMk/>
            <pc:sldMk cId="1306029439" sldId="529"/>
            <ac:spMk id="7" creationId="{4829C271-10A3-C13F-3677-14FDE979754A}"/>
          </ac:spMkLst>
        </pc:spChg>
        <pc:spChg chg="mod">
          <ac:chgData name="Jacob Wyngaard" userId="6181fcd471e98458" providerId="LiveId" clId="{788BA123-62C9-4DDC-86E5-A6BCA4600216}" dt="2026-05-03T21:00:01.224" v="1199" actId="1076"/>
          <ac:spMkLst>
            <pc:docMk/>
            <pc:sldMk cId="1306029439" sldId="529"/>
            <ac:spMk id="10" creationId="{C6180A85-35F6-56B8-ECF7-5D40193A856C}"/>
          </ac:spMkLst>
        </pc:spChg>
        <pc:spChg chg="add mod">
          <ac:chgData name="Jacob Wyngaard" userId="6181fcd471e98458" providerId="LiveId" clId="{788BA123-62C9-4DDC-86E5-A6BCA4600216}" dt="2026-05-03T21:04:38.861" v="1274" actId="1076"/>
          <ac:spMkLst>
            <pc:docMk/>
            <pc:sldMk cId="1306029439" sldId="529"/>
            <ac:spMk id="11" creationId="{B7558464-C96D-C3A3-597B-7E02A5610C54}"/>
          </ac:spMkLst>
        </pc:spChg>
        <pc:spChg chg="add mod">
          <ac:chgData name="Jacob Wyngaard" userId="6181fcd471e98458" providerId="LiveId" clId="{788BA123-62C9-4DDC-86E5-A6BCA4600216}" dt="2026-05-03T21:06:47.050" v="1312" actId="114"/>
          <ac:spMkLst>
            <pc:docMk/>
            <pc:sldMk cId="1306029439" sldId="529"/>
            <ac:spMk id="12" creationId="{C1DFF4FB-750B-D6EA-E559-7C305D637E5F}"/>
          </ac:spMkLst>
        </pc:spChg>
        <pc:spChg chg="del">
          <ac:chgData name="Jacob Wyngaard" userId="6181fcd471e98458" providerId="LiveId" clId="{788BA123-62C9-4DDC-86E5-A6BCA4600216}" dt="2026-05-03T21:00:05.063" v="1200" actId="478"/>
          <ac:spMkLst>
            <pc:docMk/>
            <pc:sldMk cId="1306029439" sldId="529"/>
            <ac:spMk id="14" creationId="{1BB42A5C-2209-3E73-9940-4FC0335EF436}"/>
          </ac:spMkLst>
        </pc:spChg>
        <pc:spChg chg="del">
          <ac:chgData name="Jacob Wyngaard" userId="6181fcd471e98458" providerId="LiveId" clId="{788BA123-62C9-4DDC-86E5-A6BCA4600216}" dt="2026-05-03T21:00:24.260" v="1207" actId="478"/>
          <ac:spMkLst>
            <pc:docMk/>
            <pc:sldMk cId="1306029439" sldId="529"/>
            <ac:spMk id="15" creationId="{948DCDCA-1A0B-82AD-DD22-8E8BF4287B45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6" creationId="{D4BB7CD9-89F5-C207-960E-51C289676437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7" creationId="{BE64E696-B9A4-BA11-F8FE-2527E20FC860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8" creationId="{521184A7-8DE0-FB2B-F326-9FA4DB3EEFCE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19" creationId="{9345E663-9997-DA6D-AC47-32DC28891A38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0" creationId="{67F38E89-4D4E-48E8-EA70-D09FF0CA77B5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1" creationId="{9DF76CA6-1623-339C-5602-37D08F0DD01C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3" creationId="{62F1351D-4017-0DE5-F157-C59F94E1A00A}"/>
          </ac:spMkLst>
        </pc:spChg>
        <pc:spChg chg="mod">
          <ac:chgData name="Jacob Wyngaard" userId="6181fcd471e98458" providerId="LiveId" clId="{788BA123-62C9-4DDC-86E5-A6BCA4600216}" dt="2026-05-03T21:05:06.810" v="1280" actId="1076"/>
          <ac:spMkLst>
            <pc:docMk/>
            <pc:sldMk cId="1306029439" sldId="529"/>
            <ac:spMk id="24" creationId="{E068EE34-F9E4-BA47-4BBF-37D1C344B48F}"/>
          </ac:spMkLst>
        </pc:spChg>
        <pc:spChg chg="del">
          <ac:chgData name="Jacob Wyngaard" userId="6181fcd471e98458" providerId="LiveId" clId="{788BA123-62C9-4DDC-86E5-A6BCA4600216}" dt="2026-05-03T21:00:19.956" v="1203" actId="478"/>
          <ac:spMkLst>
            <pc:docMk/>
            <pc:sldMk cId="1306029439" sldId="529"/>
            <ac:spMk id="25" creationId="{8E2D1E31-02B4-E506-F371-0112B04F04D6}"/>
          </ac:spMkLst>
        </pc:spChg>
        <pc:spChg chg="del">
          <ac:chgData name="Jacob Wyngaard" userId="6181fcd471e98458" providerId="LiveId" clId="{788BA123-62C9-4DDC-86E5-A6BCA4600216}" dt="2026-05-03T21:00:20.588" v="1204" actId="478"/>
          <ac:spMkLst>
            <pc:docMk/>
            <pc:sldMk cId="1306029439" sldId="529"/>
            <ac:spMk id="26" creationId="{D651455B-613A-87B2-098B-5B561DEDB86A}"/>
          </ac:spMkLst>
        </pc:spChg>
        <pc:spChg chg="del">
          <ac:chgData name="Jacob Wyngaard" userId="6181fcd471e98458" providerId="LiveId" clId="{788BA123-62C9-4DDC-86E5-A6BCA4600216}" dt="2026-05-03T21:00:21.761" v="1205" actId="478"/>
          <ac:spMkLst>
            <pc:docMk/>
            <pc:sldMk cId="1306029439" sldId="529"/>
            <ac:spMk id="27" creationId="{873E7DC3-238F-C93F-3A20-707050A6ADDB}"/>
          </ac:spMkLst>
        </pc:spChg>
        <pc:spChg chg="del">
          <ac:chgData name="Jacob Wyngaard" userId="6181fcd471e98458" providerId="LiveId" clId="{788BA123-62C9-4DDC-86E5-A6BCA4600216}" dt="2026-05-03T21:00:18.307" v="1202" actId="478"/>
          <ac:spMkLst>
            <pc:docMk/>
            <pc:sldMk cId="1306029439" sldId="529"/>
            <ac:spMk id="28" creationId="{5855C026-991B-D958-ECD1-419AE2B908B0}"/>
          </ac:spMkLst>
        </pc:spChg>
        <pc:spChg chg="del">
          <ac:chgData name="Jacob Wyngaard" userId="6181fcd471e98458" providerId="LiveId" clId="{788BA123-62C9-4DDC-86E5-A6BCA4600216}" dt="2026-05-03T21:00:18.307" v="1202" actId="478"/>
          <ac:spMkLst>
            <pc:docMk/>
            <pc:sldMk cId="1306029439" sldId="529"/>
            <ac:spMk id="29" creationId="{4123B069-36EF-A69E-98E9-666A72BB574D}"/>
          </ac:spMkLst>
        </pc:spChg>
        <pc:spChg chg="del">
          <ac:chgData name="Jacob Wyngaard" userId="6181fcd471e98458" providerId="LiveId" clId="{788BA123-62C9-4DDC-86E5-A6BCA4600216}" dt="2026-05-03T21:00:07.388" v="1201" actId="478"/>
          <ac:spMkLst>
            <pc:docMk/>
            <pc:sldMk cId="1306029439" sldId="529"/>
            <ac:spMk id="30" creationId="{ABACE8F8-2A67-97BC-208C-90C41145468E}"/>
          </ac:spMkLst>
        </pc:spChg>
        <pc:spChg chg="del">
          <ac:chgData name="Jacob Wyngaard" userId="6181fcd471e98458" providerId="LiveId" clId="{788BA123-62C9-4DDC-86E5-A6BCA4600216}" dt="2026-05-03T21:00:18.307" v="1202" actId="478"/>
          <ac:spMkLst>
            <pc:docMk/>
            <pc:sldMk cId="1306029439" sldId="529"/>
            <ac:spMk id="31" creationId="{C0826064-99C0-B6E2-99C6-B82DBB8F2386}"/>
          </ac:spMkLst>
        </pc:spChg>
        <pc:spChg chg="del">
          <ac:chgData name="Jacob Wyngaard" userId="6181fcd471e98458" providerId="LiveId" clId="{788BA123-62C9-4DDC-86E5-A6BCA4600216}" dt="2026-05-03T21:00:22.456" v="1206" actId="478"/>
          <ac:spMkLst>
            <pc:docMk/>
            <pc:sldMk cId="1306029439" sldId="529"/>
            <ac:spMk id="32" creationId="{F0B389CA-C27A-1033-FEF0-88C844CAA528}"/>
          </ac:spMkLst>
        </pc:spChg>
        <pc:spChg chg="add mod">
          <ac:chgData name="Jacob Wyngaard" userId="6181fcd471e98458" providerId="LiveId" clId="{788BA123-62C9-4DDC-86E5-A6BCA4600216}" dt="2026-05-03T21:05:25.752" v="1284" actId="1076"/>
          <ac:spMkLst>
            <pc:docMk/>
            <pc:sldMk cId="1306029439" sldId="529"/>
            <ac:spMk id="33" creationId="{83373E4D-61E5-F28D-0B7D-11AFE346FC10}"/>
          </ac:spMkLst>
        </pc:spChg>
        <pc:spChg chg="add del mod">
          <ac:chgData name="Jacob Wyngaard" userId="6181fcd471e98458" providerId="LiveId" clId="{788BA123-62C9-4DDC-86E5-A6BCA4600216}" dt="2026-05-03T21:07:03.623" v="1315" actId="478"/>
          <ac:spMkLst>
            <pc:docMk/>
            <pc:sldMk cId="1306029439" sldId="529"/>
            <ac:spMk id="34" creationId="{97CEADC6-8A13-6792-98C6-74401537B37C}"/>
          </ac:spMkLst>
        </pc:spChg>
        <pc:spChg chg="add mod">
          <ac:chgData name="Jacob Wyngaard" userId="6181fcd471e98458" providerId="LiveId" clId="{788BA123-62C9-4DDC-86E5-A6BCA4600216}" dt="2026-05-03T21:05:32.342" v="1285" actId="1076"/>
          <ac:spMkLst>
            <pc:docMk/>
            <pc:sldMk cId="1306029439" sldId="529"/>
            <ac:spMk id="35" creationId="{328EB6CF-9516-739F-C781-B813DC11DBD7}"/>
          </ac:spMkLst>
        </pc:spChg>
        <pc:spChg chg="add mod">
          <ac:chgData name="Jacob Wyngaard" userId="6181fcd471e98458" providerId="LiveId" clId="{788BA123-62C9-4DDC-86E5-A6BCA4600216}" dt="2026-05-03T21:07:23.759" v="1325" actId="114"/>
          <ac:spMkLst>
            <pc:docMk/>
            <pc:sldMk cId="1306029439" sldId="529"/>
            <ac:spMk id="36" creationId="{4A4FDBE0-6C04-67F7-9130-56CC00F9A2CA}"/>
          </ac:spMkLst>
        </pc:spChg>
        <pc:graphicFrameChg chg="mod">
          <ac:chgData name="Jacob Wyngaard" userId="6181fcd471e98458" providerId="LiveId" clId="{788BA123-62C9-4DDC-86E5-A6BCA4600216}" dt="2026-05-03T21:05:06.810" v="1280" actId="1076"/>
          <ac:graphicFrameMkLst>
            <pc:docMk/>
            <pc:sldMk cId="1306029439" sldId="529"/>
            <ac:graphicFrameMk id="2" creationId="{94CD237B-44F0-4378-A407-5BE82BE08A94}"/>
          </ac:graphicFrameMkLst>
        </pc:graphicFrameChg>
        <pc:graphicFrameChg chg="del">
          <ac:chgData name="Jacob Wyngaard" userId="6181fcd471e98458" providerId="LiveId" clId="{788BA123-62C9-4DDC-86E5-A6BCA4600216}" dt="2026-05-03T21:00:18.307" v="1202" actId="478"/>
          <ac:graphicFrameMkLst>
            <pc:docMk/>
            <pc:sldMk cId="1306029439" sldId="529"/>
            <ac:graphicFrameMk id="22" creationId="{3A3D51AE-924C-AB6F-EA3A-FA3DD595E54A}"/>
          </ac:graphicFrameMkLst>
        </pc:graphicFrame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2116142352" sldId="529"/>
        </pc:sldMkLst>
      </pc:sldChg>
      <pc:sldChg chg="add del">
        <pc:chgData name="Jacob Wyngaard" userId="6181fcd471e98458" providerId="LiveId" clId="{788BA123-62C9-4DDC-86E5-A6BCA4600216}" dt="2026-05-03T20:59:30.305" v="1170" actId="47"/>
        <pc:sldMkLst>
          <pc:docMk/>
          <pc:sldMk cId="2758992150" sldId="529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1375375724" sldId="530"/>
        </pc:sldMkLst>
      </pc:sldChg>
      <pc:sldChg chg="addSp delSp modSp add mod">
        <pc:chgData name="Jacob Wyngaard" userId="6181fcd471e98458" providerId="LiveId" clId="{788BA123-62C9-4DDC-86E5-A6BCA4600216}" dt="2026-05-03T21:13:26.440" v="1429" actId="1076"/>
        <pc:sldMkLst>
          <pc:docMk/>
          <pc:sldMk cId="2136696400" sldId="530"/>
        </pc:sldMkLst>
        <pc:spChg chg="add mod">
          <ac:chgData name="Jacob Wyngaard" userId="6181fcd471e98458" providerId="LiveId" clId="{788BA123-62C9-4DDC-86E5-A6BCA4600216}" dt="2026-05-03T21:12:59.419" v="1422" actId="20577"/>
          <ac:spMkLst>
            <pc:docMk/>
            <pc:sldMk cId="2136696400" sldId="530"/>
            <ac:spMk id="7" creationId="{976B14FF-2640-D0A9-5550-F3635299A975}"/>
          </ac:spMkLst>
        </pc:spChg>
        <pc:spChg chg="del">
          <ac:chgData name="Jacob Wyngaard" userId="6181fcd471e98458" providerId="LiveId" clId="{788BA123-62C9-4DDC-86E5-A6BCA4600216}" dt="2026-05-03T21:10:09.040" v="1327" actId="478"/>
          <ac:spMkLst>
            <pc:docMk/>
            <pc:sldMk cId="2136696400" sldId="530"/>
            <ac:spMk id="12" creationId="{70E520F5-8FA7-4830-291E-ECA0F42720F7}"/>
          </ac:spMkLst>
        </pc:spChg>
        <pc:spChg chg="add mod">
          <ac:chgData name="Jacob Wyngaard" userId="6181fcd471e98458" providerId="LiveId" clId="{788BA123-62C9-4DDC-86E5-A6BCA4600216}" dt="2026-05-03T21:11:26.336" v="1389" actId="1076"/>
          <ac:spMkLst>
            <pc:docMk/>
            <pc:sldMk cId="2136696400" sldId="530"/>
            <ac:spMk id="14" creationId="{AD0BE32F-D765-401C-C20E-40B521B6DDF8}"/>
          </ac:spMkLst>
        </pc:spChg>
        <pc:spChg chg="add mod">
          <ac:chgData name="Jacob Wyngaard" userId="6181fcd471e98458" providerId="LiveId" clId="{788BA123-62C9-4DDC-86E5-A6BCA4600216}" dt="2026-05-03T21:13:26.440" v="1429" actId="1076"/>
          <ac:spMkLst>
            <pc:docMk/>
            <pc:sldMk cId="2136696400" sldId="530"/>
            <ac:spMk id="15" creationId="{25D6FD9C-4F27-3276-2A4E-A5D2337B4140}"/>
          </ac:spMkLst>
        </pc:spChg>
        <pc:spChg chg="del">
          <ac:chgData name="Jacob Wyngaard" userId="6181fcd471e98458" providerId="LiveId" clId="{788BA123-62C9-4DDC-86E5-A6BCA4600216}" dt="2026-05-03T21:10:09.040" v="1327" actId="478"/>
          <ac:spMkLst>
            <pc:docMk/>
            <pc:sldMk cId="2136696400" sldId="530"/>
            <ac:spMk id="33" creationId="{4310D57B-90BB-E0DC-DFF9-E0BBE6EAAA03}"/>
          </ac:spMkLst>
        </pc:spChg>
        <pc:spChg chg="del">
          <ac:chgData name="Jacob Wyngaard" userId="6181fcd471e98458" providerId="LiveId" clId="{788BA123-62C9-4DDC-86E5-A6BCA4600216}" dt="2026-05-03T21:10:09.040" v="1327" actId="478"/>
          <ac:spMkLst>
            <pc:docMk/>
            <pc:sldMk cId="2136696400" sldId="530"/>
            <ac:spMk id="35" creationId="{D5FC6751-C927-439E-3343-967942B56BB9}"/>
          </ac:spMkLst>
        </pc:spChg>
        <pc:spChg chg="del">
          <ac:chgData name="Jacob Wyngaard" userId="6181fcd471e98458" providerId="LiveId" clId="{788BA123-62C9-4DDC-86E5-A6BCA4600216}" dt="2026-05-03T21:10:09.040" v="1327" actId="478"/>
          <ac:spMkLst>
            <pc:docMk/>
            <pc:sldMk cId="2136696400" sldId="530"/>
            <ac:spMk id="36" creationId="{46E97531-E6C3-E4E4-4EAA-143227CCA1A0}"/>
          </ac:spMkLst>
        </pc:spChg>
      </pc:sldChg>
      <pc:sldChg chg="addSp delSp modSp add mod">
        <pc:chgData name="Jacob Wyngaard" userId="6181fcd471e98458" providerId="LiveId" clId="{788BA123-62C9-4DDC-86E5-A6BCA4600216}" dt="2026-05-03T21:21:16.013" v="1501" actId="20577"/>
        <pc:sldMkLst>
          <pc:docMk/>
          <pc:sldMk cId="2385866039" sldId="531"/>
        </pc:sldMkLst>
        <pc:spChg chg="add mod">
          <ac:chgData name="Jacob Wyngaard" userId="6181fcd471e98458" providerId="LiveId" clId="{788BA123-62C9-4DDC-86E5-A6BCA4600216}" dt="2026-05-03T21:14:50.151" v="1433" actId="1076"/>
          <ac:spMkLst>
            <pc:docMk/>
            <pc:sldMk cId="2385866039" sldId="531"/>
            <ac:spMk id="3" creationId="{E1EF292F-AECF-8789-0E3E-7AB6DB845DA6}"/>
          </ac:spMkLst>
        </pc:spChg>
        <pc:spChg chg="del">
          <ac:chgData name="Jacob Wyngaard" userId="6181fcd471e98458" providerId="LiveId" clId="{788BA123-62C9-4DDC-86E5-A6BCA4600216}" dt="2026-05-03T21:14:45.500" v="1431" actId="478"/>
          <ac:spMkLst>
            <pc:docMk/>
            <pc:sldMk cId="2385866039" sldId="531"/>
            <ac:spMk id="5" creationId="{3DA9A23A-ABCC-D1C9-1E4B-9EC949AD90A6}"/>
          </ac:spMkLst>
        </pc:spChg>
        <pc:spChg chg="mod">
          <ac:chgData name="Jacob Wyngaard" userId="6181fcd471e98458" providerId="LiveId" clId="{788BA123-62C9-4DDC-86E5-A6BCA4600216}" dt="2026-05-03T21:15:01.092" v="1434" actId="1076"/>
          <ac:spMkLst>
            <pc:docMk/>
            <pc:sldMk cId="2385866039" sldId="531"/>
            <ac:spMk id="7" creationId="{6828BDEE-002B-0335-1BC8-492C28B50698}"/>
          </ac:spMkLst>
        </pc:spChg>
        <pc:spChg chg="add mod">
          <ac:chgData name="Jacob Wyngaard" userId="6181fcd471e98458" providerId="LiveId" clId="{788BA123-62C9-4DDC-86E5-A6BCA4600216}" dt="2026-05-03T21:16:09.881" v="1465" actId="20577"/>
          <ac:spMkLst>
            <pc:docMk/>
            <pc:sldMk cId="2385866039" sldId="531"/>
            <ac:spMk id="9" creationId="{62C629C0-548B-617D-8EC8-A07050110943}"/>
          </ac:spMkLst>
        </pc:spChg>
        <pc:spChg chg="add mod">
          <ac:chgData name="Jacob Wyngaard" userId="6181fcd471e98458" providerId="LiveId" clId="{788BA123-62C9-4DDC-86E5-A6BCA4600216}" dt="2026-05-03T21:15:53.731" v="1458"/>
          <ac:spMkLst>
            <pc:docMk/>
            <pc:sldMk cId="2385866039" sldId="531"/>
            <ac:spMk id="12" creationId="{4B53E476-283A-A0E3-C8B7-DD9E669BFF09}"/>
          </ac:spMkLst>
        </pc:spChg>
        <pc:spChg chg="mod">
          <ac:chgData name="Jacob Wyngaard" userId="6181fcd471e98458" providerId="LiveId" clId="{788BA123-62C9-4DDC-86E5-A6BCA4600216}" dt="2026-05-03T21:15:34.597" v="1451" actId="20577"/>
          <ac:spMkLst>
            <pc:docMk/>
            <pc:sldMk cId="2385866039" sldId="531"/>
            <ac:spMk id="14" creationId="{0C6AB364-94EB-0FFD-6A5F-42BD6C976A80}"/>
          </ac:spMkLst>
        </pc:spChg>
        <pc:spChg chg="mod">
          <ac:chgData name="Jacob Wyngaard" userId="6181fcd471e98458" providerId="LiveId" clId="{788BA123-62C9-4DDC-86E5-A6BCA4600216}" dt="2026-05-03T21:21:16.013" v="1501" actId="20577"/>
          <ac:spMkLst>
            <pc:docMk/>
            <pc:sldMk cId="2385866039" sldId="531"/>
            <ac:spMk id="15" creationId="{062C7C18-C535-8316-9A60-20A32F8E232C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413788092" sldId="532"/>
        </pc:sldMkLst>
      </pc:sldChg>
      <pc:sldChg chg="addSp delSp modSp add mod">
        <pc:chgData name="Jacob Wyngaard" userId="6181fcd471e98458" providerId="LiveId" clId="{788BA123-62C9-4DDC-86E5-A6BCA4600216}" dt="2026-05-03T21:27:25.504" v="1534" actId="20577"/>
        <pc:sldMkLst>
          <pc:docMk/>
          <pc:sldMk cId="2099571759" sldId="532"/>
        </pc:sldMkLst>
        <pc:spChg chg="del">
          <ac:chgData name="Jacob Wyngaard" userId="6181fcd471e98458" providerId="LiveId" clId="{788BA123-62C9-4DDC-86E5-A6BCA4600216}" dt="2026-05-03T21:21:39.409" v="1502" actId="478"/>
          <ac:spMkLst>
            <pc:docMk/>
            <pc:sldMk cId="2099571759" sldId="532"/>
            <ac:spMk id="3" creationId="{02233E89-A639-3A21-75CB-AB1C25F83BEF}"/>
          </ac:spMkLst>
        </pc:spChg>
        <pc:spChg chg="add mod">
          <ac:chgData name="Jacob Wyngaard" userId="6181fcd471e98458" providerId="LiveId" clId="{788BA123-62C9-4DDC-86E5-A6BCA4600216}" dt="2026-05-03T21:21:46.725" v="1504" actId="1076"/>
          <ac:spMkLst>
            <pc:docMk/>
            <pc:sldMk cId="2099571759" sldId="532"/>
            <ac:spMk id="5" creationId="{87D7682B-0E90-D2DA-8524-B401353D11A0}"/>
          </ac:spMkLst>
        </pc:spChg>
        <pc:spChg chg="mod">
          <ac:chgData name="Jacob Wyngaard" userId="6181fcd471e98458" providerId="LiveId" clId="{788BA123-62C9-4DDC-86E5-A6BCA4600216}" dt="2026-05-03T21:22:28.618" v="1521" actId="1038"/>
          <ac:spMkLst>
            <pc:docMk/>
            <pc:sldMk cId="2099571759" sldId="532"/>
            <ac:spMk id="9" creationId="{50251320-65F3-2687-268E-AC8CED798DD9}"/>
          </ac:spMkLst>
        </pc:spChg>
        <pc:spChg chg="mod">
          <ac:chgData name="Jacob Wyngaard" userId="6181fcd471e98458" providerId="LiveId" clId="{788BA123-62C9-4DDC-86E5-A6BCA4600216}" dt="2026-05-03T21:22:00.389" v="1508" actId="20577"/>
          <ac:spMkLst>
            <pc:docMk/>
            <pc:sldMk cId="2099571759" sldId="532"/>
            <ac:spMk id="14" creationId="{EBDD868A-4739-A5FD-A8C4-14CC364623D3}"/>
          </ac:spMkLst>
        </pc:spChg>
        <pc:spChg chg="mod">
          <ac:chgData name="Jacob Wyngaard" userId="6181fcd471e98458" providerId="LiveId" clId="{788BA123-62C9-4DDC-86E5-A6BCA4600216}" dt="2026-05-03T21:27:25.504" v="1534" actId="20577"/>
          <ac:spMkLst>
            <pc:docMk/>
            <pc:sldMk cId="2099571759" sldId="532"/>
            <ac:spMk id="15" creationId="{8F455AD8-38D5-20CB-535E-BF6251501001}"/>
          </ac:spMkLst>
        </pc:spChg>
      </pc:sldChg>
      <pc:sldChg chg="addSp delSp modSp add mod ord">
        <pc:chgData name="Jacob Wyngaard" userId="6181fcd471e98458" providerId="LiveId" clId="{788BA123-62C9-4DDC-86E5-A6BCA4600216}" dt="2026-05-03T21:29:14.003" v="1568" actId="1076"/>
        <pc:sldMkLst>
          <pc:docMk/>
          <pc:sldMk cId="2481745325" sldId="533"/>
        </pc:sldMkLst>
        <pc:spChg chg="add mod">
          <ac:chgData name="Jacob Wyngaard" userId="6181fcd471e98458" providerId="LiveId" clId="{788BA123-62C9-4DDC-86E5-A6BCA4600216}" dt="2026-05-03T21:28:28.206" v="1559" actId="1076"/>
          <ac:spMkLst>
            <pc:docMk/>
            <pc:sldMk cId="2481745325" sldId="533"/>
            <ac:spMk id="3" creationId="{C7E24BE6-6012-4209-F37A-313431A8CBD7}"/>
          </ac:spMkLst>
        </pc:spChg>
        <pc:spChg chg="del">
          <ac:chgData name="Jacob Wyngaard" userId="6181fcd471e98458" providerId="LiveId" clId="{788BA123-62C9-4DDC-86E5-A6BCA4600216}" dt="2026-05-03T21:27:55.217" v="1541" actId="478"/>
          <ac:spMkLst>
            <pc:docMk/>
            <pc:sldMk cId="2481745325" sldId="533"/>
            <ac:spMk id="4" creationId="{8F60BD6B-C182-81FD-BD41-D767EFD401A8}"/>
          </ac:spMkLst>
        </pc:spChg>
        <pc:spChg chg="del">
          <ac:chgData name="Jacob Wyngaard" userId="6181fcd471e98458" providerId="LiveId" clId="{788BA123-62C9-4DDC-86E5-A6BCA4600216}" dt="2026-05-03T21:27:56.185" v="1542" actId="478"/>
          <ac:spMkLst>
            <pc:docMk/>
            <pc:sldMk cId="2481745325" sldId="533"/>
            <ac:spMk id="5" creationId="{68702C9D-4F89-2F0F-EAD9-88529AF76857}"/>
          </ac:spMkLst>
        </pc:spChg>
        <pc:spChg chg="add mod">
          <ac:chgData name="Jacob Wyngaard" userId="6181fcd471e98458" providerId="LiveId" clId="{788BA123-62C9-4DDC-86E5-A6BCA4600216}" dt="2026-05-03T21:29:14.003" v="1568" actId="1076"/>
          <ac:spMkLst>
            <pc:docMk/>
            <pc:sldMk cId="2481745325" sldId="533"/>
            <ac:spMk id="7" creationId="{8F8E72F6-D407-B295-DC08-8F7F172A9206}"/>
          </ac:spMkLst>
        </pc:spChg>
        <pc:spChg chg="add mod">
          <ac:chgData name="Jacob Wyngaard" userId="6181fcd471e98458" providerId="LiveId" clId="{788BA123-62C9-4DDC-86E5-A6BCA4600216}" dt="2026-05-03T21:29:03.526" v="1565" actId="1076"/>
          <ac:spMkLst>
            <pc:docMk/>
            <pc:sldMk cId="2481745325" sldId="533"/>
            <ac:spMk id="9" creationId="{F804A7F2-D08B-4860-8A95-F6F8B8350FBC}"/>
          </ac:spMkLst>
        </pc:spChg>
        <pc:spChg chg="del mod">
          <ac:chgData name="Jacob Wyngaard" userId="6181fcd471e98458" providerId="LiveId" clId="{788BA123-62C9-4DDC-86E5-A6BCA4600216}" dt="2026-05-03T21:27:57.536" v="1543" actId="478"/>
          <ac:spMkLst>
            <pc:docMk/>
            <pc:sldMk cId="2481745325" sldId="533"/>
            <ac:spMk id="11" creationId="{18DEF0AA-0DBB-9DBD-696D-E2F1D0DB20A4}"/>
          </ac:spMkLst>
        </pc:spChg>
        <pc:spChg chg="del">
          <ac:chgData name="Jacob Wyngaard" userId="6181fcd471e98458" providerId="LiveId" clId="{788BA123-62C9-4DDC-86E5-A6BCA4600216}" dt="2026-05-03T21:27:58.814" v="1544" actId="478"/>
          <ac:spMkLst>
            <pc:docMk/>
            <pc:sldMk cId="2481745325" sldId="533"/>
            <ac:spMk id="12" creationId="{667DD588-E645-F168-9571-E1B407D03042}"/>
          </ac:spMkLst>
        </pc:spChg>
        <pc:spChg chg="del">
          <ac:chgData name="Jacob Wyngaard" userId="6181fcd471e98458" providerId="LiveId" clId="{788BA123-62C9-4DDC-86E5-A6BCA4600216}" dt="2026-05-03T21:27:45.889" v="1538" actId="478"/>
          <ac:spMkLst>
            <pc:docMk/>
            <pc:sldMk cId="2481745325" sldId="533"/>
            <ac:spMk id="13" creationId="{70F0ED5A-992D-35D3-ABF5-27F6D097F431}"/>
          </ac:spMkLst>
        </pc:spChg>
        <pc:spChg chg="del">
          <ac:chgData name="Jacob Wyngaard" userId="6181fcd471e98458" providerId="LiveId" clId="{788BA123-62C9-4DDC-86E5-A6BCA4600216}" dt="2026-05-03T21:28:04.131" v="1549" actId="478"/>
          <ac:spMkLst>
            <pc:docMk/>
            <pc:sldMk cId="2481745325" sldId="533"/>
            <ac:spMk id="16" creationId="{60B243EA-9B0F-AC1E-4C49-1010CF4EF0A4}"/>
          </ac:spMkLst>
        </pc:spChg>
        <pc:spChg chg="del">
          <ac:chgData name="Jacob Wyngaard" userId="6181fcd471e98458" providerId="LiveId" clId="{788BA123-62C9-4DDC-86E5-A6BCA4600216}" dt="2026-05-03T21:27:53.249" v="1539" actId="478"/>
          <ac:spMkLst>
            <pc:docMk/>
            <pc:sldMk cId="2481745325" sldId="533"/>
            <ac:spMk id="17" creationId="{EAD60EF0-6B19-745A-D315-6B9CFCCE72DD}"/>
          </ac:spMkLst>
        </pc:spChg>
        <pc:spChg chg="del">
          <ac:chgData name="Jacob Wyngaard" userId="6181fcd471e98458" providerId="LiveId" clId="{788BA123-62C9-4DDC-86E5-A6BCA4600216}" dt="2026-05-03T21:27:53.249" v="1539" actId="478"/>
          <ac:spMkLst>
            <pc:docMk/>
            <pc:sldMk cId="2481745325" sldId="533"/>
            <ac:spMk id="18" creationId="{6AB3D86D-6301-19AC-1378-43689ED8B0EA}"/>
          </ac:spMkLst>
        </pc:spChg>
        <pc:spChg chg="del">
          <ac:chgData name="Jacob Wyngaard" userId="6181fcd471e98458" providerId="LiveId" clId="{788BA123-62C9-4DDC-86E5-A6BCA4600216}" dt="2026-05-03T21:27:53.249" v="1539" actId="478"/>
          <ac:spMkLst>
            <pc:docMk/>
            <pc:sldMk cId="2481745325" sldId="533"/>
            <ac:spMk id="19" creationId="{6EA09D2D-35A1-9A4E-56E0-7FD2BA5C5BD1}"/>
          </ac:spMkLst>
        </pc:spChg>
        <pc:spChg chg="del">
          <ac:chgData name="Jacob Wyngaard" userId="6181fcd471e98458" providerId="LiveId" clId="{788BA123-62C9-4DDC-86E5-A6BCA4600216}" dt="2026-05-03T21:27:53.249" v="1539" actId="478"/>
          <ac:spMkLst>
            <pc:docMk/>
            <pc:sldMk cId="2481745325" sldId="533"/>
            <ac:spMk id="20" creationId="{B0A83760-0B77-8200-7502-C5A1285206FE}"/>
          </ac:spMkLst>
        </pc:spChg>
        <pc:spChg chg="del">
          <ac:chgData name="Jacob Wyngaard" userId="6181fcd471e98458" providerId="LiveId" clId="{788BA123-62C9-4DDC-86E5-A6BCA4600216}" dt="2026-05-03T21:27:45.889" v="1538" actId="478"/>
          <ac:spMkLst>
            <pc:docMk/>
            <pc:sldMk cId="2481745325" sldId="533"/>
            <ac:spMk id="21" creationId="{1017426F-5849-8182-6D82-FCFA194A859F}"/>
          </ac:spMkLst>
        </pc:spChg>
        <pc:spChg chg="del">
          <ac:chgData name="Jacob Wyngaard" userId="6181fcd471e98458" providerId="LiveId" clId="{788BA123-62C9-4DDC-86E5-A6BCA4600216}" dt="2026-05-03T21:27:53.249" v="1539" actId="478"/>
          <ac:spMkLst>
            <pc:docMk/>
            <pc:sldMk cId="2481745325" sldId="533"/>
            <ac:spMk id="23" creationId="{3041A939-E1B8-296D-8231-EC8455E3402F}"/>
          </ac:spMkLst>
        </pc:spChg>
        <pc:spChg chg="del">
          <ac:chgData name="Jacob Wyngaard" userId="6181fcd471e98458" providerId="LiveId" clId="{788BA123-62C9-4DDC-86E5-A6BCA4600216}" dt="2026-05-03T21:27:53.249" v="1539" actId="478"/>
          <ac:spMkLst>
            <pc:docMk/>
            <pc:sldMk cId="2481745325" sldId="533"/>
            <ac:spMk id="24" creationId="{C5C05050-18C6-E1C7-D448-A36184224BAB}"/>
          </ac:spMkLst>
        </pc:spChg>
        <pc:spChg chg="del">
          <ac:chgData name="Jacob Wyngaard" userId="6181fcd471e98458" providerId="LiveId" clId="{788BA123-62C9-4DDC-86E5-A6BCA4600216}" dt="2026-05-03T21:28:01.269" v="1545" actId="478"/>
          <ac:spMkLst>
            <pc:docMk/>
            <pc:sldMk cId="2481745325" sldId="533"/>
            <ac:spMk id="33" creationId="{8EDC60DF-E9CB-8975-E95A-72C804629460}"/>
          </ac:spMkLst>
        </pc:spChg>
        <pc:spChg chg="del mod">
          <ac:chgData name="Jacob Wyngaard" userId="6181fcd471e98458" providerId="LiveId" clId="{788BA123-62C9-4DDC-86E5-A6BCA4600216}" dt="2026-05-03T21:28:03.064" v="1548" actId="478"/>
          <ac:spMkLst>
            <pc:docMk/>
            <pc:sldMk cId="2481745325" sldId="533"/>
            <ac:spMk id="35" creationId="{24F003FA-4558-A17F-359B-09DCBD056C83}"/>
          </ac:spMkLst>
        </pc:spChg>
        <pc:spChg chg="del">
          <ac:chgData name="Jacob Wyngaard" userId="6181fcd471e98458" providerId="LiveId" clId="{788BA123-62C9-4DDC-86E5-A6BCA4600216}" dt="2026-05-03T21:28:02.148" v="1546" actId="478"/>
          <ac:spMkLst>
            <pc:docMk/>
            <pc:sldMk cId="2481745325" sldId="533"/>
            <ac:spMk id="36" creationId="{88025A03-E475-374A-7A09-219FD1A323BF}"/>
          </ac:spMkLst>
        </pc:spChg>
        <pc:graphicFrameChg chg="del">
          <ac:chgData name="Jacob Wyngaard" userId="6181fcd471e98458" providerId="LiveId" clId="{788BA123-62C9-4DDC-86E5-A6BCA4600216}" dt="2026-05-03T21:27:45.889" v="1538" actId="478"/>
          <ac:graphicFrameMkLst>
            <pc:docMk/>
            <pc:sldMk cId="2481745325" sldId="533"/>
            <ac:graphicFrameMk id="2" creationId="{CB447D38-D9EF-D439-1186-8EF711272A8F}"/>
          </ac:graphicFrameMkLst>
        </pc:graphicFrame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3701633845" sldId="533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3144698617" sldId="534"/>
        </pc:sldMkLst>
      </pc:sldChg>
      <pc:sldChg chg="addSp delSp modSp add mod">
        <pc:chgData name="Jacob Wyngaard" userId="6181fcd471e98458" providerId="LiveId" clId="{788BA123-62C9-4DDC-86E5-A6BCA4600216}" dt="2026-05-04T02:13:49.071" v="1859" actId="1076"/>
        <pc:sldMkLst>
          <pc:docMk/>
          <pc:sldMk cId="4059022092" sldId="534"/>
        </pc:sldMkLst>
        <pc:spChg chg="del">
          <ac:chgData name="Jacob Wyngaard" userId="6181fcd471e98458" providerId="LiveId" clId="{788BA123-62C9-4DDC-86E5-A6BCA4600216}" dt="2026-05-04T02:13:38.985" v="1854" actId="478"/>
          <ac:spMkLst>
            <pc:docMk/>
            <pc:sldMk cId="4059022092" sldId="534"/>
            <ac:spMk id="4" creationId="{9CF0BA93-1E1E-10F1-5803-AD0D1CC181C7}"/>
          </ac:spMkLst>
        </pc:spChg>
        <pc:spChg chg="del">
          <ac:chgData name="Jacob Wyngaard" userId="6181fcd471e98458" providerId="LiveId" clId="{788BA123-62C9-4DDC-86E5-A6BCA4600216}" dt="2026-05-04T02:13:37.365" v="1852" actId="478"/>
          <ac:spMkLst>
            <pc:docMk/>
            <pc:sldMk cId="4059022092" sldId="534"/>
            <ac:spMk id="5" creationId="{FD8ADE6B-5316-1245-5D1F-AB3341E704CD}"/>
          </ac:spMkLst>
        </pc:spChg>
        <pc:spChg chg="del">
          <ac:chgData name="Jacob Wyngaard" userId="6181fcd471e98458" providerId="LiveId" clId="{788BA123-62C9-4DDC-86E5-A6BCA4600216}" dt="2026-05-04T02:13:25.895" v="1840" actId="478"/>
          <ac:spMkLst>
            <pc:docMk/>
            <pc:sldMk cId="4059022092" sldId="534"/>
            <ac:spMk id="7" creationId="{34EAE843-76F9-4806-AAD4-D4D241FF99DE}"/>
          </ac:spMkLst>
        </pc:spChg>
        <pc:spChg chg="mod">
          <ac:chgData name="Jacob Wyngaard" userId="6181fcd471e98458" providerId="LiveId" clId="{788BA123-62C9-4DDC-86E5-A6BCA4600216}" dt="2026-05-04T02:13:41.226" v="1855" actId="1076"/>
          <ac:spMkLst>
            <pc:docMk/>
            <pc:sldMk cId="4059022092" sldId="534"/>
            <ac:spMk id="9" creationId="{7463AA22-C042-0FB9-E0B2-97629F3A4139}"/>
          </ac:spMkLst>
        </pc:spChg>
        <pc:spChg chg="del">
          <ac:chgData name="Jacob Wyngaard" userId="6181fcd471e98458" providerId="LiveId" clId="{788BA123-62C9-4DDC-86E5-A6BCA4600216}" dt="2026-05-04T02:13:38.050" v="1853" actId="478"/>
          <ac:spMkLst>
            <pc:docMk/>
            <pc:sldMk cId="4059022092" sldId="534"/>
            <ac:spMk id="11" creationId="{20E6FE2F-B7D7-BB78-2E62-C919047DD21C}"/>
          </ac:spMkLst>
        </pc:spChg>
        <pc:picChg chg="add mod">
          <ac:chgData name="Jacob Wyngaard" userId="6181fcd471e98458" providerId="LiveId" clId="{788BA123-62C9-4DDC-86E5-A6BCA4600216}" dt="2026-05-04T02:13:49.071" v="1859" actId="1076"/>
          <ac:picMkLst>
            <pc:docMk/>
            <pc:sldMk cId="4059022092" sldId="534"/>
            <ac:picMk id="3" creationId="{7877AD34-4817-64CC-6004-C411B3A4D29A}"/>
          </ac:picMkLst>
        </pc:pic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2651780424" sldId="535"/>
        </pc:sldMkLst>
      </pc:sldChg>
      <pc:sldChg chg="addSp delSp modSp add mod ord">
        <pc:chgData name="Jacob Wyngaard" userId="6181fcd471e98458" providerId="LiveId" clId="{788BA123-62C9-4DDC-86E5-A6BCA4600216}" dt="2026-05-04T03:45:59.900" v="3253" actId="20577"/>
        <pc:sldMkLst>
          <pc:docMk/>
          <pc:sldMk cId="3900709883" sldId="535"/>
        </pc:sldMkLst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2" creationId="{A04DACB4-3F52-8DD2-F542-07FF3FDDEC3B}"/>
          </ac:spMkLst>
        </pc:spChg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3" creationId="{8FD90CE5-82F9-D8F0-3855-198424099FEE}"/>
          </ac:spMkLst>
        </pc:spChg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4" creationId="{B8532932-D1FF-4949-1B89-F607372CB1D7}"/>
          </ac:spMkLst>
        </pc:spChg>
        <pc:spChg chg="mod">
          <ac:chgData name="Jacob Wyngaard" userId="6181fcd471e98458" providerId="LiveId" clId="{788BA123-62C9-4DDC-86E5-A6BCA4600216}" dt="2026-05-04T02:32:09.926" v="2476" actId="1076"/>
          <ac:spMkLst>
            <pc:docMk/>
            <pc:sldMk cId="3900709883" sldId="535"/>
            <ac:spMk id="5" creationId="{5D5AEB4E-C5D8-776A-A889-3313043287CD}"/>
          </ac:spMkLst>
        </pc:spChg>
        <pc:spChg chg="del">
          <ac:chgData name="Jacob Wyngaard" userId="6181fcd471e98458" providerId="LiveId" clId="{788BA123-62C9-4DDC-86E5-A6BCA4600216}" dt="2026-05-04T02:20:41.947" v="1988" actId="478"/>
          <ac:spMkLst>
            <pc:docMk/>
            <pc:sldMk cId="3900709883" sldId="535"/>
            <ac:spMk id="7" creationId="{CF4E2BD9-38A3-80D3-4092-0931BA6C05A0}"/>
          </ac:spMkLst>
        </pc:spChg>
        <pc:spChg chg="add del mod">
          <ac:chgData name="Jacob Wyngaard" userId="6181fcd471e98458" providerId="LiveId" clId="{788BA123-62C9-4DDC-86E5-A6BCA4600216}" dt="2026-05-04T02:37:40.307" v="2576" actId="478"/>
          <ac:spMkLst>
            <pc:docMk/>
            <pc:sldMk cId="3900709883" sldId="535"/>
            <ac:spMk id="9" creationId="{85C9184B-DF19-66D4-4689-2FC733957623}"/>
          </ac:spMkLst>
        </pc:spChg>
        <pc:spChg chg="del">
          <ac:chgData name="Jacob Wyngaard" userId="6181fcd471e98458" providerId="LiveId" clId="{788BA123-62C9-4DDC-86E5-A6BCA4600216}" dt="2026-05-04T02:20:41.947" v="1988" actId="478"/>
          <ac:spMkLst>
            <pc:docMk/>
            <pc:sldMk cId="3900709883" sldId="535"/>
            <ac:spMk id="11" creationId="{C28240F0-4853-4787-ED43-99CBE155CD59}"/>
          </ac:spMkLst>
        </pc:spChg>
        <pc:spChg chg="mod">
          <ac:chgData name="Jacob Wyngaard" userId="6181fcd471e98458" providerId="LiveId" clId="{788BA123-62C9-4DDC-86E5-A6BCA4600216}" dt="2026-05-04T02:38:56.745" v="2601" actId="1076"/>
          <ac:spMkLst>
            <pc:docMk/>
            <pc:sldMk cId="3900709883" sldId="535"/>
            <ac:spMk id="12" creationId="{A1AB0075-D9F0-4805-B638-48FB1C11B448}"/>
          </ac:spMkLst>
        </pc:spChg>
        <pc:spChg chg="add del mod">
          <ac:chgData name="Jacob Wyngaard" userId="6181fcd471e98458" providerId="LiveId" clId="{788BA123-62C9-4DDC-86E5-A6BCA4600216}" dt="2026-05-04T02:37:40.307" v="2576" actId="478"/>
          <ac:spMkLst>
            <pc:docMk/>
            <pc:sldMk cId="3900709883" sldId="535"/>
            <ac:spMk id="13" creationId="{A1D73456-77A3-0B06-9FA7-011657911E36}"/>
          </ac:spMkLst>
        </pc:spChg>
        <pc:spChg chg="add mod">
          <ac:chgData name="Jacob Wyngaard" userId="6181fcd471e98458" providerId="LiveId" clId="{788BA123-62C9-4DDC-86E5-A6BCA4600216}" dt="2026-05-04T02:39:11.659" v="2604" actId="1076"/>
          <ac:spMkLst>
            <pc:docMk/>
            <pc:sldMk cId="3900709883" sldId="535"/>
            <ac:spMk id="14" creationId="{9F3F74BE-6A7D-8FC4-02EC-72906780C56F}"/>
          </ac:spMkLst>
        </pc:spChg>
        <pc:spChg chg="add mod">
          <ac:chgData name="Jacob Wyngaard" userId="6181fcd471e98458" providerId="LiveId" clId="{788BA123-62C9-4DDC-86E5-A6BCA4600216}" dt="2026-05-04T02:39:15.880" v="2605" actId="1076"/>
          <ac:spMkLst>
            <pc:docMk/>
            <pc:sldMk cId="3900709883" sldId="535"/>
            <ac:spMk id="15" creationId="{87BC17B3-8F40-9EB6-77E2-6B42E651E4BB}"/>
          </ac:spMkLst>
        </pc:spChg>
        <pc:spChg chg="add del mod">
          <ac:chgData name="Jacob Wyngaard" userId="6181fcd471e98458" providerId="LiveId" clId="{788BA123-62C9-4DDC-86E5-A6BCA4600216}" dt="2026-05-04T02:35:16.047" v="2508" actId="478"/>
          <ac:spMkLst>
            <pc:docMk/>
            <pc:sldMk cId="3900709883" sldId="535"/>
            <ac:spMk id="16" creationId="{5EE0A25A-44FB-F2D0-3E5E-508AE7280A81}"/>
          </ac:spMkLst>
        </pc:spChg>
        <pc:spChg chg="add del mod">
          <ac:chgData name="Jacob Wyngaard" userId="6181fcd471e98458" providerId="LiveId" clId="{788BA123-62C9-4DDC-86E5-A6BCA4600216}" dt="2026-05-04T02:37:40.307" v="2576" actId="478"/>
          <ac:spMkLst>
            <pc:docMk/>
            <pc:sldMk cId="3900709883" sldId="535"/>
            <ac:spMk id="18" creationId="{107F0B10-AC01-5ED7-3899-00D088C64412}"/>
          </ac:spMkLst>
        </pc:spChg>
        <pc:spChg chg="add mod">
          <ac:chgData name="Jacob Wyngaard" userId="6181fcd471e98458" providerId="LiveId" clId="{788BA123-62C9-4DDC-86E5-A6BCA4600216}" dt="2026-05-04T02:39:00.578" v="2602" actId="1076"/>
          <ac:spMkLst>
            <pc:docMk/>
            <pc:sldMk cId="3900709883" sldId="535"/>
            <ac:spMk id="19" creationId="{672A2060-0669-9713-00FA-2D4D3F5A9603}"/>
          </ac:spMkLst>
        </pc:spChg>
        <pc:spChg chg="add mod">
          <ac:chgData name="Jacob Wyngaard" userId="6181fcd471e98458" providerId="LiveId" clId="{788BA123-62C9-4DDC-86E5-A6BCA4600216}" dt="2026-05-04T02:37:40.674" v="2577"/>
          <ac:spMkLst>
            <pc:docMk/>
            <pc:sldMk cId="3900709883" sldId="535"/>
            <ac:spMk id="20" creationId="{F7CBD23F-75DC-A265-6AB7-9F31199DBBE6}"/>
          </ac:spMkLst>
        </pc:spChg>
        <pc:spChg chg="add mod">
          <ac:chgData name="Jacob Wyngaard" userId="6181fcd471e98458" providerId="LiveId" clId="{788BA123-62C9-4DDC-86E5-A6BCA4600216}" dt="2026-05-04T02:43:47.831" v="2719" actId="114"/>
          <ac:spMkLst>
            <pc:docMk/>
            <pc:sldMk cId="3900709883" sldId="535"/>
            <ac:spMk id="21" creationId="{1E188310-0304-F7C0-A0A9-A3C099FE7531}"/>
          </ac:spMkLst>
        </pc:spChg>
        <pc:spChg chg="add mod">
          <ac:chgData name="Jacob Wyngaard" userId="6181fcd471e98458" providerId="LiveId" clId="{788BA123-62C9-4DDC-86E5-A6BCA4600216}" dt="2026-05-04T03:45:59.900" v="3253" actId="20577"/>
          <ac:spMkLst>
            <pc:docMk/>
            <pc:sldMk cId="3900709883" sldId="535"/>
            <ac:spMk id="22" creationId="{3076D735-A0A0-F282-79B2-1A6A7B6E58AE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1192967704" sldId="536"/>
        </pc:sldMkLst>
      </pc:sldChg>
      <pc:sldChg chg="delSp modSp add mod">
        <pc:chgData name="Jacob Wyngaard" userId="6181fcd471e98458" providerId="LiveId" clId="{788BA123-62C9-4DDC-86E5-A6BCA4600216}" dt="2026-05-04T02:37:27.242" v="2575" actId="478"/>
        <pc:sldMkLst>
          <pc:docMk/>
          <pc:sldMk cId="3115469195" sldId="536"/>
        </pc:sldMkLst>
        <pc:spChg chg="mod">
          <ac:chgData name="Jacob Wyngaard" userId="6181fcd471e98458" providerId="LiveId" clId="{788BA123-62C9-4DDC-86E5-A6BCA4600216}" dt="2026-05-04T02:37:23.596" v="2574" actId="14100"/>
          <ac:spMkLst>
            <pc:docMk/>
            <pc:sldMk cId="3115469195" sldId="536"/>
            <ac:spMk id="12" creationId="{8EDE4296-A0EA-91E8-3687-86E783F53A1A}"/>
          </ac:spMkLst>
        </pc:spChg>
        <pc:spChg chg="del">
          <ac:chgData name="Jacob Wyngaard" userId="6181fcd471e98458" providerId="LiveId" clId="{788BA123-62C9-4DDC-86E5-A6BCA4600216}" dt="2026-05-04T02:37:27.242" v="2575" actId="478"/>
          <ac:spMkLst>
            <pc:docMk/>
            <pc:sldMk cId="3115469195" sldId="536"/>
            <ac:spMk id="14" creationId="{5DC1BBB9-CEB9-2EAF-4382-DBB1DB1411D9}"/>
          </ac:spMkLst>
        </pc:spChg>
        <pc:spChg chg="del">
          <ac:chgData name="Jacob Wyngaard" userId="6181fcd471e98458" providerId="LiveId" clId="{788BA123-62C9-4DDC-86E5-A6BCA4600216}" dt="2026-05-04T02:37:27.242" v="2575" actId="478"/>
          <ac:spMkLst>
            <pc:docMk/>
            <pc:sldMk cId="3115469195" sldId="536"/>
            <ac:spMk id="15" creationId="{875C9870-D2CF-4CE8-8BB7-8BB14B9BA9B9}"/>
          </ac:spMkLst>
        </pc:spChg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825058939" sldId="537"/>
        </pc:sldMkLst>
      </pc:sldChg>
      <pc:sldChg chg="add">
        <pc:chgData name="Jacob Wyngaard" userId="6181fcd471e98458" providerId="LiveId" clId="{788BA123-62C9-4DDC-86E5-A6BCA4600216}" dt="2026-05-04T03:58:49.327" v="3760" actId="2890"/>
        <pc:sldMkLst>
          <pc:docMk/>
          <pc:sldMk cId="2449602410" sldId="537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749197966" sldId="538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644031104" sldId="539"/>
        </pc:sldMkLst>
      </pc:sldChg>
      <pc:sldChg chg="del">
        <pc:chgData name="Jacob Wyngaard" userId="6181fcd471e98458" providerId="LiveId" clId="{788BA123-62C9-4DDC-86E5-A6BCA4600216}" dt="2026-05-03T19:25:57.577" v="103" actId="47"/>
        <pc:sldMkLst>
          <pc:docMk/>
          <pc:sldMk cId="3708511514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282E-E9E0-4BFA-AAE9-A8F67BF7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8E5D9-6D00-D08C-F101-6F429F13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694D7-DFBF-4514-9FFB-E74F830ED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A46C3-6B80-874A-1C45-C43A1C347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471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2399C-0388-2BDA-12D3-9FBD832C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28B924-0D8E-5C53-5A8D-1BDCD954B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B8508-3629-D4C4-EC7F-3C4447E9C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22E9F-60C6-B3C6-C308-5D964EC33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372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FFA8A-6713-B31A-687F-6F3355ED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2703ED-23EA-44C6-A51B-2DE4B0BC1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AE814-B0EC-B540-FD26-0DDE1B102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F1DB9-5850-2822-7CBF-9FF3D12AD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36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D0BD-CCBC-B731-0A5E-C569360A0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07A30-EAD0-D811-86B6-498319782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BFDC8-4EE8-2D0A-AE8E-8986FCE66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23D63-7C26-264B-8932-D32FDB8083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23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64E68-CA06-C59B-80AB-1378A1AD8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3F91A-9C1B-C925-27DD-A042FE0989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4E1EF-D433-667F-4AD0-DF86C28AC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9767A-73E3-7452-2012-7A0A23D758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2503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4DD63-FFFC-800B-D317-EDF106607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3EA1EC-8C40-6ABE-B74F-FEA94D038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655139-D824-768B-1B0F-A0E25474F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2FC90-E7AC-A72B-E3B4-5710D7843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39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64527-3E33-9F4A-8B31-1EA0E415B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53BE4-A151-725E-3F8F-BCF77748F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CB995-58C8-EB3D-1DDB-D38AD82E1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068E6-5F26-46A6-2D54-1551D0259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1485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834CC-8B7A-7828-7F24-90DE38A9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71B64-4316-1333-2653-EB753420C6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452FD-A1D8-86D3-9151-86CDF43A4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914F5-0F66-56D9-C9B1-6D93E0C58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334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CA144-B991-47E1-A465-AF16015ED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27545-CE7B-9AD8-7E4B-302265FB5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2BE51-A839-B330-C3CA-34B288403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41B0C-3F7E-EBAA-F6C2-33B6C5D5FE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373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2C807-6F0C-F91C-E20B-4D5C520DA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A2E5EB-4D1F-1041-6F5F-9893EB0FA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F3B47C-26A0-15EC-D085-1BCA8E2D3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84D05-5E49-3AC5-3ED7-075BA6C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654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F336-33C6-573C-DCC7-61035C9D7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B6466-1633-9EC4-4078-8864AA98F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5D54E-C3F7-8139-65BC-8D2DAD97A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39561-34FD-15DC-7698-045866E683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765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17D78-BA9D-A37D-32AA-5EF0A2E73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92DAE-5F82-0CCE-B128-EFC87BF76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95B47-C8AD-C487-368F-5CF07F5E12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4A2B0-BF07-A649-B994-4A8BEFDB2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8231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B8B93-BBC1-B3EC-9396-D1A85EF0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0E8A1-35FF-5699-F819-4678DB666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B5A3A5-AC13-FC39-3047-050328E23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E0E68-73E1-EEB4-1184-47D35ACB5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610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1428-F8F4-01EC-D01C-CAB1606C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6FD58C-A142-5421-075C-EA2C1F88B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77EC4-3779-98FC-31E8-ED888BDA6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63670-ECD7-A955-EA20-C8B53B28DD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86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45020-BD63-38AB-9D9E-D9DE05EBB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B82B68-C3F0-0322-EAAF-4F527CA15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ADAA9-2403-6DA5-01A4-C20A8E65E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8D077-78C2-E986-56AE-5E88E5CCF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247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FA4F9-6E18-6240-DCA7-031681190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034B2-8828-5831-3155-7E5938F70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4D95-2D89-0261-E21A-AD96443A5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0439E-2195-41B6-1E5C-62B43A8BD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95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D0834-0CE6-9441-9946-C00B75EC7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170E2-E200-575B-4E07-495253B1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85D01-7D52-14FA-D117-6975D726B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C9DEC-59E6-91F6-6D64-DDD07A12B1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5481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62DA2-F485-8832-46C8-82597738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891236-9E61-97E9-7613-DD387120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4F1454-AD37-DF08-0625-41FE6B07A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89B73-C9BB-9A02-B281-8F42C917C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820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2FCA-59B6-CD12-070B-3D8FFAF65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1FD7D-7227-973E-0C5A-14EE9400F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013CF8-E261-78A5-AF5C-E5D85294A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4B7FD-8BE4-7314-B711-23345D347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124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F972-C3C0-538F-90C1-E40F598B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99406D-AB00-7C7C-0705-738BB2505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906893-F477-20FC-5AED-07C10D006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5AAA6-ED6B-EF75-16C7-068FAD337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91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707A2-B07B-4561-D09D-B7DB6886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B6B769-669E-A4D7-C455-5D43BB031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F74ED0-8B31-05FD-E91E-0F554AAFB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66080-974B-97FA-2075-2D74B096D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4263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56BCB-CDBE-5587-7C41-B5D862110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EA21C-3D8A-E910-F388-54A8C3A7D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F82DE-1EDD-C210-7AF3-BBA54B2D0A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AC38B-7874-CDAF-E0EE-FD88228E2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4577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CE432-09EB-D944-6BAC-51F5D2661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A1B7F7-6567-7A11-E268-9F6C4C15E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380A7-B458-49C3-0395-6479D5C80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CDAC5-1F6A-9EA8-A39C-C82F796F9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9699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DC2FF-FE2C-E9D0-C1E2-FBC0D7B8B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200A-5CB4-869D-B115-31FF49EDC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2AEC5-470D-A056-0146-9D60FC193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0390CC-FFB8-0C1A-7E7A-3BDEAFEEB9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30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6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6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Twelve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BDA09F-627C-8FDA-D7A1-E0E80D1E38CA}"/>
              </a:ext>
            </a:extLst>
          </p:cNvPr>
          <p:cNvSpPr txBox="1"/>
          <p:nvPr/>
        </p:nvSpPr>
        <p:spPr>
          <a:xfrm>
            <a:off x="206477" y="307505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BNN Error Orders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6DC52F-DB46-E6EB-3D90-B7847A7A2EC1}"/>
              </a:ext>
            </a:extLst>
          </p:cNvPr>
          <p:cNvSpPr txBox="1"/>
          <p:nvPr/>
        </p:nvSpPr>
        <p:spPr>
          <a:xfrm>
            <a:off x="144131" y="3598276"/>
            <a:ext cx="5889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Finite Difference Methods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4AFA91-DB93-95F9-E771-5F74823F6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758" y="1818409"/>
            <a:ext cx="5373111" cy="322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BF844-9D26-331C-663B-652A6C41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7BCC0E-F818-F8E8-CA07-63258B3532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1972-576A-FA7A-62F2-503227AF9C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191DAF-EE3A-FC24-1F7B-E9C307CFE694}"/>
              </a:ext>
            </a:extLst>
          </p:cNvPr>
          <p:cNvSpPr txBox="1"/>
          <p:nvPr/>
        </p:nvSpPr>
        <p:spPr>
          <a:xfrm>
            <a:off x="97551" y="1961356"/>
            <a:ext cx="11996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neither with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CC73B0-8A5E-1116-81A3-B9DC5E42A9A9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45C499-B588-95BB-EF65-8A15FA3F4019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481E59-6CFC-FA72-6DE4-7CDA1E840154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0340-0C8A-10C6-88FD-A1094BD4CDB0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F37DC-294D-6CF1-C63F-1E1CE27BB29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EC09E8-F198-DB5F-F353-98DCA9214689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CB2FFF-9863-192B-FA77-2FC6908C092E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9039F4-6A41-5F39-0339-B353B5DBB28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BF8B1-3481-D2C5-938A-E9B24E711EF5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E23FB-08C9-BCB1-4C45-5922408B84E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69FE9-3C31-5E43-8DD5-C79BC4E7A516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2129BDC-70CC-A931-2E32-F1345C391DC1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6D688-E03C-9CD4-74F8-86D124CDC04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B81D4-DEF3-3DEB-C08E-79D1B81F9DDE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B3A698-8271-4B6E-F0D9-35AFC365C7B5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11509-A8BE-094B-A93D-96ECDAFE024A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04B54-079B-02A6-8095-13C41F990502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C5788-BD36-8643-CCF1-839157CE792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190436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2BA8-E6EB-04B2-F4C0-D33E55F45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05141C-D896-FE8A-0F9D-53DB53B9AF0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9664A-21B7-78EE-5B50-6AD7A7EF131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8AFA4F-D424-7481-CFA8-9D7ECC0DE4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71B45E-0D1C-8052-A7DF-6D566AC9D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CCA6167-7FFB-C9AC-9767-DE69BFB1E50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9F9B9-BF42-02B3-13B4-C015845FA61D}"/>
              </a:ext>
            </a:extLst>
          </p:cNvPr>
          <p:cNvSpPr txBox="1"/>
          <p:nvPr/>
        </p:nvSpPr>
        <p:spPr>
          <a:xfrm>
            <a:off x="7898573" y="5806949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AEC0E4-30E5-AECE-805D-79081C8EE103}"/>
                  </a:ext>
                </a:extLst>
              </p:cNvPr>
              <p:cNvSpPr txBox="1"/>
              <p:nvPr/>
            </p:nvSpPr>
            <p:spPr>
              <a:xfrm>
                <a:off x="7948264" y="6268614"/>
                <a:ext cx="28198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AEC0E4-30E5-AECE-805D-79081C8EE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8264" y="6268614"/>
                <a:ext cx="281981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3433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C90B6-7F45-BCD5-5027-C3A2A73E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6A14209-36C6-D04C-497C-05F17EDF610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9CEF39-94B5-B8CE-E27C-6E68B642C1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38B08C-6B0E-7A15-5555-D90757AA88FC}"/>
              </a:ext>
            </a:extLst>
          </p:cNvPr>
          <p:cNvSpPr txBox="1"/>
          <p:nvPr/>
        </p:nvSpPr>
        <p:spPr>
          <a:xfrm>
            <a:off x="1856448" y="319030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New Activation Function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3DC0D5-66D1-27C9-A923-565E6723AEF9}"/>
              </a:ext>
            </a:extLst>
          </p:cNvPr>
          <p:cNvSpPr txBox="1"/>
          <p:nvPr/>
        </p:nvSpPr>
        <p:spPr>
          <a:xfrm>
            <a:off x="6892638" y="1753718"/>
            <a:ext cx="447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FE407C-15FB-DC19-149C-B92E3DD84CBB}"/>
                  </a:ext>
                </a:extLst>
              </p:cNvPr>
              <p:cNvSpPr txBox="1"/>
              <p:nvPr/>
            </p:nvSpPr>
            <p:spPr>
              <a:xfrm>
                <a:off x="7191518" y="2400049"/>
                <a:ext cx="3662669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FE407C-15FB-DC19-149C-B92E3DD84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1518" y="2400049"/>
                <a:ext cx="3662669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0B92BE8F-187D-3695-BF31-AF82686B4A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10" y="1980517"/>
            <a:ext cx="4946073" cy="48774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64CDCF-08CF-276E-FC69-ADBAEF99C51C}"/>
                  </a:ext>
                </a:extLst>
              </p:cNvPr>
              <p:cNvSpPr txBox="1"/>
              <p:nvPr/>
            </p:nvSpPr>
            <p:spPr>
              <a:xfrm>
                <a:off x="5000483" y="4296542"/>
                <a:ext cx="19691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964CDCF-08CF-276E-FC69-ADBAEF99C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483" y="4296542"/>
                <a:ext cx="196913" cy="307777"/>
              </a:xfrm>
              <a:prstGeom prst="rect">
                <a:avLst/>
              </a:prstGeom>
              <a:blipFill>
                <a:blip r:embed="rId5"/>
                <a:stretch>
                  <a:fillRect l="-18182" r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A0DCBC0-D740-74EF-1972-E4E369A6E5E6}"/>
                  </a:ext>
                </a:extLst>
              </p:cNvPr>
              <p:cNvSpPr txBox="1"/>
              <p:nvPr/>
            </p:nvSpPr>
            <p:spPr>
              <a:xfrm>
                <a:off x="2426681" y="1672740"/>
                <a:ext cx="20153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A0DCBC0-D740-74EF-1972-E4E369A6E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6681" y="1672740"/>
                <a:ext cx="201530" cy="307777"/>
              </a:xfrm>
              <a:prstGeom prst="rect">
                <a:avLst/>
              </a:prstGeom>
              <a:blipFill>
                <a:blip r:embed="rId6"/>
                <a:stretch>
                  <a:fillRect l="-33333" r="-30303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97B1A7-4B18-C053-1C9F-693121F53AB0}"/>
                  </a:ext>
                </a:extLst>
              </p:cNvPr>
              <p:cNvSpPr txBox="1"/>
              <p:nvPr/>
            </p:nvSpPr>
            <p:spPr>
              <a:xfrm>
                <a:off x="6994606" y="3046380"/>
                <a:ext cx="4191253" cy="1815882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(0)≠0  ⇒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800" dirty="0"/>
                  <a:t>Nash Equilibrium is no longer a fixed point of time evolution!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97B1A7-4B18-C053-1C9F-693121F53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06" y="3046380"/>
                <a:ext cx="4191253" cy="1815882"/>
              </a:xfrm>
              <a:prstGeom prst="rect">
                <a:avLst/>
              </a:prstGeom>
              <a:blipFill>
                <a:blip r:embed="rId7"/>
                <a:stretch>
                  <a:fillRect l="-720" t="-2632" r="-2305" b="-723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39FDEF4-10A5-FFC3-6D7F-AE38CD1C3CAE}"/>
                  </a:ext>
                </a:extLst>
              </p:cNvPr>
              <p:cNvSpPr txBox="1"/>
              <p:nvPr/>
            </p:nvSpPr>
            <p:spPr>
              <a:xfrm>
                <a:off x="6994605" y="5069435"/>
                <a:ext cx="4191253" cy="1601529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Does this only work because our Nash equilibrium is at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39FDEF4-10A5-FFC3-6D7F-AE38CD1C3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05" y="5069435"/>
                <a:ext cx="4191253" cy="1601529"/>
              </a:xfrm>
              <a:prstGeom prst="rect">
                <a:avLst/>
              </a:prstGeom>
              <a:blipFill>
                <a:blip r:embed="rId8"/>
                <a:stretch>
                  <a:fillRect t="-2985" b="-149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740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2DF4C-E161-D356-583A-F12854B6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DA078D9-E801-C23F-9C59-5613079BB7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3FBBC1-71D6-AAFF-B8AB-13330360D98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92723F-DED4-C71E-560D-9901D1E98E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5C06E9-762D-D942-31A1-910E458C2F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7A7E3-1493-3FF9-0255-4765F3EC329F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7A7E3-1493-3FF9-0255-4765F3EC3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87232B-ED4C-0D39-4F9E-361CB52B9EDC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87232B-ED4C-0D39-4F9E-361CB52B9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6C65C37-B7BB-5DF6-E34D-00212EA5968D}"/>
              </a:ext>
            </a:extLst>
          </p:cNvPr>
          <p:cNvSpPr txBox="1"/>
          <p:nvPr/>
        </p:nvSpPr>
        <p:spPr>
          <a:xfrm>
            <a:off x="1794057" y="429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Changing the Activation Function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E252B5-024A-264F-2699-9C9DEAEE5582}"/>
              </a:ext>
            </a:extLst>
          </p:cNvPr>
          <p:cNvSpPr txBox="1"/>
          <p:nvPr/>
        </p:nvSpPr>
        <p:spPr>
          <a:xfrm>
            <a:off x="7851008" y="5633714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000AC4-0C2C-064A-9D06-F699969F8844}"/>
                  </a:ext>
                </a:extLst>
              </p:cNvPr>
              <p:cNvSpPr txBox="1"/>
              <p:nvPr/>
            </p:nvSpPr>
            <p:spPr>
              <a:xfrm>
                <a:off x="7935565" y="6004457"/>
                <a:ext cx="2848344" cy="824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000AC4-0C2C-064A-9D06-F699969F8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5565" y="6004457"/>
                <a:ext cx="2848344" cy="8240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5007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893F7-7C1F-D0D2-5032-F8FF5922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8834A5-3A73-A37D-D20D-86A0891AE55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C5B9E9-7D62-14FB-5CFD-A69D5C8BB00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392BA0-F00A-8289-F806-0D1A4DD13C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84269"/>
            <a:ext cx="6273478" cy="39492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47AA17-1719-76B5-A015-FB8C4150CC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38CCFF-D9A6-5904-257E-777DA584897B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38CCFF-D9A6-5904-257E-777DA5848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0985C3-6F23-6005-CC2A-C8FD67C77C3A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0985C3-6F23-6005-CC2A-C8FD67C77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A4E3DDA-0B42-70C5-DF16-42C9CEC0D158}"/>
              </a:ext>
            </a:extLst>
          </p:cNvPr>
          <p:cNvSpPr txBox="1"/>
          <p:nvPr/>
        </p:nvSpPr>
        <p:spPr>
          <a:xfrm>
            <a:off x="7851008" y="5633714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559D4C-7611-83EF-F12B-FDA25AB1E67E}"/>
                  </a:ext>
                </a:extLst>
              </p:cNvPr>
              <p:cNvSpPr txBox="1"/>
              <p:nvPr/>
            </p:nvSpPr>
            <p:spPr>
              <a:xfrm>
                <a:off x="7851008" y="6079334"/>
                <a:ext cx="304801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559D4C-7611-83EF-F12B-FDA25AB1E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008" y="6079334"/>
                <a:ext cx="3048014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C2D27C7-101B-AF5F-A147-1397A840A6C6}"/>
              </a:ext>
            </a:extLst>
          </p:cNvPr>
          <p:cNvSpPr txBox="1"/>
          <p:nvPr/>
        </p:nvSpPr>
        <p:spPr>
          <a:xfrm>
            <a:off x="1794057" y="429884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Changing the Activation Function</a:t>
            </a:r>
          </a:p>
        </p:txBody>
      </p:sp>
    </p:spTree>
    <p:extLst>
      <p:ext uri="{BB962C8B-B14F-4D97-AF65-F5344CB8AC3E}">
        <p14:creationId xmlns:p14="http://schemas.microsoft.com/office/powerpoint/2010/main" val="616400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7AAE8-8FD4-DDC9-8BAB-5D9576A83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1531EF5-AC43-2821-8891-44CAC5E5AD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F94FE-7CD0-CAD3-46F5-4CEB1DB20A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A2A6DC-7D1E-8ED4-F8EE-3408E9E1B5F3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A2A6DC-7D1E-8ED4-F8EE-3408E9E1B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72B6C6-FC9C-C8EE-F0ED-B98FFC1CB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500690"/>
              </p:ext>
            </p:extLst>
          </p:nvPr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DF5E2B5-2491-0862-F120-4D30E732D2A2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CCCE0-3174-14E2-3205-F6FA85D3EDC6}"/>
              </a:ext>
            </a:extLst>
          </p:cNvPr>
          <p:cNvSpPr txBox="1"/>
          <p:nvPr/>
        </p:nvSpPr>
        <p:spPr>
          <a:xfrm>
            <a:off x="6413164" y="1721148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88A83F-B412-78D3-49B6-8A367E716024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88A83F-B412-78D3-49B6-8A367E716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06C6F60-89A0-F8DB-7917-83629C3A8FE7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CCE3A-F5DD-6C6E-E795-2C6ECEE60965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8347F1-0485-B054-9DB2-E43E73D38334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E0A3E2-26C8-132E-3C0A-FD4F422FF4B5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8BF70F-C500-2EF4-2DBC-627BFAB086B6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69F748-CFED-3B02-4841-54A978350146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21242931-E686-160A-BBA5-85B3E6C8FB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622480"/>
              </p:ext>
            </p:extLst>
          </p:nvPr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9BB5BE2-FF16-8281-0800-43944A5114E0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80ECF9-D465-726D-27CF-EA59B9FABCB5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632959-2DC3-BDDA-714A-9AB1A5AC6F8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AE942B-5662-C3B9-F528-E8536B0E9CD8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84E83A-3F74-3470-2D99-70B8DCF5F271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BC906A-38CF-58A8-2F82-207309E59C80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A120C-6DFE-9DB0-789C-B0EB58DA86F7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825C9A-271E-7AD9-2DCB-CF51429B5ABA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011B48-F1E4-982F-9090-82D0C6B39821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EF1B80-C597-0F11-047B-D6DB93C6DB73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7227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75385-A684-5A70-C282-6626DF91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A27E1D-83AF-E036-2474-FAA057AA2C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A9E31B-7954-2374-26C6-4E1898B542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E144C-44F6-7A09-EA63-B915C4A08AD3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E144C-44F6-7A09-EA63-B915C4A0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8D3B6B4-0E66-859B-B627-5AA4A28E042A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78CDDA-E1D9-E161-16B7-B7DADE85D4F5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78CDDA-E1D9-E161-16B7-B7DADE85D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D8A67D2-72E1-D865-4027-9946D1B9435D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C3EFCB-1D84-B389-8559-5F75C50F69F5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4D02ED-7024-71BD-60AF-76025D365C89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331738-B855-A06C-CCDA-63408D3C332B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7D6CC8-C83D-FBE4-2D32-C685CC32DF9B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65A1B-2367-5E01-940F-1CCF042785FF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7155941A-49DF-E8EF-8D32-FEB29F8AF73F}"/>
              </a:ext>
            </a:extLst>
          </p:cNvPr>
          <p:cNvGraphicFramePr>
            <a:graphicFrameLocks noGrp="1"/>
          </p:cNvGraphicFramePr>
          <p:nvPr/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E93E611F-D51B-5071-2B24-B471E0414E1A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2A5CE7-2830-D7F9-9180-DC3BE7DC6C17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3791C0-5922-8C41-7996-32AE2EB40CD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57C8B1-2143-F8D8-8D1F-0D44E411841B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FF627F-9D3D-5E41-B2AF-53C967B79124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F627BD-77D1-DE99-4076-E49ADF281DE0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5312AC-28F0-AD02-ECAE-03DCA35FFEDC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0260F0-4D7E-140C-C608-2FDE563DF671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686-F1A4-018B-9C1B-3D68070497F3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F9F38-A531-8DEF-B24D-7E03A64E9CED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6DC1E59-BA3D-22DB-DD01-9CF37483F62A}"/>
                  </a:ext>
                </a:extLst>
              </p:cNvPr>
              <p:cNvSpPr txBox="1"/>
              <p:nvPr/>
            </p:nvSpPr>
            <p:spPr>
              <a:xfrm>
                <a:off x="174365" y="1750046"/>
                <a:ext cx="1097519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/>
                  <a:t>First Nash Equilibrium: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(1,0,0)</m:t>
                    </m:r>
                  </m:oMath>
                </a14:m>
                <a:r>
                  <a:rPr lang="en-US" sz="3600" b="1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600" b="1" i="1"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3600" b="1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6DC1E59-BA3D-22DB-DD01-9CF37483F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65" y="1750046"/>
                <a:ext cx="10975199" cy="646331"/>
              </a:xfrm>
              <a:prstGeom prst="rect">
                <a:avLst/>
              </a:prstGeom>
              <a:blipFill>
                <a:blip r:embed="rId5"/>
                <a:stretch>
                  <a:fillRect l="-1722" t="-13208" b="-35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99AF561-54D6-5B99-45FE-87994BCF9DE4}"/>
              </a:ext>
            </a:extLst>
          </p:cNvPr>
          <p:cNvSpPr txBox="1"/>
          <p:nvPr/>
        </p:nvSpPr>
        <p:spPr>
          <a:xfrm>
            <a:off x="2614498" y="3407449"/>
            <a:ext cx="1427566" cy="1007015"/>
          </a:xfrm>
          <a:prstGeom prst="rect">
            <a:avLst/>
          </a:prstGeom>
          <a:solidFill>
            <a:srgbClr val="00B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743735-FC4B-DC64-A1F0-D6752FE68F59}"/>
              </a:ext>
            </a:extLst>
          </p:cNvPr>
          <p:cNvSpPr txBox="1"/>
          <p:nvPr/>
        </p:nvSpPr>
        <p:spPr>
          <a:xfrm>
            <a:off x="8742512" y="3411083"/>
            <a:ext cx="1427566" cy="1007015"/>
          </a:xfrm>
          <a:prstGeom prst="rect">
            <a:avLst/>
          </a:prstGeom>
          <a:solidFill>
            <a:srgbClr val="00B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62173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043C5-DD16-A02A-45BA-376FB35F2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97615CB-CD65-663F-CEDD-1418A40EACF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33F6C5-3F16-6B31-FFBC-C7D2F3A1057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34C838-4DCD-58DB-B9F5-D543DAE4F508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34C838-4DCD-58DB-B9F5-D543DAE4F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A65C47-DDD1-6702-1B03-B955FC789CB0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990C2F-BDB6-D282-9F54-384EABB54D70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990C2F-BDB6-D282-9F54-384EABB54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4DCB077-1D64-2101-DBFB-4009FC77DE04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61A741-53A5-6A4A-DC3F-634A9C62ADEF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C5E43-FB8D-85E9-C2B1-76777722E443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E09E89-E669-887C-DF40-34DBAC1DA88A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F3B31C-7685-63C9-EB64-0CBCE820FE63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0E3A5C-D207-EF5F-EA9D-7DDD5887A836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6E8DDBB-506B-9EAC-E69A-E1B3AC32045A}"/>
              </a:ext>
            </a:extLst>
          </p:cNvPr>
          <p:cNvGraphicFramePr>
            <a:graphicFrameLocks noGrp="1"/>
          </p:cNvGraphicFramePr>
          <p:nvPr/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C256372-3AE4-4A41-C6A4-CD27D023F85E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84F4BA-4807-C580-F780-D8551CDEA12B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106FD3-F392-56A1-5D64-1E0A9B10367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B7F856-112A-385A-1617-4823941B4114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2B16D2-86D9-6688-5C2A-9879AAF5FB90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3A3E7-BFD7-87BA-A154-AC627911C394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C5FF85-B871-EE13-64E0-4C029ABBCE9E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CF8FDB-401A-C0F5-CE5F-062E0FB5179F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3078DA-C75F-9EB7-DB67-442CF31780DD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71D776-A7DF-EE9A-6C08-6B97F12ECCF4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97C556-EA5B-3E98-D1F3-F1D3CF99993B}"/>
                  </a:ext>
                </a:extLst>
              </p:cNvPr>
              <p:cNvSpPr txBox="1"/>
              <p:nvPr/>
            </p:nvSpPr>
            <p:spPr>
              <a:xfrm>
                <a:off x="174365" y="1750046"/>
                <a:ext cx="1148423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/>
                  <a:t>Second Nash Equilibrium: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(0,</m:t>
                    </m:r>
                    <m:f>
                      <m:fPr>
                        <m:type m:val="skw"/>
                        <m:ctrlPr>
                          <a:rPr lang="en-US" sz="36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97C556-EA5B-3E98-D1F3-F1D3CF999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65" y="1750046"/>
                <a:ext cx="11484235" cy="646331"/>
              </a:xfrm>
              <a:prstGeom prst="rect">
                <a:avLst/>
              </a:prstGeom>
              <a:blipFill>
                <a:blip r:embed="rId5"/>
                <a:stretch>
                  <a:fillRect l="-1645" t="-13208" b="-35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6152107-8696-CD88-ACA8-08CE53B73468}"/>
              </a:ext>
            </a:extLst>
          </p:cNvPr>
          <p:cNvSpPr txBox="1"/>
          <p:nvPr/>
        </p:nvSpPr>
        <p:spPr>
          <a:xfrm>
            <a:off x="1240429" y="4404103"/>
            <a:ext cx="1337190" cy="989481"/>
          </a:xfrm>
          <a:prstGeom prst="rect">
            <a:avLst/>
          </a:prstGeom>
          <a:solidFill>
            <a:srgbClr val="92D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A73FE-30DC-848D-1FEF-0DF55E233C32}"/>
              </a:ext>
            </a:extLst>
          </p:cNvPr>
          <p:cNvSpPr txBox="1"/>
          <p:nvPr/>
        </p:nvSpPr>
        <p:spPr>
          <a:xfrm>
            <a:off x="1235973" y="5424524"/>
            <a:ext cx="1337190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17E5A9-A3AD-3999-CE59-F8808F58959C}"/>
              </a:ext>
            </a:extLst>
          </p:cNvPr>
          <p:cNvSpPr txBox="1"/>
          <p:nvPr/>
        </p:nvSpPr>
        <p:spPr>
          <a:xfrm>
            <a:off x="3985479" y="4400969"/>
            <a:ext cx="133719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257465-DA8B-135A-C1A7-1089F7855FC5}"/>
              </a:ext>
            </a:extLst>
          </p:cNvPr>
          <p:cNvSpPr txBox="1"/>
          <p:nvPr/>
        </p:nvSpPr>
        <p:spPr>
          <a:xfrm>
            <a:off x="3981023" y="5421390"/>
            <a:ext cx="1337190" cy="989481"/>
          </a:xfrm>
          <a:prstGeom prst="rect">
            <a:avLst/>
          </a:prstGeom>
          <a:solidFill>
            <a:srgbClr val="FF0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17B795-CDC5-5763-CF90-31CCA7DB8C6A}"/>
              </a:ext>
            </a:extLst>
          </p:cNvPr>
          <p:cNvSpPr txBox="1"/>
          <p:nvPr/>
        </p:nvSpPr>
        <p:spPr>
          <a:xfrm>
            <a:off x="7399124" y="4389566"/>
            <a:ext cx="1337190" cy="989481"/>
          </a:xfrm>
          <a:prstGeom prst="rect">
            <a:avLst/>
          </a:prstGeom>
          <a:solidFill>
            <a:srgbClr val="92D05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09B88E-3BB9-FF2B-C0B7-BEEB07FBAF5B}"/>
              </a:ext>
            </a:extLst>
          </p:cNvPr>
          <p:cNvSpPr txBox="1"/>
          <p:nvPr/>
        </p:nvSpPr>
        <p:spPr>
          <a:xfrm>
            <a:off x="7394668" y="5409987"/>
            <a:ext cx="1337190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9BE96B1-D1BC-777C-6839-3C995B6D2B97}"/>
              </a:ext>
            </a:extLst>
          </p:cNvPr>
          <p:cNvSpPr txBox="1"/>
          <p:nvPr/>
        </p:nvSpPr>
        <p:spPr>
          <a:xfrm>
            <a:off x="10144174" y="4386432"/>
            <a:ext cx="133719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FDEFAF-EFD5-C78C-27D8-1F29995885AE}"/>
              </a:ext>
            </a:extLst>
          </p:cNvPr>
          <p:cNvSpPr txBox="1"/>
          <p:nvPr/>
        </p:nvSpPr>
        <p:spPr>
          <a:xfrm>
            <a:off x="10139718" y="5406853"/>
            <a:ext cx="1337190" cy="989481"/>
          </a:xfrm>
          <a:prstGeom prst="rect">
            <a:avLst/>
          </a:prstGeom>
          <a:solidFill>
            <a:srgbClr val="FF0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3122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EB18C-D49F-EB34-B1B0-AC0CA79F8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3C36B1-9388-3B0A-3353-E7DCD70630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4EA89B-00C0-83D4-7266-66254C98F54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CD6474-8912-7947-9E69-61DE581EDEB4}"/>
                  </a:ext>
                </a:extLst>
              </p:cNvPr>
              <p:cNvSpPr txBox="1"/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BNN Dynamics Example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CD6474-8912-7947-9E69-61DE581ED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636" y="378560"/>
                <a:ext cx="9206345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0A33D2-9B30-B0A2-1D32-3A5D91DEAE5A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399128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17C3D5-58BD-4747-EDE8-D2EC0E2F9458}"/>
                  </a:ext>
                </a:extLst>
              </p:cNvPr>
              <p:cNvSpPr txBox="1"/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17C3D5-58BD-4747-EDE8-D2EC0E2F94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94" y="6396335"/>
                <a:ext cx="11678935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B58DBAB6-DA5A-FA34-031B-E6D894B722DE}"/>
              </a:ext>
            </a:extLst>
          </p:cNvPr>
          <p:cNvSpPr txBox="1"/>
          <p:nvPr/>
        </p:nvSpPr>
        <p:spPr>
          <a:xfrm rot="16200000">
            <a:off x="-585983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DD198B-6F39-6072-5630-2EE701D54BFF}"/>
              </a:ext>
            </a:extLst>
          </p:cNvPr>
          <p:cNvSpPr txBox="1"/>
          <p:nvPr/>
        </p:nvSpPr>
        <p:spPr>
          <a:xfrm>
            <a:off x="775977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6C0B39-209C-C967-0854-362B92796E86}"/>
              </a:ext>
            </a:extLst>
          </p:cNvPr>
          <p:cNvSpPr txBox="1"/>
          <p:nvPr/>
        </p:nvSpPr>
        <p:spPr>
          <a:xfrm>
            <a:off x="775977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40F481-F034-CB1D-DDAF-18FB6174595E}"/>
              </a:ext>
            </a:extLst>
          </p:cNvPr>
          <p:cNvSpPr txBox="1"/>
          <p:nvPr/>
        </p:nvSpPr>
        <p:spPr>
          <a:xfrm>
            <a:off x="1672342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939015-78DA-D43A-B0A2-234830CEE997}"/>
              </a:ext>
            </a:extLst>
          </p:cNvPr>
          <p:cNvSpPr txBox="1"/>
          <p:nvPr/>
        </p:nvSpPr>
        <p:spPr>
          <a:xfrm>
            <a:off x="3053373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B4BBA0-17F6-4F34-093C-C8E3A4157B93}"/>
              </a:ext>
            </a:extLst>
          </p:cNvPr>
          <p:cNvSpPr txBox="1"/>
          <p:nvPr/>
        </p:nvSpPr>
        <p:spPr>
          <a:xfrm>
            <a:off x="2328001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59AE953-105D-8690-7EF7-D46DB5CBFD44}"/>
              </a:ext>
            </a:extLst>
          </p:cNvPr>
          <p:cNvGraphicFramePr>
            <a:graphicFrameLocks noGrp="1"/>
          </p:cNvGraphicFramePr>
          <p:nvPr/>
        </p:nvGraphicFramePr>
        <p:xfrm>
          <a:off x="7381695" y="3399127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576B42D6-28F0-A51A-3CCA-B33F491B0669}"/>
              </a:ext>
            </a:extLst>
          </p:cNvPr>
          <p:cNvSpPr txBox="1"/>
          <p:nvPr/>
        </p:nvSpPr>
        <p:spPr>
          <a:xfrm>
            <a:off x="4345854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A21CEF-A0B0-6518-6394-7676513696A9}"/>
              </a:ext>
            </a:extLst>
          </p:cNvPr>
          <p:cNvSpPr txBox="1"/>
          <p:nvPr/>
        </p:nvSpPr>
        <p:spPr>
          <a:xfrm>
            <a:off x="775977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01B91F-CFED-00C2-3131-76F54D264257}"/>
              </a:ext>
            </a:extLst>
          </p:cNvPr>
          <p:cNvSpPr txBox="1"/>
          <p:nvPr/>
        </p:nvSpPr>
        <p:spPr>
          <a:xfrm rot="16200000">
            <a:off x="5578910" y="4497047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0153DA-B40B-30FA-5FFC-BA9214B5A433}"/>
              </a:ext>
            </a:extLst>
          </p:cNvPr>
          <p:cNvSpPr txBox="1"/>
          <p:nvPr/>
        </p:nvSpPr>
        <p:spPr>
          <a:xfrm>
            <a:off x="6940870" y="3568567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299DFE-FB7F-46D6-CF2C-27A083B6E3CF}"/>
              </a:ext>
            </a:extLst>
          </p:cNvPr>
          <p:cNvSpPr txBox="1"/>
          <p:nvPr/>
        </p:nvSpPr>
        <p:spPr>
          <a:xfrm>
            <a:off x="6940870" y="4574564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2D9F90-FB74-006B-44B1-A300DAD99D41}"/>
              </a:ext>
            </a:extLst>
          </p:cNvPr>
          <p:cNvSpPr txBox="1"/>
          <p:nvPr/>
        </p:nvSpPr>
        <p:spPr>
          <a:xfrm>
            <a:off x="7837235" y="28621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A3DF4C-D7FE-1871-2C51-A4DB68CC282C}"/>
              </a:ext>
            </a:extLst>
          </p:cNvPr>
          <p:cNvSpPr txBox="1"/>
          <p:nvPr/>
        </p:nvSpPr>
        <p:spPr>
          <a:xfrm>
            <a:off x="9218266" y="2844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5F7522-0DC6-4782-07EE-21F41F5873CE}"/>
              </a:ext>
            </a:extLst>
          </p:cNvPr>
          <p:cNvSpPr txBox="1"/>
          <p:nvPr/>
        </p:nvSpPr>
        <p:spPr>
          <a:xfrm>
            <a:off x="8492894" y="2336554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98F5F2-5137-1B7A-CFC3-475FE3000ECC}"/>
              </a:ext>
            </a:extLst>
          </p:cNvPr>
          <p:cNvSpPr txBox="1"/>
          <p:nvPr/>
        </p:nvSpPr>
        <p:spPr>
          <a:xfrm>
            <a:off x="10510747" y="285171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2E0F63-2CEB-6CA6-CB40-A120A3168234}"/>
              </a:ext>
            </a:extLst>
          </p:cNvPr>
          <p:cNvSpPr txBox="1"/>
          <p:nvPr/>
        </p:nvSpPr>
        <p:spPr>
          <a:xfrm>
            <a:off x="6940870" y="5580561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E81617-BF15-45E3-BD28-51BBAE256329}"/>
                  </a:ext>
                </a:extLst>
              </p:cNvPr>
              <p:cNvSpPr txBox="1"/>
              <p:nvPr/>
            </p:nvSpPr>
            <p:spPr>
              <a:xfrm>
                <a:off x="174365" y="1750046"/>
                <a:ext cx="11484235" cy="671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/>
                  <a:t>Third Nash Equilibrium: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36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type m:val="skw"/>
                        <m:ctrlPr>
                          <a:rPr lang="en-US" sz="36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1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1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US" sz="36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b="1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E81617-BF15-45E3-BD28-51BBAE256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65" y="1750046"/>
                <a:ext cx="11484235" cy="671594"/>
              </a:xfrm>
              <a:prstGeom prst="rect">
                <a:avLst/>
              </a:prstGeom>
              <a:blipFill>
                <a:blip r:embed="rId5"/>
                <a:stretch>
                  <a:fillRect l="-1645" t="-12727" b="-3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C43B28E-BE92-EE07-D4DB-C7F6F588C347}"/>
              </a:ext>
            </a:extLst>
          </p:cNvPr>
          <p:cNvSpPr txBox="1"/>
          <p:nvPr/>
        </p:nvSpPr>
        <p:spPr>
          <a:xfrm>
            <a:off x="1241774" y="3396585"/>
            <a:ext cx="2785363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211A4-A6C3-EDDD-D673-FF7FC59C117C}"/>
              </a:ext>
            </a:extLst>
          </p:cNvPr>
          <p:cNvSpPr txBox="1"/>
          <p:nvPr/>
        </p:nvSpPr>
        <p:spPr>
          <a:xfrm>
            <a:off x="4027137" y="3395600"/>
            <a:ext cx="124856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83E58A-FE0A-E0F0-C6A0-E5C0DF5B93E5}"/>
              </a:ext>
            </a:extLst>
          </p:cNvPr>
          <p:cNvSpPr txBox="1"/>
          <p:nvPr/>
        </p:nvSpPr>
        <p:spPr>
          <a:xfrm>
            <a:off x="1261521" y="4370546"/>
            <a:ext cx="2783571" cy="2002176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3DAC08-A47E-A055-E27A-6D9F8BFE3959}"/>
              </a:ext>
            </a:extLst>
          </p:cNvPr>
          <p:cNvSpPr/>
          <p:nvPr/>
        </p:nvSpPr>
        <p:spPr>
          <a:xfrm>
            <a:off x="4051356" y="4393174"/>
            <a:ext cx="1247621" cy="2002176"/>
          </a:xfrm>
          <a:prstGeom prst="rect">
            <a:avLst/>
          </a:prstGeom>
          <a:solidFill>
            <a:srgbClr val="FF0000">
              <a:alpha val="50000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AED889-FDB6-79BF-E95B-A8D908359FD7}"/>
              </a:ext>
            </a:extLst>
          </p:cNvPr>
          <p:cNvSpPr txBox="1"/>
          <p:nvPr/>
        </p:nvSpPr>
        <p:spPr>
          <a:xfrm>
            <a:off x="7397313" y="3401933"/>
            <a:ext cx="2785363" cy="989481"/>
          </a:xfrm>
          <a:prstGeom prst="rect">
            <a:avLst/>
          </a:prstGeom>
          <a:solidFill>
            <a:srgbClr val="FFFF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1FE0EC-B1B8-5F20-31E6-207B3282A524}"/>
              </a:ext>
            </a:extLst>
          </p:cNvPr>
          <p:cNvSpPr txBox="1"/>
          <p:nvPr/>
        </p:nvSpPr>
        <p:spPr>
          <a:xfrm>
            <a:off x="10182676" y="3411339"/>
            <a:ext cx="1248560" cy="989481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8CD693-0D94-2F35-A7BA-6B20047D46BF}"/>
              </a:ext>
            </a:extLst>
          </p:cNvPr>
          <p:cNvSpPr txBox="1"/>
          <p:nvPr/>
        </p:nvSpPr>
        <p:spPr>
          <a:xfrm>
            <a:off x="7406669" y="4386285"/>
            <a:ext cx="2783571" cy="2002176"/>
          </a:xfrm>
          <a:prstGeom prst="rect">
            <a:avLst/>
          </a:prstGeom>
          <a:solidFill>
            <a:srgbClr val="FFC000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endParaRPr lang="en-US" sz="28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A948A95-721A-465F-B7E6-E6188396B2A2}"/>
              </a:ext>
            </a:extLst>
          </p:cNvPr>
          <p:cNvSpPr/>
          <p:nvPr/>
        </p:nvSpPr>
        <p:spPr>
          <a:xfrm>
            <a:off x="10196504" y="4408913"/>
            <a:ext cx="1247621" cy="2002176"/>
          </a:xfrm>
          <a:prstGeom prst="rect">
            <a:avLst/>
          </a:prstGeom>
          <a:solidFill>
            <a:srgbClr val="FF0000">
              <a:alpha val="50000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782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578-58E2-6B41-605F-78F31577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84212C7-85B4-2616-AF7E-DEC4E1D0DF3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E8E608-78A0-A5CC-58DB-63F37485E76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180A85-35F6-56B8-ECF7-5D40193A856C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180A85-35F6-56B8-ECF7-5D40193A8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CD237B-44F0-4378-A407-5BE82BE08A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66797"/>
              </p:ext>
            </p:extLst>
          </p:nvPr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71DD296-8258-28E9-1267-D5A2B85EFD66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BB7CD9-89F5-C207-960E-51C289676437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64E696-B9A4-BA11-F8FE-2527E20FC860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184A7-8DE0-FB2B-F326-9FA4DB3EEFCE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45E663-9997-DA6D-AC47-32DC28891A38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F38E89-4D4E-48E8-EA70-D09FF0CA77B5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76CA6-1623-339C-5602-37D08F0DD01C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1351D-4017-0DE5-F157-C59F94E1A00A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68EE34-F9E4-BA47-4BBF-37D1C344B48F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E5B07B5-3A4E-4138-2DFA-ABB488938ED4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E5B07B5-3A4E-4138-2DFA-ABB488938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D1C471-ACB4-4E60-9761-EC4C8F9AFD4F}"/>
                  </a:ext>
                </a:extLst>
              </p:cNvPr>
              <p:cNvSpPr txBox="1"/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D1C471-ACB4-4E60-9761-EC4C8F9AF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7558464-C96D-C3A3-597B-7E02A5610C54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7558464-C96D-C3A3-597B-7E02A5610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1DFF4FB-750B-D6EA-E559-7C305D637E5F}"/>
                  </a:ext>
                </a:extLst>
              </p:cNvPr>
              <p:cNvSpPr txBox="1"/>
              <p:nvPr/>
            </p:nvSpPr>
            <p:spPr>
              <a:xfrm>
                <a:off x="4447125" y="3836075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1DFF4FB-750B-D6EA-E559-7C305D637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125" y="3836075"/>
                <a:ext cx="5228003" cy="461665"/>
              </a:xfrm>
              <a:prstGeom prst="rect">
                <a:avLst/>
              </a:prstGeom>
              <a:blipFill>
                <a:blip r:embed="rId7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373E4D-61E5-F28D-0B7D-11AFE346FC10}"/>
                  </a:ext>
                </a:extLst>
              </p:cNvPr>
              <p:cNvSpPr txBox="1"/>
              <p:nvPr/>
            </p:nvSpPr>
            <p:spPr>
              <a:xfrm>
                <a:off x="6133269" y="4265230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373E4D-61E5-F28D-0B7D-11AFE346F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4265230"/>
                <a:ext cx="6270912" cy="461665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B6CF-9516-739F-C781-B813DC11DBD7}"/>
                  </a:ext>
                </a:extLst>
              </p:cNvPr>
              <p:cNvSpPr txBox="1"/>
              <p:nvPr/>
            </p:nvSpPr>
            <p:spPr>
              <a:xfrm>
                <a:off x="6133269" y="5501087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B6CF-9516-739F-C781-B813DC11D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5501087"/>
                <a:ext cx="6270912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A4FDBE0-6C04-67F7-9130-56CC00F9A2CA}"/>
                  </a:ext>
                </a:extLst>
              </p:cNvPr>
              <p:cNvSpPr txBox="1"/>
              <p:nvPr/>
            </p:nvSpPr>
            <p:spPr>
              <a:xfrm>
                <a:off x="4447125" y="5069750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A4FDBE0-6C04-67F7-9130-56CC00F9A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125" y="5069750"/>
                <a:ext cx="5228003" cy="461665"/>
              </a:xfrm>
              <a:prstGeom prst="rect">
                <a:avLst/>
              </a:prstGeom>
              <a:blipFill>
                <a:blip r:embed="rId1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6029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9C892-3844-DEC4-CB1A-32DE1C586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6E4CC4-6038-8131-9A55-D0A1927997C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9732A4-4374-A3FC-1976-A7E0F879EF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0AF4CF-26A0-4CBE-11A7-E2E621D4E88F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0AF4CF-26A0-4CBE-11A7-E2E621D4E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56FBFD-2634-928A-B767-4AD5A8001CC8}"/>
              </a:ext>
            </a:extLst>
          </p:cNvPr>
          <p:cNvGraphicFramePr>
            <a:graphicFrameLocks noGrp="1"/>
          </p:cNvGraphicFramePr>
          <p:nvPr/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77B6A9D-DB8E-0862-DA90-85E1AA2628C6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0EAFE-C4DF-C2B0-FDE3-38107FE169ED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C4D3C3-1F4C-DE0E-0521-892AE818ACFA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3C67A4-8B52-9D9B-17F6-5D7BEA957EBD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A5C10F-EF6F-E8AA-4CFC-2B9BE9D34ADF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624043-52C3-C80C-86BF-4C84A218B8D1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E49C51-D9AF-E8F1-61BE-4FB44943A981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E03174-3BBD-5AF1-5A6D-FE9D0DF56449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7673E-1146-2A69-55E9-FCC9A667F08C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5E8A9F-48D2-55B8-7640-CB9604EE6205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5E8A9F-48D2-55B8-7640-CB9604EE6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FF08FF-60D8-C5B9-90A2-F1F9483AE1C1}"/>
                  </a:ext>
                </a:extLst>
              </p:cNvPr>
              <p:cNvSpPr txBox="1"/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FF08FF-60D8-C5B9-90A2-F1F9483A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788" y="2638938"/>
                <a:ext cx="3817356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DCB1E9-7DA9-00D4-185E-E83F48F75443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DCB1E9-7DA9-00D4-185E-E83F48F75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76B14FF-2640-D0A9-5550-F3635299A975}"/>
              </a:ext>
            </a:extLst>
          </p:cNvPr>
          <p:cNvSpPr txBox="1"/>
          <p:nvPr/>
        </p:nvSpPr>
        <p:spPr>
          <a:xfrm>
            <a:off x="5327729" y="3807481"/>
            <a:ext cx="2939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Can simplify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0BE32F-D765-401C-C20E-40B521B6DDF8}"/>
                  </a:ext>
                </a:extLst>
              </p:cNvPr>
              <p:cNvSpPr txBox="1"/>
              <p:nvPr/>
            </p:nvSpPr>
            <p:spPr>
              <a:xfrm>
                <a:off x="5550607" y="4269146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D0BE32F-D765-401C-C20E-40B521B6D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0607" y="4269146"/>
                <a:ext cx="5714869" cy="461665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D6FD9C-4F27-3276-2A4E-A5D2337B4140}"/>
                  </a:ext>
                </a:extLst>
              </p:cNvPr>
              <p:cNvSpPr txBox="1"/>
              <p:nvPr/>
            </p:nvSpPr>
            <p:spPr>
              <a:xfrm>
                <a:off x="5327729" y="4776059"/>
                <a:ext cx="6445174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D6FD9C-4F27-3276-2A4E-A5D2337B4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729" y="4776059"/>
                <a:ext cx="6445174" cy="110799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696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580D-FCC6-98B8-E4B9-32B61D0D8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EB9D8D7-B813-0B13-714A-9AF91C0B5CC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19C304-20BD-93FE-CE7B-12A057BF365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397ED3-330A-B15E-B545-72A52796EBD0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397ED3-330A-B15E-B545-72A52796E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6D6238A-0BCA-A9BD-E8FE-A372ED3BA37B}"/>
              </a:ext>
            </a:extLst>
          </p:cNvPr>
          <p:cNvGraphicFramePr>
            <a:graphicFrameLocks noGrp="1"/>
          </p:cNvGraphicFramePr>
          <p:nvPr/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9FC340AD-8286-FA68-412C-170F0A237989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7E8868-8853-5AE7-3E27-B8C66F9ACBBB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1A2056-5D40-382C-D893-E20993A7ACFC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8A3804-B1E3-38F8-3031-93A5C4784C0F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A1A2B7-DA1E-E2D1-D7FC-966005048BED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B0613C-58A0-0749-7419-CD9F16561153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12D05-88FC-FBA2-955D-E089BFBEC578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AAA5E0-285B-2158-294A-B12859F10B6C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29DA7-82D7-2371-7B03-46F3C849956A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B9CB42-EB37-FFE7-4EB4-7154A35C1D8A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B9CB42-EB37-FFE7-4EB4-7154A35C1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229265-6FC6-D584-13E9-4E6B4BC6E28A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229265-6FC6-D584-13E9-4E6B4BC6E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28BDEE-002B-0335-1BC8-492C28B50698}"/>
              </a:ext>
            </a:extLst>
          </p:cNvPr>
          <p:cNvSpPr txBox="1"/>
          <p:nvPr/>
        </p:nvSpPr>
        <p:spPr>
          <a:xfrm>
            <a:off x="5327729" y="3579905"/>
            <a:ext cx="2939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Can simplify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6AB364-94EB-0FFD-6A5F-42BD6C976A80}"/>
                  </a:ext>
                </a:extLst>
              </p:cNvPr>
              <p:cNvSpPr txBox="1"/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6AB364-94EB-0FFD-6A5F-42BD6C976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blipFill>
                <a:blip r:embed="rId6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2C7C18-C535-8316-9A60-20A32F8E232C}"/>
                  </a:ext>
                </a:extLst>
              </p:cNvPr>
              <p:cNvSpPr txBox="1"/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2C7C18-C535-8316-9A60-20A32F8E2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EF292F-AECF-8789-0E3E-7AB6DB845DA6}"/>
                  </a:ext>
                </a:extLst>
              </p:cNvPr>
              <p:cNvSpPr txBox="1"/>
              <p:nvPr/>
            </p:nvSpPr>
            <p:spPr>
              <a:xfrm>
                <a:off x="4403715" y="2632215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EF292F-AECF-8789-0E3E-7AB6DB84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15" y="2632215"/>
                <a:ext cx="5228003" cy="461665"/>
              </a:xfrm>
              <a:prstGeom prst="rect">
                <a:avLst/>
              </a:prstGeom>
              <a:blipFill>
                <a:blip r:embed="rId8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C629C0-548B-617D-8EC8-A07050110943}"/>
                  </a:ext>
                </a:extLst>
              </p:cNvPr>
              <p:cNvSpPr txBox="1"/>
              <p:nvPr/>
            </p:nvSpPr>
            <p:spPr>
              <a:xfrm>
                <a:off x="5595326" y="4476947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C629C0-548B-617D-8EC8-A07050110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326" y="4476947"/>
                <a:ext cx="5714869" cy="461665"/>
              </a:xfrm>
              <a:prstGeom prst="rect">
                <a:avLst/>
              </a:prstGeom>
              <a:blipFill>
                <a:blip r:embed="rId9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5866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B4B2D-7752-C1B7-98CD-2646A3569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A5A2969-08B6-4D66-3978-A03EF66571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6C1EFD-4C8E-37EA-EEC8-95BABA131C8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01FCFE-F123-66C4-E4E8-F78E292DE788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01FCFE-F123-66C4-E4E8-F78E292DE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5F22101-E3AE-40D7-8A6D-FA46D9E4D02C}"/>
              </a:ext>
            </a:extLst>
          </p:cNvPr>
          <p:cNvGraphicFramePr>
            <a:graphicFrameLocks noGrp="1"/>
          </p:cNvGraphicFramePr>
          <p:nvPr/>
        </p:nvGraphicFramePr>
        <p:xfrm>
          <a:off x="1066064" y="3410466"/>
          <a:ext cx="4064811" cy="2997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35493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42591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283958">
                  <a:extLst>
                    <a:ext uri="{9D8B030D-6E8A-4147-A177-3AD203B41FA5}">
                      <a16:colId xmlns:a16="http://schemas.microsoft.com/office/drawing/2014/main" val="28817124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01531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64AF92D-F0A1-92E0-2141-7939481A9D12}"/>
              </a:ext>
            </a:extLst>
          </p:cNvPr>
          <p:cNvSpPr txBox="1"/>
          <p:nvPr/>
        </p:nvSpPr>
        <p:spPr>
          <a:xfrm>
            <a:off x="460145" y="1763117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DEC699-C962-76E8-8C37-DF72AF457217}"/>
              </a:ext>
            </a:extLst>
          </p:cNvPr>
          <p:cNvSpPr txBox="1"/>
          <p:nvPr/>
        </p:nvSpPr>
        <p:spPr>
          <a:xfrm rot="16200000">
            <a:off x="-760348" y="4508385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9AE9F0-5535-84DF-D770-83314613E846}"/>
              </a:ext>
            </a:extLst>
          </p:cNvPr>
          <p:cNvSpPr txBox="1"/>
          <p:nvPr/>
        </p:nvSpPr>
        <p:spPr>
          <a:xfrm>
            <a:off x="601612" y="3579905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5C5EC-51A5-2F90-3E2C-3623F4819307}"/>
              </a:ext>
            </a:extLst>
          </p:cNvPr>
          <p:cNvSpPr txBox="1"/>
          <p:nvPr/>
        </p:nvSpPr>
        <p:spPr>
          <a:xfrm>
            <a:off x="601612" y="4585902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E26712-C1C8-2FA9-CF0A-6F53566065F4}"/>
              </a:ext>
            </a:extLst>
          </p:cNvPr>
          <p:cNvSpPr txBox="1"/>
          <p:nvPr/>
        </p:nvSpPr>
        <p:spPr>
          <a:xfrm>
            <a:off x="1497977" y="2873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5F079D-D388-8536-E494-355C0DFB67A3}"/>
              </a:ext>
            </a:extLst>
          </p:cNvPr>
          <p:cNvSpPr txBox="1"/>
          <p:nvPr/>
        </p:nvSpPr>
        <p:spPr>
          <a:xfrm>
            <a:off x="2879008" y="285576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89BDB4-FA89-2FFB-1A4C-C3EFB0420E6E}"/>
              </a:ext>
            </a:extLst>
          </p:cNvPr>
          <p:cNvSpPr txBox="1"/>
          <p:nvPr/>
        </p:nvSpPr>
        <p:spPr>
          <a:xfrm>
            <a:off x="2153636" y="2347892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7FDAF4-3A6C-CF54-8CF9-ECB74F3DAA0A}"/>
              </a:ext>
            </a:extLst>
          </p:cNvPr>
          <p:cNvSpPr txBox="1"/>
          <p:nvPr/>
        </p:nvSpPr>
        <p:spPr>
          <a:xfrm>
            <a:off x="4171489" y="286304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752691-B1C5-5ACF-A0D6-EAEFD3708306}"/>
              </a:ext>
            </a:extLst>
          </p:cNvPr>
          <p:cNvSpPr txBox="1"/>
          <p:nvPr/>
        </p:nvSpPr>
        <p:spPr>
          <a:xfrm>
            <a:off x="601612" y="5591899"/>
            <a:ext cx="464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8DE493-A14C-F288-78BB-69539073EA2C}"/>
                  </a:ext>
                </a:extLst>
              </p:cNvPr>
              <p:cNvSpPr txBox="1"/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8DE493-A14C-F288-78BB-69539073E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780" y="1886227"/>
                <a:ext cx="4644737" cy="461665"/>
              </a:xfrm>
              <a:prstGeom prst="rect">
                <a:avLst/>
              </a:prstGeom>
              <a:blipFill>
                <a:blip r:embed="rId4"/>
                <a:stretch>
                  <a:fillRect l="-1969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E785F4-0B6F-5707-82E6-52F336F12C37}"/>
                  </a:ext>
                </a:extLst>
              </p:cNvPr>
              <p:cNvSpPr txBox="1"/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E785F4-0B6F-5707-82E6-52F336F12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269" y="3029373"/>
                <a:ext cx="627091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2D34CCA0-56FA-7C10-83A7-8E4D992D40F5}"/>
              </a:ext>
            </a:extLst>
          </p:cNvPr>
          <p:cNvSpPr txBox="1"/>
          <p:nvPr/>
        </p:nvSpPr>
        <p:spPr>
          <a:xfrm>
            <a:off x="5327729" y="3579905"/>
            <a:ext cx="2939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Can simplify with: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DD868A-4739-A5FD-A8C4-14CC364623D3}"/>
                  </a:ext>
                </a:extLst>
              </p:cNvPr>
              <p:cNvSpPr txBox="1"/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DD868A-4739-A5FD-A8C4-14CC36462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327" y="4015282"/>
                <a:ext cx="5714869" cy="461665"/>
              </a:xfrm>
              <a:prstGeom prst="rect">
                <a:avLst/>
              </a:prstGeom>
              <a:blipFill>
                <a:blip r:embed="rId6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455AD8-38D5-20CB-535E-BF6251501001}"/>
                  </a:ext>
                </a:extLst>
              </p:cNvPr>
              <p:cNvSpPr txBox="1"/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455AD8-38D5-20CB-535E-BF6251501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0746" y="5055405"/>
                <a:ext cx="728402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51320-65F3-2687-268E-AC8CED798DD9}"/>
                  </a:ext>
                </a:extLst>
              </p:cNvPr>
              <p:cNvSpPr txBox="1"/>
              <p:nvPr/>
            </p:nvSpPr>
            <p:spPr>
              <a:xfrm>
                <a:off x="5431849" y="4430068"/>
                <a:ext cx="57148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51320-65F3-2687-268E-AC8CED798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849" y="4430068"/>
                <a:ext cx="5714869" cy="461665"/>
              </a:xfrm>
              <a:prstGeom prst="rect">
                <a:avLst/>
              </a:prstGeom>
              <a:blipFill>
                <a:blip r:embed="rId8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D7682B-0E90-D2DA-8524-B401353D11A0}"/>
                  </a:ext>
                </a:extLst>
              </p:cNvPr>
              <p:cNvSpPr txBox="1"/>
              <p:nvPr/>
            </p:nvSpPr>
            <p:spPr>
              <a:xfrm>
                <a:off x="4264778" y="2608060"/>
                <a:ext cx="522800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D7682B-0E90-D2DA-8524-B401353D1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778" y="2608060"/>
                <a:ext cx="5228003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9571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84C68-DDF9-1641-7BD2-0F809E54F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A1D3241-4F19-01B0-9C09-D539EACFE6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D41D3A-58EB-BF42-8894-F27D08086AE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25B816-0A8B-B62B-E1FA-CBFCC5D40068}"/>
                  </a:ext>
                </a:extLst>
              </p:cNvPr>
              <p:cNvSpPr txBox="1"/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4000" b="1" dirty="0">
                    <a:solidFill>
                      <a:schemeClr val="bg1"/>
                    </a:solidFill>
                  </a:rPr>
                  <a:t>Player 1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Functions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25B816-0A8B-B62B-E1FA-CBFCC5D40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446" y="378560"/>
                <a:ext cx="5135599" cy="707886"/>
              </a:xfrm>
              <a:prstGeom prst="rect">
                <a:avLst/>
              </a:prstGeom>
              <a:blipFill>
                <a:blip r:embed="rId3"/>
                <a:stretch>
                  <a:fillRect l="-427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E24BE6-6012-4209-F37A-313431A8CBD7}"/>
                  </a:ext>
                </a:extLst>
              </p:cNvPr>
              <p:cNvSpPr txBox="1"/>
              <p:nvPr/>
            </p:nvSpPr>
            <p:spPr>
              <a:xfrm>
                <a:off x="-114300" y="1843566"/>
                <a:ext cx="835429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3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E24BE6-6012-4209-F37A-313431A8C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4300" y="1843566"/>
                <a:ext cx="8354290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8E72F6-D407-B295-DC08-8F7F172A9206}"/>
                  </a:ext>
                </a:extLst>
              </p:cNvPr>
              <p:cNvSpPr txBox="1"/>
              <p:nvPr/>
            </p:nvSpPr>
            <p:spPr>
              <a:xfrm>
                <a:off x="-327192" y="3059668"/>
                <a:ext cx="8780074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8E72F6-D407-B295-DC08-8F7F172A9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7192" y="3059668"/>
                <a:ext cx="8780074" cy="7386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04A7F2-D08B-4860-8A95-F6F8B8350FBC}"/>
                  </a:ext>
                </a:extLst>
              </p:cNvPr>
              <p:cNvSpPr txBox="1"/>
              <p:nvPr/>
            </p:nvSpPr>
            <p:spPr>
              <a:xfrm>
                <a:off x="-426901" y="2437984"/>
                <a:ext cx="979194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804A7F2-D08B-4860-8A95-F6F8B8350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6901" y="2437984"/>
                <a:ext cx="9791946" cy="7386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5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EE04-CD47-F468-ED57-97EC7D563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AEEB901-1D1C-46E8-DB87-D8CF8D5147C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1E7FD6-F6A4-997A-2F33-935416F7145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B6D98-E2AC-44AE-D752-7F15D35BF3DF}"/>
              </a:ext>
            </a:extLst>
          </p:cNvPr>
          <p:cNvSpPr txBox="1"/>
          <p:nvPr/>
        </p:nvSpPr>
        <p:spPr>
          <a:xfrm>
            <a:off x="1129038" y="361184"/>
            <a:ext cx="101658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“Finite Difference Methods …” by </a:t>
            </a:r>
            <a:r>
              <a:rPr lang="en-US" sz="4000" b="1" dirty="0" err="1">
                <a:solidFill>
                  <a:schemeClr val="bg1"/>
                </a:solidFill>
              </a:rPr>
              <a:t>LeVeque</a:t>
            </a:r>
            <a:endParaRPr lang="en-US" sz="4000" b="1" dirty="0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424D72C-BC0A-DBE6-209F-DE1502646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43" y="1960196"/>
            <a:ext cx="3340957" cy="47293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7EEFF6C-24F1-5DA9-A179-4EF0F11B8DA4}"/>
              </a:ext>
            </a:extLst>
          </p:cNvPr>
          <p:cNvSpPr txBox="1"/>
          <p:nvPr/>
        </p:nvSpPr>
        <p:spPr>
          <a:xfrm>
            <a:off x="3874357" y="1960196"/>
            <a:ext cx="845965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800" dirty="0"/>
              <a:t>Chapter 1: Finite Difference Approximations</a:t>
            </a:r>
          </a:p>
          <a:p>
            <a:pPr>
              <a:spcAft>
                <a:spcPts val="1200"/>
              </a:spcAft>
            </a:pPr>
            <a:r>
              <a:rPr lang="en-US" sz="2800" dirty="0"/>
              <a:t>Chapter 2: Steady States and Boundary Value Problems</a:t>
            </a:r>
          </a:p>
          <a:p>
            <a:pPr>
              <a:spcAft>
                <a:spcPts val="1200"/>
              </a:spcAft>
            </a:pPr>
            <a:r>
              <a:rPr lang="en-US" sz="2800" dirty="0"/>
              <a:t>Chapter 7: Absolute Stability for Ordinary Differential Equations</a:t>
            </a:r>
          </a:p>
          <a:p>
            <a:pPr>
              <a:spcAft>
                <a:spcPts val="1200"/>
              </a:spcAft>
            </a:pPr>
            <a:r>
              <a:rPr lang="en-US" sz="2800" dirty="0"/>
              <a:t>Chapter 8: Stiff Ordinary Differential Equations</a:t>
            </a:r>
          </a:p>
          <a:p>
            <a:pPr>
              <a:spcAft>
                <a:spcPts val="1200"/>
              </a:spcAft>
            </a:pPr>
            <a:r>
              <a:rPr lang="en-US" sz="2800" dirty="0"/>
              <a:t>Chapter 9: Diffusion Equations and Parabolic Problems</a:t>
            </a:r>
          </a:p>
        </p:txBody>
      </p:sp>
    </p:spTree>
    <p:extLst>
      <p:ext uri="{BB962C8B-B14F-4D97-AF65-F5344CB8AC3E}">
        <p14:creationId xmlns:p14="http://schemas.microsoft.com/office/powerpoint/2010/main" val="2810360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E09-905D-1F0B-0650-2B817C421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5658A6B-A86D-0A22-42A9-A30367E0D41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AB7AA5-8246-EBAC-3822-5BF46EB948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042475-952B-4E59-F7F6-18425B46D6C0}"/>
              </a:ext>
            </a:extLst>
          </p:cNvPr>
          <p:cNvSpPr txBox="1"/>
          <p:nvPr/>
        </p:nvSpPr>
        <p:spPr>
          <a:xfrm>
            <a:off x="1129038" y="361184"/>
            <a:ext cx="10373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1: Finite Difference Approximations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1418D3-775F-7B25-11D2-CC34F8E47C16}"/>
              </a:ext>
            </a:extLst>
          </p:cNvPr>
          <p:cNvSpPr txBox="1"/>
          <p:nvPr/>
        </p:nvSpPr>
        <p:spPr>
          <a:xfrm>
            <a:off x="301335" y="1882793"/>
            <a:ext cx="83231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Using Taylor series expansions to approximate derivatives: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15">
                <a:extLst>
                  <a:ext uri="{FF2B5EF4-FFF2-40B4-BE49-F238E27FC236}">
                    <a16:creationId xmlns:a16="http://schemas.microsoft.com/office/drawing/2014/main" id="{EC2F95DB-2B93-4D7D-7DC5-C82B1AA8D8C7}"/>
                  </a:ext>
                </a:extLst>
              </p:cNvPr>
              <p:cNvSpPr txBox="1"/>
              <p:nvPr/>
            </p:nvSpPr>
            <p:spPr>
              <a:xfrm>
                <a:off x="301335" y="3002190"/>
                <a:ext cx="9642765" cy="10480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15">
                <a:extLst>
                  <a:ext uri="{FF2B5EF4-FFF2-40B4-BE49-F238E27FC236}">
                    <a16:creationId xmlns:a16="http://schemas.microsoft.com/office/drawing/2014/main" id="{EC2F95DB-2B93-4D7D-7DC5-C82B1AA8D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35" y="3002190"/>
                <a:ext cx="9642765" cy="10480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57D220F4-18AA-B7A6-91B3-865328CB2C96}"/>
                  </a:ext>
                </a:extLst>
              </p:cNvPr>
              <p:cNvSpPr txBox="1"/>
              <p:nvPr/>
            </p:nvSpPr>
            <p:spPr>
              <a:xfrm>
                <a:off x="301335" y="4572652"/>
                <a:ext cx="7552901" cy="9557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57D220F4-18AA-B7A6-91B3-865328CB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35" y="4572652"/>
                <a:ext cx="7552901" cy="9557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56FEEF2-623A-91FD-8F58-98500E4A482B}"/>
              </a:ext>
            </a:extLst>
          </p:cNvPr>
          <p:cNvSpPr txBox="1"/>
          <p:nvPr/>
        </p:nvSpPr>
        <p:spPr>
          <a:xfrm>
            <a:off x="2782977" y="2479772"/>
            <a:ext cx="35329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800" b="1" u="sng" dirty="0"/>
              <a:t>First Derivative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777FC-33EB-4BE4-47FD-CA4AECF0B1F3}"/>
              </a:ext>
            </a:extLst>
          </p:cNvPr>
          <p:cNvSpPr txBox="1"/>
          <p:nvPr/>
        </p:nvSpPr>
        <p:spPr>
          <a:xfrm>
            <a:off x="2782977" y="4049432"/>
            <a:ext cx="35329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800" b="1" u="sng" dirty="0"/>
              <a:t>Second Derivative</a:t>
            </a:r>
          </a:p>
        </p:txBody>
      </p:sp>
    </p:spTree>
    <p:extLst>
      <p:ext uri="{BB962C8B-B14F-4D97-AF65-F5344CB8AC3E}">
        <p14:creationId xmlns:p14="http://schemas.microsoft.com/office/powerpoint/2010/main" val="117544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6E374-FDAD-5A64-0601-F4F26F3E3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B958563-5C16-2707-991F-5DEA2F8C2C6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6B065A-12F6-2B67-CCCE-53C2C25CF9F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C44BCF-0293-8C41-07CE-9183562F43F5}"/>
              </a:ext>
            </a:extLst>
          </p:cNvPr>
          <p:cNvSpPr txBox="1"/>
          <p:nvPr/>
        </p:nvSpPr>
        <p:spPr>
          <a:xfrm>
            <a:off x="1129038" y="361184"/>
            <a:ext cx="103736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1: Finite Difference Approximations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63AA22-C042-0FB9-E0B2-97629F3A4139}"/>
                  </a:ext>
                </a:extLst>
              </p:cNvPr>
              <p:cNvSpPr txBox="1"/>
              <p:nvPr/>
            </p:nvSpPr>
            <p:spPr>
              <a:xfrm>
                <a:off x="2886886" y="1710813"/>
                <a:ext cx="353291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800" b="1" i="1" u="sng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800" b="1" u="sng" dirty="0"/>
                  <a:t>-th Derivative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63AA22-C042-0FB9-E0B2-97629F3A4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6886" y="1710813"/>
                <a:ext cx="3532910" cy="523220"/>
              </a:xfrm>
              <a:prstGeom prst="rect">
                <a:avLst/>
              </a:prstGeom>
              <a:blipFill>
                <a:blip r:embed="rId3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7877AD34-4817-64CC-6004-C411B3A4D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30" y="2479839"/>
            <a:ext cx="10857435" cy="4262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2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0BA31-E829-E5BE-7291-0B040176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40856B0-44F6-AF47-5844-49B5D47ADC4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ABAE2A-EBE9-37FE-338C-D7B0269005A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9B4F7-1BA5-D2F1-E6E6-BAB493A377BD}"/>
              </a:ext>
            </a:extLst>
          </p:cNvPr>
          <p:cNvSpPr txBox="1"/>
          <p:nvPr/>
        </p:nvSpPr>
        <p:spPr>
          <a:xfrm>
            <a:off x="2285274" y="141567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2: Steady States and Boundary Value Problems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4DACB4-3F52-8DD2-F542-07FF3FDDEC3B}"/>
              </a:ext>
            </a:extLst>
          </p:cNvPr>
          <p:cNvSpPr txBox="1"/>
          <p:nvPr/>
        </p:nvSpPr>
        <p:spPr>
          <a:xfrm>
            <a:off x="279821" y="1790403"/>
            <a:ext cx="38446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Consider the heat equation: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8FD90CE5-82F9-D8F0-3855-198424099FEE}"/>
                  </a:ext>
                </a:extLst>
              </p:cNvPr>
              <p:cNvSpPr txBox="1"/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,</a:t>
                </a:r>
              </a:p>
            </p:txBody>
          </p:sp>
        </mc:Choice>
        <mc:Fallback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8FD90CE5-82F9-D8F0-3855-198424099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blipFill>
                <a:blip r:embed="rId3"/>
                <a:stretch>
                  <a:fillRect l="-3631" t="-24590" r="-7263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B8532932-D1FF-4949-1B89-F607372CB1D7}"/>
                  </a:ext>
                </a:extLst>
              </p:cNvPr>
              <p:cNvSpPr txBox="1"/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B8532932-D1FF-4949-1B89-F607372CB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blipFill>
                <a:blip r:embed="rId4"/>
                <a:stretch>
                  <a:fillRect l="-5366" r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5D5AEB4E-C5D8-776A-A889-3313043287CD}"/>
                  </a:ext>
                </a:extLst>
              </p:cNvPr>
              <p:cNvSpPr txBox="1"/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5D5AEB4E-C5D8-776A-A889-331304328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1AB0075-D9F0-4805-B638-48FB1C11B448}"/>
              </a:ext>
            </a:extLst>
          </p:cNvPr>
          <p:cNvSpPr txBox="1"/>
          <p:nvPr/>
        </p:nvSpPr>
        <p:spPr>
          <a:xfrm>
            <a:off x="279821" y="2378163"/>
            <a:ext cx="38446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Boundary Value Problems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3F74BE-6A7D-8FC4-02EC-72906780C56F}"/>
              </a:ext>
            </a:extLst>
          </p:cNvPr>
          <p:cNvSpPr txBox="1"/>
          <p:nvPr/>
        </p:nvSpPr>
        <p:spPr>
          <a:xfrm>
            <a:off x="279821" y="4025968"/>
            <a:ext cx="48502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Initial Value Problems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BC17B3-8F40-9EB6-77E2-6B42E651E4BB}"/>
                  </a:ext>
                </a:extLst>
              </p:cNvPr>
              <p:cNvSpPr txBox="1"/>
              <p:nvPr/>
            </p:nvSpPr>
            <p:spPr>
              <a:xfrm>
                <a:off x="279821" y="4558015"/>
                <a:ext cx="11025482" cy="984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are given the initial conditions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,0)=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If the PDE is second-order in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also given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BC17B3-8F40-9EB6-77E2-6B42E651E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821" y="4558015"/>
                <a:ext cx="11025482" cy="984885"/>
              </a:xfrm>
              <a:prstGeom prst="rect">
                <a:avLst/>
              </a:prstGeom>
              <a:blipFill>
                <a:blip r:embed="rId6"/>
                <a:stretch>
                  <a:fillRect l="-884" t="-4969" b="-13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2A2060-0669-9713-00FA-2D4D3F5A9603}"/>
                  </a:ext>
                </a:extLst>
              </p:cNvPr>
              <p:cNvSpPr txBox="1"/>
              <p:nvPr/>
            </p:nvSpPr>
            <p:spPr>
              <a:xfrm>
                <a:off x="279821" y="2849036"/>
                <a:ext cx="401781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At steady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/>
                  <a:t> and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2A2060-0669-9713-00FA-2D4D3F5A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821" y="2849036"/>
                <a:ext cx="4017810" cy="461665"/>
              </a:xfrm>
              <a:prstGeom prst="rect">
                <a:avLst/>
              </a:prstGeom>
              <a:blipFill>
                <a:blip r:embed="rId7"/>
                <a:stretch>
                  <a:fillRect l="-242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CBD23F-75DC-A265-6AB7-9F31199DBBE6}"/>
                  </a:ext>
                </a:extLst>
              </p:cNvPr>
              <p:cNvSpPr txBox="1"/>
              <p:nvPr/>
            </p:nvSpPr>
            <p:spPr>
              <a:xfrm>
                <a:off x="3775130" y="2691838"/>
                <a:ext cx="1797628" cy="7945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CBD23F-75DC-A265-6AB7-9F31199DB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130" y="2691838"/>
                <a:ext cx="1797628" cy="7945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188310-0304-F7C0-A0A9-A3C099FE7531}"/>
                  </a:ext>
                </a:extLst>
              </p:cNvPr>
              <p:cNvSpPr txBox="1"/>
              <p:nvPr/>
            </p:nvSpPr>
            <p:spPr>
              <a:xfrm>
                <a:off x="279821" y="3429000"/>
                <a:ext cx="110254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are given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188310-0304-F7C0-A0A9-A3C099FE7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821" y="3429000"/>
                <a:ext cx="11025482" cy="461665"/>
              </a:xfrm>
              <a:prstGeom prst="rect">
                <a:avLst/>
              </a:prstGeom>
              <a:blipFill>
                <a:blip r:embed="rId9"/>
                <a:stretch>
                  <a:fillRect l="-884" t="-10667" b="-2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076D735-A0A0-F282-79B2-1A6A7B6E58AE}"/>
              </a:ext>
            </a:extLst>
          </p:cNvPr>
          <p:cNvSpPr txBox="1"/>
          <p:nvPr/>
        </p:nvSpPr>
        <p:spPr>
          <a:xfrm>
            <a:off x="217413" y="5733196"/>
            <a:ext cx="8313461" cy="954107"/>
          </a:xfrm>
          <a:prstGeom prst="rect">
            <a:avLst/>
          </a:prstGeom>
          <a:solidFill>
            <a:srgbClr val="FFFF66">
              <a:alpha val="49804"/>
            </a:srgb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Pure Boundary Value Problems ignore time evolution, Pure Initial Value Problems ignore spatial boundaries</a:t>
            </a:r>
          </a:p>
        </p:txBody>
      </p:sp>
    </p:spTree>
    <p:extLst>
      <p:ext uri="{BB962C8B-B14F-4D97-AF65-F5344CB8AC3E}">
        <p14:creationId xmlns:p14="http://schemas.microsoft.com/office/powerpoint/2010/main" val="3900709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4780D-41A3-0EB1-BB6D-DE140F17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24FCFC-6B6E-EFCB-D017-517650F013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1C1351-9318-E480-5BC8-3469D94DFF2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592C9-BE15-9760-C868-233F7AAC04F5}"/>
              </a:ext>
            </a:extLst>
          </p:cNvPr>
          <p:cNvSpPr txBox="1"/>
          <p:nvPr/>
        </p:nvSpPr>
        <p:spPr>
          <a:xfrm>
            <a:off x="2285274" y="141567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2: Steady States and Boundary Value Problems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F8401D-BB2E-A052-D0DA-70CAF1441DEE}"/>
              </a:ext>
            </a:extLst>
          </p:cNvPr>
          <p:cNvSpPr txBox="1"/>
          <p:nvPr/>
        </p:nvSpPr>
        <p:spPr>
          <a:xfrm>
            <a:off x="279821" y="1790403"/>
            <a:ext cx="38446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Consider the heat equation: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7C339B89-FF82-9869-4750-B6A9A4DA2781}"/>
                  </a:ext>
                </a:extLst>
              </p:cNvPr>
              <p:cNvSpPr txBox="1"/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,</a:t>
                </a:r>
              </a:p>
            </p:txBody>
          </p:sp>
        </mc:Choice>
        <mc:Fallback>
          <p:sp>
            <p:nvSpPr>
              <p:cNvPr id="3" name="TextBox 16">
                <a:extLst>
                  <a:ext uri="{FF2B5EF4-FFF2-40B4-BE49-F238E27FC236}">
                    <a16:creationId xmlns:a16="http://schemas.microsoft.com/office/drawing/2014/main" id="{7C339B89-FF82-9869-4750-B6A9A4DA2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31" y="1836570"/>
                <a:ext cx="2179892" cy="369332"/>
              </a:xfrm>
              <a:prstGeom prst="rect">
                <a:avLst/>
              </a:prstGeom>
              <a:blipFill>
                <a:blip r:embed="rId3"/>
                <a:stretch>
                  <a:fillRect l="-3631" t="-24590" r="-7263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F5BD3D00-B1D1-0DD8-4D74-BD336BEBC0E2}"/>
                  </a:ext>
                </a:extLst>
              </p:cNvPr>
              <p:cNvSpPr txBox="1"/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17">
                <a:extLst>
                  <a:ext uri="{FF2B5EF4-FFF2-40B4-BE49-F238E27FC236}">
                    <a16:creationId xmlns:a16="http://schemas.microsoft.com/office/drawing/2014/main" id="{F5BD3D00-B1D1-0DD8-4D74-BD336BEBC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0901" y="1836570"/>
                <a:ext cx="1253612" cy="730136"/>
              </a:xfrm>
              <a:prstGeom prst="rect">
                <a:avLst/>
              </a:prstGeom>
              <a:blipFill>
                <a:blip r:embed="rId4"/>
                <a:stretch>
                  <a:fillRect l="-5366" r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6FB16B07-4489-F8D7-CA1A-DA44C1E89F08}"/>
                  </a:ext>
                </a:extLst>
              </p:cNvPr>
              <p:cNvSpPr txBox="1"/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19">
                <a:extLst>
                  <a:ext uri="{FF2B5EF4-FFF2-40B4-BE49-F238E27FC236}">
                    <a16:creationId xmlns:a16="http://schemas.microsoft.com/office/drawing/2014/main" id="{6FB16B07-4489-F8D7-CA1A-DA44C1E89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513" y="1790403"/>
                <a:ext cx="101272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EDE4296-A0EA-91E8-3687-86E783F53A1A}"/>
              </a:ext>
            </a:extLst>
          </p:cNvPr>
          <p:cNvSpPr txBox="1"/>
          <p:nvPr/>
        </p:nvSpPr>
        <p:spPr>
          <a:xfrm>
            <a:off x="279821" y="2312514"/>
            <a:ext cx="4969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Initial Boundary Value Problems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C58121-EEB2-AE82-EEE3-B37298AB2D0A}"/>
                  </a:ext>
                </a:extLst>
              </p:cNvPr>
              <p:cNvSpPr txBox="1"/>
              <p:nvPr/>
            </p:nvSpPr>
            <p:spPr>
              <a:xfrm>
                <a:off x="362954" y="2769927"/>
                <a:ext cx="110254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are given an initial condition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,0)=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one of the following boundary conditions: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C58121-EEB2-AE82-EEE3-B37298AB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954" y="2769927"/>
                <a:ext cx="11025482" cy="830997"/>
              </a:xfrm>
              <a:prstGeom prst="rect">
                <a:avLst/>
              </a:prstGeom>
              <a:blipFill>
                <a:blip r:embed="rId6"/>
                <a:stretch>
                  <a:fillRect l="-885" t="-5839" r="-442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C0424A-8F2C-6788-D454-F293DE110E68}"/>
                  </a:ext>
                </a:extLst>
              </p:cNvPr>
              <p:cNvSpPr txBox="1"/>
              <p:nvPr/>
            </p:nvSpPr>
            <p:spPr>
              <a:xfrm>
                <a:off x="362954" y="3479002"/>
                <a:ext cx="11378773" cy="15081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 [Dirichlet Boundary Conditions]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[Neumann Boundary Conditions]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C0424A-8F2C-6788-D454-F293DE110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954" y="3479002"/>
                <a:ext cx="11378773" cy="1508105"/>
              </a:xfrm>
              <a:prstGeom prst="rect">
                <a:avLst/>
              </a:prstGeom>
              <a:blipFill>
                <a:blip r:embed="rId7"/>
                <a:stretch>
                  <a:fillRect l="-750" t="-3239" b="-8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B452C4D0-E044-D385-B18A-AA1B8024E763}"/>
              </a:ext>
            </a:extLst>
          </p:cNvPr>
          <p:cNvSpPr txBox="1"/>
          <p:nvPr/>
        </p:nvSpPr>
        <p:spPr>
          <a:xfrm>
            <a:off x="6658983" y="4925552"/>
            <a:ext cx="4303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[Robin Boundary Conditions]</a:t>
            </a:r>
          </a:p>
        </p:txBody>
      </p:sp>
    </p:spTree>
    <p:extLst>
      <p:ext uri="{BB962C8B-B14F-4D97-AF65-F5344CB8AC3E}">
        <p14:creationId xmlns:p14="http://schemas.microsoft.com/office/powerpoint/2010/main" val="31154691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5F589-9667-BDDD-9EF7-D0BE41B8F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365600-8AEF-BD58-0AA5-D52BBDC73F7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AACF22-7F93-7249-AA57-D3B64BA1B4F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573531-976D-9B22-5AE4-28E924F358CE}"/>
              </a:ext>
            </a:extLst>
          </p:cNvPr>
          <p:cNvSpPr txBox="1"/>
          <p:nvPr/>
        </p:nvSpPr>
        <p:spPr>
          <a:xfrm>
            <a:off x="2285274" y="141567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2: Steady States and Boundary Value Problems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776647-CFF7-FE01-3A74-CE5FB178F960}"/>
              </a:ext>
            </a:extLst>
          </p:cNvPr>
          <p:cNvSpPr txBox="1"/>
          <p:nvPr/>
        </p:nvSpPr>
        <p:spPr>
          <a:xfrm>
            <a:off x="190493" y="1838676"/>
            <a:ext cx="38446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u="sng" dirty="0"/>
              <a:t>Local and Global Errors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ADD575-05E8-1179-3189-D605BE7977C6}"/>
              </a:ext>
            </a:extLst>
          </p:cNvPr>
          <p:cNvSpPr txBox="1"/>
          <p:nvPr/>
        </p:nvSpPr>
        <p:spPr>
          <a:xfrm>
            <a:off x="190494" y="2197371"/>
            <a:ext cx="5638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We want to look at how error propagates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FE60ED-5D5F-08A0-1976-7731D3973C2E}"/>
                  </a:ext>
                </a:extLst>
              </p:cNvPr>
              <p:cNvSpPr txBox="1"/>
              <p:nvPr/>
            </p:nvSpPr>
            <p:spPr>
              <a:xfrm>
                <a:off x="190493" y="2678992"/>
                <a:ext cx="116551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be our linear operator,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our numerical solution vector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our actual solution</a:t>
                </a:r>
                <a:endParaRPr lang="en-US" sz="2400" i="1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FE60ED-5D5F-08A0-1976-7731D3973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2678992"/>
                <a:ext cx="11655143" cy="471539"/>
              </a:xfrm>
              <a:prstGeom prst="rect">
                <a:avLst/>
              </a:prstGeom>
              <a:blipFill>
                <a:blip r:embed="rId3"/>
                <a:stretch>
                  <a:fillRect l="-785" t="-7692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EA382D-FD17-8B1D-BBE0-34BE4D00B5D6}"/>
                  </a:ext>
                </a:extLst>
              </p:cNvPr>
              <p:cNvSpPr txBox="1"/>
              <p:nvPr/>
            </p:nvSpPr>
            <p:spPr>
              <a:xfrm>
                <a:off x="190493" y="3193230"/>
                <a:ext cx="108169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where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represents local error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EA382D-FD17-8B1D-BBE0-34BE4D00B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3193230"/>
                <a:ext cx="10816943" cy="471539"/>
              </a:xfrm>
              <a:prstGeom prst="rect">
                <a:avLst/>
              </a:prstGeom>
              <a:blipFill>
                <a:blip r:embed="rId4"/>
                <a:stretch>
                  <a:fillRect l="-113" t="-7792" b="-29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CE0BFC-AEEB-29A2-C34A-5CC48F203003}"/>
                  </a:ext>
                </a:extLst>
              </p:cNvPr>
              <p:cNvSpPr txBox="1"/>
              <p:nvPr/>
            </p:nvSpPr>
            <p:spPr>
              <a:xfrm>
                <a:off x="190493" y="3727426"/>
                <a:ext cx="108169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b="0" dirty="0"/>
                  <a:t>Defining our global error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CE0BFC-AEEB-29A2-C34A-5CC48F203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3727426"/>
                <a:ext cx="10816943" cy="471539"/>
              </a:xfrm>
              <a:prstGeom prst="rect">
                <a:avLst/>
              </a:prstGeom>
              <a:blipFill>
                <a:blip r:embed="rId5"/>
                <a:stretch>
                  <a:fillRect l="-845" t="-7692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5DE7959-A987-8A38-EAE0-10A0F112A00F}"/>
                  </a:ext>
                </a:extLst>
              </p:cNvPr>
              <p:cNvSpPr txBox="1"/>
              <p:nvPr/>
            </p:nvSpPr>
            <p:spPr>
              <a:xfrm>
                <a:off x="190493" y="4261622"/>
                <a:ext cx="10816943" cy="471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b="0" dirty="0"/>
                  <a:t>Note that both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2400" dirty="0"/>
                  <a:t> (and thus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) depend on our step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sz="24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5DE7959-A987-8A38-EAE0-10A0F112A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93" y="4261622"/>
                <a:ext cx="10816943" cy="471539"/>
              </a:xfrm>
              <a:prstGeom prst="rect">
                <a:avLst/>
              </a:prstGeom>
              <a:blipFill>
                <a:blip r:embed="rId6"/>
                <a:stretch>
                  <a:fillRect l="-845" t="-909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9B8F207-D1C9-640F-D0AD-7531F46B8448}"/>
              </a:ext>
            </a:extLst>
          </p:cNvPr>
          <p:cNvSpPr txBox="1"/>
          <p:nvPr/>
        </p:nvSpPr>
        <p:spPr>
          <a:xfrm>
            <a:off x="190493" y="4837493"/>
            <a:ext cx="14616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/>
              <a:t>Stability: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2BD51BF-9944-6F35-52B4-560D8AD7D9E5}"/>
                  </a:ext>
                </a:extLst>
              </p:cNvPr>
              <p:cNvSpPr txBox="1"/>
              <p:nvPr/>
            </p:nvSpPr>
            <p:spPr>
              <a:xfrm>
                <a:off x="1652155" y="4827213"/>
                <a:ext cx="2638415" cy="5690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2BD51BF-9944-6F35-52B4-560D8AD7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155" y="4827213"/>
                <a:ext cx="2638415" cy="56906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584AC1FB-47BB-3C81-1E2C-97C5D6984C9D}"/>
              </a:ext>
            </a:extLst>
          </p:cNvPr>
          <p:cNvSpPr txBox="1"/>
          <p:nvPr/>
        </p:nvSpPr>
        <p:spPr>
          <a:xfrm>
            <a:off x="190492" y="5490332"/>
            <a:ext cx="20947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/>
              <a:t>Consistency: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4850B-D21E-DFB7-D9FA-C01310BC72A1}"/>
                  </a:ext>
                </a:extLst>
              </p:cNvPr>
              <p:cNvSpPr txBox="1"/>
              <p:nvPr/>
            </p:nvSpPr>
            <p:spPr>
              <a:xfrm>
                <a:off x="2170438" y="5490332"/>
                <a:ext cx="2120132" cy="5613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A4850B-D21E-DFB7-D9FA-C01310BC7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438" y="5490332"/>
                <a:ext cx="2120132" cy="5613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765BFD0-934E-F52C-63A0-91653D56CB91}"/>
              </a:ext>
            </a:extLst>
          </p:cNvPr>
          <p:cNvSpPr txBox="1"/>
          <p:nvPr/>
        </p:nvSpPr>
        <p:spPr>
          <a:xfrm>
            <a:off x="190492" y="6188549"/>
            <a:ext cx="22098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/>
              <a:t>Convergence: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DB6FA7-1D68-B143-F26B-33664FAA5736}"/>
                  </a:ext>
                </a:extLst>
              </p:cNvPr>
              <p:cNvSpPr txBox="1"/>
              <p:nvPr/>
            </p:nvSpPr>
            <p:spPr>
              <a:xfrm>
                <a:off x="2285274" y="6188549"/>
                <a:ext cx="2185791" cy="5613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DB6FA7-1D68-B143-F26B-33664FAA5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274" y="6188549"/>
                <a:ext cx="2185791" cy="56130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B32B178-C78C-2672-AB95-5A400B762812}"/>
                  </a:ext>
                </a:extLst>
              </p:cNvPr>
              <p:cNvSpPr txBox="1"/>
              <p:nvPr/>
            </p:nvSpPr>
            <p:spPr>
              <a:xfrm>
                <a:off x="5470566" y="6157771"/>
                <a:ext cx="6375070" cy="523220"/>
              </a:xfrm>
              <a:prstGeom prst="rect">
                <a:avLst/>
              </a:prstGeom>
              <a:solidFill>
                <a:srgbClr val="FFFF66">
                  <a:alpha val="49804"/>
                </a:srgbClr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Stability + Consistency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/>
                  <a:t> Convergence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B32B178-C78C-2672-AB95-5A400B762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566" y="6157771"/>
                <a:ext cx="6375070" cy="523220"/>
              </a:xfrm>
              <a:prstGeom prst="rect">
                <a:avLst/>
              </a:prstGeom>
              <a:blipFill>
                <a:blip r:embed="rId10"/>
                <a:stretch>
                  <a:fillRect t="-7609" b="-2608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6622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AD4-614A-6391-8D14-56349030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6A7300-FBBD-D886-D154-B18B8D1AC68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11DAF-245A-FB98-4955-9E275012C19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537A03-3102-C9FC-DF53-FEC97B80EE72}"/>
              </a:ext>
            </a:extLst>
          </p:cNvPr>
          <p:cNvSpPr txBox="1"/>
          <p:nvPr/>
        </p:nvSpPr>
        <p:spPr>
          <a:xfrm>
            <a:off x="1672210" y="70783"/>
            <a:ext cx="910316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5: The Initial Value Problem for Ordinary Differential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D2AABD-3A4C-CFDA-4B32-B856623F93E3}"/>
                  </a:ext>
                </a:extLst>
              </p:cNvPr>
              <p:cNvSpPr txBox="1"/>
              <p:nvPr/>
            </p:nvSpPr>
            <p:spPr>
              <a:xfrm>
                <a:off x="169712" y="2024365"/>
                <a:ext cx="11655143" cy="45034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b="0" dirty="0"/>
                  <a:t>Give the ordinary differential equation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'(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dirty="0"/>
                  <a:t> and defining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as</a:t>
                </a:r>
                <a:r>
                  <a:rPr lang="en-US" sz="2400" i="1" dirty="0"/>
                  <a:t> </a:t>
                </a:r>
                <a:r>
                  <a:rPr lang="en-US" sz="2400" dirty="0"/>
                  <a:t>our numerical solution vector </a:t>
                </a:r>
                <a:r>
                  <a:rPr lang="en-US" sz="2400" b="0" dirty="0"/>
                  <a:t>, we can define some basic numerical methods:</a:t>
                </a:r>
                <a:endParaRPr lang="en-US" sz="2400" b="0" i="1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Forward Euler: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Backward Euler: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Trapezoid: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u="sng" dirty="0"/>
                  <a:t>Multistep Methods 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Leapfrog: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Runge – Kutta: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D2AABD-3A4C-CFDA-4B32-B856623F9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712" y="2024365"/>
                <a:ext cx="11655143" cy="4503412"/>
              </a:xfrm>
              <a:prstGeom prst="rect">
                <a:avLst/>
              </a:prstGeom>
              <a:blipFill>
                <a:blip r:embed="rId3"/>
                <a:stretch>
                  <a:fillRect l="-837" t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41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4F904-E818-F191-C666-D9916FF1E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B24767A-0A96-4215-078C-73E1C9F5410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6B558B-77CC-1B3F-29D6-204B010E53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6CE5FD-DF1D-7C57-6B12-9FA9BBFF3AEF}"/>
              </a:ext>
            </a:extLst>
          </p:cNvPr>
          <p:cNvSpPr txBox="1"/>
          <p:nvPr/>
        </p:nvSpPr>
        <p:spPr>
          <a:xfrm>
            <a:off x="2430747" y="70783"/>
            <a:ext cx="762145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7: Absolute Stability for Ordinary Differential Equations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BA8DA-01DB-6707-750A-BDA0936C0CDB}"/>
              </a:ext>
            </a:extLst>
          </p:cNvPr>
          <p:cNvSpPr txBox="1"/>
          <p:nvPr/>
        </p:nvSpPr>
        <p:spPr>
          <a:xfrm>
            <a:off x="222949" y="3253384"/>
            <a:ext cx="115187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Finding the region of </a:t>
            </a:r>
            <a:r>
              <a:rPr lang="en-US" sz="2400" i="1" dirty="0"/>
              <a:t>absolute stability </a:t>
            </a:r>
            <a:r>
              <a:rPr lang="en-US" sz="2400" dirty="0"/>
              <a:t>tells us which step-sizes ensure the stability of our method</a:t>
            </a:r>
            <a:endParaRPr lang="en-US" sz="2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9E8C03-CBC3-463A-FC30-94FD9639295E}"/>
              </a:ext>
            </a:extLst>
          </p:cNvPr>
          <p:cNvSpPr txBox="1"/>
          <p:nvPr/>
        </p:nvSpPr>
        <p:spPr>
          <a:xfrm>
            <a:off x="222949" y="1804990"/>
            <a:ext cx="9414897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To ensure that our numerical method converges, we can show consistency and stability</a:t>
            </a:r>
          </a:p>
          <a:p>
            <a:pPr>
              <a:spcAft>
                <a:spcPts val="1200"/>
              </a:spcAft>
            </a:pPr>
            <a:r>
              <a:rPr lang="en-US" sz="2400" dirty="0"/>
              <a:t>Consistency comes from the design of our numerical method</a:t>
            </a:r>
          </a:p>
        </p:txBody>
      </p:sp>
    </p:spTree>
    <p:extLst>
      <p:ext uri="{BB962C8B-B14F-4D97-AF65-F5344CB8AC3E}">
        <p14:creationId xmlns:p14="http://schemas.microsoft.com/office/powerpoint/2010/main" val="2449602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D0BDD-3323-9F15-E1B2-34B869B37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595BCA8-77B8-5AB6-D65C-7FC2A1EF1D7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48CC3-24C2-511C-908B-3101BA21E63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CD2513-1B1E-52DF-1592-419C6733C116}"/>
              </a:ext>
            </a:extLst>
          </p:cNvPr>
          <p:cNvSpPr txBox="1"/>
          <p:nvPr/>
        </p:nvSpPr>
        <p:spPr>
          <a:xfrm>
            <a:off x="768927" y="378560"/>
            <a:ext cx="117610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8: Stiff Ordinary Differential Equations</a:t>
            </a:r>
          </a:p>
        </p:txBody>
      </p:sp>
    </p:spTree>
    <p:extLst>
      <p:ext uri="{BB962C8B-B14F-4D97-AF65-F5344CB8AC3E}">
        <p14:creationId xmlns:p14="http://schemas.microsoft.com/office/powerpoint/2010/main" val="1665934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BB420-99E0-3A1E-5F22-0088CA8FE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D1C1E1C-DCF4-3916-DAFE-17D6F46A2B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E5690B-5DE2-FAA7-FA09-A5D814A4130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83F89E-DB5B-EFF4-9DB5-6402825FEE77}"/>
              </a:ext>
            </a:extLst>
          </p:cNvPr>
          <p:cNvSpPr txBox="1"/>
          <p:nvPr/>
        </p:nvSpPr>
        <p:spPr>
          <a:xfrm>
            <a:off x="1555172" y="117098"/>
            <a:ext cx="90816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4000" b="1" dirty="0">
                <a:solidFill>
                  <a:schemeClr val="bg1"/>
                </a:solidFill>
              </a:rPr>
              <a:t>Chapter 9: Diffusion Equations and Parabolic Problems</a:t>
            </a:r>
          </a:p>
        </p:txBody>
      </p:sp>
    </p:spTree>
    <p:extLst>
      <p:ext uri="{BB962C8B-B14F-4D97-AF65-F5344CB8AC3E}">
        <p14:creationId xmlns:p14="http://schemas.microsoft.com/office/powerpoint/2010/main" val="3091948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9649</TotalTime>
  <Words>1724</Words>
  <Application>Microsoft Office PowerPoint</Application>
  <PresentationFormat>Widescreen</PresentationFormat>
  <Paragraphs>400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78</cp:revision>
  <cp:lastPrinted>2025-08-21T02:00:35Z</cp:lastPrinted>
  <dcterms:created xsi:type="dcterms:W3CDTF">2025-08-20T23:47:39Z</dcterms:created>
  <dcterms:modified xsi:type="dcterms:W3CDTF">2026-05-04T04:03:49Z</dcterms:modified>
</cp:coreProperties>
</file>