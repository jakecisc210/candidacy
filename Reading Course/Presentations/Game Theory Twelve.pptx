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4"/>
  </p:notesMasterIdLst>
  <p:sldIdLst>
    <p:sldId id="291" r:id="rId2"/>
    <p:sldId id="443" r:id="rId3"/>
    <p:sldId id="515" r:id="rId4"/>
    <p:sldId id="516" r:id="rId5"/>
    <p:sldId id="517" r:id="rId6"/>
    <p:sldId id="518" r:id="rId7"/>
    <p:sldId id="525" r:id="rId8"/>
    <p:sldId id="526" r:id="rId9"/>
    <p:sldId id="527" r:id="rId10"/>
    <p:sldId id="528" r:id="rId11"/>
    <p:sldId id="529" r:id="rId12"/>
    <p:sldId id="530" r:id="rId13"/>
    <p:sldId id="531" r:id="rId14"/>
    <p:sldId id="532" r:id="rId15"/>
    <p:sldId id="538" r:id="rId16"/>
    <p:sldId id="533" r:id="rId17"/>
    <p:sldId id="539" r:id="rId18"/>
    <p:sldId id="540" r:id="rId19"/>
    <p:sldId id="541" r:id="rId20"/>
    <p:sldId id="519" r:id="rId21"/>
    <p:sldId id="520" r:id="rId22"/>
    <p:sldId id="534" r:id="rId23"/>
    <p:sldId id="535" r:id="rId24"/>
    <p:sldId id="536" r:id="rId25"/>
    <p:sldId id="521" r:id="rId26"/>
    <p:sldId id="522" r:id="rId27"/>
    <p:sldId id="537" r:id="rId28"/>
    <p:sldId id="523" r:id="rId29"/>
    <p:sldId id="524" r:id="rId30"/>
    <p:sldId id="542" r:id="rId31"/>
    <p:sldId id="543" r:id="rId32"/>
    <p:sldId id="544" r:id="rId33"/>
  </p:sldIdLst>
  <p:sldSz cx="12192000" cy="6858000"/>
  <p:notesSz cx="6858000" cy="8891588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252556A3-2CB9-4349-AA16-84A892A7CC81}">
          <p14:sldIdLst>
            <p14:sldId id="291"/>
            <p14:sldId id="443"/>
            <p14:sldId id="515"/>
            <p14:sldId id="516"/>
            <p14:sldId id="517"/>
            <p14:sldId id="518"/>
            <p14:sldId id="525"/>
            <p14:sldId id="526"/>
            <p14:sldId id="527"/>
            <p14:sldId id="528"/>
            <p14:sldId id="529"/>
            <p14:sldId id="530"/>
            <p14:sldId id="531"/>
            <p14:sldId id="532"/>
            <p14:sldId id="538"/>
            <p14:sldId id="533"/>
            <p14:sldId id="539"/>
            <p14:sldId id="540"/>
            <p14:sldId id="541"/>
            <p14:sldId id="519"/>
            <p14:sldId id="520"/>
            <p14:sldId id="534"/>
            <p14:sldId id="535"/>
            <p14:sldId id="536"/>
            <p14:sldId id="521"/>
            <p14:sldId id="522"/>
            <p14:sldId id="537"/>
            <p14:sldId id="523"/>
            <p14:sldId id="524"/>
            <p14:sldId id="542"/>
            <p14:sldId id="543"/>
            <p14:sldId id="54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27D359C8-AACA-2EA8-D24E-0AAD455781CC}" name="Jacob Wyngaard" initials="JW" userId="6181fcd471e98458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64EA1"/>
    <a:srgbClr val="FFFF66"/>
    <a:srgbClr val="388847"/>
    <a:srgbClr val="3E7CB9"/>
    <a:srgbClr val="6D9CCA"/>
    <a:srgbClr val="D26764"/>
    <a:srgbClr val="FF66CC"/>
    <a:srgbClr val="FFCC00"/>
    <a:srgbClr val="F21C0B"/>
    <a:srgbClr val="5E83A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3DC2B9C-7333-47E3-ACA0-37D00E80E860}" v="1831" dt="2026-05-05T03:10:28.01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678" autoAdjust="0"/>
    <p:restoredTop sz="89673" autoAdjust="0"/>
  </p:normalViewPr>
  <p:slideViewPr>
    <p:cSldViewPr snapToGrid="0">
      <p:cViewPr varScale="1">
        <p:scale>
          <a:sx n="99" d="100"/>
          <a:sy n="99" d="100"/>
        </p:scale>
        <p:origin x="822" y="84"/>
      </p:cViewPr>
      <p:guideLst/>
    </p:cSldViewPr>
  </p:slideViewPr>
  <p:notesTextViewPr>
    <p:cViewPr>
      <p:scale>
        <a:sx n="25" d="100"/>
        <a:sy n="25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microsoft.com/office/2016/11/relationships/changesInfo" Target="changesInfos/changesInfo1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microsoft.com/office/2018/10/relationships/authors" Target="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40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cob Wyngaard" userId="6181fcd471e98458" providerId="LiveId" clId="{788BA123-62C9-4DDC-86E5-A6BCA4600216}"/>
    <pc:docChg chg="undo custSel addSld delSld modSld sldOrd modSection">
      <pc:chgData name="Jacob Wyngaard" userId="6181fcd471e98458" providerId="LiveId" clId="{788BA123-62C9-4DDC-86E5-A6BCA4600216}" dt="2026-05-05T03:10:43.101" v="4922" actId="14826"/>
      <pc:docMkLst>
        <pc:docMk/>
      </pc:docMkLst>
      <pc:sldChg chg="addSp delSp modSp mod">
        <pc:chgData name="Jacob Wyngaard" userId="6181fcd471e98458" providerId="LiveId" clId="{788BA123-62C9-4DDC-86E5-A6BCA4600216}" dt="2026-05-05T03:10:43.101" v="4922" actId="14826"/>
        <pc:sldMkLst>
          <pc:docMk/>
          <pc:sldMk cId="606609933" sldId="291"/>
        </pc:sldMkLst>
        <pc:spChg chg="add mod">
          <ac:chgData name="Jacob Wyngaard" userId="6181fcd471e98458" providerId="LiveId" clId="{788BA123-62C9-4DDC-86E5-A6BCA4600216}" dt="2026-05-05T03:10:37.300" v="4921" actId="20577"/>
          <ac:spMkLst>
            <pc:docMk/>
            <pc:sldMk cId="606609933" sldId="291"/>
            <ac:spMk id="7" creationId="{F42717F7-28EC-0805-BB53-D97D2CA2A8E7}"/>
          </ac:spMkLst>
        </pc:spChg>
        <pc:spChg chg="mod">
          <ac:chgData name="Jacob Wyngaard" userId="6181fcd471e98458" providerId="LiveId" clId="{788BA123-62C9-4DDC-86E5-A6BCA4600216}" dt="2026-05-03T19:10:39.671" v="11" actId="20577"/>
          <ac:spMkLst>
            <pc:docMk/>
            <pc:sldMk cId="606609933" sldId="291"/>
            <ac:spMk id="9" creationId="{146DFEDC-5C40-1E05-3C8E-45F902F03177}"/>
          </ac:spMkLst>
        </pc:spChg>
        <pc:spChg chg="mod">
          <ac:chgData name="Jacob Wyngaard" userId="6181fcd471e98458" providerId="LiveId" clId="{788BA123-62C9-4DDC-86E5-A6BCA4600216}" dt="2026-05-03T19:23:59.849" v="42" actId="20577"/>
          <ac:spMkLst>
            <pc:docMk/>
            <pc:sldMk cId="606609933" sldId="291"/>
            <ac:spMk id="11" creationId="{F86DC52F-DB46-E6EB-3D90-B7847A7A2EC1}"/>
          </ac:spMkLst>
        </pc:spChg>
        <pc:picChg chg="del">
          <ac:chgData name="Jacob Wyngaard" userId="6181fcd471e98458" providerId="LiveId" clId="{788BA123-62C9-4DDC-86E5-A6BCA4600216}" dt="2026-05-05T03:09:33.024" v="4890" actId="478"/>
          <ac:picMkLst>
            <pc:docMk/>
            <pc:sldMk cId="606609933" sldId="291"/>
            <ac:picMk id="3" creationId="{B14AFA91-DB93-95F9-E771-5F74823F6620}"/>
          </ac:picMkLst>
        </pc:picChg>
        <pc:picChg chg="add mod modCrop">
          <ac:chgData name="Jacob Wyngaard" userId="6181fcd471e98458" providerId="LiveId" clId="{788BA123-62C9-4DDC-86E5-A6BCA4600216}" dt="2026-05-05T03:10:43.101" v="4922" actId="14826"/>
          <ac:picMkLst>
            <pc:docMk/>
            <pc:sldMk cId="606609933" sldId="291"/>
            <ac:picMk id="5" creationId="{42BBA5D6-69D7-01C0-80FE-B1A612C918D3}"/>
          </ac:picMkLst>
        </pc:picChg>
      </pc:sldChg>
      <pc:sldChg chg="addSp delSp modSp add del mod ord">
        <pc:chgData name="Jacob Wyngaard" userId="6181fcd471e98458" providerId="LiveId" clId="{788BA123-62C9-4DDC-86E5-A6BCA4600216}" dt="2026-05-03T19:32:06.832" v="241" actId="20577"/>
        <pc:sldMkLst>
          <pc:docMk/>
          <pc:sldMk cId="1183433973" sldId="515"/>
        </pc:sldMkLst>
        <pc:spChg chg="mod">
          <ac:chgData name="Jacob Wyngaard" userId="6181fcd471e98458" providerId="LiveId" clId="{788BA123-62C9-4DDC-86E5-A6BCA4600216}" dt="2026-05-03T19:32:06.832" v="241" actId="20577"/>
          <ac:spMkLst>
            <pc:docMk/>
            <pc:sldMk cId="1183433973" sldId="515"/>
            <ac:spMk id="2" creationId="{A9F3CF72-1F43-4129-3000-F85292B65987}"/>
          </ac:spMkLst>
        </pc:spChg>
        <pc:spChg chg="add mod">
          <ac:chgData name="Jacob Wyngaard" userId="6181fcd471e98458" providerId="LiveId" clId="{788BA123-62C9-4DDC-86E5-A6BCA4600216}" dt="2026-05-03T19:24:59.707" v="77" actId="1076"/>
          <ac:spMkLst>
            <pc:docMk/>
            <pc:sldMk cId="1183433973" sldId="515"/>
            <ac:spMk id="7" creationId="{8BE9F9B9-BF42-02B3-13B4-C015845FA61D}"/>
          </ac:spMkLst>
        </pc:spChg>
        <pc:spChg chg="add mod">
          <ac:chgData name="Jacob Wyngaard" userId="6181fcd471e98458" providerId="LiveId" clId="{788BA123-62C9-4DDC-86E5-A6BCA4600216}" dt="2026-05-03T19:25:50.561" v="102" actId="1076"/>
          <ac:spMkLst>
            <pc:docMk/>
            <pc:sldMk cId="1183433973" sldId="515"/>
            <ac:spMk id="9" creationId="{FFAEC0E4-30E5-AECE-805D-79081C8EE103}"/>
          </ac:spMkLst>
        </pc:spChg>
        <pc:picChg chg="mod">
          <ac:chgData name="Jacob Wyngaard" userId="6181fcd471e98458" providerId="LiveId" clId="{788BA123-62C9-4DDC-86E5-A6BCA4600216}" dt="2026-05-03T19:31:53.574" v="238" actId="14826"/>
          <ac:picMkLst>
            <pc:docMk/>
            <pc:sldMk cId="1183433973" sldId="515"/>
            <ac:picMk id="5" creationId="{418AFA4F-D424-7481-CFA8-9D7ECC0DE4EC}"/>
          </ac:picMkLst>
        </pc:picChg>
        <pc:picChg chg="mod">
          <ac:chgData name="Jacob Wyngaard" userId="6181fcd471e98458" providerId="LiveId" clId="{788BA123-62C9-4DDC-86E5-A6BCA4600216}" dt="2026-05-03T19:32:03.520" v="239" actId="14826"/>
          <ac:picMkLst>
            <pc:docMk/>
            <pc:sldMk cId="1183433973" sldId="515"/>
            <ac:picMk id="13" creationId="{7271B45E-0D1C-8052-A7DF-6D566AC9D4A4}"/>
          </ac:picMkLst>
        </pc:picChg>
      </pc:sldChg>
      <pc:sldChg chg="addSp delSp modSp add mod">
        <pc:chgData name="Jacob Wyngaard" userId="6181fcd471e98458" providerId="LiveId" clId="{788BA123-62C9-4DDC-86E5-A6BCA4600216}" dt="2026-05-03T21:30:43.806" v="1660" actId="1076"/>
        <pc:sldMkLst>
          <pc:docMk/>
          <pc:sldMk cId="4107404332" sldId="516"/>
        </pc:sldMkLst>
        <pc:spChg chg="mod">
          <ac:chgData name="Jacob Wyngaard" userId="6181fcd471e98458" providerId="LiveId" clId="{788BA123-62C9-4DDC-86E5-A6BCA4600216}" dt="2026-05-03T19:26:23.951" v="130" actId="1076"/>
          <ac:spMkLst>
            <pc:docMk/>
            <pc:sldMk cId="4107404332" sldId="516"/>
            <ac:spMk id="4" creationId="{A438B08C-6B0E-7A15-5555-D90757AA88FC}"/>
          </ac:spMkLst>
        </pc:spChg>
        <pc:spChg chg="mod">
          <ac:chgData name="Jacob Wyngaard" userId="6181fcd471e98458" providerId="LiveId" clId="{788BA123-62C9-4DDC-86E5-A6BCA4600216}" dt="2026-05-03T19:30:46.399" v="208" actId="1076"/>
          <ac:spMkLst>
            <pc:docMk/>
            <pc:sldMk cId="4107404332" sldId="516"/>
            <ac:spMk id="7" creationId="{D73DC0D5-66D1-27C9-A923-565E6723AEF9}"/>
          </ac:spMkLst>
        </pc:spChg>
        <pc:spChg chg="mod">
          <ac:chgData name="Jacob Wyngaard" userId="6181fcd471e98458" providerId="LiveId" clId="{788BA123-62C9-4DDC-86E5-A6BCA4600216}" dt="2026-05-03T19:34:12.188" v="331" actId="114"/>
          <ac:spMkLst>
            <pc:docMk/>
            <pc:sldMk cId="4107404332" sldId="516"/>
            <ac:spMk id="9" creationId="{CCFE407C-15FB-DC19-149C-B92E3DD84CBB}"/>
          </ac:spMkLst>
        </pc:spChg>
        <pc:spChg chg="add mod">
          <ac:chgData name="Jacob Wyngaard" userId="6181fcd471e98458" providerId="LiveId" clId="{788BA123-62C9-4DDC-86E5-A6BCA4600216}" dt="2026-05-03T19:31:41.735" v="237" actId="1036"/>
          <ac:spMkLst>
            <pc:docMk/>
            <pc:sldMk cId="4107404332" sldId="516"/>
            <ac:spMk id="12" creationId="{D964CDCF-08CF-276E-FC69-ADBAEF99C51C}"/>
          </ac:spMkLst>
        </pc:spChg>
        <pc:spChg chg="add mod">
          <ac:chgData name="Jacob Wyngaard" userId="6181fcd471e98458" providerId="LiveId" clId="{788BA123-62C9-4DDC-86E5-A6BCA4600216}" dt="2026-05-03T19:31:36.919" v="233" actId="1076"/>
          <ac:spMkLst>
            <pc:docMk/>
            <pc:sldMk cId="4107404332" sldId="516"/>
            <ac:spMk id="14" creationId="{0A0DCBC0-D740-74EF-1972-E4E369A6E5E6}"/>
          </ac:spMkLst>
        </pc:spChg>
        <pc:spChg chg="add mod">
          <ac:chgData name="Jacob Wyngaard" userId="6181fcd471e98458" providerId="LiveId" clId="{788BA123-62C9-4DDC-86E5-A6BCA4600216}" dt="2026-05-03T21:30:39.309" v="1659" actId="1076"/>
          <ac:spMkLst>
            <pc:docMk/>
            <pc:sldMk cId="4107404332" sldId="516"/>
            <ac:spMk id="15" creationId="{5097B1A7-4B18-C053-1C9F-693121F53AB0}"/>
          </ac:spMkLst>
        </pc:spChg>
        <pc:spChg chg="add mod">
          <ac:chgData name="Jacob Wyngaard" userId="6181fcd471e98458" providerId="LiveId" clId="{788BA123-62C9-4DDC-86E5-A6BCA4600216}" dt="2026-05-03T21:30:43.806" v="1660" actId="1076"/>
          <ac:spMkLst>
            <pc:docMk/>
            <pc:sldMk cId="4107404332" sldId="516"/>
            <ac:spMk id="16" creationId="{239FDEF4-10A5-FFC3-6D7F-AE38CD1C3CAE}"/>
          </ac:spMkLst>
        </pc:spChg>
        <pc:picChg chg="add mod">
          <ac:chgData name="Jacob Wyngaard" userId="6181fcd471e98458" providerId="LiveId" clId="{788BA123-62C9-4DDC-86E5-A6BCA4600216}" dt="2026-05-03T19:31:01.319" v="213" actId="1076"/>
          <ac:picMkLst>
            <pc:docMk/>
            <pc:sldMk cId="4107404332" sldId="516"/>
            <ac:picMk id="11" creationId="{0B92BE8F-187D-3695-BF31-AF82686B4A57}"/>
          </ac:picMkLst>
        </pc:picChg>
      </pc:sldChg>
      <pc:sldChg chg="modSp add mod">
        <pc:chgData name="Jacob Wyngaard" userId="6181fcd471e98458" providerId="LiveId" clId="{788BA123-62C9-4DDC-86E5-A6BCA4600216}" dt="2026-05-03T19:39:16.004" v="359" actId="114"/>
        <pc:sldMkLst>
          <pc:docMk/>
          <pc:sldMk cId="775007232" sldId="517"/>
        </pc:sldMkLst>
        <pc:spChg chg="mod">
          <ac:chgData name="Jacob Wyngaard" userId="6181fcd471e98458" providerId="LiveId" clId="{788BA123-62C9-4DDC-86E5-A6BCA4600216}" dt="2026-05-03T19:32:12.909" v="243" actId="20577"/>
          <ac:spMkLst>
            <pc:docMk/>
            <pc:sldMk cId="775007232" sldId="517"/>
            <ac:spMk id="2" creationId="{B847A7E3-1493-3FF9-0255-4765F3EC329F}"/>
          </ac:spMkLst>
        </pc:spChg>
        <pc:spChg chg="mod">
          <ac:chgData name="Jacob Wyngaard" userId="6181fcd471e98458" providerId="LiveId" clId="{788BA123-62C9-4DDC-86E5-A6BCA4600216}" dt="2026-05-03T19:34:54.468" v="346" actId="1035"/>
          <ac:spMkLst>
            <pc:docMk/>
            <pc:sldMk cId="775007232" sldId="517"/>
            <ac:spMk id="4" creationId="{16C65C37-B7BB-5DF6-E34D-00212EA5968D}"/>
          </ac:spMkLst>
        </pc:spChg>
        <pc:spChg chg="mod">
          <ac:chgData name="Jacob Wyngaard" userId="6181fcd471e98458" providerId="LiveId" clId="{788BA123-62C9-4DDC-86E5-A6BCA4600216}" dt="2026-05-03T19:29:28.311" v="186" actId="1035"/>
          <ac:spMkLst>
            <pc:docMk/>
            <pc:sldMk cId="775007232" sldId="517"/>
            <ac:spMk id="7" creationId="{A9E252B5-024A-264F-2699-9C9DEAEE5582}"/>
          </ac:spMkLst>
        </pc:spChg>
        <pc:spChg chg="mod">
          <ac:chgData name="Jacob Wyngaard" userId="6181fcd471e98458" providerId="LiveId" clId="{788BA123-62C9-4DDC-86E5-A6BCA4600216}" dt="2026-05-03T19:39:16.004" v="359" actId="114"/>
          <ac:spMkLst>
            <pc:docMk/>
            <pc:sldMk cId="775007232" sldId="517"/>
            <ac:spMk id="9" creationId="{EE000AC4-0C2C-064A-9D06-F699969F8844}"/>
          </ac:spMkLst>
        </pc:spChg>
        <pc:picChg chg="mod">
          <ac:chgData name="Jacob Wyngaard" userId="6181fcd471e98458" providerId="LiveId" clId="{788BA123-62C9-4DDC-86E5-A6BCA4600216}" dt="2026-05-03T19:28:39.463" v="161" actId="14826"/>
          <ac:picMkLst>
            <pc:docMk/>
            <pc:sldMk cId="775007232" sldId="517"/>
            <ac:picMk id="5" creationId="{0D92723F-DED4-C71E-560D-9901D1E98EAD}"/>
          </ac:picMkLst>
        </pc:picChg>
        <pc:picChg chg="mod">
          <ac:chgData name="Jacob Wyngaard" userId="6181fcd471e98458" providerId="LiveId" clId="{788BA123-62C9-4DDC-86E5-A6BCA4600216}" dt="2026-05-03T19:28:47.815" v="162" actId="14826"/>
          <ac:picMkLst>
            <pc:docMk/>
            <pc:sldMk cId="775007232" sldId="517"/>
            <ac:picMk id="13" creationId="{195C06E9-762D-D942-31A1-910E458C2F79}"/>
          </ac:picMkLst>
        </pc:picChg>
      </pc:sldChg>
      <pc:sldChg chg="addSp delSp modSp add mod">
        <pc:chgData name="Jacob Wyngaard" userId="6181fcd471e98458" providerId="LiveId" clId="{788BA123-62C9-4DDC-86E5-A6BCA4600216}" dt="2026-05-03T19:39:44.243" v="366" actId="114"/>
        <pc:sldMkLst>
          <pc:docMk/>
          <pc:sldMk cId="616400512" sldId="518"/>
        </pc:sldMkLst>
        <pc:spChg chg="mod">
          <ac:chgData name="Jacob Wyngaard" userId="6181fcd471e98458" providerId="LiveId" clId="{788BA123-62C9-4DDC-86E5-A6BCA4600216}" dt="2026-05-03T19:39:44.243" v="366" actId="114"/>
          <ac:spMkLst>
            <pc:docMk/>
            <pc:sldMk cId="616400512" sldId="518"/>
            <ac:spMk id="9" creationId="{79559D4C-7611-83EF-F12B-FDA25AB1E67E}"/>
          </ac:spMkLst>
        </pc:spChg>
        <pc:spChg chg="add mod">
          <ac:chgData name="Jacob Wyngaard" userId="6181fcd471e98458" providerId="LiveId" clId="{788BA123-62C9-4DDC-86E5-A6BCA4600216}" dt="2026-05-03T19:34:58.068" v="348"/>
          <ac:spMkLst>
            <pc:docMk/>
            <pc:sldMk cId="616400512" sldId="518"/>
            <ac:spMk id="10" creationId="{0C2D27C7-101B-AF5F-A147-1397A840A6C6}"/>
          </ac:spMkLst>
        </pc:spChg>
        <pc:picChg chg="mod">
          <ac:chgData name="Jacob Wyngaard" userId="6181fcd471e98458" providerId="LiveId" clId="{788BA123-62C9-4DDC-86E5-A6BCA4600216}" dt="2026-05-03T19:38:52.088" v="349" actId="14826"/>
          <ac:picMkLst>
            <pc:docMk/>
            <pc:sldMk cId="616400512" sldId="518"/>
            <ac:picMk id="5" creationId="{F5392BA0-F00A-8289-F806-0D1A4DD13CAE}"/>
          </ac:picMkLst>
        </pc:picChg>
        <pc:picChg chg="mod">
          <ac:chgData name="Jacob Wyngaard" userId="6181fcd471e98458" providerId="LiveId" clId="{788BA123-62C9-4DDC-86E5-A6BCA4600216}" dt="2026-05-03T19:39:36.814" v="364" actId="14826"/>
          <ac:picMkLst>
            <pc:docMk/>
            <pc:sldMk cId="616400512" sldId="518"/>
            <ac:picMk id="13" creationId="{F847AA17-1719-76B5-A015-FB8C4150CC6C}"/>
          </ac:picMkLst>
        </pc:picChg>
      </pc:sldChg>
      <pc:sldChg chg="addSp delSp modSp add mod">
        <pc:chgData name="Jacob Wyngaard" userId="6181fcd471e98458" providerId="LiveId" clId="{788BA123-62C9-4DDC-86E5-A6BCA4600216}" dt="2026-05-05T00:42:14.314" v="4395" actId="1076"/>
        <pc:sldMkLst>
          <pc:docMk/>
          <pc:sldMk cId="2810360669" sldId="519"/>
        </pc:sldMkLst>
        <pc:spChg chg="mod">
          <ac:chgData name="Jacob Wyngaard" userId="6181fcd471e98458" providerId="LiveId" clId="{788BA123-62C9-4DDC-86E5-A6BCA4600216}" dt="2026-05-03T19:59:28.037" v="428" actId="1076"/>
          <ac:spMkLst>
            <pc:docMk/>
            <pc:sldMk cId="2810360669" sldId="519"/>
            <ac:spMk id="10" creationId="{517B6D98-E2AC-44AE-D752-7F15D35BF3DF}"/>
          </ac:spMkLst>
        </pc:spChg>
        <pc:spChg chg="add mod">
          <ac:chgData name="Jacob Wyngaard" userId="6181fcd471e98458" providerId="LiveId" clId="{788BA123-62C9-4DDC-86E5-A6BCA4600216}" dt="2026-05-05T00:42:14.314" v="4395" actId="1076"/>
          <ac:spMkLst>
            <pc:docMk/>
            <pc:sldMk cId="2810360669" sldId="519"/>
            <ac:spMk id="17" creationId="{A7EEFF6C-24F1-5DA9-A179-4EF0F11B8DA4}"/>
          </ac:spMkLst>
        </pc:spChg>
        <pc:picChg chg="add mod">
          <ac:chgData name="Jacob Wyngaard" userId="6181fcd471e98458" providerId="LiveId" clId="{788BA123-62C9-4DDC-86E5-A6BCA4600216}" dt="2026-05-03T20:01:16.382" v="446" actId="1076"/>
          <ac:picMkLst>
            <pc:docMk/>
            <pc:sldMk cId="2810360669" sldId="519"/>
            <ac:picMk id="16" creationId="{3424D72C-BC0A-DBE6-209F-DE150264647B}"/>
          </ac:picMkLst>
        </pc:picChg>
      </pc:sldChg>
      <pc:sldChg chg="addSp delSp modSp add mod">
        <pc:chgData name="Jacob Wyngaard" userId="6181fcd471e98458" providerId="LiveId" clId="{788BA123-62C9-4DDC-86E5-A6BCA4600216}" dt="2026-05-04T01:44:16.199" v="1838" actId="1076"/>
        <pc:sldMkLst>
          <pc:docMk/>
          <pc:sldMk cId="117544377" sldId="520"/>
        </pc:sldMkLst>
        <pc:spChg chg="add del mod">
          <ac:chgData name="Jacob Wyngaard" userId="6181fcd471e98458" providerId="LiveId" clId="{788BA123-62C9-4DDC-86E5-A6BCA4600216}" dt="2026-05-04T01:41:00.965" v="1723" actId="478"/>
          <ac:spMkLst>
            <pc:docMk/>
            <pc:sldMk cId="117544377" sldId="520"/>
            <ac:spMk id="2" creationId="{0F3CB545-1F7D-05ED-B887-6E0518AAAFDB}"/>
          </ac:spMkLst>
        </pc:spChg>
        <pc:spChg chg="add mod">
          <ac:chgData name="Jacob Wyngaard" userId="6181fcd471e98458" providerId="LiveId" clId="{788BA123-62C9-4DDC-86E5-A6BCA4600216}" dt="2026-05-04T01:41:13.856" v="1760" actId="14100"/>
          <ac:spMkLst>
            <pc:docMk/>
            <pc:sldMk cId="117544377" sldId="520"/>
            <ac:spMk id="4" creationId="{2F1418D3-775F-7B25-11D2-CC34F8E47C16}"/>
          </ac:spMkLst>
        </pc:spChg>
        <pc:spChg chg="add mod">
          <ac:chgData name="Jacob Wyngaard" userId="6181fcd471e98458" providerId="LiveId" clId="{788BA123-62C9-4DDC-86E5-A6BCA4600216}" dt="2026-05-04T01:44:13.108" v="1837" actId="1076"/>
          <ac:spMkLst>
            <pc:docMk/>
            <pc:sldMk cId="117544377" sldId="520"/>
            <ac:spMk id="5" creationId="{EC2F95DB-2B93-4D7D-7DC5-C82B1AA8D8C7}"/>
          </ac:spMkLst>
        </pc:spChg>
        <pc:spChg chg="add mod">
          <ac:chgData name="Jacob Wyngaard" userId="6181fcd471e98458" providerId="LiveId" clId="{788BA123-62C9-4DDC-86E5-A6BCA4600216}" dt="2026-05-04T01:44:16.199" v="1838" actId="1076"/>
          <ac:spMkLst>
            <pc:docMk/>
            <pc:sldMk cId="117544377" sldId="520"/>
            <ac:spMk id="7" creationId="{57D220F4-18AA-B7A6-91B3-865328CB2C96}"/>
          </ac:spMkLst>
        </pc:spChg>
        <pc:spChg chg="add mod">
          <ac:chgData name="Jacob Wyngaard" userId="6181fcd471e98458" providerId="LiveId" clId="{788BA123-62C9-4DDC-86E5-A6BCA4600216}" dt="2026-05-04T01:43:54.118" v="1826" actId="1076"/>
          <ac:spMkLst>
            <pc:docMk/>
            <pc:sldMk cId="117544377" sldId="520"/>
            <ac:spMk id="9" creationId="{056FEEF2-623A-91FD-8F58-98500E4A482B}"/>
          </ac:spMkLst>
        </pc:spChg>
        <pc:spChg chg="mod">
          <ac:chgData name="Jacob Wyngaard" userId="6181fcd471e98458" providerId="LiveId" clId="{788BA123-62C9-4DDC-86E5-A6BCA4600216}" dt="2026-05-03T20:04:52.514" v="800" actId="14100"/>
          <ac:spMkLst>
            <pc:docMk/>
            <pc:sldMk cId="117544377" sldId="520"/>
            <ac:spMk id="10" creationId="{D0042475-952B-4E59-F7F6-18425B46D6C0}"/>
          </ac:spMkLst>
        </pc:spChg>
        <pc:spChg chg="add mod">
          <ac:chgData name="Jacob Wyngaard" userId="6181fcd471e98458" providerId="LiveId" clId="{788BA123-62C9-4DDC-86E5-A6BCA4600216}" dt="2026-05-04T01:44:16.199" v="1838" actId="1076"/>
          <ac:spMkLst>
            <pc:docMk/>
            <pc:sldMk cId="117544377" sldId="520"/>
            <ac:spMk id="11" creationId="{BE1777FC-33EB-4BE4-47FD-CA4AECF0B1F3}"/>
          </ac:spMkLst>
        </pc:spChg>
      </pc:sldChg>
      <pc:sldChg chg="addSp delSp modSp add mod">
        <pc:chgData name="Jacob Wyngaard" userId="6181fcd471e98458" providerId="LiveId" clId="{788BA123-62C9-4DDC-86E5-A6BCA4600216}" dt="2026-05-04T03:46:40.561" v="3304" actId="1076"/>
        <pc:sldMkLst>
          <pc:docMk/>
          <pc:sldMk cId="1926622717" sldId="521"/>
        </pc:sldMkLst>
        <pc:spChg chg="add del mod">
          <ac:chgData name="Jacob Wyngaard" userId="6181fcd471e98458" providerId="LiveId" clId="{788BA123-62C9-4DDC-86E5-A6BCA4600216}" dt="2026-05-04T03:33:12.515" v="2754" actId="478"/>
          <ac:spMkLst>
            <pc:docMk/>
            <pc:sldMk cId="1926622717" sldId="521"/>
            <ac:spMk id="2" creationId="{9DCCB8A8-62EB-70E0-0F1C-651C942FB9DD}"/>
          </ac:spMkLst>
        </pc:spChg>
        <pc:spChg chg="add del mod">
          <ac:chgData name="Jacob Wyngaard" userId="6181fcd471e98458" providerId="LiveId" clId="{788BA123-62C9-4DDC-86E5-A6BCA4600216}" dt="2026-05-04T03:33:13.217" v="2755" actId="478"/>
          <ac:spMkLst>
            <pc:docMk/>
            <pc:sldMk cId="1926622717" sldId="521"/>
            <ac:spMk id="3" creationId="{73EC4C39-6CC6-2631-2DA3-E3591A921CFB}"/>
          </ac:spMkLst>
        </pc:spChg>
        <pc:spChg chg="add del mod">
          <ac:chgData name="Jacob Wyngaard" userId="6181fcd471e98458" providerId="LiveId" clId="{788BA123-62C9-4DDC-86E5-A6BCA4600216}" dt="2026-05-04T03:33:14.430" v="2756" actId="478"/>
          <ac:spMkLst>
            <pc:docMk/>
            <pc:sldMk cId="1926622717" sldId="521"/>
            <ac:spMk id="4" creationId="{D510FF48-5F83-B04E-9EE1-DC1C4E7285C4}"/>
          </ac:spMkLst>
        </pc:spChg>
        <pc:spChg chg="add del mod">
          <ac:chgData name="Jacob Wyngaard" userId="6181fcd471e98458" providerId="LiveId" clId="{788BA123-62C9-4DDC-86E5-A6BCA4600216}" dt="2026-05-04T03:33:15.031" v="2757" actId="478"/>
          <ac:spMkLst>
            <pc:docMk/>
            <pc:sldMk cId="1926622717" sldId="521"/>
            <ac:spMk id="5" creationId="{78928DC1-D04F-56B5-6642-6E40D60BE993}"/>
          </ac:spMkLst>
        </pc:spChg>
        <pc:spChg chg="add del mod">
          <ac:chgData name="Jacob Wyngaard" userId="6181fcd471e98458" providerId="LiveId" clId="{788BA123-62C9-4DDC-86E5-A6BCA4600216}" dt="2026-05-04T03:33:09.674" v="2753" actId="478"/>
          <ac:spMkLst>
            <pc:docMk/>
            <pc:sldMk cId="1926622717" sldId="521"/>
            <ac:spMk id="7" creationId="{933D098B-2326-7A6B-93A0-77FCF838DA6C}"/>
          </ac:spMkLst>
        </pc:spChg>
        <pc:spChg chg="mod">
          <ac:chgData name="Jacob Wyngaard" userId="6181fcd471e98458" providerId="LiveId" clId="{788BA123-62C9-4DDC-86E5-A6BCA4600216}" dt="2026-05-03T20:05:26.326" v="815" actId="1076"/>
          <ac:spMkLst>
            <pc:docMk/>
            <pc:sldMk cId="1926622717" sldId="521"/>
            <ac:spMk id="10" creationId="{66573531-976D-9B22-5AE4-28E924F358CE}"/>
          </ac:spMkLst>
        </pc:spChg>
        <pc:spChg chg="add del mod">
          <ac:chgData name="Jacob Wyngaard" userId="6181fcd471e98458" providerId="LiveId" clId="{788BA123-62C9-4DDC-86E5-A6BCA4600216}" dt="2026-05-04T03:33:08.973" v="2752" actId="478"/>
          <ac:spMkLst>
            <pc:docMk/>
            <pc:sldMk cId="1926622717" sldId="521"/>
            <ac:spMk id="11" creationId="{C4C84BD7-AF27-7C5A-1E1B-6C9ED4D3AC16}"/>
          </ac:spMkLst>
        </pc:spChg>
        <pc:spChg chg="add mod">
          <ac:chgData name="Jacob Wyngaard" userId="6181fcd471e98458" providerId="LiveId" clId="{788BA123-62C9-4DDC-86E5-A6BCA4600216}" dt="2026-05-04T03:33:31.405" v="2783" actId="20577"/>
          <ac:spMkLst>
            <pc:docMk/>
            <pc:sldMk cId="1926622717" sldId="521"/>
            <ac:spMk id="12" creationId="{4E776647-CFF7-FE01-3A74-CE5FB178F960}"/>
          </ac:spMkLst>
        </pc:spChg>
        <pc:spChg chg="add mod">
          <ac:chgData name="Jacob Wyngaard" userId="6181fcd471e98458" providerId="LiveId" clId="{788BA123-62C9-4DDC-86E5-A6BCA4600216}" dt="2026-05-04T03:34:56.547" v="2826" actId="14100"/>
          <ac:spMkLst>
            <pc:docMk/>
            <pc:sldMk cId="1926622717" sldId="521"/>
            <ac:spMk id="13" creationId="{27ADD575-05E8-1179-3189-D605BE7977C6}"/>
          </ac:spMkLst>
        </pc:spChg>
        <pc:spChg chg="add mod">
          <ac:chgData name="Jacob Wyngaard" userId="6181fcd471e98458" providerId="LiveId" clId="{788BA123-62C9-4DDC-86E5-A6BCA4600216}" dt="2026-05-04T03:40:02.041" v="3050" actId="14100"/>
          <ac:spMkLst>
            <pc:docMk/>
            <pc:sldMk cId="1926622717" sldId="521"/>
            <ac:spMk id="14" creationId="{03FE60ED-5D5F-08A0-1976-7731D3973C2E}"/>
          </ac:spMkLst>
        </pc:spChg>
        <pc:spChg chg="add mod">
          <ac:chgData name="Jacob Wyngaard" userId="6181fcd471e98458" providerId="LiveId" clId="{788BA123-62C9-4DDC-86E5-A6BCA4600216}" dt="2026-05-04T03:38:38.265" v="2992" actId="1076"/>
          <ac:spMkLst>
            <pc:docMk/>
            <pc:sldMk cId="1926622717" sldId="521"/>
            <ac:spMk id="15" creationId="{C6EA382D-FD17-8B1D-BBE0-34BE4D00B5D6}"/>
          </ac:spMkLst>
        </pc:spChg>
        <pc:spChg chg="add mod">
          <ac:chgData name="Jacob Wyngaard" userId="6181fcd471e98458" providerId="LiveId" clId="{788BA123-62C9-4DDC-86E5-A6BCA4600216}" dt="2026-05-04T03:40:56.092" v="3070" actId="114"/>
          <ac:spMkLst>
            <pc:docMk/>
            <pc:sldMk cId="1926622717" sldId="521"/>
            <ac:spMk id="16" creationId="{CACE0BFC-AEEB-29A2-C34A-5CC48F203003}"/>
          </ac:spMkLst>
        </pc:spChg>
        <pc:spChg chg="add mod">
          <ac:chgData name="Jacob Wyngaard" userId="6181fcd471e98458" providerId="LiveId" clId="{788BA123-62C9-4DDC-86E5-A6BCA4600216}" dt="2026-05-04T03:44:57.687" v="3214" actId="20577"/>
          <ac:spMkLst>
            <pc:docMk/>
            <pc:sldMk cId="1926622717" sldId="521"/>
            <ac:spMk id="17" creationId="{C5DE7959-A987-8A38-EAE0-10A0F112A00F}"/>
          </ac:spMkLst>
        </pc:spChg>
        <pc:spChg chg="add mod">
          <ac:chgData name="Jacob Wyngaard" userId="6181fcd471e98458" providerId="LiveId" clId="{788BA123-62C9-4DDC-86E5-A6BCA4600216}" dt="2026-05-04T03:43:20.974" v="3156" actId="1076"/>
          <ac:spMkLst>
            <pc:docMk/>
            <pc:sldMk cId="1926622717" sldId="521"/>
            <ac:spMk id="18" creationId="{D9B8F207-D1C9-640F-D0AD-7531F46B8448}"/>
          </ac:spMkLst>
        </pc:spChg>
        <pc:spChg chg="add mod">
          <ac:chgData name="Jacob Wyngaard" userId="6181fcd471e98458" providerId="LiveId" clId="{788BA123-62C9-4DDC-86E5-A6BCA4600216}" dt="2026-05-04T03:44:22.170" v="3182" actId="1076"/>
          <ac:spMkLst>
            <pc:docMk/>
            <pc:sldMk cId="1926622717" sldId="521"/>
            <ac:spMk id="19" creationId="{F2BD51BF-9944-6F35-52B4-560D8AD7D9E5}"/>
          </ac:spMkLst>
        </pc:spChg>
        <pc:spChg chg="add mod">
          <ac:chgData name="Jacob Wyngaard" userId="6181fcd471e98458" providerId="LiveId" clId="{788BA123-62C9-4DDC-86E5-A6BCA4600216}" dt="2026-05-04T03:45:00.439" v="3215" actId="14100"/>
          <ac:spMkLst>
            <pc:docMk/>
            <pc:sldMk cId="1926622717" sldId="521"/>
            <ac:spMk id="20" creationId="{584AC1FB-47BB-3C81-1E2C-97C5D6984C9D}"/>
          </ac:spMkLst>
        </pc:spChg>
        <pc:spChg chg="add mod">
          <ac:chgData name="Jacob Wyngaard" userId="6181fcd471e98458" providerId="LiveId" clId="{788BA123-62C9-4DDC-86E5-A6BCA4600216}" dt="2026-05-04T03:45:21.688" v="3225" actId="1076"/>
          <ac:spMkLst>
            <pc:docMk/>
            <pc:sldMk cId="1926622717" sldId="521"/>
            <ac:spMk id="21" creationId="{51A4850B-D21E-DFB7-D9FA-C01310BC72A1}"/>
          </ac:spMkLst>
        </pc:spChg>
        <pc:spChg chg="add mod">
          <ac:chgData name="Jacob Wyngaard" userId="6181fcd471e98458" providerId="LiveId" clId="{788BA123-62C9-4DDC-86E5-A6BCA4600216}" dt="2026-05-04T03:45:35.264" v="3236" actId="14100"/>
          <ac:spMkLst>
            <pc:docMk/>
            <pc:sldMk cId="1926622717" sldId="521"/>
            <ac:spMk id="22" creationId="{0765BFD0-934E-F52C-63A0-91653D56CB91}"/>
          </ac:spMkLst>
        </pc:spChg>
        <pc:spChg chg="add mod">
          <ac:chgData name="Jacob Wyngaard" userId="6181fcd471e98458" providerId="LiveId" clId="{788BA123-62C9-4DDC-86E5-A6BCA4600216}" dt="2026-05-04T03:45:45.811" v="3241" actId="114"/>
          <ac:spMkLst>
            <pc:docMk/>
            <pc:sldMk cId="1926622717" sldId="521"/>
            <ac:spMk id="23" creationId="{0CDB6FA7-1D68-B143-F26B-33664FAA5736}"/>
          </ac:spMkLst>
        </pc:spChg>
        <pc:spChg chg="add mod">
          <ac:chgData name="Jacob Wyngaard" userId="6181fcd471e98458" providerId="LiveId" clId="{788BA123-62C9-4DDC-86E5-A6BCA4600216}" dt="2026-05-04T03:46:40.561" v="3304" actId="1076"/>
          <ac:spMkLst>
            <pc:docMk/>
            <pc:sldMk cId="1926622717" sldId="521"/>
            <ac:spMk id="24" creationId="{7B32B178-C78C-2672-AB95-5A400B762812}"/>
          </ac:spMkLst>
        </pc:spChg>
      </pc:sldChg>
      <pc:sldChg chg="addSp delSp modSp add mod">
        <pc:chgData name="Jacob Wyngaard" userId="6181fcd471e98458" providerId="LiveId" clId="{788BA123-62C9-4DDC-86E5-A6BCA4600216}" dt="2026-05-04T04:03:28.313" v="4094" actId="5793"/>
        <pc:sldMkLst>
          <pc:docMk/>
          <pc:sldMk cId="65594124" sldId="522"/>
        </pc:sldMkLst>
        <pc:spChg chg="add del mod">
          <ac:chgData name="Jacob Wyngaard" userId="6181fcd471e98458" providerId="LiveId" clId="{788BA123-62C9-4DDC-86E5-A6BCA4600216}" dt="2026-05-04T03:59:30.374" v="3833" actId="478"/>
          <ac:spMkLst>
            <pc:docMk/>
            <pc:sldMk cId="65594124" sldId="522"/>
            <ac:spMk id="2" creationId="{47151680-0889-D4CB-DAAB-3A9B66767B31}"/>
          </ac:spMkLst>
        </pc:spChg>
        <pc:spChg chg="add del mod">
          <ac:chgData name="Jacob Wyngaard" userId="6181fcd471e98458" providerId="LiveId" clId="{788BA123-62C9-4DDC-86E5-A6BCA4600216}" dt="2026-05-04T03:59:31.171" v="3834" actId="478"/>
          <ac:spMkLst>
            <pc:docMk/>
            <pc:sldMk cId="65594124" sldId="522"/>
            <ac:spMk id="3" creationId="{BF8454A9-95D2-DB78-0F59-E1D43EAC12DA}"/>
          </ac:spMkLst>
        </pc:spChg>
        <pc:spChg chg="add mod">
          <ac:chgData name="Jacob Wyngaard" userId="6181fcd471e98458" providerId="LiveId" clId="{788BA123-62C9-4DDC-86E5-A6BCA4600216}" dt="2026-05-04T04:03:28.313" v="4094" actId="5793"/>
          <ac:spMkLst>
            <pc:docMk/>
            <pc:sldMk cId="65594124" sldId="522"/>
            <ac:spMk id="4" creationId="{EDD2AABD-3A4C-CFDA-4B32-B856623F93E3}"/>
          </ac:spMkLst>
        </pc:spChg>
        <pc:spChg chg="mod">
          <ac:chgData name="Jacob Wyngaard" userId="6181fcd471e98458" providerId="LiveId" clId="{788BA123-62C9-4DDC-86E5-A6BCA4600216}" dt="2026-05-04T03:59:18.138" v="3832" actId="1076"/>
          <ac:spMkLst>
            <pc:docMk/>
            <pc:sldMk cId="65594124" sldId="522"/>
            <ac:spMk id="10" creationId="{35537A03-3102-C9FC-DF53-FEC97B80EE72}"/>
          </ac:spMkLst>
        </pc:spChg>
      </pc:sldChg>
      <pc:sldChg chg="modSp add mod">
        <pc:chgData name="Jacob Wyngaard" userId="6181fcd471e98458" providerId="LiveId" clId="{788BA123-62C9-4DDC-86E5-A6BCA4600216}" dt="2026-05-03T20:06:00.436" v="827" actId="1076"/>
        <pc:sldMkLst>
          <pc:docMk/>
          <pc:sldMk cId="1665934930" sldId="523"/>
        </pc:sldMkLst>
        <pc:spChg chg="mod">
          <ac:chgData name="Jacob Wyngaard" userId="6181fcd471e98458" providerId="LiveId" clId="{788BA123-62C9-4DDC-86E5-A6BCA4600216}" dt="2026-05-03T20:06:00.436" v="827" actId="1076"/>
          <ac:spMkLst>
            <pc:docMk/>
            <pc:sldMk cId="1665934930" sldId="523"/>
            <ac:spMk id="10" creationId="{1CCD2513-1B1E-52DF-1592-419C6733C116}"/>
          </ac:spMkLst>
        </pc:spChg>
      </pc:sldChg>
      <pc:sldChg chg="modSp add mod">
        <pc:chgData name="Jacob Wyngaard" userId="6181fcd471e98458" providerId="LiveId" clId="{788BA123-62C9-4DDC-86E5-A6BCA4600216}" dt="2026-05-03T20:06:22.660" v="836" actId="1076"/>
        <pc:sldMkLst>
          <pc:docMk/>
          <pc:sldMk cId="3091948000" sldId="524"/>
        </pc:sldMkLst>
        <pc:spChg chg="mod">
          <ac:chgData name="Jacob Wyngaard" userId="6181fcd471e98458" providerId="LiveId" clId="{788BA123-62C9-4DDC-86E5-A6BCA4600216}" dt="2026-05-03T20:06:22.660" v="836" actId="1076"/>
          <ac:spMkLst>
            <pc:docMk/>
            <pc:sldMk cId="3091948000" sldId="524"/>
            <ac:spMk id="10" creationId="{A083F89E-DB5B-EFF4-9DB5-6402825FEE77}"/>
          </ac:spMkLst>
        </pc:spChg>
      </pc:sldChg>
      <pc:sldChg chg="addSp delSp modSp add mod ord">
        <pc:chgData name="Jacob Wyngaard" userId="6181fcd471e98458" providerId="LiveId" clId="{788BA123-62C9-4DDC-86E5-A6BCA4600216}" dt="2026-05-03T20:18:44.946" v="1029"/>
        <pc:sldMkLst>
          <pc:docMk/>
          <pc:sldMk cId="327227251" sldId="525"/>
        </pc:sldMkLst>
        <pc:spChg chg="mod">
          <ac:chgData name="Jacob Wyngaard" userId="6181fcd471e98458" providerId="LiveId" clId="{788BA123-62C9-4DDC-86E5-A6BCA4600216}" dt="2026-05-03T20:07:13.005" v="883" actId="1076"/>
          <ac:spMkLst>
            <pc:docMk/>
            <pc:sldMk cId="327227251" sldId="525"/>
            <ac:spMk id="10" creationId="{FCA2A6DC-7D1E-8ED4-F8EE-3408E9E1B5F3}"/>
          </ac:spMkLst>
        </pc:spChg>
        <pc:spChg chg="add mod">
          <ac:chgData name="Jacob Wyngaard" userId="6181fcd471e98458" providerId="LiveId" clId="{788BA123-62C9-4DDC-86E5-A6BCA4600216}" dt="2026-05-03T20:07:26.152" v="885" actId="1076"/>
          <ac:spMkLst>
            <pc:docMk/>
            <pc:sldMk cId="327227251" sldId="525"/>
            <ac:spMk id="13" creationId="{EDF5E2B5-2491-0862-F120-4D30E732D2A2}"/>
          </ac:spMkLst>
        </pc:spChg>
        <pc:spChg chg="mod">
          <ac:chgData name="Jacob Wyngaard" userId="6181fcd471e98458" providerId="LiveId" clId="{788BA123-62C9-4DDC-86E5-A6BCA4600216}" dt="2026-05-03T20:07:27.826" v="886" actId="1076"/>
          <ac:spMkLst>
            <pc:docMk/>
            <pc:sldMk cId="327227251" sldId="525"/>
            <ac:spMk id="14" creationId="{07ECCCE0-3174-14E2-3205-F6FA85D3EDC6}"/>
          </ac:spMkLst>
        </pc:spChg>
        <pc:spChg chg="add mod">
          <ac:chgData name="Jacob Wyngaard" userId="6181fcd471e98458" providerId="LiveId" clId="{788BA123-62C9-4DDC-86E5-A6BCA4600216}" dt="2026-05-03T20:08:47.770" v="915" actId="20577"/>
          <ac:spMkLst>
            <pc:docMk/>
            <pc:sldMk cId="327227251" sldId="525"/>
            <ac:spMk id="15" creationId="{C788A83F-B412-78D3-49B6-8A367E716024}"/>
          </ac:spMkLst>
        </pc:spChg>
        <pc:spChg chg="add mod">
          <ac:chgData name="Jacob Wyngaard" userId="6181fcd471e98458" providerId="LiveId" clId="{788BA123-62C9-4DDC-86E5-A6BCA4600216}" dt="2026-05-03T20:10:17.252" v="941" actId="1076"/>
          <ac:spMkLst>
            <pc:docMk/>
            <pc:sldMk cId="327227251" sldId="525"/>
            <ac:spMk id="16" creationId="{906C6F60-89A0-F8DB-7917-83629C3A8FE7}"/>
          </ac:spMkLst>
        </pc:spChg>
        <pc:spChg chg="add mod">
          <ac:chgData name="Jacob Wyngaard" userId="6181fcd471e98458" providerId="LiveId" clId="{788BA123-62C9-4DDC-86E5-A6BCA4600216}" dt="2026-05-03T20:10:02.889" v="937" actId="1076"/>
          <ac:spMkLst>
            <pc:docMk/>
            <pc:sldMk cId="327227251" sldId="525"/>
            <ac:spMk id="17" creationId="{C5BCCE3A-F5DD-6C6E-E795-2C6ECEE60965}"/>
          </ac:spMkLst>
        </pc:spChg>
        <pc:spChg chg="add mod">
          <ac:chgData name="Jacob Wyngaard" userId="6181fcd471e98458" providerId="LiveId" clId="{788BA123-62C9-4DDC-86E5-A6BCA4600216}" dt="2026-05-03T20:09:56.857" v="936" actId="1076"/>
          <ac:spMkLst>
            <pc:docMk/>
            <pc:sldMk cId="327227251" sldId="525"/>
            <ac:spMk id="18" creationId="{198347F1-0485-B054-9DB2-E43E73D38334}"/>
          </ac:spMkLst>
        </pc:spChg>
        <pc:spChg chg="add mod">
          <ac:chgData name="Jacob Wyngaard" userId="6181fcd471e98458" providerId="LiveId" clId="{788BA123-62C9-4DDC-86E5-A6BCA4600216}" dt="2026-05-03T20:09:17.317" v="922" actId="1076"/>
          <ac:spMkLst>
            <pc:docMk/>
            <pc:sldMk cId="327227251" sldId="525"/>
            <ac:spMk id="19" creationId="{80E0A3E2-26C8-132E-3C0A-FD4F422FF4B5}"/>
          </ac:spMkLst>
        </pc:spChg>
        <pc:spChg chg="mod">
          <ac:chgData name="Jacob Wyngaard" userId="6181fcd471e98458" providerId="LiveId" clId="{788BA123-62C9-4DDC-86E5-A6BCA4600216}" dt="2026-05-03T20:09:26.201" v="926" actId="1076"/>
          <ac:spMkLst>
            <pc:docMk/>
            <pc:sldMk cId="327227251" sldId="525"/>
            <ac:spMk id="20" creationId="{698BF70F-C500-2EF4-2DBC-627BFAB086B6}"/>
          </ac:spMkLst>
        </pc:spChg>
        <pc:spChg chg="add mod">
          <ac:chgData name="Jacob Wyngaard" userId="6181fcd471e98458" providerId="LiveId" clId="{788BA123-62C9-4DDC-86E5-A6BCA4600216}" dt="2026-05-03T20:10:19.748" v="943" actId="1036"/>
          <ac:spMkLst>
            <pc:docMk/>
            <pc:sldMk cId="327227251" sldId="525"/>
            <ac:spMk id="21" creationId="{6269F748-CFED-3B02-4841-54A978350146}"/>
          </ac:spMkLst>
        </pc:spChg>
        <pc:spChg chg="add mod">
          <ac:chgData name="Jacob Wyngaard" userId="6181fcd471e98458" providerId="LiveId" clId="{788BA123-62C9-4DDC-86E5-A6BCA4600216}" dt="2026-05-03T20:09:34.061" v="929" actId="20577"/>
          <ac:spMkLst>
            <pc:docMk/>
            <pc:sldMk cId="327227251" sldId="525"/>
            <ac:spMk id="23" creationId="{D9BB5BE2-FF16-8281-0800-43944A5114E0}"/>
          </ac:spMkLst>
        </pc:spChg>
        <pc:spChg chg="add mod">
          <ac:chgData name="Jacob Wyngaard" userId="6181fcd471e98458" providerId="LiveId" clId="{788BA123-62C9-4DDC-86E5-A6BCA4600216}" dt="2026-05-03T20:10:12.026" v="940" actId="20577"/>
          <ac:spMkLst>
            <pc:docMk/>
            <pc:sldMk cId="327227251" sldId="525"/>
            <ac:spMk id="24" creationId="{CD80ECF9-D465-726D-27CF-EA59B9FABCB5}"/>
          </ac:spMkLst>
        </pc:spChg>
        <pc:spChg chg="add mod">
          <ac:chgData name="Jacob Wyngaard" userId="6181fcd471e98458" providerId="LiveId" clId="{788BA123-62C9-4DDC-86E5-A6BCA4600216}" dt="2026-05-03T20:10:36.854" v="945" actId="1076"/>
          <ac:spMkLst>
            <pc:docMk/>
            <pc:sldMk cId="327227251" sldId="525"/>
            <ac:spMk id="25" creationId="{61632959-2DC3-BDDA-714A-9AB1A5AC6F87}"/>
          </ac:spMkLst>
        </pc:spChg>
        <pc:spChg chg="add mod">
          <ac:chgData name="Jacob Wyngaard" userId="6181fcd471e98458" providerId="LiveId" clId="{788BA123-62C9-4DDC-86E5-A6BCA4600216}" dt="2026-05-03T20:10:36.854" v="945" actId="1076"/>
          <ac:spMkLst>
            <pc:docMk/>
            <pc:sldMk cId="327227251" sldId="525"/>
            <ac:spMk id="26" creationId="{B8AE942B-5662-C3B9-F528-E8536B0E9CD8}"/>
          </ac:spMkLst>
        </pc:spChg>
        <pc:spChg chg="add mod">
          <ac:chgData name="Jacob Wyngaard" userId="6181fcd471e98458" providerId="LiveId" clId="{788BA123-62C9-4DDC-86E5-A6BCA4600216}" dt="2026-05-03T20:10:36.854" v="945" actId="1076"/>
          <ac:spMkLst>
            <pc:docMk/>
            <pc:sldMk cId="327227251" sldId="525"/>
            <ac:spMk id="27" creationId="{2E84E83A-3F74-3470-2D99-70B8DCF5F271}"/>
          </ac:spMkLst>
        </pc:spChg>
        <pc:spChg chg="add mod">
          <ac:chgData name="Jacob Wyngaard" userId="6181fcd471e98458" providerId="LiveId" clId="{788BA123-62C9-4DDC-86E5-A6BCA4600216}" dt="2026-05-03T20:10:36.854" v="945" actId="1076"/>
          <ac:spMkLst>
            <pc:docMk/>
            <pc:sldMk cId="327227251" sldId="525"/>
            <ac:spMk id="28" creationId="{CABC906A-38CF-58A8-2F82-207309E59C80}"/>
          </ac:spMkLst>
        </pc:spChg>
        <pc:spChg chg="add mod">
          <ac:chgData name="Jacob Wyngaard" userId="6181fcd471e98458" providerId="LiveId" clId="{788BA123-62C9-4DDC-86E5-A6BCA4600216}" dt="2026-05-03T20:10:36.854" v="945" actId="1076"/>
          <ac:spMkLst>
            <pc:docMk/>
            <pc:sldMk cId="327227251" sldId="525"/>
            <ac:spMk id="29" creationId="{269A120C-6DFE-9DB0-789C-B0EB58DA86F7}"/>
          </ac:spMkLst>
        </pc:spChg>
        <pc:spChg chg="add mod">
          <ac:chgData name="Jacob Wyngaard" userId="6181fcd471e98458" providerId="LiveId" clId="{788BA123-62C9-4DDC-86E5-A6BCA4600216}" dt="2026-05-03T20:10:36.854" v="945" actId="1076"/>
          <ac:spMkLst>
            <pc:docMk/>
            <pc:sldMk cId="327227251" sldId="525"/>
            <ac:spMk id="30" creationId="{73825C9A-271E-7AD9-2DCB-CF51429B5ABA}"/>
          </ac:spMkLst>
        </pc:spChg>
        <pc:spChg chg="add mod">
          <ac:chgData name="Jacob Wyngaard" userId="6181fcd471e98458" providerId="LiveId" clId="{788BA123-62C9-4DDC-86E5-A6BCA4600216}" dt="2026-05-03T20:10:36.854" v="945" actId="1076"/>
          <ac:spMkLst>
            <pc:docMk/>
            <pc:sldMk cId="327227251" sldId="525"/>
            <ac:spMk id="31" creationId="{EF011B48-F1E4-982F-9090-82D0C6B39821}"/>
          </ac:spMkLst>
        </pc:spChg>
        <pc:spChg chg="add mod">
          <ac:chgData name="Jacob Wyngaard" userId="6181fcd471e98458" providerId="LiveId" clId="{788BA123-62C9-4DDC-86E5-A6BCA4600216}" dt="2026-05-03T20:10:36.854" v="945" actId="1076"/>
          <ac:spMkLst>
            <pc:docMk/>
            <pc:sldMk cId="327227251" sldId="525"/>
            <ac:spMk id="32" creationId="{45EF1B80-C597-0F11-047B-D6DB93C6DB73}"/>
          </ac:spMkLst>
        </pc:spChg>
        <pc:graphicFrameChg chg="mod modGraphic">
          <ac:chgData name="Jacob Wyngaard" userId="6181fcd471e98458" providerId="LiveId" clId="{788BA123-62C9-4DDC-86E5-A6BCA4600216}" dt="2026-05-03T20:11:49.326" v="957" actId="20577"/>
          <ac:graphicFrameMkLst>
            <pc:docMk/>
            <pc:sldMk cId="327227251" sldId="525"/>
            <ac:graphicFrameMk id="2" creationId="{0072B6C6-FC9C-C8EE-F0ED-B98FFC1CBE62}"/>
          </ac:graphicFrameMkLst>
        </pc:graphicFrameChg>
        <pc:graphicFrameChg chg="add mod modGraphic">
          <ac:chgData name="Jacob Wyngaard" userId="6181fcd471e98458" providerId="LiveId" clId="{788BA123-62C9-4DDC-86E5-A6BCA4600216}" dt="2026-05-03T20:12:23.498" v="965" actId="20577"/>
          <ac:graphicFrameMkLst>
            <pc:docMk/>
            <pc:sldMk cId="327227251" sldId="525"/>
            <ac:graphicFrameMk id="22" creationId="{21242931-E686-160A-BBA5-85B3E6C8FB04}"/>
          </ac:graphicFrameMkLst>
        </pc:graphicFrameChg>
      </pc:sldChg>
      <pc:sldChg chg="addSp delSp modSp add mod">
        <pc:chgData name="Jacob Wyngaard" userId="6181fcd471e98458" providerId="LiveId" clId="{788BA123-62C9-4DDC-86E5-A6BCA4600216}" dt="2026-05-03T20:19:10.598" v="1039" actId="1076"/>
        <pc:sldMkLst>
          <pc:docMk/>
          <pc:sldMk cId="4062173530" sldId="526"/>
        </pc:sldMkLst>
        <pc:spChg chg="add mod">
          <ac:chgData name="Jacob Wyngaard" userId="6181fcd471e98458" providerId="LiveId" clId="{788BA123-62C9-4DDC-86E5-A6BCA4600216}" dt="2026-05-03T20:18:38.623" v="1028" actId="20577"/>
          <ac:spMkLst>
            <pc:docMk/>
            <pc:sldMk cId="4062173530" sldId="526"/>
            <ac:spMk id="3" creationId="{A6DC1E59-BA3D-22DB-DD01-9CF37483F62A}"/>
          </ac:spMkLst>
        </pc:spChg>
        <pc:spChg chg="add mod">
          <ac:chgData name="Jacob Wyngaard" userId="6181fcd471e98458" providerId="LiveId" clId="{788BA123-62C9-4DDC-86E5-A6BCA4600216}" dt="2026-05-03T20:19:04.992" v="1037" actId="14100"/>
          <ac:spMkLst>
            <pc:docMk/>
            <pc:sldMk cId="4062173530" sldId="526"/>
            <ac:spMk id="4" creationId="{499AF561-54D6-5B99-45FE-87994BCF9DE4}"/>
          </ac:spMkLst>
        </pc:spChg>
        <pc:spChg chg="add mod">
          <ac:chgData name="Jacob Wyngaard" userId="6181fcd471e98458" providerId="LiveId" clId="{788BA123-62C9-4DDC-86E5-A6BCA4600216}" dt="2026-05-03T20:19:10.598" v="1039" actId="1076"/>
          <ac:spMkLst>
            <pc:docMk/>
            <pc:sldMk cId="4062173530" sldId="526"/>
            <ac:spMk id="5" creationId="{9B743735-FC4B-DC64-A1F0-D6752FE68F59}"/>
          </ac:spMkLst>
        </pc:spChg>
      </pc:sldChg>
      <pc:sldChg chg="addSp delSp modSp add mod">
        <pc:chgData name="Jacob Wyngaard" userId="6181fcd471e98458" providerId="LiveId" clId="{788BA123-62C9-4DDC-86E5-A6BCA4600216}" dt="2026-05-03T20:22:23.328" v="1082" actId="1076"/>
        <pc:sldMkLst>
          <pc:docMk/>
          <pc:sldMk cId="3731224733" sldId="527"/>
        </pc:sldMkLst>
        <pc:spChg chg="mod">
          <ac:chgData name="Jacob Wyngaard" userId="6181fcd471e98458" providerId="LiveId" clId="{788BA123-62C9-4DDC-86E5-A6BCA4600216}" dt="2026-05-03T20:19:51.502" v="1065" actId="20577"/>
          <ac:spMkLst>
            <pc:docMk/>
            <pc:sldMk cId="3731224733" sldId="527"/>
            <ac:spMk id="3" creationId="{5897C556-EA5B-3E98-D1F3-F1D3CF99993B}"/>
          </ac:spMkLst>
        </pc:spChg>
        <pc:spChg chg="mod">
          <ac:chgData name="Jacob Wyngaard" userId="6181fcd471e98458" providerId="LiveId" clId="{788BA123-62C9-4DDC-86E5-A6BCA4600216}" dt="2026-05-03T20:21:12.143" v="1077" actId="207"/>
          <ac:spMkLst>
            <pc:docMk/>
            <pc:sldMk cId="3731224733" sldId="527"/>
            <ac:spMk id="4" creationId="{46152107-8696-CD88-ACA8-08CE53B73468}"/>
          </ac:spMkLst>
        </pc:spChg>
        <pc:spChg chg="add mod">
          <ac:chgData name="Jacob Wyngaard" userId="6181fcd471e98458" providerId="LiveId" clId="{788BA123-62C9-4DDC-86E5-A6BCA4600216}" dt="2026-05-03T20:21:50.216" v="1079" actId="207"/>
          <ac:spMkLst>
            <pc:docMk/>
            <pc:sldMk cId="3731224733" sldId="527"/>
            <ac:spMk id="7" creationId="{920A73FE-30DC-848D-1FEF-0DF55E233C32}"/>
          </ac:spMkLst>
        </pc:spChg>
        <pc:spChg chg="add mod">
          <ac:chgData name="Jacob Wyngaard" userId="6181fcd471e98458" providerId="LiveId" clId="{788BA123-62C9-4DDC-86E5-A6BCA4600216}" dt="2026-05-03T20:21:53.270" v="1080" actId="207"/>
          <ac:spMkLst>
            <pc:docMk/>
            <pc:sldMk cId="3731224733" sldId="527"/>
            <ac:spMk id="11" creationId="{7817E5A9-A3AD-3999-CE59-F8808F58959C}"/>
          </ac:spMkLst>
        </pc:spChg>
        <pc:spChg chg="add mod">
          <ac:chgData name="Jacob Wyngaard" userId="6181fcd471e98458" providerId="LiveId" clId="{788BA123-62C9-4DDC-86E5-A6BCA4600216}" dt="2026-05-03T20:21:26.220" v="1078" actId="207"/>
          <ac:spMkLst>
            <pc:docMk/>
            <pc:sldMk cId="3731224733" sldId="527"/>
            <ac:spMk id="12" creationId="{38257465-DA8B-135A-C1A7-1089F7855FC5}"/>
          </ac:spMkLst>
        </pc:spChg>
        <pc:spChg chg="add mod">
          <ac:chgData name="Jacob Wyngaard" userId="6181fcd471e98458" providerId="LiveId" clId="{788BA123-62C9-4DDC-86E5-A6BCA4600216}" dt="2026-05-03T20:22:23.328" v="1082" actId="1076"/>
          <ac:spMkLst>
            <pc:docMk/>
            <pc:sldMk cId="3731224733" sldId="527"/>
            <ac:spMk id="13" creationId="{0A17B795-CDC5-5763-CF90-31CCA7DB8C6A}"/>
          </ac:spMkLst>
        </pc:spChg>
        <pc:spChg chg="add mod">
          <ac:chgData name="Jacob Wyngaard" userId="6181fcd471e98458" providerId="LiveId" clId="{788BA123-62C9-4DDC-86E5-A6BCA4600216}" dt="2026-05-03T20:22:23.328" v="1082" actId="1076"/>
          <ac:spMkLst>
            <pc:docMk/>
            <pc:sldMk cId="3731224733" sldId="527"/>
            <ac:spMk id="14" creationId="{7709B88E-3BB9-FF2B-C0B7-BEEB07FBAF5B}"/>
          </ac:spMkLst>
        </pc:spChg>
        <pc:spChg chg="add mod">
          <ac:chgData name="Jacob Wyngaard" userId="6181fcd471e98458" providerId="LiveId" clId="{788BA123-62C9-4DDC-86E5-A6BCA4600216}" dt="2026-05-03T20:22:23.328" v="1082" actId="1076"/>
          <ac:spMkLst>
            <pc:docMk/>
            <pc:sldMk cId="3731224733" sldId="527"/>
            <ac:spMk id="33" creationId="{A9BE96B1-D1BC-777C-6839-3C995B6D2B97}"/>
          </ac:spMkLst>
        </pc:spChg>
        <pc:spChg chg="add mod">
          <ac:chgData name="Jacob Wyngaard" userId="6181fcd471e98458" providerId="LiveId" clId="{788BA123-62C9-4DDC-86E5-A6BCA4600216}" dt="2026-05-03T20:22:23.328" v="1082" actId="1076"/>
          <ac:spMkLst>
            <pc:docMk/>
            <pc:sldMk cId="3731224733" sldId="527"/>
            <ac:spMk id="34" creationId="{3AFDEFAF-EFD5-C78C-27D8-1F29995885AE}"/>
          </ac:spMkLst>
        </pc:spChg>
      </pc:sldChg>
      <pc:sldChg chg="addSp delSp modSp add mod">
        <pc:chgData name="Jacob Wyngaard" userId="6181fcd471e98458" providerId="LiveId" clId="{788BA123-62C9-4DDC-86E5-A6BCA4600216}" dt="2026-05-03T20:26:59.477" v="1168" actId="1035"/>
        <pc:sldMkLst>
          <pc:docMk/>
          <pc:sldMk cId="480782144" sldId="528"/>
        </pc:sldMkLst>
        <pc:spChg chg="mod">
          <ac:chgData name="Jacob Wyngaard" userId="6181fcd471e98458" providerId="LiveId" clId="{788BA123-62C9-4DDC-86E5-A6BCA4600216}" dt="2026-05-03T20:22:57.006" v="1101"/>
          <ac:spMkLst>
            <pc:docMk/>
            <pc:sldMk cId="480782144" sldId="528"/>
            <ac:spMk id="3" creationId="{C0E81617-BF15-45E3-BD28-51BBAE256329}"/>
          </ac:spMkLst>
        </pc:spChg>
        <pc:spChg chg="mod">
          <ac:chgData name="Jacob Wyngaard" userId="6181fcd471e98458" providerId="LiveId" clId="{788BA123-62C9-4DDC-86E5-A6BCA4600216}" dt="2026-05-03T20:24:59.603" v="1135" actId="14100"/>
          <ac:spMkLst>
            <pc:docMk/>
            <pc:sldMk cId="480782144" sldId="528"/>
            <ac:spMk id="7" creationId="{EC43B28E-BE92-EE07-D4DB-C7F6F588C347}"/>
          </ac:spMkLst>
        </pc:spChg>
        <pc:spChg chg="mod">
          <ac:chgData name="Jacob Wyngaard" userId="6181fcd471e98458" providerId="LiveId" clId="{788BA123-62C9-4DDC-86E5-A6BCA4600216}" dt="2026-05-03T20:26:33.643" v="1159" actId="14100"/>
          <ac:spMkLst>
            <pc:docMk/>
            <pc:sldMk cId="480782144" sldId="528"/>
            <ac:spMk id="11" creationId="{E18211A4-A6C3-EDDD-D673-FF7FC59C117C}"/>
          </ac:spMkLst>
        </pc:spChg>
        <pc:spChg chg="add mod">
          <ac:chgData name="Jacob Wyngaard" userId="6181fcd471e98458" providerId="LiveId" clId="{788BA123-62C9-4DDC-86E5-A6BCA4600216}" dt="2026-05-03T20:26:41.868" v="1161" actId="14100"/>
          <ac:spMkLst>
            <pc:docMk/>
            <pc:sldMk cId="480782144" sldId="528"/>
            <ac:spMk id="36" creationId="{B183E58A-FE0A-E0F0-C6A0-E5C0DF5B93E5}"/>
          </ac:spMkLst>
        </pc:spChg>
        <pc:spChg chg="add mod">
          <ac:chgData name="Jacob Wyngaard" userId="6181fcd471e98458" providerId="LiveId" clId="{788BA123-62C9-4DDC-86E5-A6BCA4600216}" dt="2026-05-03T20:26:36.888" v="1160" actId="14100"/>
          <ac:spMkLst>
            <pc:docMk/>
            <pc:sldMk cId="480782144" sldId="528"/>
            <ac:spMk id="37" creationId="{6A3DAC08-A47E-A055-E27A-6D9F8BFE3959}"/>
          </ac:spMkLst>
        </pc:spChg>
        <pc:spChg chg="add mod">
          <ac:chgData name="Jacob Wyngaard" userId="6181fcd471e98458" providerId="LiveId" clId="{788BA123-62C9-4DDC-86E5-A6BCA4600216}" dt="2026-05-03T20:26:59.477" v="1168" actId="1035"/>
          <ac:spMkLst>
            <pc:docMk/>
            <pc:sldMk cId="480782144" sldId="528"/>
            <ac:spMk id="38" creationId="{A3AED889-FDB6-79BF-E95B-A8D908359FD7}"/>
          </ac:spMkLst>
        </pc:spChg>
        <pc:spChg chg="add mod">
          <ac:chgData name="Jacob Wyngaard" userId="6181fcd471e98458" providerId="LiveId" clId="{788BA123-62C9-4DDC-86E5-A6BCA4600216}" dt="2026-05-03T20:26:50.563" v="1163" actId="1076"/>
          <ac:spMkLst>
            <pc:docMk/>
            <pc:sldMk cId="480782144" sldId="528"/>
            <ac:spMk id="39" creationId="{131FE0EC-B1B8-5F20-31E6-207B3282A524}"/>
          </ac:spMkLst>
        </pc:spChg>
        <pc:spChg chg="add mod">
          <ac:chgData name="Jacob Wyngaard" userId="6181fcd471e98458" providerId="LiveId" clId="{788BA123-62C9-4DDC-86E5-A6BCA4600216}" dt="2026-05-03T20:26:54.224" v="1164" actId="1037"/>
          <ac:spMkLst>
            <pc:docMk/>
            <pc:sldMk cId="480782144" sldId="528"/>
            <ac:spMk id="40" creationId="{718CD693-0D94-2F35-A7BA-6B20047D46BF}"/>
          </ac:spMkLst>
        </pc:spChg>
        <pc:spChg chg="add mod">
          <ac:chgData name="Jacob Wyngaard" userId="6181fcd471e98458" providerId="LiveId" clId="{788BA123-62C9-4DDC-86E5-A6BCA4600216}" dt="2026-05-03T20:26:55.159" v="1165" actId="1037"/>
          <ac:spMkLst>
            <pc:docMk/>
            <pc:sldMk cId="480782144" sldId="528"/>
            <ac:spMk id="41" creationId="{EA948A95-721A-465F-B7E6-E6188396B2A2}"/>
          </ac:spMkLst>
        </pc:spChg>
      </pc:sldChg>
      <pc:sldChg chg="addSp delSp modSp add mod ord">
        <pc:chgData name="Jacob Wyngaard" userId="6181fcd471e98458" providerId="LiveId" clId="{788BA123-62C9-4DDC-86E5-A6BCA4600216}" dt="2026-05-03T21:07:23.759" v="1325" actId="114"/>
        <pc:sldMkLst>
          <pc:docMk/>
          <pc:sldMk cId="1306029439" sldId="529"/>
        </pc:sldMkLst>
        <pc:spChg chg="add mod">
          <ac:chgData name="Jacob Wyngaard" userId="6181fcd471e98458" providerId="LiveId" clId="{788BA123-62C9-4DDC-86E5-A6BCA4600216}" dt="2026-05-03T21:00:59.516" v="1214" actId="1076"/>
          <ac:spMkLst>
            <pc:docMk/>
            <pc:sldMk cId="1306029439" sldId="529"/>
            <ac:spMk id="4" creationId="{9E5B07B5-3A4E-4138-2DFA-ABB488938ED4}"/>
          </ac:spMkLst>
        </pc:spChg>
        <pc:spChg chg="add mod">
          <ac:chgData name="Jacob Wyngaard" userId="6181fcd471e98458" providerId="LiveId" clId="{788BA123-62C9-4DDC-86E5-A6BCA4600216}" dt="2026-05-03T21:04:48.785" v="1276" actId="1076"/>
          <ac:spMkLst>
            <pc:docMk/>
            <pc:sldMk cId="1306029439" sldId="529"/>
            <ac:spMk id="5" creationId="{9CD1C471-ACB4-4E60-9761-EC4C8F9AFD4F}"/>
          </ac:spMkLst>
        </pc:spChg>
        <pc:spChg chg="mod">
          <ac:chgData name="Jacob Wyngaard" userId="6181fcd471e98458" providerId="LiveId" clId="{788BA123-62C9-4DDC-86E5-A6BCA4600216}" dt="2026-05-03T21:00:01.224" v="1199" actId="1076"/>
          <ac:spMkLst>
            <pc:docMk/>
            <pc:sldMk cId="1306029439" sldId="529"/>
            <ac:spMk id="10" creationId="{C6180A85-35F6-56B8-ECF7-5D40193A856C}"/>
          </ac:spMkLst>
        </pc:spChg>
        <pc:spChg chg="add mod">
          <ac:chgData name="Jacob Wyngaard" userId="6181fcd471e98458" providerId="LiveId" clId="{788BA123-62C9-4DDC-86E5-A6BCA4600216}" dt="2026-05-03T21:04:38.861" v="1274" actId="1076"/>
          <ac:spMkLst>
            <pc:docMk/>
            <pc:sldMk cId="1306029439" sldId="529"/>
            <ac:spMk id="11" creationId="{B7558464-C96D-C3A3-597B-7E02A5610C54}"/>
          </ac:spMkLst>
        </pc:spChg>
        <pc:spChg chg="add mod">
          <ac:chgData name="Jacob Wyngaard" userId="6181fcd471e98458" providerId="LiveId" clId="{788BA123-62C9-4DDC-86E5-A6BCA4600216}" dt="2026-05-03T21:06:47.050" v="1312" actId="114"/>
          <ac:spMkLst>
            <pc:docMk/>
            <pc:sldMk cId="1306029439" sldId="529"/>
            <ac:spMk id="12" creationId="{C1DFF4FB-750B-D6EA-E559-7C305D637E5F}"/>
          </ac:spMkLst>
        </pc:spChg>
        <pc:spChg chg="mod">
          <ac:chgData name="Jacob Wyngaard" userId="6181fcd471e98458" providerId="LiveId" clId="{788BA123-62C9-4DDC-86E5-A6BCA4600216}" dt="2026-05-03T21:05:06.810" v="1280" actId="1076"/>
          <ac:spMkLst>
            <pc:docMk/>
            <pc:sldMk cId="1306029439" sldId="529"/>
            <ac:spMk id="16" creationId="{D4BB7CD9-89F5-C207-960E-51C289676437}"/>
          </ac:spMkLst>
        </pc:spChg>
        <pc:spChg chg="mod">
          <ac:chgData name="Jacob Wyngaard" userId="6181fcd471e98458" providerId="LiveId" clId="{788BA123-62C9-4DDC-86E5-A6BCA4600216}" dt="2026-05-03T21:05:06.810" v="1280" actId="1076"/>
          <ac:spMkLst>
            <pc:docMk/>
            <pc:sldMk cId="1306029439" sldId="529"/>
            <ac:spMk id="17" creationId="{BE64E696-B9A4-BA11-F8FE-2527E20FC860}"/>
          </ac:spMkLst>
        </pc:spChg>
        <pc:spChg chg="mod">
          <ac:chgData name="Jacob Wyngaard" userId="6181fcd471e98458" providerId="LiveId" clId="{788BA123-62C9-4DDC-86E5-A6BCA4600216}" dt="2026-05-03T21:05:06.810" v="1280" actId="1076"/>
          <ac:spMkLst>
            <pc:docMk/>
            <pc:sldMk cId="1306029439" sldId="529"/>
            <ac:spMk id="18" creationId="{521184A7-8DE0-FB2B-F326-9FA4DB3EEFCE}"/>
          </ac:spMkLst>
        </pc:spChg>
        <pc:spChg chg="mod">
          <ac:chgData name="Jacob Wyngaard" userId="6181fcd471e98458" providerId="LiveId" clId="{788BA123-62C9-4DDC-86E5-A6BCA4600216}" dt="2026-05-03T21:05:06.810" v="1280" actId="1076"/>
          <ac:spMkLst>
            <pc:docMk/>
            <pc:sldMk cId="1306029439" sldId="529"/>
            <ac:spMk id="19" creationId="{9345E663-9997-DA6D-AC47-32DC28891A38}"/>
          </ac:spMkLst>
        </pc:spChg>
        <pc:spChg chg="mod">
          <ac:chgData name="Jacob Wyngaard" userId="6181fcd471e98458" providerId="LiveId" clId="{788BA123-62C9-4DDC-86E5-A6BCA4600216}" dt="2026-05-03T21:05:06.810" v="1280" actId="1076"/>
          <ac:spMkLst>
            <pc:docMk/>
            <pc:sldMk cId="1306029439" sldId="529"/>
            <ac:spMk id="20" creationId="{67F38E89-4D4E-48E8-EA70-D09FF0CA77B5}"/>
          </ac:spMkLst>
        </pc:spChg>
        <pc:spChg chg="mod">
          <ac:chgData name="Jacob Wyngaard" userId="6181fcd471e98458" providerId="LiveId" clId="{788BA123-62C9-4DDC-86E5-A6BCA4600216}" dt="2026-05-03T21:05:06.810" v="1280" actId="1076"/>
          <ac:spMkLst>
            <pc:docMk/>
            <pc:sldMk cId="1306029439" sldId="529"/>
            <ac:spMk id="21" creationId="{9DF76CA6-1623-339C-5602-37D08F0DD01C}"/>
          </ac:spMkLst>
        </pc:spChg>
        <pc:spChg chg="mod">
          <ac:chgData name="Jacob Wyngaard" userId="6181fcd471e98458" providerId="LiveId" clId="{788BA123-62C9-4DDC-86E5-A6BCA4600216}" dt="2026-05-03T21:05:06.810" v="1280" actId="1076"/>
          <ac:spMkLst>
            <pc:docMk/>
            <pc:sldMk cId="1306029439" sldId="529"/>
            <ac:spMk id="23" creationId="{62F1351D-4017-0DE5-F157-C59F94E1A00A}"/>
          </ac:spMkLst>
        </pc:spChg>
        <pc:spChg chg="mod">
          <ac:chgData name="Jacob Wyngaard" userId="6181fcd471e98458" providerId="LiveId" clId="{788BA123-62C9-4DDC-86E5-A6BCA4600216}" dt="2026-05-03T21:05:06.810" v="1280" actId="1076"/>
          <ac:spMkLst>
            <pc:docMk/>
            <pc:sldMk cId="1306029439" sldId="529"/>
            <ac:spMk id="24" creationId="{E068EE34-F9E4-BA47-4BBF-37D1C344B48F}"/>
          </ac:spMkLst>
        </pc:spChg>
        <pc:spChg chg="add mod">
          <ac:chgData name="Jacob Wyngaard" userId="6181fcd471e98458" providerId="LiveId" clId="{788BA123-62C9-4DDC-86E5-A6BCA4600216}" dt="2026-05-03T21:05:25.752" v="1284" actId="1076"/>
          <ac:spMkLst>
            <pc:docMk/>
            <pc:sldMk cId="1306029439" sldId="529"/>
            <ac:spMk id="33" creationId="{83373E4D-61E5-F28D-0B7D-11AFE346FC10}"/>
          </ac:spMkLst>
        </pc:spChg>
        <pc:spChg chg="add mod">
          <ac:chgData name="Jacob Wyngaard" userId="6181fcd471e98458" providerId="LiveId" clId="{788BA123-62C9-4DDC-86E5-A6BCA4600216}" dt="2026-05-03T21:05:32.342" v="1285" actId="1076"/>
          <ac:spMkLst>
            <pc:docMk/>
            <pc:sldMk cId="1306029439" sldId="529"/>
            <ac:spMk id="35" creationId="{328EB6CF-9516-739F-C781-B813DC11DBD7}"/>
          </ac:spMkLst>
        </pc:spChg>
        <pc:spChg chg="add mod">
          <ac:chgData name="Jacob Wyngaard" userId="6181fcd471e98458" providerId="LiveId" clId="{788BA123-62C9-4DDC-86E5-A6BCA4600216}" dt="2026-05-03T21:07:23.759" v="1325" actId="114"/>
          <ac:spMkLst>
            <pc:docMk/>
            <pc:sldMk cId="1306029439" sldId="529"/>
            <ac:spMk id="36" creationId="{4A4FDBE0-6C04-67F7-9130-56CC00F9A2CA}"/>
          </ac:spMkLst>
        </pc:spChg>
        <pc:graphicFrameChg chg="mod">
          <ac:chgData name="Jacob Wyngaard" userId="6181fcd471e98458" providerId="LiveId" clId="{788BA123-62C9-4DDC-86E5-A6BCA4600216}" dt="2026-05-03T21:05:06.810" v="1280" actId="1076"/>
          <ac:graphicFrameMkLst>
            <pc:docMk/>
            <pc:sldMk cId="1306029439" sldId="529"/>
            <ac:graphicFrameMk id="2" creationId="{94CD237B-44F0-4378-A407-5BE82BE08A94}"/>
          </ac:graphicFrameMkLst>
        </pc:graphicFrameChg>
      </pc:sldChg>
      <pc:sldChg chg="addSp delSp modSp add mod">
        <pc:chgData name="Jacob Wyngaard" userId="6181fcd471e98458" providerId="LiveId" clId="{788BA123-62C9-4DDC-86E5-A6BCA4600216}" dt="2026-05-03T21:13:26.440" v="1429" actId="1076"/>
        <pc:sldMkLst>
          <pc:docMk/>
          <pc:sldMk cId="2136696400" sldId="530"/>
        </pc:sldMkLst>
        <pc:spChg chg="add mod">
          <ac:chgData name="Jacob Wyngaard" userId="6181fcd471e98458" providerId="LiveId" clId="{788BA123-62C9-4DDC-86E5-A6BCA4600216}" dt="2026-05-03T21:12:59.419" v="1422" actId="20577"/>
          <ac:spMkLst>
            <pc:docMk/>
            <pc:sldMk cId="2136696400" sldId="530"/>
            <ac:spMk id="7" creationId="{976B14FF-2640-D0A9-5550-F3635299A975}"/>
          </ac:spMkLst>
        </pc:spChg>
        <pc:spChg chg="add mod">
          <ac:chgData name="Jacob Wyngaard" userId="6181fcd471e98458" providerId="LiveId" clId="{788BA123-62C9-4DDC-86E5-A6BCA4600216}" dt="2026-05-03T21:11:26.336" v="1389" actId="1076"/>
          <ac:spMkLst>
            <pc:docMk/>
            <pc:sldMk cId="2136696400" sldId="530"/>
            <ac:spMk id="14" creationId="{AD0BE32F-D765-401C-C20E-40B521B6DDF8}"/>
          </ac:spMkLst>
        </pc:spChg>
        <pc:spChg chg="add mod">
          <ac:chgData name="Jacob Wyngaard" userId="6181fcd471e98458" providerId="LiveId" clId="{788BA123-62C9-4DDC-86E5-A6BCA4600216}" dt="2026-05-03T21:13:26.440" v="1429" actId="1076"/>
          <ac:spMkLst>
            <pc:docMk/>
            <pc:sldMk cId="2136696400" sldId="530"/>
            <ac:spMk id="15" creationId="{25D6FD9C-4F27-3276-2A4E-A5D2337B4140}"/>
          </ac:spMkLst>
        </pc:spChg>
      </pc:sldChg>
      <pc:sldChg chg="addSp delSp modSp add mod">
        <pc:chgData name="Jacob Wyngaard" userId="6181fcd471e98458" providerId="LiveId" clId="{788BA123-62C9-4DDC-86E5-A6BCA4600216}" dt="2026-05-03T21:21:16.013" v="1501" actId="20577"/>
        <pc:sldMkLst>
          <pc:docMk/>
          <pc:sldMk cId="2385866039" sldId="531"/>
        </pc:sldMkLst>
        <pc:spChg chg="add mod">
          <ac:chgData name="Jacob Wyngaard" userId="6181fcd471e98458" providerId="LiveId" clId="{788BA123-62C9-4DDC-86E5-A6BCA4600216}" dt="2026-05-03T21:14:50.151" v="1433" actId="1076"/>
          <ac:spMkLst>
            <pc:docMk/>
            <pc:sldMk cId="2385866039" sldId="531"/>
            <ac:spMk id="3" creationId="{E1EF292F-AECF-8789-0E3E-7AB6DB845DA6}"/>
          </ac:spMkLst>
        </pc:spChg>
        <pc:spChg chg="mod">
          <ac:chgData name="Jacob Wyngaard" userId="6181fcd471e98458" providerId="LiveId" clId="{788BA123-62C9-4DDC-86E5-A6BCA4600216}" dt="2026-05-03T21:15:01.092" v="1434" actId="1076"/>
          <ac:spMkLst>
            <pc:docMk/>
            <pc:sldMk cId="2385866039" sldId="531"/>
            <ac:spMk id="7" creationId="{6828BDEE-002B-0335-1BC8-492C28B50698}"/>
          </ac:spMkLst>
        </pc:spChg>
        <pc:spChg chg="add mod">
          <ac:chgData name="Jacob Wyngaard" userId="6181fcd471e98458" providerId="LiveId" clId="{788BA123-62C9-4DDC-86E5-A6BCA4600216}" dt="2026-05-03T21:16:09.881" v="1465" actId="20577"/>
          <ac:spMkLst>
            <pc:docMk/>
            <pc:sldMk cId="2385866039" sldId="531"/>
            <ac:spMk id="9" creationId="{62C629C0-548B-617D-8EC8-A07050110943}"/>
          </ac:spMkLst>
        </pc:spChg>
        <pc:spChg chg="mod">
          <ac:chgData name="Jacob Wyngaard" userId="6181fcd471e98458" providerId="LiveId" clId="{788BA123-62C9-4DDC-86E5-A6BCA4600216}" dt="2026-05-03T21:15:34.597" v="1451" actId="20577"/>
          <ac:spMkLst>
            <pc:docMk/>
            <pc:sldMk cId="2385866039" sldId="531"/>
            <ac:spMk id="14" creationId="{0C6AB364-94EB-0FFD-6A5F-42BD6C976A80}"/>
          </ac:spMkLst>
        </pc:spChg>
        <pc:spChg chg="mod">
          <ac:chgData name="Jacob Wyngaard" userId="6181fcd471e98458" providerId="LiveId" clId="{788BA123-62C9-4DDC-86E5-A6BCA4600216}" dt="2026-05-03T21:21:16.013" v="1501" actId="20577"/>
          <ac:spMkLst>
            <pc:docMk/>
            <pc:sldMk cId="2385866039" sldId="531"/>
            <ac:spMk id="15" creationId="{062C7C18-C535-8316-9A60-20A32F8E232C}"/>
          </ac:spMkLst>
        </pc:spChg>
      </pc:sldChg>
      <pc:sldChg chg="addSp delSp modSp add mod">
        <pc:chgData name="Jacob Wyngaard" userId="6181fcd471e98458" providerId="LiveId" clId="{788BA123-62C9-4DDC-86E5-A6BCA4600216}" dt="2026-05-03T21:27:25.504" v="1534" actId="20577"/>
        <pc:sldMkLst>
          <pc:docMk/>
          <pc:sldMk cId="2099571759" sldId="532"/>
        </pc:sldMkLst>
        <pc:spChg chg="add mod">
          <ac:chgData name="Jacob Wyngaard" userId="6181fcd471e98458" providerId="LiveId" clId="{788BA123-62C9-4DDC-86E5-A6BCA4600216}" dt="2026-05-03T21:21:46.725" v="1504" actId="1076"/>
          <ac:spMkLst>
            <pc:docMk/>
            <pc:sldMk cId="2099571759" sldId="532"/>
            <ac:spMk id="5" creationId="{87D7682B-0E90-D2DA-8524-B401353D11A0}"/>
          </ac:spMkLst>
        </pc:spChg>
        <pc:spChg chg="mod">
          <ac:chgData name="Jacob Wyngaard" userId="6181fcd471e98458" providerId="LiveId" clId="{788BA123-62C9-4DDC-86E5-A6BCA4600216}" dt="2026-05-03T21:22:28.618" v="1521" actId="1038"/>
          <ac:spMkLst>
            <pc:docMk/>
            <pc:sldMk cId="2099571759" sldId="532"/>
            <ac:spMk id="9" creationId="{50251320-65F3-2687-268E-AC8CED798DD9}"/>
          </ac:spMkLst>
        </pc:spChg>
        <pc:spChg chg="mod">
          <ac:chgData name="Jacob Wyngaard" userId="6181fcd471e98458" providerId="LiveId" clId="{788BA123-62C9-4DDC-86E5-A6BCA4600216}" dt="2026-05-03T21:22:00.389" v="1508" actId="20577"/>
          <ac:spMkLst>
            <pc:docMk/>
            <pc:sldMk cId="2099571759" sldId="532"/>
            <ac:spMk id="14" creationId="{EBDD868A-4739-A5FD-A8C4-14CC364623D3}"/>
          </ac:spMkLst>
        </pc:spChg>
        <pc:spChg chg="mod">
          <ac:chgData name="Jacob Wyngaard" userId="6181fcd471e98458" providerId="LiveId" clId="{788BA123-62C9-4DDC-86E5-A6BCA4600216}" dt="2026-05-03T21:27:25.504" v="1534" actId="20577"/>
          <ac:spMkLst>
            <pc:docMk/>
            <pc:sldMk cId="2099571759" sldId="532"/>
            <ac:spMk id="15" creationId="{8F455AD8-38D5-20CB-535E-BF6251501001}"/>
          </ac:spMkLst>
        </pc:spChg>
      </pc:sldChg>
      <pc:sldChg chg="addSp delSp modSp add mod ord">
        <pc:chgData name="Jacob Wyngaard" userId="6181fcd471e98458" providerId="LiveId" clId="{788BA123-62C9-4DDC-86E5-A6BCA4600216}" dt="2026-05-05T00:40:45.095" v="4315" actId="1076"/>
        <pc:sldMkLst>
          <pc:docMk/>
          <pc:sldMk cId="2481745325" sldId="533"/>
        </pc:sldMkLst>
        <pc:spChg chg="add del mod">
          <ac:chgData name="Jacob Wyngaard" userId="6181fcd471e98458" providerId="LiveId" clId="{788BA123-62C9-4DDC-86E5-A6BCA4600216}" dt="2026-05-05T00:25:23.157" v="4236" actId="478"/>
          <ac:spMkLst>
            <pc:docMk/>
            <pc:sldMk cId="2481745325" sldId="533"/>
            <ac:spMk id="2" creationId="{A46AB701-E5F6-B570-8704-1AFA29F6B8F8}"/>
          </ac:spMkLst>
        </pc:spChg>
        <pc:spChg chg="add mod">
          <ac:chgData name="Jacob Wyngaard" userId="6181fcd471e98458" providerId="LiveId" clId="{788BA123-62C9-4DDC-86E5-A6BCA4600216}" dt="2026-05-05T00:25:17.176" v="4234" actId="1076"/>
          <ac:spMkLst>
            <pc:docMk/>
            <pc:sldMk cId="2481745325" sldId="533"/>
            <ac:spMk id="3" creationId="{C7E24BE6-6012-4209-F37A-313431A8CBD7}"/>
          </ac:spMkLst>
        </pc:spChg>
        <pc:spChg chg="add del mod">
          <ac:chgData name="Jacob Wyngaard" userId="6181fcd471e98458" providerId="LiveId" clId="{788BA123-62C9-4DDC-86E5-A6BCA4600216}" dt="2026-05-05T00:25:24.297" v="4237" actId="478"/>
          <ac:spMkLst>
            <pc:docMk/>
            <pc:sldMk cId="2481745325" sldId="533"/>
            <ac:spMk id="4" creationId="{E12B2130-736D-1234-201D-37077F199C86}"/>
          </ac:spMkLst>
        </pc:spChg>
        <pc:spChg chg="add mod">
          <ac:chgData name="Jacob Wyngaard" userId="6181fcd471e98458" providerId="LiveId" clId="{788BA123-62C9-4DDC-86E5-A6BCA4600216}" dt="2026-05-05T00:33:31.880" v="4282" actId="20577"/>
          <ac:spMkLst>
            <pc:docMk/>
            <pc:sldMk cId="2481745325" sldId="533"/>
            <ac:spMk id="5" creationId="{A90C5A04-BD2E-5895-B51F-4E46D72660CF}"/>
          </ac:spMkLst>
        </pc:spChg>
        <pc:spChg chg="add mod">
          <ac:chgData name="Jacob Wyngaard" userId="6181fcd471e98458" providerId="LiveId" clId="{788BA123-62C9-4DDC-86E5-A6BCA4600216}" dt="2026-05-05T00:25:40.356" v="4247" actId="1037"/>
          <ac:spMkLst>
            <pc:docMk/>
            <pc:sldMk cId="2481745325" sldId="533"/>
            <ac:spMk id="7" creationId="{8F8E72F6-D407-B295-DC08-8F7F172A9206}"/>
          </ac:spMkLst>
        </pc:spChg>
        <pc:spChg chg="add mod">
          <ac:chgData name="Jacob Wyngaard" userId="6181fcd471e98458" providerId="LiveId" clId="{788BA123-62C9-4DDC-86E5-A6BCA4600216}" dt="2026-05-05T00:25:17.176" v="4234" actId="1076"/>
          <ac:spMkLst>
            <pc:docMk/>
            <pc:sldMk cId="2481745325" sldId="533"/>
            <ac:spMk id="9" creationId="{F804A7F2-D08B-4860-8A95-F6F8B8350FBC}"/>
          </ac:spMkLst>
        </pc:spChg>
        <pc:spChg chg="mod">
          <ac:chgData name="Jacob Wyngaard" userId="6181fcd471e98458" providerId="LiveId" clId="{788BA123-62C9-4DDC-86E5-A6BCA4600216}" dt="2026-05-05T00:14:11.180" v="4221" actId="1076"/>
          <ac:spMkLst>
            <pc:docMk/>
            <pc:sldMk cId="2481745325" sldId="533"/>
            <ac:spMk id="10" creationId="{CD25B816-0A8B-B62B-E1FA-CBFCC5D40068}"/>
          </ac:spMkLst>
        </pc:spChg>
        <pc:spChg chg="add mod">
          <ac:chgData name="Jacob Wyngaard" userId="6181fcd471e98458" providerId="LiveId" clId="{788BA123-62C9-4DDC-86E5-A6BCA4600216}" dt="2026-05-05T00:40:45.095" v="4315" actId="1076"/>
          <ac:spMkLst>
            <pc:docMk/>
            <pc:sldMk cId="2481745325" sldId="533"/>
            <ac:spMk id="11" creationId="{75EB2FB0-AF7D-A4CE-CD63-049EDDDCD6F6}"/>
          </ac:spMkLst>
        </pc:spChg>
        <pc:spChg chg="add mod">
          <ac:chgData name="Jacob Wyngaard" userId="6181fcd471e98458" providerId="LiveId" clId="{788BA123-62C9-4DDC-86E5-A6BCA4600216}" dt="2026-05-05T00:36:59.027" v="4297" actId="20577"/>
          <ac:spMkLst>
            <pc:docMk/>
            <pc:sldMk cId="2481745325" sldId="533"/>
            <ac:spMk id="12" creationId="{BC869C2F-4592-C748-0A38-0561479C0581}"/>
          </ac:spMkLst>
        </pc:spChg>
      </pc:sldChg>
      <pc:sldChg chg="addSp delSp modSp add mod">
        <pc:chgData name="Jacob Wyngaard" userId="6181fcd471e98458" providerId="LiveId" clId="{788BA123-62C9-4DDC-86E5-A6BCA4600216}" dt="2026-05-04T02:13:49.071" v="1859" actId="1076"/>
        <pc:sldMkLst>
          <pc:docMk/>
          <pc:sldMk cId="4059022092" sldId="534"/>
        </pc:sldMkLst>
        <pc:spChg chg="del">
          <ac:chgData name="Jacob Wyngaard" userId="6181fcd471e98458" providerId="LiveId" clId="{788BA123-62C9-4DDC-86E5-A6BCA4600216}" dt="2026-05-04T02:13:38.985" v="1854" actId="478"/>
          <ac:spMkLst>
            <pc:docMk/>
            <pc:sldMk cId="4059022092" sldId="534"/>
            <ac:spMk id="4" creationId="{9CF0BA93-1E1E-10F1-5803-AD0D1CC181C7}"/>
          </ac:spMkLst>
        </pc:spChg>
        <pc:spChg chg="del">
          <ac:chgData name="Jacob Wyngaard" userId="6181fcd471e98458" providerId="LiveId" clId="{788BA123-62C9-4DDC-86E5-A6BCA4600216}" dt="2026-05-04T02:13:37.365" v="1852" actId="478"/>
          <ac:spMkLst>
            <pc:docMk/>
            <pc:sldMk cId="4059022092" sldId="534"/>
            <ac:spMk id="5" creationId="{FD8ADE6B-5316-1245-5D1F-AB3341E704CD}"/>
          </ac:spMkLst>
        </pc:spChg>
        <pc:spChg chg="del">
          <ac:chgData name="Jacob Wyngaard" userId="6181fcd471e98458" providerId="LiveId" clId="{788BA123-62C9-4DDC-86E5-A6BCA4600216}" dt="2026-05-04T02:13:25.895" v="1840" actId="478"/>
          <ac:spMkLst>
            <pc:docMk/>
            <pc:sldMk cId="4059022092" sldId="534"/>
            <ac:spMk id="7" creationId="{34EAE843-76F9-4806-AAD4-D4D241FF99DE}"/>
          </ac:spMkLst>
        </pc:spChg>
        <pc:spChg chg="mod">
          <ac:chgData name="Jacob Wyngaard" userId="6181fcd471e98458" providerId="LiveId" clId="{788BA123-62C9-4DDC-86E5-A6BCA4600216}" dt="2026-05-04T02:13:41.226" v="1855" actId="1076"/>
          <ac:spMkLst>
            <pc:docMk/>
            <pc:sldMk cId="4059022092" sldId="534"/>
            <ac:spMk id="9" creationId="{7463AA22-C042-0FB9-E0B2-97629F3A4139}"/>
          </ac:spMkLst>
        </pc:spChg>
        <pc:spChg chg="del">
          <ac:chgData name="Jacob Wyngaard" userId="6181fcd471e98458" providerId="LiveId" clId="{788BA123-62C9-4DDC-86E5-A6BCA4600216}" dt="2026-05-04T02:13:38.050" v="1853" actId="478"/>
          <ac:spMkLst>
            <pc:docMk/>
            <pc:sldMk cId="4059022092" sldId="534"/>
            <ac:spMk id="11" creationId="{20E6FE2F-B7D7-BB78-2E62-C919047DD21C}"/>
          </ac:spMkLst>
        </pc:spChg>
        <pc:picChg chg="add mod">
          <ac:chgData name="Jacob Wyngaard" userId="6181fcd471e98458" providerId="LiveId" clId="{788BA123-62C9-4DDC-86E5-A6BCA4600216}" dt="2026-05-04T02:13:49.071" v="1859" actId="1076"/>
          <ac:picMkLst>
            <pc:docMk/>
            <pc:sldMk cId="4059022092" sldId="534"/>
            <ac:picMk id="3" creationId="{7877AD34-4817-64CC-6004-C411B3A4D29A}"/>
          </ac:picMkLst>
        </pc:picChg>
      </pc:sldChg>
      <pc:sldChg chg="addSp delSp modSp add mod ord">
        <pc:chgData name="Jacob Wyngaard" userId="6181fcd471e98458" providerId="LiveId" clId="{788BA123-62C9-4DDC-86E5-A6BCA4600216}" dt="2026-05-04T03:45:59.900" v="3253" actId="20577"/>
        <pc:sldMkLst>
          <pc:docMk/>
          <pc:sldMk cId="3900709883" sldId="535"/>
        </pc:sldMkLst>
        <pc:spChg chg="mod">
          <ac:chgData name="Jacob Wyngaard" userId="6181fcd471e98458" providerId="LiveId" clId="{788BA123-62C9-4DDC-86E5-A6BCA4600216}" dt="2026-05-04T02:32:09.926" v="2476" actId="1076"/>
          <ac:spMkLst>
            <pc:docMk/>
            <pc:sldMk cId="3900709883" sldId="535"/>
            <ac:spMk id="2" creationId="{A04DACB4-3F52-8DD2-F542-07FF3FDDEC3B}"/>
          </ac:spMkLst>
        </pc:spChg>
        <pc:spChg chg="mod">
          <ac:chgData name="Jacob Wyngaard" userId="6181fcd471e98458" providerId="LiveId" clId="{788BA123-62C9-4DDC-86E5-A6BCA4600216}" dt="2026-05-04T02:32:09.926" v="2476" actId="1076"/>
          <ac:spMkLst>
            <pc:docMk/>
            <pc:sldMk cId="3900709883" sldId="535"/>
            <ac:spMk id="3" creationId="{8FD90CE5-82F9-D8F0-3855-198424099FEE}"/>
          </ac:spMkLst>
        </pc:spChg>
        <pc:spChg chg="mod">
          <ac:chgData name="Jacob Wyngaard" userId="6181fcd471e98458" providerId="LiveId" clId="{788BA123-62C9-4DDC-86E5-A6BCA4600216}" dt="2026-05-04T02:32:09.926" v="2476" actId="1076"/>
          <ac:spMkLst>
            <pc:docMk/>
            <pc:sldMk cId="3900709883" sldId="535"/>
            <ac:spMk id="4" creationId="{B8532932-D1FF-4949-1B89-F607372CB1D7}"/>
          </ac:spMkLst>
        </pc:spChg>
        <pc:spChg chg="mod">
          <ac:chgData name="Jacob Wyngaard" userId="6181fcd471e98458" providerId="LiveId" clId="{788BA123-62C9-4DDC-86E5-A6BCA4600216}" dt="2026-05-04T02:32:09.926" v="2476" actId="1076"/>
          <ac:spMkLst>
            <pc:docMk/>
            <pc:sldMk cId="3900709883" sldId="535"/>
            <ac:spMk id="5" creationId="{5D5AEB4E-C5D8-776A-A889-3313043287CD}"/>
          </ac:spMkLst>
        </pc:spChg>
        <pc:spChg chg="del">
          <ac:chgData name="Jacob Wyngaard" userId="6181fcd471e98458" providerId="LiveId" clId="{788BA123-62C9-4DDC-86E5-A6BCA4600216}" dt="2026-05-04T02:20:41.947" v="1988" actId="478"/>
          <ac:spMkLst>
            <pc:docMk/>
            <pc:sldMk cId="3900709883" sldId="535"/>
            <ac:spMk id="7" creationId="{CF4E2BD9-38A3-80D3-4092-0931BA6C05A0}"/>
          </ac:spMkLst>
        </pc:spChg>
        <pc:spChg chg="add del mod">
          <ac:chgData name="Jacob Wyngaard" userId="6181fcd471e98458" providerId="LiveId" clId="{788BA123-62C9-4DDC-86E5-A6BCA4600216}" dt="2026-05-04T02:37:40.307" v="2576" actId="478"/>
          <ac:spMkLst>
            <pc:docMk/>
            <pc:sldMk cId="3900709883" sldId="535"/>
            <ac:spMk id="9" creationId="{85C9184B-DF19-66D4-4689-2FC733957623}"/>
          </ac:spMkLst>
        </pc:spChg>
        <pc:spChg chg="del">
          <ac:chgData name="Jacob Wyngaard" userId="6181fcd471e98458" providerId="LiveId" clId="{788BA123-62C9-4DDC-86E5-A6BCA4600216}" dt="2026-05-04T02:20:41.947" v="1988" actId="478"/>
          <ac:spMkLst>
            <pc:docMk/>
            <pc:sldMk cId="3900709883" sldId="535"/>
            <ac:spMk id="11" creationId="{C28240F0-4853-4787-ED43-99CBE155CD59}"/>
          </ac:spMkLst>
        </pc:spChg>
        <pc:spChg chg="mod">
          <ac:chgData name="Jacob Wyngaard" userId="6181fcd471e98458" providerId="LiveId" clId="{788BA123-62C9-4DDC-86E5-A6BCA4600216}" dt="2026-05-04T02:38:56.745" v="2601" actId="1076"/>
          <ac:spMkLst>
            <pc:docMk/>
            <pc:sldMk cId="3900709883" sldId="535"/>
            <ac:spMk id="12" creationId="{A1AB0075-D9F0-4805-B638-48FB1C11B448}"/>
          </ac:spMkLst>
        </pc:spChg>
        <pc:spChg chg="add del mod">
          <ac:chgData name="Jacob Wyngaard" userId="6181fcd471e98458" providerId="LiveId" clId="{788BA123-62C9-4DDC-86E5-A6BCA4600216}" dt="2026-05-04T02:37:40.307" v="2576" actId="478"/>
          <ac:spMkLst>
            <pc:docMk/>
            <pc:sldMk cId="3900709883" sldId="535"/>
            <ac:spMk id="13" creationId="{A1D73456-77A3-0B06-9FA7-011657911E36}"/>
          </ac:spMkLst>
        </pc:spChg>
        <pc:spChg chg="add mod">
          <ac:chgData name="Jacob Wyngaard" userId="6181fcd471e98458" providerId="LiveId" clId="{788BA123-62C9-4DDC-86E5-A6BCA4600216}" dt="2026-05-04T02:39:11.659" v="2604" actId="1076"/>
          <ac:spMkLst>
            <pc:docMk/>
            <pc:sldMk cId="3900709883" sldId="535"/>
            <ac:spMk id="14" creationId="{9F3F74BE-6A7D-8FC4-02EC-72906780C56F}"/>
          </ac:spMkLst>
        </pc:spChg>
        <pc:spChg chg="add mod">
          <ac:chgData name="Jacob Wyngaard" userId="6181fcd471e98458" providerId="LiveId" clId="{788BA123-62C9-4DDC-86E5-A6BCA4600216}" dt="2026-05-04T02:39:15.880" v="2605" actId="1076"/>
          <ac:spMkLst>
            <pc:docMk/>
            <pc:sldMk cId="3900709883" sldId="535"/>
            <ac:spMk id="15" creationId="{87BC17B3-8F40-9EB6-77E2-6B42E651E4BB}"/>
          </ac:spMkLst>
        </pc:spChg>
        <pc:spChg chg="add del mod">
          <ac:chgData name="Jacob Wyngaard" userId="6181fcd471e98458" providerId="LiveId" clId="{788BA123-62C9-4DDC-86E5-A6BCA4600216}" dt="2026-05-04T02:35:16.047" v="2508" actId="478"/>
          <ac:spMkLst>
            <pc:docMk/>
            <pc:sldMk cId="3900709883" sldId="535"/>
            <ac:spMk id="16" creationId="{5EE0A25A-44FB-F2D0-3E5E-508AE7280A81}"/>
          </ac:spMkLst>
        </pc:spChg>
        <pc:spChg chg="add del mod">
          <ac:chgData name="Jacob Wyngaard" userId="6181fcd471e98458" providerId="LiveId" clId="{788BA123-62C9-4DDC-86E5-A6BCA4600216}" dt="2026-05-04T02:37:40.307" v="2576" actId="478"/>
          <ac:spMkLst>
            <pc:docMk/>
            <pc:sldMk cId="3900709883" sldId="535"/>
            <ac:spMk id="18" creationId="{107F0B10-AC01-5ED7-3899-00D088C64412}"/>
          </ac:spMkLst>
        </pc:spChg>
        <pc:spChg chg="add mod">
          <ac:chgData name="Jacob Wyngaard" userId="6181fcd471e98458" providerId="LiveId" clId="{788BA123-62C9-4DDC-86E5-A6BCA4600216}" dt="2026-05-04T02:39:00.578" v="2602" actId="1076"/>
          <ac:spMkLst>
            <pc:docMk/>
            <pc:sldMk cId="3900709883" sldId="535"/>
            <ac:spMk id="19" creationId="{672A2060-0669-9713-00FA-2D4D3F5A9603}"/>
          </ac:spMkLst>
        </pc:spChg>
        <pc:spChg chg="add mod">
          <ac:chgData name="Jacob Wyngaard" userId="6181fcd471e98458" providerId="LiveId" clId="{788BA123-62C9-4DDC-86E5-A6BCA4600216}" dt="2026-05-04T02:37:40.674" v="2577"/>
          <ac:spMkLst>
            <pc:docMk/>
            <pc:sldMk cId="3900709883" sldId="535"/>
            <ac:spMk id="20" creationId="{F7CBD23F-75DC-A265-6AB7-9F31199DBBE6}"/>
          </ac:spMkLst>
        </pc:spChg>
        <pc:spChg chg="add mod">
          <ac:chgData name="Jacob Wyngaard" userId="6181fcd471e98458" providerId="LiveId" clId="{788BA123-62C9-4DDC-86E5-A6BCA4600216}" dt="2026-05-04T02:43:47.831" v="2719" actId="114"/>
          <ac:spMkLst>
            <pc:docMk/>
            <pc:sldMk cId="3900709883" sldId="535"/>
            <ac:spMk id="21" creationId="{1E188310-0304-F7C0-A0A9-A3C099FE7531}"/>
          </ac:spMkLst>
        </pc:spChg>
        <pc:spChg chg="add mod">
          <ac:chgData name="Jacob Wyngaard" userId="6181fcd471e98458" providerId="LiveId" clId="{788BA123-62C9-4DDC-86E5-A6BCA4600216}" dt="2026-05-04T03:45:59.900" v="3253" actId="20577"/>
          <ac:spMkLst>
            <pc:docMk/>
            <pc:sldMk cId="3900709883" sldId="535"/>
            <ac:spMk id="22" creationId="{3076D735-A0A0-F282-79B2-1A6A7B6E58AE}"/>
          </ac:spMkLst>
        </pc:spChg>
      </pc:sldChg>
      <pc:sldChg chg="delSp modSp add mod">
        <pc:chgData name="Jacob Wyngaard" userId="6181fcd471e98458" providerId="LiveId" clId="{788BA123-62C9-4DDC-86E5-A6BCA4600216}" dt="2026-05-04T02:37:27.242" v="2575" actId="478"/>
        <pc:sldMkLst>
          <pc:docMk/>
          <pc:sldMk cId="3115469195" sldId="536"/>
        </pc:sldMkLst>
        <pc:spChg chg="mod">
          <ac:chgData name="Jacob Wyngaard" userId="6181fcd471e98458" providerId="LiveId" clId="{788BA123-62C9-4DDC-86E5-A6BCA4600216}" dt="2026-05-04T02:37:23.596" v="2574" actId="14100"/>
          <ac:spMkLst>
            <pc:docMk/>
            <pc:sldMk cId="3115469195" sldId="536"/>
            <ac:spMk id="12" creationId="{8EDE4296-A0EA-91E8-3687-86E783F53A1A}"/>
          </ac:spMkLst>
        </pc:spChg>
        <pc:spChg chg="del">
          <ac:chgData name="Jacob Wyngaard" userId="6181fcd471e98458" providerId="LiveId" clId="{788BA123-62C9-4DDC-86E5-A6BCA4600216}" dt="2026-05-04T02:37:27.242" v="2575" actId="478"/>
          <ac:spMkLst>
            <pc:docMk/>
            <pc:sldMk cId="3115469195" sldId="536"/>
            <ac:spMk id="14" creationId="{5DC1BBB9-CEB9-2EAF-4382-DBB1DB1411D9}"/>
          </ac:spMkLst>
        </pc:spChg>
        <pc:spChg chg="del">
          <ac:chgData name="Jacob Wyngaard" userId="6181fcd471e98458" providerId="LiveId" clId="{788BA123-62C9-4DDC-86E5-A6BCA4600216}" dt="2026-05-04T02:37:27.242" v="2575" actId="478"/>
          <ac:spMkLst>
            <pc:docMk/>
            <pc:sldMk cId="3115469195" sldId="536"/>
            <ac:spMk id="15" creationId="{875C9870-D2CF-4CE8-8BB7-8BB14B9BA9B9}"/>
          </ac:spMkLst>
        </pc:spChg>
      </pc:sldChg>
      <pc:sldChg chg="add">
        <pc:chgData name="Jacob Wyngaard" userId="6181fcd471e98458" providerId="LiveId" clId="{788BA123-62C9-4DDC-86E5-A6BCA4600216}" dt="2026-05-04T03:58:49.327" v="3760" actId="2890"/>
        <pc:sldMkLst>
          <pc:docMk/>
          <pc:sldMk cId="2449602410" sldId="537"/>
        </pc:sldMkLst>
      </pc:sldChg>
      <pc:sldChg chg="addSp delSp modSp add mod">
        <pc:chgData name="Jacob Wyngaard" userId="6181fcd471e98458" providerId="LiveId" clId="{788BA123-62C9-4DDC-86E5-A6BCA4600216}" dt="2026-05-05T00:14:43.931" v="4230" actId="1076"/>
        <pc:sldMkLst>
          <pc:docMk/>
          <pc:sldMk cId="4080997408" sldId="538"/>
        </pc:sldMkLst>
        <pc:spChg chg="add mod">
          <ac:chgData name="Jacob Wyngaard" userId="6181fcd471e98458" providerId="LiveId" clId="{788BA123-62C9-4DDC-86E5-A6BCA4600216}" dt="2026-05-05T00:14:37.220" v="4228" actId="1076"/>
          <ac:spMkLst>
            <pc:docMk/>
            <pc:sldMk cId="4080997408" sldId="538"/>
            <ac:spMk id="3" creationId="{6FCC7A3F-638D-5C9A-9C34-74EAF5A48F67}"/>
          </ac:spMkLst>
        </pc:spChg>
        <pc:spChg chg="mod">
          <ac:chgData name="Jacob Wyngaard" userId="6181fcd471e98458" providerId="LiveId" clId="{788BA123-62C9-4DDC-86E5-A6BCA4600216}" dt="2026-05-05T00:08:18.045" v="4105" actId="20577"/>
          <ac:spMkLst>
            <pc:docMk/>
            <pc:sldMk cId="4080997408" sldId="538"/>
            <ac:spMk id="4" creationId="{E31A450A-3782-4A55-F8E6-B42C174AB6F9}"/>
          </ac:spMkLst>
        </pc:spChg>
        <pc:spChg chg="mod">
          <ac:chgData name="Jacob Wyngaard" userId="6181fcd471e98458" providerId="LiveId" clId="{788BA123-62C9-4DDC-86E5-A6BCA4600216}" dt="2026-05-05T00:09:41.902" v="4133" actId="114"/>
          <ac:spMkLst>
            <pc:docMk/>
            <pc:sldMk cId="4080997408" sldId="538"/>
            <ac:spMk id="5" creationId="{B8B7AB1A-5A97-0D1B-B6FF-8F084958E26F}"/>
          </ac:spMkLst>
        </pc:spChg>
        <pc:spChg chg="add mod">
          <ac:chgData name="Jacob Wyngaard" userId="6181fcd471e98458" providerId="LiveId" clId="{788BA123-62C9-4DDC-86E5-A6BCA4600216}" dt="2026-05-05T00:14:43.931" v="4230" actId="1076"/>
          <ac:spMkLst>
            <pc:docMk/>
            <pc:sldMk cId="4080997408" sldId="538"/>
            <ac:spMk id="7" creationId="{BF98B2E9-D475-66C2-7321-8FF235D5B44C}"/>
          </ac:spMkLst>
        </pc:spChg>
        <pc:spChg chg="mod">
          <ac:chgData name="Jacob Wyngaard" userId="6181fcd471e98458" providerId="LiveId" clId="{788BA123-62C9-4DDC-86E5-A6BCA4600216}" dt="2026-05-05T00:07:59.269" v="4096" actId="20577"/>
          <ac:spMkLst>
            <pc:docMk/>
            <pc:sldMk cId="4080997408" sldId="538"/>
            <ac:spMk id="10" creationId="{8EBA886F-192E-66CB-D1BF-76A375C05B36}"/>
          </ac:spMkLst>
        </pc:spChg>
        <pc:spChg chg="mod">
          <ac:chgData name="Jacob Wyngaard" userId="6181fcd471e98458" providerId="LiveId" clId="{788BA123-62C9-4DDC-86E5-A6BCA4600216}" dt="2026-05-05T00:14:34.077" v="4227" actId="1076"/>
          <ac:spMkLst>
            <pc:docMk/>
            <pc:sldMk cId="4080997408" sldId="538"/>
            <ac:spMk id="11" creationId="{EB4CBA63-E9BD-A0DD-50AA-E3C06637AFE8}"/>
          </ac:spMkLst>
        </pc:spChg>
        <pc:spChg chg="mod">
          <ac:chgData name="Jacob Wyngaard" userId="6181fcd471e98458" providerId="LiveId" clId="{788BA123-62C9-4DDC-86E5-A6BCA4600216}" dt="2026-05-05T00:11:48.274" v="4179" actId="20577"/>
          <ac:spMkLst>
            <pc:docMk/>
            <pc:sldMk cId="4080997408" sldId="538"/>
            <ac:spMk id="12" creationId="{0F49D6B7-C479-C265-3058-AE377E13AA0C}"/>
          </ac:spMkLst>
        </pc:spChg>
        <pc:spChg chg="mod">
          <ac:chgData name="Jacob Wyngaard" userId="6181fcd471e98458" providerId="LiveId" clId="{788BA123-62C9-4DDC-86E5-A6BCA4600216}" dt="2026-05-05T00:12:31.701" v="4198" actId="207"/>
          <ac:spMkLst>
            <pc:docMk/>
            <pc:sldMk cId="4080997408" sldId="538"/>
            <ac:spMk id="13" creationId="{3B613A3B-EA8A-CEF1-BE55-84FB4053E42D}"/>
          </ac:spMkLst>
        </pc:spChg>
        <pc:spChg chg="del">
          <ac:chgData name="Jacob Wyngaard" userId="6181fcd471e98458" providerId="LiveId" clId="{788BA123-62C9-4DDC-86E5-A6BCA4600216}" dt="2026-05-05T00:11:15.241" v="4170" actId="478"/>
          <ac:spMkLst>
            <pc:docMk/>
            <pc:sldMk cId="4080997408" sldId="538"/>
            <ac:spMk id="33" creationId="{62307377-CB87-11EF-81C0-AEDC462AC2AF}"/>
          </ac:spMkLst>
        </pc:spChg>
        <pc:spChg chg="del">
          <ac:chgData name="Jacob Wyngaard" userId="6181fcd471e98458" providerId="LiveId" clId="{788BA123-62C9-4DDC-86E5-A6BCA4600216}" dt="2026-05-05T00:11:16.643" v="4171" actId="478"/>
          <ac:spMkLst>
            <pc:docMk/>
            <pc:sldMk cId="4080997408" sldId="538"/>
            <ac:spMk id="35" creationId="{D266D3D7-78F1-D88C-7FB8-E991C83BC49D}"/>
          </ac:spMkLst>
        </pc:spChg>
        <pc:spChg chg="mod">
          <ac:chgData name="Jacob Wyngaard" userId="6181fcd471e98458" providerId="LiveId" clId="{788BA123-62C9-4DDC-86E5-A6BCA4600216}" dt="2026-05-05T00:12:15.916" v="4195" actId="114"/>
          <ac:spMkLst>
            <pc:docMk/>
            <pc:sldMk cId="4080997408" sldId="538"/>
            <ac:spMk id="36" creationId="{E528976D-B32C-40EF-DE2D-FBBE99D0C1D9}"/>
          </ac:spMkLst>
        </pc:spChg>
        <pc:graphicFrameChg chg="mod">
          <ac:chgData name="Jacob Wyngaard" userId="6181fcd471e98458" providerId="LiveId" clId="{788BA123-62C9-4DDC-86E5-A6BCA4600216}" dt="2026-05-05T00:09:25.651" v="4124"/>
          <ac:graphicFrameMkLst>
            <pc:docMk/>
            <pc:sldMk cId="4080997408" sldId="538"/>
            <ac:graphicFrameMk id="2" creationId="{E677616B-2FED-0695-ECED-6B160990EEA6}"/>
          </ac:graphicFrameMkLst>
        </pc:graphicFrameChg>
      </pc:sldChg>
      <pc:sldChg chg="addSp delSp modSp add mod">
        <pc:chgData name="Jacob Wyngaard" userId="6181fcd471e98458" providerId="LiveId" clId="{788BA123-62C9-4DDC-86E5-A6BCA4600216}" dt="2026-05-05T02:11:56.995" v="4599" actId="14826"/>
        <pc:sldMkLst>
          <pc:docMk/>
          <pc:sldMk cId="3908117853" sldId="539"/>
        </pc:sldMkLst>
        <pc:spChg chg="add mod">
          <ac:chgData name="Jacob Wyngaard" userId="6181fcd471e98458" providerId="LiveId" clId="{788BA123-62C9-4DDC-86E5-A6BCA4600216}" dt="2026-05-05T01:51:17.086" v="4398"/>
          <ac:spMkLst>
            <pc:docMk/>
            <pc:sldMk cId="3908117853" sldId="539"/>
            <ac:spMk id="2" creationId="{3DE05CE3-DFDE-103F-2878-960029B37046}"/>
          </ac:spMkLst>
        </pc:spChg>
        <pc:spChg chg="del">
          <ac:chgData name="Jacob Wyngaard" userId="6181fcd471e98458" providerId="LiveId" clId="{788BA123-62C9-4DDC-86E5-A6BCA4600216}" dt="2026-05-05T01:51:45.714" v="4433" actId="478"/>
          <ac:spMkLst>
            <pc:docMk/>
            <pc:sldMk cId="3908117853" sldId="539"/>
            <ac:spMk id="3" creationId="{CEB4462E-BE41-1676-DEA6-3A109F67DAA3}"/>
          </ac:spMkLst>
        </pc:spChg>
        <pc:spChg chg="add mod">
          <ac:chgData name="Jacob Wyngaard" userId="6181fcd471e98458" providerId="LiveId" clId="{788BA123-62C9-4DDC-86E5-A6BCA4600216}" dt="2026-05-05T01:51:39.771" v="4432" actId="1076"/>
          <ac:spMkLst>
            <pc:docMk/>
            <pc:sldMk cId="3908117853" sldId="539"/>
            <ac:spMk id="4" creationId="{7DD4C3CE-1298-02E7-3184-60CC4DB1C98B}"/>
          </ac:spMkLst>
        </pc:spChg>
        <pc:spChg chg="del">
          <ac:chgData name="Jacob Wyngaard" userId="6181fcd471e98458" providerId="LiveId" clId="{788BA123-62C9-4DDC-86E5-A6BCA4600216}" dt="2026-05-05T01:51:45.714" v="4433" actId="478"/>
          <ac:spMkLst>
            <pc:docMk/>
            <pc:sldMk cId="3908117853" sldId="539"/>
            <ac:spMk id="5" creationId="{869E4BB5-FD62-3C3D-4A1C-2B10222A75F9}"/>
          </ac:spMkLst>
        </pc:spChg>
        <pc:spChg chg="del">
          <ac:chgData name="Jacob Wyngaard" userId="6181fcd471e98458" providerId="LiveId" clId="{788BA123-62C9-4DDC-86E5-A6BCA4600216}" dt="2026-05-05T01:51:45.714" v="4433" actId="478"/>
          <ac:spMkLst>
            <pc:docMk/>
            <pc:sldMk cId="3908117853" sldId="539"/>
            <ac:spMk id="7" creationId="{07227DD3-7186-D808-63D4-EA2063BBD344}"/>
          </ac:spMkLst>
        </pc:spChg>
        <pc:spChg chg="del">
          <ac:chgData name="Jacob Wyngaard" userId="6181fcd471e98458" providerId="LiveId" clId="{788BA123-62C9-4DDC-86E5-A6BCA4600216}" dt="2026-05-05T01:51:45.714" v="4433" actId="478"/>
          <ac:spMkLst>
            <pc:docMk/>
            <pc:sldMk cId="3908117853" sldId="539"/>
            <ac:spMk id="9" creationId="{DD1AFEBC-ECE5-0F6F-DA55-A50D664361EC}"/>
          </ac:spMkLst>
        </pc:spChg>
        <pc:spChg chg="del mod">
          <ac:chgData name="Jacob Wyngaard" userId="6181fcd471e98458" providerId="LiveId" clId="{788BA123-62C9-4DDC-86E5-A6BCA4600216}" dt="2026-05-05T01:51:36.879" v="4431" actId="478"/>
          <ac:spMkLst>
            <pc:docMk/>
            <pc:sldMk cId="3908117853" sldId="539"/>
            <ac:spMk id="10" creationId="{1A9EA63E-A126-2B36-FB78-B42139AF4D59}"/>
          </ac:spMkLst>
        </pc:spChg>
        <pc:spChg chg="del">
          <ac:chgData name="Jacob Wyngaard" userId="6181fcd471e98458" providerId="LiveId" clId="{788BA123-62C9-4DDC-86E5-A6BCA4600216}" dt="2026-05-05T01:51:45.714" v="4433" actId="478"/>
          <ac:spMkLst>
            <pc:docMk/>
            <pc:sldMk cId="3908117853" sldId="539"/>
            <ac:spMk id="11" creationId="{EEA6E14F-918D-B735-3218-8F2B44F067E1}"/>
          </ac:spMkLst>
        </pc:spChg>
        <pc:spChg chg="del">
          <ac:chgData name="Jacob Wyngaard" userId="6181fcd471e98458" providerId="LiveId" clId="{788BA123-62C9-4DDC-86E5-A6BCA4600216}" dt="2026-05-05T01:51:45.714" v="4433" actId="478"/>
          <ac:spMkLst>
            <pc:docMk/>
            <pc:sldMk cId="3908117853" sldId="539"/>
            <ac:spMk id="12" creationId="{F2654074-AD4A-1704-8005-0D00EEC77538}"/>
          </ac:spMkLst>
        </pc:spChg>
        <pc:spChg chg="add mod">
          <ac:chgData name="Jacob Wyngaard" userId="6181fcd471e98458" providerId="LiveId" clId="{788BA123-62C9-4DDC-86E5-A6BCA4600216}" dt="2026-05-05T01:57:20.176" v="4457" actId="1076"/>
          <ac:spMkLst>
            <pc:docMk/>
            <pc:sldMk cId="3908117853" sldId="539"/>
            <ac:spMk id="15" creationId="{74FDB0BC-E522-341E-3680-E43D9626A31D}"/>
          </ac:spMkLst>
        </pc:spChg>
        <pc:spChg chg="add mod">
          <ac:chgData name="Jacob Wyngaard" userId="6181fcd471e98458" providerId="LiveId" clId="{788BA123-62C9-4DDC-86E5-A6BCA4600216}" dt="2026-05-05T02:07:12.404" v="4495" actId="20577"/>
          <ac:spMkLst>
            <pc:docMk/>
            <pc:sldMk cId="3908117853" sldId="539"/>
            <ac:spMk id="16" creationId="{D32685F9-DE23-C6EF-858F-03E17827E157}"/>
          </ac:spMkLst>
        </pc:spChg>
        <pc:spChg chg="add mod">
          <ac:chgData name="Jacob Wyngaard" userId="6181fcd471e98458" providerId="LiveId" clId="{788BA123-62C9-4DDC-86E5-A6BCA4600216}" dt="2026-05-05T01:52:57.189" v="4455" actId="1076"/>
          <ac:spMkLst>
            <pc:docMk/>
            <pc:sldMk cId="3908117853" sldId="539"/>
            <ac:spMk id="17" creationId="{FA389021-3EDC-2460-BAE4-A742A0E76956}"/>
          </ac:spMkLst>
        </pc:spChg>
        <pc:picChg chg="add mod">
          <ac:chgData name="Jacob Wyngaard" userId="6181fcd471e98458" providerId="LiveId" clId="{788BA123-62C9-4DDC-86E5-A6BCA4600216}" dt="2026-05-05T02:11:56.995" v="4599" actId="14826"/>
          <ac:picMkLst>
            <pc:docMk/>
            <pc:sldMk cId="3908117853" sldId="539"/>
            <ac:picMk id="14" creationId="{8699EB01-FD32-BF0A-C309-D2240D35FDD4}"/>
          </ac:picMkLst>
        </pc:picChg>
      </pc:sldChg>
      <pc:sldChg chg="addSp delSp modSp add mod ord">
        <pc:chgData name="Jacob Wyngaard" userId="6181fcd471e98458" providerId="LiveId" clId="{788BA123-62C9-4DDC-86E5-A6BCA4600216}" dt="2026-05-05T02:49:35.555" v="4741"/>
        <pc:sldMkLst>
          <pc:docMk/>
          <pc:sldMk cId="1541588767" sldId="540"/>
        </pc:sldMkLst>
        <pc:spChg chg="mod">
          <ac:chgData name="Jacob Wyngaard" userId="6181fcd471e98458" providerId="LiveId" clId="{788BA123-62C9-4DDC-86E5-A6BCA4600216}" dt="2026-05-05T01:57:39.656" v="4480" actId="1076"/>
          <ac:spMkLst>
            <pc:docMk/>
            <pc:sldMk cId="1541588767" sldId="540"/>
            <ac:spMk id="4" creationId="{B4F218F3-3ABE-B189-FDE7-78B91B7E63F2}"/>
          </ac:spMkLst>
        </pc:spChg>
        <pc:spChg chg="add mod">
          <ac:chgData name="Jacob Wyngaard" userId="6181fcd471e98458" providerId="LiveId" clId="{788BA123-62C9-4DDC-86E5-A6BCA4600216}" dt="2026-05-05T02:07:58.407" v="4505" actId="1076"/>
          <ac:spMkLst>
            <pc:docMk/>
            <pc:sldMk cId="1541588767" sldId="540"/>
            <ac:spMk id="9" creationId="{F9EDEBBD-3835-FD4B-E03D-147B996F9C6E}"/>
          </ac:spMkLst>
        </pc:spChg>
        <pc:spChg chg="add mod">
          <ac:chgData name="Jacob Wyngaard" userId="6181fcd471e98458" providerId="LiveId" clId="{788BA123-62C9-4DDC-86E5-A6BCA4600216}" dt="2026-05-05T02:08:02.117" v="4506" actId="1076"/>
          <ac:spMkLst>
            <pc:docMk/>
            <pc:sldMk cId="1541588767" sldId="540"/>
            <ac:spMk id="10" creationId="{65A3241E-1B36-0F43-A276-7BACF8E2C548}"/>
          </ac:spMkLst>
        </pc:spChg>
        <pc:spChg chg="add mod">
          <ac:chgData name="Jacob Wyngaard" userId="6181fcd471e98458" providerId="LiveId" clId="{788BA123-62C9-4DDC-86E5-A6BCA4600216}" dt="2026-05-05T02:09:26.945" v="4598" actId="1076"/>
          <ac:spMkLst>
            <pc:docMk/>
            <pc:sldMk cId="1541588767" sldId="540"/>
            <ac:spMk id="11" creationId="{E36D96C2-102A-C01A-0962-4EA9A9FE04CB}"/>
          </ac:spMkLst>
        </pc:spChg>
        <pc:spChg chg="del">
          <ac:chgData name="Jacob Wyngaard" userId="6181fcd471e98458" providerId="LiveId" clId="{788BA123-62C9-4DDC-86E5-A6BCA4600216}" dt="2026-05-05T01:57:25.321" v="4458" actId="478"/>
          <ac:spMkLst>
            <pc:docMk/>
            <pc:sldMk cId="1541588767" sldId="540"/>
            <ac:spMk id="15" creationId="{FB02024C-E7EE-12FD-276A-2BC49B691027}"/>
          </ac:spMkLst>
        </pc:spChg>
        <pc:spChg chg="del">
          <ac:chgData name="Jacob Wyngaard" userId="6181fcd471e98458" providerId="LiveId" clId="{788BA123-62C9-4DDC-86E5-A6BCA4600216}" dt="2026-05-05T01:57:26.516" v="4459" actId="478"/>
          <ac:spMkLst>
            <pc:docMk/>
            <pc:sldMk cId="1541588767" sldId="540"/>
            <ac:spMk id="16" creationId="{5FE795D8-D3FB-6513-CA4F-D0728CCA91F5}"/>
          </ac:spMkLst>
        </pc:spChg>
        <pc:spChg chg="del">
          <ac:chgData name="Jacob Wyngaard" userId="6181fcd471e98458" providerId="LiveId" clId="{788BA123-62C9-4DDC-86E5-A6BCA4600216}" dt="2026-05-05T01:57:27.503" v="4460" actId="478"/>
          <ac:spMkLst>
            <pc:docMk/>
            <pc:sldMk cId="1541588767" sldId="540"/>
            <ac:spMk id="17" creationId="{91252A38-AA62-3AB3-E383-242BAE767EBC}"/>
          </ac:spMkLst>
        </pc:spChg>
        <pc:picChg chg="add mod">
          <ac:chgData name="Jacob Wyngaard" userId="6181fcd471e98458" providerId="LiveId" clId="{788BA123-62C9-4DDC-86E5-A6BCA4600216}" dt="2026-05-05T02:05:47.950" v="4491" actId="1076"/>
          <ac:picMkLst>
            <pc:docMk/>
            <pc:sldMk cId="1541588767" sldId="540"/>
            <ac:picMk id="3" creationId="{FE28E4BA-04AB-7005-9AB7-855882846E92}"/>
          </ac:picMkLst>
        </pc:picChg>
        <pc:picChg chg="add del mod">
          <ac:chgData name="Jacob Wyngaard" userId="6181fcd471e98458" providerId="LiveId" clId="{788BA123-62C9-4DDC-86E5-A6BCA4600216}" dt="2026-05-05T02:05:39.420" v="4487" actId="478"/>
          <ac:picMkLst>
            <pc:docMk/>
            <pc:sldMk cId="1541588767" sldId="540"/>
            <ac:picMk id="5" creationId="{AA6F7A07-356A-B015-3DFA-B2C530E270A4}"/>
          </ac:picMkLst>
        </pc:picChg>
        <pc:picChg chg="add mod">
          <ac:chgData name="Jacob Wyngaard" userId="6181fcd471e98458" providerId="LiveId" clId="{788BA123-62C9-4DDC-86E5-A6BCA4600216}" dt="2026-05-05T02:06:07.887" v="4492" actId="14826"/>
          <ac:picMkLst>
            <pc:docMk/>
            <pc:sldMk cId="1541588767" sldId="540"/>
            <ac:picMk id="7" creationId="{CFCF272E-76D3-1982-8521-B88B64642D52}"/>
          </ac:picMkLst>
        </pc:picChg>
        <pc:picChg chg="del">
          <ac:chgData name="Jacob Wyngaard" userId="6181fcd471e98458" providerId="LiveId" clId="{788BA123-62C9-4DDC-86E5-A6BCA4600216}" dt="2026-05-05T01:57:27.942" v="4461" actId="478"/>
          <ac:picMkLst>
            <pc:docMk/>
            <pc:sldMk cId="1541588767" sldId="540"/>
            <ac:picMk id="14" creationId="{766E8F40-AD6D-198F-2752-A36D0E8CCDC1}"/>
          </ac:picMkLst>
        </pc:picChg>
      </pc:sldChg>
      <pc:sldChg chg="addSp delSp modSp add mod">
        <pc:chgData name="Jacob Wyngaard" userId="6181fcd471e98458" providerId="LiveId" clId="{788BA123-62C9-4DDC-86E5-A6BCA4600216}" dt="2026-05-05T03:02:48.368" v="4818" actId="1076"/>
        <pc:sldMkLst>
          <pc:docMk/>
          <pc:sldMk cId="3306393891" sldId="541"/>
        </pc:sldMkLst>
        <pc:spChg chg="add mod">
          <ac:chgData name="Jacob Wyngaard" userId="6181fcd471e98458" providerId="LiveId" clId="{788BA123-62C9-4DDC-86E5-A6BCA4600216}" dt="2026-05-05T03:01:29.559" v="4744" actId="1076"/>
          <ac:spMkLst>
            <pc:docMk/>
            <pc:sldMk cId="3306393891" sldId="541"/>
            <ac:spMk id="2" creationId="{87EB5E39-91C9-4381-A180-784953A70948}"/>
          </ac:spMkLst>
        </pc:spChg>
        <pc:spChg chg="add mod">
          <ac:chgData name="Jacob Wyngaard" userId="6181fcd471e98458" providerId="LiveId" clId="{788BA123-62C9-4DDC-86E5-A6BCA4600216}" dt="2026-05-05T02:47:31.274" v="4643" actId="1076"/>
          <ac:spMkLst>
            <pc:docMk/>
            <pc:sldMk cId="3306393891" sldId="541"/>
            <ac:spMk id="3" creationId="{D5C14382-2AC6-4F2F-1720-C41ABEFE9EAA}"/>
          </ac:spMkLst>
        </pc:spChg>
        <pc:spChg chg="add mod">
          <ac:chgData name="Jacob Wyngaard" userId="6181fcd471e98458" providerId="LiveId" clId="{788BA123-62C9-4DDC-86E5-A6BCA4600216}" dt="2026-05-05T02:47:49.970" v="4649" actId="14100"/>
          <ac:spMkLst>
            <pc:docMk/>
            <pc:sldMk cId="3306393891" sldId="541"/>
            <ac:spMk id="7" creationId="{63A1FF17-1A82-D4D4-80E3-672E115268FF}"/>
          </ac:spMkLst>
        </pc:spChg>
        <pc:spChg chg="add mod">
          <ac:chgData name="Jacob Wyngaard" userId="6181fcd471e98458" providerId="LiveId" clId="{788BA123-62C9-4DDC-86E5-A6BCA4600216}" dt="2026-05-05T02:48:10.476" v="4657" actId="20577"/>
          <ac:spMkLst>
            <pc:docMk/>
            <pc:sldMk cId="3306393891" sldId="541"/>
            <ac:spMk id="9" creationId="{BCE1A523-4C49-0301-008C-59BFFCB44F48}"/>
          </ac:spMkLst>
        </pc:spChg>
        <pc:spChg chg="add mod">
          <ac:chgData name="Jacob Wyngaard" userId="6181fcd471e98458" providerId="LiveId" clId="{788BA123-62C9-4DDC-86E5-A6BCA4600216}" dt="2026-05-05T02:48:14.851" v="4659" actId="20577"/>
          <ac:spMkLst>
            <pc:docMk/>
            <pc:sldMk cId="3306393891" sldId="541"/>
            <ac:spMk id="10" creationId="{A34297E8-21CE-78DE-85B7-9671724D81FA}"/>
          </ac:spMkLst>
        </pc:spChg>
        <pc:spChg chg="add mod">
          <ac:chgData name="Jacob Wyngaard" userId="6181fcd471e98458" providerId="LiveId" clId="{788BA123-62C9-4DDC-86E5-A6BCA4600216}" dt="2026-05-05T03:00:32.733" v="4743" actId="20577"/>
          <ac:spMkLst>
            <pc:docMk/>
            <pc:sldMk cId="3306393891" sldId="541"/>
            <ac:spMk id="11" creationId="{65927BA7-DC7D-CF25-888A-B168B7009A0A}"/>
          </ac:spMkLst>
        </pc:spChg>
        <pc:spChg chg="add mod">
          <ac:chgData name="Jacob Wyngaard" userId="6181fcd471e98458" providerId="LiveId" clId="{788BA123-62C9-4DDC-86E5-A6BCA4600216}" dt="2026-05-05T02:49:18.040" v="4731" actId="1076"/>
          <ac:spMkLst>
            <pc:docMk/>
            <pc:sldMk cId="3306393891" sldId="541"/>
            <ac:spMk id="12" creationId="{A05E87F4-93D9-DFF7-8CDC-44FF0AF56512}"/>
          </ac:spMkLst>
        </pc:spChg>
        <pc:spChg chg="add mod">
          <ac:chgData name="Jacob Wyngaard" userId="6181fcd471e98458" providerId="LiveId" clId="{788BA123-62C9-4DDC-86E5-A6BCA4600216}" dt="2026-05-05T02:49:28.998" v="4739" actId="1076"/>
          <ac:spMkLst>
            <pc:docMk/>
            <pc:sldMk cId="3306393891" sldId="541"/>
            <ac:spMk id="13" creationId="{E692B7E2-4360-8F1A-A00E-557DE7EA63EA}"/>
          </ac:spMkLst>
        </pc:spChg>
        <pc:spChg chg="mod">
          <ac:chgData name="Jacob Wyngaard" userId="6181fcd471e98458" providerId="LiveId" clId="{788BA123-62C9-4DDC-86E5-A6BCA4600216}" dt="2026-05-05T02:20:11.223" v="4621" actId="1076"/>
          <ac:spMkLst>
            <pc:docMk/>
            <pc:sldMk cId="3306393891" sldId="541"/>
            <ac:spMk id="15" creationId="{39C4716A-A20F-F9F9-A388-AB5001AC439A}"/>
          </ac:spMkLst>
        </pc:spChg>
        <pc:spChg chg="mod">
          <ac:chgData name="Jacob Wyngaard" userId="6181fcd471e98458" providerId="LiveId" clId="{788BA123-62C9-4DDC-86E5-A6BCA4600216}" dt="2026-05-05T02:20:16.973" v="4625" actId="1076"/>
          <ac:spMkLst>
            <pc:docMk/>
            <pc:sldMk cId="3306393891" sldId="541"/>
            <ac:spMk id="16" creationId="{9E277074-1B7C-5345-F6D7-3E34A4237951}"/>
          </ac:spMkLst>
        </pc:spChg>
        <pc:spChg chg="del">
          <ac:chgData name="Jacob Wyngaard" userId="6181fcd471e98458" providerId="LiveId" clId="{788BA123-62C9-4DDC-86E5-A6BCA4600216}" dt="2026-05-05T02:16:47.902" v="4612" actId="478"/>
          <ac:spMkLst>
            <pc:docMk/>
            <pc:sldMk cId="3306393891" sldId="541"/>
            <ac:spMk id="17" creationId="{37E5FAAF-EB61-B0AD-4E08-8CAE251C9AAB}"/>
          </ac:spMkLst>
        </pc:spChg>
        <pc:spChg chg="add del mod">
          <ac:chgData name="Jacob Wyngaard" userId="6181fcd471e98458" providerId="LiveId" clId="{788BA123-62C9-4DDC-86E5-A6BCA4600216}" dt="2026-05-05T03:01:51.056" v="4750" actId="478"/>
          <ac:spMkLst>
            <pc:docMk/>
            <pc:sldMk cId="3306393891" sldId="541"/>
            <ac:spMk id="18" creationId="{37C5955E-9798-8094-2E3F-46E2F26811D1}"/>
          </ac:spMkLst>
        </pc:spChg>
        <pc:spChg chg="add mod">
          <ac:chgData name="Jacob Wyngaard" userId="6181fcd471e98458" providerId="LiveId" clId="{788BA123-62C9-4DDC-86E5-A6BCA4600216}" dt="2026-05-05T03:01:42.091" v="4747"/>
          <ac:spMkLst>
            <pc:docMk/>
            <pc:sldMk cId="3306393891" sldId="541"/>
            <ac:spMk id="19" creationId="{C3EEA406-27BE-C053-9A51-481A7D88242F}"/>
          </ac:spMkLst>
        </pc:spChg>
        <pc:spChg chg="add mod">
          <ac:chgData name="Jacob Wyngaard" userId="6181fcd471e98458" providerId="LiveId" clId="{788BA123-62C9-4DDC-86E5-A6BCA4600216}" dt="2026-05-05T03:02:48.368" v="4818" actId="1076"/>
          <ac:spMkLst>
            <pc:docMk/>
            <pc:sldMk cId="3306393891" sldId="541"/>
            <ac:spMk id="20" creationId="{79D50172-0A63-98ED-A258-6DFD797A9DEA}"/>
          </ac:spMkLst>
        </pc:spChg>
        <pc:picChg chg="mod">
          <ac:chgData name="Jacob Wyngaard" userId="6181fcd471e98458" providerId="LiveId" clId="{788BA123-62C9-4DDC-86E5-A6BCA4600216}" dt="2026-05-05T02:16:36.535" v="4611" actId="14826"/>
          <ac:picMkLst>
            <pc:docMk/>
            <pc:sldMk cId="3306393891" sldId="541"/>
            <ac:picMk id="14" creationId="{3DA33E39-FB35-BCD9-6F0B-C183263EF773}"/>
          </ac:picMkLst>
        </pc:picChg>
      </pc:sldChg>
      <pc:sldChg chg="add">
        <pc:chgData name="Jacob Wyngaard" userId="6181fcd471e98458" providerId="LiveId" clId="{788BA123-62C9-4DDC-86E5-A6BCA4600216}" dt="2026-05-05T03:03:11.174" v="4819" actId="2890"/>
        <pc:sldMkLst>
          <pc:docMk/>
          <pc:sldMk cId="3591143471" sldId="542"/>
        </pc:sldMkLst>
      </pc:sldChg>
      <pc:sldChg chg="addSp modSp add mod">
        <pc:chgData name="Jacob Wyngaard" userId="6181fcd471e98458" providerId="LiveId" clId="{788BA123-62C9-4DDC-86E5-A6BCA4600216}" dt="2026-05-05T03:08:45.710" v="4889" actId="1076"/>
        <pc:sldMkLst>
          <pc:docMk/>
          <pc:sldMk cId="2338499023" sldId="543"/>
        </pc:sldMkLst>
        <pc:spChg chg="add mod">
          <ac:chgData name="Jacob Wyngaard" userId="6181fcd471e98458" providerId="LiveId" clId="{788BA123-62C9-4DDC-86E5-A6BCA4600216}" dt="2026-05-05T03:07:56.584" v="4877" actId="404"/>
          <ac:spMkLst>
            <pc:docMk/>
            <pc:sldMk cId="2338499023" sldId="543"/>
            <ac:spMk id="3" creationId="{B6C8A6C6-B9E5-C44D-8CA9-C2DBC8071455}"/>
          </ac:spMkLst>
        </pc:spChg>
        <pc:spChg chg="add mod">
          <ac:chgData name="Jacob Wyngaard" userId="6181fcd471e98458" providerId="LiveId" clId="{788BA123-62C9-4DDC-86E5-A6BCA4600216}" dt="2026-05-05T03:08:05.513" v="4881" actId="403"/>
          <ac:spMkLst>
            <pc:docMk/>
            <pc:sldMk cId="2338499023" sldId="543"/>
            <ac:spMk id="5" creationId="{68F4E262-1E03-BACD-3E4B-2361BE8DE813}"/>
          </ac:spMkLst>
        </pc:spChg>
        <pc:spChg chg="mod">
          <ac:chgData name="Jacob Wyngaard" userId="6181fcd471e98458" providerId="LiveId" clId="{788BA123-62C9-4DDC-86E5-A6BCA4600216}" dt="2026-05-05T03:04:23.832" v="4851" actId="1076"/>
          <ac:spMkLst>
            <pc:docMk/>
            <pc:sldMk cId="2338499023" sldId="543"/>
            <ac:spMk id="10" creationId="{7E049EA5-258E-F20E-9F54-8431C8649002}"/>
          </ac:spMkLst>
        </pc:spChg>
        <pc:picChg chg="add mod">
          <ac:chgData name="Jacob Wyngaard" userId="6181fcd471e98458" providerId="LiveId" clId="{788BA123-62C9-4DDC-86E5-A6BCA4600216}" dt="2026-05-05T03:08:25.830" v="4884" actId="1076"/>
          <ac:picMkLst>
            <pc:docMk/>
            <pc:sldMk cId="2338499023" sldId="543"/>
            <ac:picMk id="9" creationId="{4A09EACF-8D3F-AB52-073E-BBED67743FB3}"/>
          </ac:picMkLst>
        </pc:picChg>
        <pc:picChg chg="add mod">
          <ac:chgData name="Jacob Wyngaard" userId="6181fcd471e98458" providerId="LiveId" clId="{788BA123-62C9-4DDC-86E5-A6BCA4600216}" dt="2026-05-05T03:08:45.710" v="4889" actId="1076"/>
          <ac:picMkLst>
            <pc:docMk/>
            <pc:sldMk cId="2338499023" sldId="543"/>
            <ac:picMk id="12" creationId="{AC6B696A-DA04-3E0C-0919-7956D771B7BD}"/>
          </ac:picMkLst>
        </pc:picChg>
      </pc:sldChg>
      <pc:sldChg chg="addSp modSp add mod">
        <pc:chgData name="Jacob Wyngaard" userId="6181fcd471e98458" providerId="LiveId" clId="{788BA123-62C9-4DDC-86E5-A6BCA4600216}" dt="2026-05-05T03:06:58.992" v="4869" actId="14100"/>
        <pc:sldMkLst>
          <pc:docMk/>
          <pc:sldMk cId="1739029651" sldId="544"/>
        </pc:sldMkLst>
        <pc:spChg chg="add mod">
          <ac:chgData name="Jacob Wyngaard" userId="6181fcd471e98458" providerId="LiveId" clId="{788BA123-62C9-4DDC-86E5-A6BCA4600216}" dt="2026-05-05T03:06:58.992" v="4869" actId="14100"/>
          <ac:spMkLst>
            <pc:docMk/>
            <pc:sldMk cId="1739029651" sldId="544"/>
            <ac:spMk id="3" creationId="{E19D83FE-C0D0-F8F8-1562-FED1D5201AEC}"/>
          </ac:spMkLst>
        </pc:spChg>
        <pc:spChg chg="mod">
          <ac:chgData name="Jacob Wyngaard" userId="6181fcd471e98458" providerId="LiveId" clId="{788BA123-62C9-4DDC-86E5-A6BCA4600216}" dt="2026-05-05T03:06:44.757" v="4863"/>
          <ac:spMkLst>
            <pc:docMk/>
            <pc:sldMk cId="1739029651" sldId="544"/>
            <ac:spMk id="10" creationId="{5F319180-DEB8-FF16-2C6D-567AB3500E5A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460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460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51EB116-73EE-4936-876D-CA6054346043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62000" y="1111250"/>
            <a:ext cx="5334000" cy="30003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278313"/>
            <a:ext cx="5486400" cy="35020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445500"/>
            <a:ext cx="2971800" cy="4460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445500"/>
            <a:ext cx="2971800" cy="4460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94C46F5-682E-4C43-810E-48CF7D15B8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43855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17282E-E9E0-4BFA-AAE9-A8F67BF7D3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28E5D9-6D00-D08C-F101-6F429F134EE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A694D7-DFBF-4514-9FFB-E74F830EDF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0A46C3-6B80-874A-1C45-C43A1C3475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114714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F2399C-0388-2BDA-12D3-9FBD832CE3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28B924-0D8E-5C53-5A8D-1BDCD954BC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6B8508-3629-D4C4-EC7F-3C4447E9CD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722E9F-60C6-B3C6-C308-5D964EC334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63720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DFFA8A-6713-B31A-687F-6F3355ED96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2703ED-23EA-44C6-A51B-2DE4B0BC10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EAE814-B0EC-B540-FD26-0DDE1B102E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5F1DB9-5850-2822-7CBF-9FF3D12ADC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773662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63D0BD-CCBC-B731-0A5E-C569360A02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A307A30-EAD0-D811-86B6-4983197822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9BBFDC8-4EE8-2D0A-AE8E-8986FCE667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623D63-7C26-264B-8932-D32FDB8083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62389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864E68-CA06-C59B-80AB-1378A1AD89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93F91A-9C1B-C925-27DD-A042FE0989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14E1EF-D433-667F-4AD0-DF86C28AC9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69767A-73E3-7452-2012-7A0A23D758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725037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B4DD63-FFFC-800B-D317-EDF1066076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3EA1EC-8C40-6ABE-B74F-FEA94D038E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655139-D824-768B-1B0F-A0E25474FC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02FC90-E7AC-A72B-E3B4-5710D7843E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501392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C64527-3E33-9F4A-8B31-1EA0E415B3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D53BE4-A151-725E-3F8F-BCF77748FF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ADCB995-58C8-EB3D-1DDB-D38AD82E10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4068E6-5F26-46A6-2D54-1551D0259B5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514856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0834CC-8B7A-7828-7F24-90DE38A9FF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F71B64-4316-1333-2653-EB753420C6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5452FD-A1D8-86D3-9151-86CDF43A43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1914F5-0F66-56D9-C9B1-6D93E0C589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413349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3CA144-B991-47E1-A465-AF16015EDE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027545-CE7B-9AD8-7E4B-302265FB57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42BE51-A839-B330-C3CA-34B288403F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441B0C-3F7E-EBAA-F6C2-33B6C5D5FEF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493735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02C807-6F0C-F91C-E20B-4D5C520DAF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A2E5EB-4D1F-1041-6F5F-9893EB0FA2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CF3B47C-26A0-15EC-D085-1BCA8E2D31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584D05-5E49-3AC5-3ED7-075BA6C8B0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265495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01F336-33C6-573C-DCC7-61035C9D72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3B6466-1633-9EC4-4078-8864AA98FE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F5D54E-C3F7-8139-65BC-8D2DAD97A6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739561-34FD-15DC-7698-045866E683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337654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817D78-BA9D-A37D-32AA-5EF0A2E73D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ED92DAE-5F82-0CCE-B128-EFC87BF767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895B47-C8AD-C487-368F-5CF07F5E12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F4A2B0-BF07-A649-B994-4A8BEFDB2A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582314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EB8B93-BBC1-B3EC-9396-D1A85EF05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D40E8A1-35FF-5699-F819-4678DB6668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CB5A3A5-AC13-FC39-3047-050328E233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7E0E68-73E1-EEB4-1184-47D35ACB5D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361027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3191DB-797D-F9D9-1CC6-EB96580CAE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21C1DB-CD46-CC8D-8C28-D40228ED54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15FEC7-C6DE-CB0C-0011-1A5475F51D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540D57-F434-EB5E-4898-5B1C3E3AA4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414285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141428-F8F4-01EC-D01C-CAB1606C59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6FD58C-A142-5421-075C-EA2C1F88BD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2B77EC4-3779-98FC-31E8-ED888BDA6E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563670-ECD7-A955-EA20-C8B53B28DD0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268687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8D2F0D-7165-8002-D286-9269920AF9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D6A1E3-B119-ED5D-D29B-AAB5BC198A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463B96D-D50F-7BA5-29A2-9B38D5F6EC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3BE3EA-EC75-3281-CCC4-A4B83CB4843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747191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94612E-75BE-86D5-113C-CAECC54B86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16A71F-6F97-4D57-BA13-DC28BE325F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809020D-33CF-9F8B-902E-8962AD2B1A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0A1FA0-E3E4-021B-4D9A-62DEE9C9E93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104882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334892-2622-2B2F-0C70-832FA0E4B4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F30DA6-FD61-33AB-2B4A-271FCB6286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CBEDC5-A7C6-F339-769F-D894E7DFCD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ACE727-301B-CCEB-8F51-AA78342CBF4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051946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745020-BD63-38AB-9D9E-D9DE05EBBA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FB82B68-C3F0-0322-EAAF-4F527CA159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19ADAA9-2403-6DA5-01A4-C20A8E65E0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78D077-78C2-E986-56AE-5E88E5CCF6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622472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5FA4F9-6E18-6240-DCA7-031681190B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9034B2-8828-5831-3155-7E5938F70D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644D95-2D89-0261-E21A-AD96443A5A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30439E-2195-41B6-1E5C-62B43A8BDA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169569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0D0834-0CE6-9441-9946-C00B75EC7C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2170E2-E200-575B-4E07-495253B12A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F85D01-7D52-14FA-D117-6975D726B8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EC9DEC-59E6-91F6-6D64-DDD07A12B1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954812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E62DA2-F485-8832-46C8-82597738E1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891236-9E61-97E9-7613-DD3871207F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54F1454-AD37-DF08-0625-41FE6B07A7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D89B73-C9BB-9A02-B281-8F42C917C3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008201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D32FCA-59B6-CD12-070B-3D8FFAF655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71FD7D-7227-973E-0C5A-14EE9400FE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C013CF8-E261-78A5-AF5C-E5D85294A1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24B7FD-8BE4-7314-B711-23345D347F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781249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F3F972-C3C0-538F-90C1-E40F598B33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599406D-AB00-7C7C-0705-738BB2505F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906893-F477-20FC-5AED-07C10D0063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C5AAA6-ED6B-EF75-16C7-068FAD337B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289126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1707A2-B07B-4561-D09D-B7DB6886E3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BB6B769-669E-A4D7-C455-5D43BB0316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F74ED0-8B31-05FD-E91E-0F554AAFBA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066080-974B-97FA-2075-2D74B096D4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942636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056BCB-CDBE-5587-7C41-B5D862110F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EEA21C-3D8A-E910-F388-54A8C3A7D5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BF82DE-1EDD-C210-7AF3-BBA54B2D0A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DAC38B-7874-CDAF-E0EE-FD88228E2C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345775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ECE432-09EB-D944-6BAC-51F5D26610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4A1B7F7-6567-7A11-E268-9F6C4C15E1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D380A7-B458-49C3-0395-6479D5C805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7CDAC5-1F6A-9EA8-A39C-C82F796F960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996995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ADC2FF-FE2C-E9D0-C1E2-FBC0D7B8B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44200A-5CB4-869D-B115-31FF49EDCE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12AEC5-470D-A056-0146-9D60FC1937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0390CC-FFB8-0C1A-7E7A-3BDEAFEEB9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163035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98A28F-AEE7-7D7C-E67F-2ADEF98223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2AB9DB-AEED-6C33-7FE2-F36C9FBE8F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083894A-33CF-FE60-22CD-0358525D54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B5E330-41AB-C10F-1689-82500432D3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821872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68A1FA-C119-9278-3D91-740CC0EA2E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F269563-6044-3112-A0B9-0FFD7D1BC2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0F8112-F955-C435-D1C6-408BBD6943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1691FB-F0D1-65C1-DCE7-27F366D065E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6984634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23622E-EEDE-4A97-43FB-D5B9E6ABC5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E2EC7E-0729-B354-4B70-D8D20906EA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9243DD-E67A-F458-D21A-C6DEF36912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E88B56-746E-FC2F-37A3-2CCD49F0EDE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08181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1F67DA-EF88-764F-4BB2-90DD369ECA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831CB49-A6FF-5490-06FF-C691E6E108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66D7E6-71BD-58F2-CBF4-E78503AECE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AD95E3-7A82-5D3E-BFDC-1AE7B47486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89A11E-99A9-F23F-4238-A31D781DA3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69277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EF64B2-129B-23A1-2674-8563348AEA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87FD9C-0A2E-B601-59FC-3A526EBBCB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E6DEFB-358E-B6E9-602E-E50D1A5BA6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9837DC-70E9-4BCE-762A-A3016527FC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F871CA-989F-854F-0506-DBC06C396B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35937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24B9F-5339-2DC7-EF1C-7ADE66AAFC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3F5A0D-A60D-B108-1000-8AB1BEDDEC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FA1A79-101A-F9D5-2D58-008D939400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496FEA-451C-9BD7-FE85-ABE7721EAB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168E22-35AC-C4A7-7DF0-25148A4FDF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2789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678D99-A43C-243B-C4C8-DD6A377ED5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34F5C7-3E98-385C-D4CC-79AA9A57610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4A97EA5-02FD-3408-9C44-22CA696BEB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A5EB16-71B7-FEF2-D131-1DC6215A0E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65B5499-CE45-E51E-C9F3-B31DCD75CD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45EEEB8-6109-294D-EB1A-32BC9A6C50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48452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916EFE-93E5-8BCF-08CB-2CFD45401A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CD2989-0587-FFA8-CA9B-6B1FC28085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AADFDD-D356-34C7-ABB2-12E204D7CCC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45A8C9-58F4-D8A2-E078-6C86700EBB5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05961E0-F79F-DC8A-8942-3409FF4ACC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CE262B5-71DA-9BC0-4EA2-2B7D366C6E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7ED025E-4D61-3485-686F-F7FDC83BCB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1E9E3-1C2A-3967-AB7D-37A593FD19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10994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317C0D-B790-78A5-844C-07DA00A7B1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8B3C7A-A272-8A74-FDB0-FF10B7AF77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FEE517F-231E-473E-2A52-0DBD0429B4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D0E8D7-AEF1-33EF-5C16-F459BB1F5E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55079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A3CB47C-D1EE-D077-3BEF-928DF21223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C751ED4-DC95-A9E0-24B4-C2DCA6CB58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20BDA7-CF32-77AD-D5CE-23B56BC2F9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4123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C742E5-59E4-6D3E-78BE-A1E0FD169C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C9E5C4-4836-AEE1-B05E-74FDAD2EF0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481F0D4-A283-375A-35D9-26B05BFBDA6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A6B98DC-0C98-0E90-27A7-75B4CAFEE8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F80928-22DB-5761-6D60-267606D08D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9FFF7E1-E86C-19C0-0A2C-5A4E7FB387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21305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3E0DA3-7875-1508-B11E-26D67ED2C7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74211B7-5EEF-8BCE-B12B-6DEA70B8F06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DAEC012-F909-E4E6-108A-9A27D6B2EE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400A5A7-09B3-7AD1-786E-53E840446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CA55B-44A9-BB54-0C67-0AFC84A38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8D7F222-9F9A-9E7F-90EE-737ADC31C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79572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DB68E4-12C6-EA01-70EB-D1FAC1AF9C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F1CB90F-6B0E-ACFF-CC12-B1507D46E3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0B0E2F-8C14-7F4B-68F3-EE72E41F17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3771C8-4AEB-0EA1-C952-CDA04AAD37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8CEBF8-7B84-5F80-4F7D-AF4F5DBD74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09800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8531484-78AC-FB0F-7630-C4370575FEF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2053D0-EB63-CDF3-BF9D-35E71B339A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2C4B92-42E9-67BF-9B36-EA7CF56773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89637F-4C75-7B24-2A1D-152979DF62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ECF603-77C0-B9F2-A64B-E73520BA82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17997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500D885-ED30-8EA9-7F49-AFA92BBC56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5E0D96-F750-2F67-FAFA-EA3A47809C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AADF68-C2D2-7D96-F604-E6D5948605E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9DFCA7-2E84-49E5-A4F2-77D92A699F3D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8578D3-0307-EBF0-53AA-0815083E163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FE9A0A-1B61-6FF9-649F-8F9311932A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61184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6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4.png"/><Relationship Id="rId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4.png"/><Relationship Id="rId4" Type="http://schemas.openxmlformats.org/officeDocument/2006/relationships/image" Target="../media/image1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4.png"/><Relationship Id="rId4" Type="http://schemas.openxmlformats.org/officeDocument/2006/relationships/image" Target="../media/image2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5.png"/><Relationship Id="rId4" Type="http://schemas.openxmlformats.org/officeDocument/2006/relationships/image" Target="../media/image22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26.png"/><Relationship Id="rId7" Type="http://schemas.openxmlformats.org/officeDocument/2006/relationships/image" Target="../media/image3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10" Type="http://schemas.openxmlformats.org/officeDocument/2006/relationships/image" Target="../media/image33.png"/><Relationship Id="rId4" Type="http://schemas.openxmlformats.org/officeDocument/2006/relationships/image" Target="../media/image27.png"/><Relationship Id="rId9" Type="http://schemas.openxmlformats.org/officeDocument/2006/relationships/image" Target="../media/image32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26.png"/><Relationship Id="rId7" Type="http://schemas.openxmlformats.org/officeDocument/2006/relationships/image" Target="../media/image3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image" Target="../media/image26.png"/><Relationship Id="rId7" Type="http://schemas.openxmlformats.org/officeDocument/2006/relationships/image" Target="../media/image3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6.png"/><Relationship Id="rId5" Type="http://schemas.openxmlformats.org/officeDocument/2006/relationships/image" Target="../media/image29.png"/><Relationship Id="rId4" Type="http://schemas.openxmlformats.org/officeDocument/2006/relationships/image" Target="../media/image27.png"/><Relationship Id="rId9" Type="http://schemas.openxmlformats.org/officeDocument/2006/relationships/image" Target="../media/image39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3" Type="http://schemas.openxmlformats.org/officeDocument/2006/relationships/image" Target="../media/image26.png"/><Relationship Id="rId7" Type="http://schemas.openxmlformats.org/officeDocument/2006/relationships/image" Target="../media/image4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0.png"/><Relationship Id="rId5" Type="http://schemas.openxmlformats.org/officeDocument/2006/relationships/image" Target="../media/image29.png"/><Relationship Id="rId4" Type="http://schemas.openxmlformats.org/officeDocument/2006/relationships/image" Target="../media/image27.png"/><Relationship Id="rId9" Type="http://schemas.openxmlformats.org/officeDocument/2006/relationships/image" Target="../media/image43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3" Type="http://schemas.openxmlformats.org/officeDocument/2006/relationships/image" Target="../media/image44.png"/><Relationship Id="rId7" Type="http://schemas.openxmlformats.org/officeDocument/2006/relationships/image" Target="../media/image4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10" Type="http://schemas.openxmlformats.org/officeDocument/2006/relationships/image" Target="../media/image51.png"/><Relationship Id="rId4" Type="http://schemas.openxmlformats.org/officeDocument/2006/relationships/image" Target="../media/image45.png"/><Relationship Id="rId9" Type="http://schemas.openxmlformats.org/officeDocument/2006/relationships/image" Target="../media/image50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.png"/><Relationship Id="rId3" Type="http://schemas.openxmlformats.org/officeDocument/2006/relationships/image" Target="../media/image52.png"/><Relationship Id="rId7" Type="http://schemas.openxmlformats.org/officeDocument/2006/relationships/image" Target="../media/image5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5.png"/><Relationship Id="rId5" Type="http://schemas.openxmlformats.org/officeDocument/2006/relationships/image" Target="../media/image54.png"/><Relationship Id="rId4" Type="http://schemas.openxmlformats.org/officeDocument/2006/relationships/image" Target="../media/image53.png"/><Relationship Id="rId9" Type="http://schemas.openxmlformats.org/officeDocument/2006/relationships/image" Target="../media/image5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2.png"/><Relationship Id="rId5" Type="http://schemas.openxmlformats.org/officeDocument/2006/relationships/image" Target="../media/image61.png"/><Relationship Id="rId4" Type="http://schemas.openxmlformats.org/officeDocument/2006/relationships/image" Target="../media/image60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8.png"/><Relationship Id="rId3" Type="http://schemas.openxmlformats.org/officeDocument/2006/relationships/image" Target="../media/image63.png"/><Relationship Id="rId7" Type="http://schemas.openxmlformats.org/officeDocument/2006/relationships/image" Target="../media/image6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6.png"/><Relationship Id="rId5" Type="http://schemas.openxmlformats.org/officeDocument/2006/relationships/image" Target="../media/image65.png"/><Relationship Id="rId4" Type="http://schemas.openxmlformats.org/officeDocument/2006/relationships/image" Target="../media/image64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3.png"/><Relationship Id="rId13" Type="http://schemas.openxmlformats.org/officeDocument/2006/relationships/image" Target="../media/image78.png"/><Relationship Id="rId3" Type="http://schemas.openxmlformats.org/officeDocument/2006/relationships/image" Target="../media/image59.png"/><Relationship Id="rId7" Type="http://schemas.openxmlformats.org/officeDocument/2006/relationships/image" Target="../media/image72.png"/><Relationship Id="rId12" Type="http://schemas.openxmlformats.org/officeDocument/2006/relationships/image" Target="../media/image7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1.png"/><Relationship Id="rId11" Type="http://schemas.openxmlformats.org/officeDocument/2006/relationships/image" Target="../media/image76.png"/><Relationship Id="rId5" Type="http://schemas.openxmlformats.org/officeDocument/2006/relationships/image" Target="../media/image70.png"/><Relationship Id="rId10" Type="http://schemas.openxmlformats.org/officeDocument/2006/relationships/image" Target="../media/image75.png"/><Relationship Id="rId4" Type="http://schemas.openxmlformats.org/officeDocument/2006/relationships/image" Target="../media/image69.png"/><Relationship Id="rId9" Type="http://schemas.openxmlformats.org/officeDocument/2006/relationships/image" Target="../media/image74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90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0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0.png"/><Relationship Id="rId3" Type="http://schemas.openxmlformats.org/officeDocument/2006/relationships/image" Target="../media/image520.png"/><Relationship Id="rId7" Type="http://schemas.openxmlformats.org/officeDocument/2006/relationships/image" Target="../media/image56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50.png"/><Relationship Id="rId5" Type="http://schemas.openxmlformats.org/officeDocument/2006/relationships/image" Target="../media/image540.png"/><Relationship Id="rId4" Type="http://schemas.openxmlformats.org/officeDocument/2006/relationships/image" Target="../media/image530.png"/><Relationship Id="rId9" Type="http://schemas.openxmlformats.org/officeDocument/2006/relationships/image" Target="../media/image580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0.png"/><Relationship Id="rId7" Type="http://schemas.openxmlformats.org/officeDocument/2006/relationships/image" Target="../media/image60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90.png"/><Relationship Id="rId5" Type="http://schemas.openxmlformats.org/officeDocument/2006/relationships/image" Target="../media/image540.png"/><Relationship Id="rId4" Type="http://schemas.openxmlformats.org/officeDocument/2006/relationships/image" Target="../media/image530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60.png"/><Relationship Id="rId3" Type="http://schemas.openxmlformats.org/officeDocument/2006/relationships/image" Target="../media/image610.png"/><Relationship Id="rId7" Type="http://schemas.openxmlformats.org/officeDocument/2006/relationships/image" Target="../media/image65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40.png"/><Relationship Id="rId5" Type="http://schemas.openxmlformats.org/officeDocument/2006/relationships/image" Target="../media/image630.png"/><Relationship Id="rId10" Type="http://schemas.openxmlformats.org/officeDocument/2006/relationships/image" Target="../media/image680.png"/><Relationship Id="rId4" Type="http://schemas.openxmlformats.org/officeDocument/2006/relationships/image" Target="../media/image620.png"/><Relationship Id="rId9" Type="http://schemas.openxmlformats.org/officeDocument/2006/relationships/image" Target="../media/image670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2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E8EFE3-AECE-0A3E-F708-3B138EC37A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C72625B0-9C50-5F21-824B-42EEFCC925B0}"/>
              </a:ext>
            </a:extLst>
          </p:cNvPr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7517C76-1160-6A2D-B8A6-15DDA1E83A22}"/>
              </a:ext>
            </a:extLst>
          </p:cNvPr>
          <p:cNvSpPr/>
          <p:nvPr/>
        </p:nvSpPr>
        <p:spPr>
          <a:xfrm>
            <a:off x="6095999" y="0"/>
            <a:ext cx="383459" cy="6858000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46DFEDC-5C40-1E05-3C8E-45F902F03177}"/>
              </a:ext>
            </a:extLst>
          </p:cNvPr>
          <p:cNvSpPr txBox="1"/>
          <p:nvPr/>
        </p:nvSpPr>
        <p:spPr>
          <a:xfrm>
            <a:off x="206478" y="2305615"/>
            <a:ext cx="5506063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400" b="1" dirty="0">
                <a:solidFill>
                  <a:schemeClr val="bg1"/>
                </a:solidFill>
              </a:rPr>
              <a:t>Game Theory Twelve</a:t>
            </a:r>
            <a:endParaRPr lang="en-US" sz="3600" b="1" dirty="0">
              <a:solidFill>
                <a:schemeClr val="bg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411B8F-F3DD-7217-C318-4E4BB0649028}"/>
              </a:ext>
            </a:extLst>
          </p:cNvPr>
          <p:cNvSpPr txBox="1"/>
          <p:nvPr/>
        </p:nvSpPr>
        <p:spPr>
          <a:xfrm>
            <a:off x="294968" y="5998682"/>
            <a:ext cx="550606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Jacob Wyngaard</a:t>
            </a:r>
            <a:endParaRPr lang="en-US" sz="2000" b="1" dirty="0">
              <a:solidFill>
                <a:schemeClr val="bg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6BDA09F-627C-8FDA-D7A1-E0E80D1E38CA}"/>
              </a:ext>
            </a:extLst>
          </p:cNvPr>
          <p:cNvSpPr txBox="1"/>
          <p:nvPr/>
        </p:nvSpPr>
        <p:spPr>
          <a:xfrm>
            <a:off x="206477" y="3075056"/>
            <a:ext cx="55060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chemeClr val="bg1"/>
                </a:solidFill>
              </a:rPr>
              <a:t>BNN Error Orders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86DC52F-DB46-E6EB-3D90-B7847A7A2EC1}"/>
              </a:ext>
            </a:extLst>
          </p:cNvPr>
          <p:cNvSpPr txBox="1"/>
          <p:nvPr/>
        </p:nvSpPr>
        <p:spPr>
          <a:xfrm>
            <a:off x="144131" y="3598276"/>
            <a:ext cx="58895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chemeClr val="bg1"/>
                </a:solidFill>
              </a:rPr>
              <a:t>Finite Difference Methods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2BBA5D6-69D7-01C0-80FE-B1A612C918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" r="64"/>
          <a:stretch/>
        </p:blipFill>
        <p:spPr>
          <a:xfrm>
            <a:off x="6660197" y="255742"/>
            <a:ext cx="5387672" cy="634651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42717F7-28EC-0805-BB53-D97D2CA2A8E7}"/>
              </a:ext>
            </a:extLst>
          </p:cNvPr>
          <p:cNvSpPr txBox="1"/>
          <p:nvPr/>
        </p:nvSpPr>
        <p:spPr>
          <a:xfrm>
            <a:off x="144131" y="4106107"/>
            <a:ext cx="58895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chemeClr val="bg1"/>
                </a:solidFill>
              </a:rPr>
              <a:t>Other Candidacy Topics</a:t>
            </a:r>
          </a:p>
        </p:txBody>
      </p:sp>
    </p:spTree>
    <p:extLst>
      <p:ext uri="{BB962C8B-B14F-4D97-AF65-F5344CB8AC3E}">
        <p14:creationId xmlns:p14="http://schemas.microsoft.com/office/powerpoint/2010/main" val="6066099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CBF844-9D26-331C-663B-652A6C41F7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67BCC0E-F818-F8E8-CA07-63258B3532F3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25E1972-576A-FA7A-62F2-503227AF9CA9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2191DAF-EE3A-FC24-1F7B-E9C307CFE694}"/>
              </a:ext>
            </a:extLst>
          </p:cNvPr>
          <p:cNvSpPr txBox="1"/>
          <p:nvPr/>
        </p:nvSpPr>
        <p:spPr>
          <a:xfrm>
            <a:off x="97551" y="1961356"/>
            <a:ext cx="119968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Two players each with two strategies, neither with a strictly dominant strategy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A8CC73B0-8A5E-1116-81A3-B9DC5E42A9A9}"/>
              </a:ext>
            </a:extLst>
          </p:cNvPr>
          <p:cNvGraphicFramePr>
            <a:graphicFrameLocks noGrp="1"/>
          </p:cNvGraphicFramePr>
          <p:nvPr/>
        </p:nvGraphicFramePr>
        <p:xfrm>
          <a:off x="1240429" y="4275102"/>
          <a:ext cx="4064810" cy="1998138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2032405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2032405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</a:tblGrid>
              <a:tr h="999069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999069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145C499-B588-95BB-EF65-8A15FA3F4019}"/>
              </a:ext>
            </a:extLst>
          </p:cNvPr>
          <p:cNvGraphicFramePr>
            <a:graphicFrameLocks noGrp="1"/>
          </p:cNvGraphicFramePr>
          <p:nvPr/>
        </p:nvGraphicFramePr>
        <p:xfrm>
          <a:off x="7244131" y="4275102"/>
          <a:ext cx="4064810" cy="2005122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2032405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2032405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</a:tblGrid>
              <a:tr h="1002561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1002561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B0481E59-6CFC-FA72-6DE4-7CDA1E840154}"/>
              </a:ext>
            </a:extLst>
          </p:cNvPr>
          <p:cNvSpPr txBox="1"/>
          <p:nvPr/>
        </p:nvSpPr>
        <p:spPr>
          <a:xfrm rot="16200000">
            <a:off x="5374761" y="4840437"/>
            <a:ext cx="216702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2090340-0C8A-10C6-88FD-A1094BD4CDB0}"/>
              </a:ext>
            </a:extLst>
          </p:cNvPr>
          <p:cNvSpPr txBox="1"/>
          <p:nvPr/>
        </p:nvSpPr>
        <p:spPr>
          <a:xfrm>
            <a:off x="6779679" y="4407097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E4F37DC-294D-6CF1-C63F-1E1CE27BB297}"/>
              </a:ext>
            </a:extLst>
          </p:cNvPr>
          <p:cNvSpPr txBox="1"/>
          <p:nvPr/>
        </p:nvSpPr>
        <p:spPr>
          <a:xfrm>
            <a:off x="6779679" y="5401716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EEC09E8-F198-DB5F-F353-98DCA9214689}"/>
              </a:ext>
            </a:extLst>
          </p:cNvPr>
          <p:cNvSpPr txBox="1"/>
          <p:nvPr/>
        </p:nvSpPr>
        <p:spPr>
          <a:xfrm>
            <a:off x="8019276" y="3623048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0CB2FFF-9863-192B-FA77-2FC6908C092E}"/>
              </a:ext>
            </a:extLst>
          </p:cNvPr>
          <p:cNvSpPr txBox="1"/>
          <p:nvPr/>
        </p:nvSpPr>
        <p:spPr>
          <a:xfrm>
            <a:off x="10036392" y="3623048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19039F4-6A41-5F39-0339-B353B5DBB28C}"/>
              </a:ext>
            </a:extLst>
          </p:cNvPr>
          <p:cNvSpPr txBox="1"/>
          <p:nvPr/>
        </p:nvSpPr>
        <p:spPr>
          <a:xfrm>
            <a:off x="8251502" y="3147255"/>
            <a:ext cx="218897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Player 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25BF8B1-3481-D2C5-938A-E9B24E711EF5}"/>
              </a:ext>
            </a:extLst>
          </p:cNvPr>
          <p:cNvSpPr txBox="1"/>
          <p:nvPr/>
        </p:nvSpPr>
        <p:spPr>
          <a:xfrm>
            <a:off x="541340" y="2636102"/>
            <a:ext cx="538343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Player 1 Payoff Matrix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CBE23FB-08C9-BCB1-4C45-5922408B84E8}"/>
              </a:ext>
            </a:extLst>
          </p:cNvPr>
          <p:cNvSpPr txBox="1"/>
          <p:nvPr/>
        </p:nvSpPr>
        <p:spPr>
          <a:xfrm>
            <a:off x="6473676" y="2636101"/>
            <a:ext cx="522880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Player 2 Payoff Matrix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1369FE9-3C31-5E43-8DD5-C79BC4E7A516}"/>
                  </a:ext>
                </a:extLst>
              </p:cNvPr>
              <p:cNvSpPr txBox="1"/>
              <p:nvPr/>
            </p:nvSpPr>
            <p:spPr>
              <a:xfrm>
                <a:off x="1240429" y="6396335"/>
                <a:ext cx="1095157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Player 1 Strategy: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=(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                                 Player 2 Strategy: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=(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678A125A-73F5-FE6D-1318-D2572E363E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0429" y="6396335"/>
                <a:ext cx="10951571" cy="461665"/>
              </a:xfrm>
              <a:prstGeom prst="rect">
                <a:avLst/>
              </a:prstGeom>
              <a:blipFill>
                <a:blip r:embed="rId3"/>
                <a:stretch>
                  <a:fillRect l="-835" t="-9211" b="-30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Box 16">
            <a:extLst>
              <a:ext uri="{FF2B5EF4-FFF2-40B4-BE49-F238E27FC236}">
                <a16:creationId xmlns:a16="http://schemas.microsoft.com/office/drawing/2014/main" id="{F2129BDC-70CC-A931-2E32-F1345C391DC1}"/>
              </a:ext>
            </a:extLst>
          </p:cNvPr>
          <p:cNvSpPr txBox="1"/>
          <p:nvPr/>
        </p:nvSpPr>
        <p:spPr>
          <a:xfrm rot="16200000">
            <a:off x="-623369" y="4840437"/>
            <a:ext cx="216702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266D688-E03C-9CD4-74F8-86D124CDC04E}"/>
              </a:ext>
            </a:extLst>
          </p:cNvPr>
          <p:cNvSpPr txBox="1"/>
          <p:nvPr/>
        </p:nvSpPr>
        <p:spPr>
          <a:xfrm>
            <a:off x="781549" y="4407097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CFB81D4-DEF3-3DEB-C08E-79D1B81F9DDE}"/>
              </a:ext>
            </a:extLst>
          </p:cNvPr>
          <p:cNvSpPr txBox="1"/>
          <p:nvPr/>
        </p:nvSpPr>
        <p:spPr>
          <a:xfrm>
            <a:off x="781549" y="5401716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4B3A698-8271-4B6E-F0D9-35AFC365C7B5}"/>
              </a:ext>
            </a:extLst>
          </p:cNvPr>
          <p:cNvSpPr txBox="1"/>
          <p:nvPr/>
        </p:nvSpPr>
        <p:spPr>
          <a:xfrm>
            <a:off x="2021146" y="3623048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0811509-A8BE-094B-A93D-96ECDAFE024A}"/>
              </a:ext>
            </a:extLst>
          </p:cNvPr>
          <p:cNvSpPr txBox="1"/>
          <p:nvPr/>
        </p:nvSpPr>
        <p:spPr>
          <a:xfrm>
            <a:off x="4038262" y="3623048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D104B54-079B-02A6-8095-13C41F990502}"/>
              </a:ext>
            </a:extLst>
          </p:cNvPr>
          <p:cNvSpPr txBox="1"/>
          <p:nvPr/>
        </p:nvSpPr>
        <p:spPr>
          <a:xfrm>
            <a:off x="2253372" y="3147255"/>
            <a:ext cx="218897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Player 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1DC5788-BD36-8643-CCF1-839157CE792F}"/>
              </a:ext>
            </a:extLst>
          </p:cNvPr>
          <p:cNvSpPr txBox="1"/>
          <p:nvPr/>
        </p:nvSpPr>
        <p:spPr>
          <a:xfrm>
            <a:off x="1856448" y="104381"/>
            <a:ext cx="896131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Convergence of RK 4 Solution to Actual Solution</a:t>
            </a:r>
          </a:p>
        </p:txBody>
      </p:sp>
    </p:spTree>
    <p:extLst>
      <p:ext uri="{BB962C8B-B14F-4D97-AF65-F5344CB8AC3E}">
        <p14:creationId xmlns:p14="http://schemas.microsoft.com/office/powerpoint/2010/main" val="19043617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ED2BA8-E6EB-04B2-F4C0-D33E55F458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D405141C-D896-FE8A-0F9D-53DB53B9AF06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CC9664A-21B7-78EE-5B50-6AD7A7EF1312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18AFA4F-D424-7481-CFA8-9D7ECC0DE4E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815851" y="1753718"/>
            <a:ext cx="6273478" cy="401032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7271B45E-0D1C-8052-A7DF-6D566AC9D4A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3690" y="1794801"/>
            <a:ext cx="4267303" cy="369004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A9F3CF72-1F43-4129-3000-F85292B65987}"/>
                  </a:ext>
                </a:extLst>
              </p:cNvPr>
              <p:cNvSpPr txBox="1"/>
              <p:nvPr/>
            </p:nvSpPr>
            <p:spPr>
              <a:xfrm>
                <a:off x="894903" y="6312734"/>
                <a:ext cx="3780961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800" dirty="0"/>
                  <a:t>From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2800" dirty="0"/>
                  <a:t> to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=10</m:t>
                    </m:r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A9F3CF72-1F43-4129-3000-F85292B659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4903" y="6312734"/>
                <a:ext cx="3780961" cy="523220"/>
              </a:xfrm>
              <a:prstGeom prst="rect">
                <a:avLst/>
              </a:prstGeom>
              <a:blipFill>
                <a:blip r:embed="rId5"/>
                <a:stretch>
                  <a:fillRect l="-3387" t="-12941" b="-329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4E9DBB1-4205-9DA4-FAA5-446704C5906C}"/>
                  </a:ext>
                </a:extLst>
              </p:cNvPr>
              <p:cNvSpPr txBox="1"/>
              <p:nvPr/>
            </p:nvSpPr>
            <p:spPr>
              <a:xfrm>
                <a:off x="741897" y="5392993"/>
                <a:ext cx="3599097" cy="90178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d>
                        <m:dPr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sz="2800" i="1" dirty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,</m:t>
                      </m:r>
                      <m:sSup>
                        <m:sSupPr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i="1" dirty="0">
                          <a:latin typeface="Cambria Math" panose="02040503050406030204" pitchFamily="18" charset="0"/>
                        </a:rPr>
                        <m:t>(0)=</m:t>
                      </m:r>
                      <m:f>
                        <m:fPr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4E9DBB1-4205-9DA4-FAA5-446704C590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1897" y="5392993"/>
                <a:ext cx="3599097" cy="90178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6CCA6167-7FFB-C9AC-9767-DE69BFB1E50F}"/>
              </a:ext>
            </a:extLst>
          </p:cNvPr>
          <p:cNvSpPr txBox="1"/>
          <p:nvPr/>
        </p:nvSpPr>
        <p:spPr>
          <a:xfrm>
            <a:off x="1856448" y="104381"/>
            <a:ext cx="896131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Convergence of RK 4 Solution to Actual Solution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BE9F9B9-BF42-02B3-13B4-C015845FA61D}"/>
              </a:ext>
            </a:extLst>
          </p:cNvPr>
          <p:cNvSpPr txBox="1"/>
          <p:nvPr/>
        </p:nvSpPr>
        <p:spPr>
          <a:xfrm>
            <a:off x="7898573" y="5806949"/>
            <a:ext cx="291919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u="sng" dirty="0"/>
              <a:t>Activation Function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FAEC0E4-30E5-AECE-805D-79081C8EE103}"/>
                  </a:ext>
                </a:extLst>
              </p:cNvPr>
              <p:cNvSpPr txBox="1"/>
              <p:nvPr/>
            </p:nvSpPr>
            <p:spPr>
              <a:xfrm>
                <a:off x="7948264" y="6268614"/>
                <a:ext cx="2819811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𝜑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x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)=</m:t>
                      </m:r>
                      <m:r>
                        <m:rPr>
                          <m:sty m:val="p"/>
                        </m:rP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ln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(1+</m:t>
                      </m:r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e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x</m:t>
                          </m:r>
                        </m:sup>
                      </m:sSup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FAEC0E4-30E5-AECE-805D-79081C8EE1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48264" y="6268614"/>
                <a:ext cx="2819811" cy="43088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834339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BC90B6-7F45-BCD5-5027-C3A2A73E8D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B6A14209-36C6-D04C-497C-05F17EDF6108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A9CEF39-94B5-B8CE-E27C-6E68B642C11A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438B08C-6B0E-7A15-5555-D90757AA88FC}"/>
              </a:ext>
            </a:extLst>
          </p:cNvPr>
          <p:cNvSpPr txBox="1"/>
          <p:nvPr/>
        </p:nvSpPr>
        <p:spPr>
          <a:xfrm>
            <a:off x="1856448" y="319030"/>
            <a:ext cx="896131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New Activation Function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3DC0D5-66D1-27C9-A923-565E6723AEF9}"/>
              </a:ext>
            </a:extLst>
          </p:cNvPr>
          <p:cNvSpPr txBox="1"/>
          <p:nvPr/>
        </p:nvSpPr>
        <p:spPr>
          <a:xfrm>
            <a:off x="6892638" y="1753718"/>
            <a:ext cx="4477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1" u="sng" dirty="0"/>
              <a:t>Activation Function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CFE407C-15FB-DC19-149C-B92E3DD84CBB}"/>
                  </a:ext>
                </a:extLst>
              </p:cNvPr>
              <p:cNvSpPr txBox="1"/>
              <p:nvPr/>
            </p:nvSpPr>
            <p:spPr>
              <a:xfrm>
                <a:off x="7191518" y="2400049"/>
                <a:ext cx="3662669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𝜑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)=</m:t>
                      </m:r>
                      <m:r>
                        <m:rPr>
                          <m:sty m:val="p"/>
                        </m:rPr>
                        <a:rPr lang="en-US" sz="3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ln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(1+</m:t>
                      </m:r>
                      <m:sSup>
                        <m:sSupPr>
                          <m:ctrlPr>
                            <a:rPr lang="en-US" sz="3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3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e</m:t>
                          </m:r>
                        </m:e>
                        <m:sup>
                          <m:r>
                            <a:rPr lang="en-US" sz="3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sup>
                      </m:sSup>
                      <m:r>
                        <a:rPr lang="en-US" sz="3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CFE407C-15FB-DC19-149C-B92E3DD84C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91518" y="2400049"/>
                <a:ext cx="3662669" cy="55399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Picture 10">
            <a:extLst>
              <a:ext uri="{FF2B5EF4-FFF2-40B4-BE49-F238E27FC236}">
                <a16:creationId xmlns:a16="http://schemas.microsoft.com/office/drawing/2014/main" id="{0B92BE8F-187D-3695-BF31-AF82686B4A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410" y="1980517"/>
            <a:ext cx="4946073" cy="487748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964CDCF-08CF-276E-FC69-ADBAEF99C51C}"/>
                  </a:ext>
                </a:extLst>
              </p:cNvPr>
              <p:cNvSpPr txBox="1"/>
              <p:nvPr/>
            </p:nvSpPr>
            <p:spPr>
              <a:xfrm>
                <a:off x="5000483" y="4296542"/>
                <a:ext cx="196913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2000" i="1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964CDCF-08CF-276E-FC69-ADBAEF99C5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0483" y="4296542"/>
                <a:ext cx="196913" cy="307777"/>
              </a:xfrm>
              <a:prstGeom prst="rect">
                <a:avLst/>
              </a:prstGeom>
              <a:blipFill>
                <a:blip r:embed="rId5"/>
                <a:stretch>
                  <a:fillRect l="-18182" r="-121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A0DCBC0-D740-74EF-1972-E4E369A6E5E6}"/>
                  </a:ext>
                </a:extLst>
              </p:cNvPr>
              <p:cNvSpPr txBox="1"/>
              <p:nvPr/>
            </p:nvSpPr>
            <p:spPr>
              <a:xfrm>
                <a:off x="2426681" y="1672740"/>
                <a:ext cx="201530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2000" i="1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A0DCBC0-D740-74EF-1972-E4E369A6E5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26681" y="1672740"/>
                <a:ext cx="201530" cy="307777"/>
              </a:xfrm>
              <a:prstGeom prst="rect">
                <a:avLst/>
              </a:prstGeom>
              <a:blipFill>
                <a:blip r:embed="rId6"/>
                <a:stretch>
                  <a:fillRect l="-33333" r="-30303" b="-235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097B1A7-4B18-C053-1C9F-693121F53AB0}"/>
                  </a:ext>
                </a:extLst>
              </p:cNvPr>
              <p:cNvSpPr txBox="1"/>
              <p:nvPr/>
            </p:nvSpPr>
            <p:spPr>
              <a:xfrm>
                <a:off x="6994606" y="3046380"/>
                <a:ext cx="4191253" cy="1815882"/>
              </a:xfrm>
              <a:prstGeom prst="rect">
                <a:avLst/>
              </a:prstGeom>
              <a:solidFill>
                <a:srgbClr val="FFFF66">
                  <a:alpha val="49804"/>
                </a:srgbClr>
              </a:solidFill>
              <a:ln w="381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𝜑</m:t>
                    </m:r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(0)≠0  ⇒   </m:t>
                    </m:r>
                  </m:oMath>
                </a14:m>
                <a:r>
                  <a:rPr lang="en-US" sz="2800" dirty="0"/>
                  <a:t>Nash Equilibrium is no longer a fixed point of time evolution!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097B1A7-4B18-C053-1C9F-693121F53A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94606" y="3046380"/>
                <a:ext cx="4191253" cy="1815882"/>
              </a:xfrm>
              <a:prstGeom prst="rect">
                <a:avLst/>
              </a:prstGeom>
              <a:blipFill>
                <a:blip r:embed="rId7"/>
                <a:stretch>
                  <a:fillRect l="-720" t="-2632" r="-2305" b="-7237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39FDEF4-10A5-FFC3-6D7F-AE38CD1C3CAE}"/>
                  </a:ext>
                </a:extLst>
              </p:cNvPr>
              <p:cNvSpPr txBox="1"/>
              <p:nvPr/>
            </p:nvSpPr>
            <p:spPr>
              <a:xfrm>
                <a:off x="6994605" y="5069435"/>
                <a:ext cx="4191253" cy="1601529"/>
              </a:xfrm>
              <a:prstGeom prst="rect">
                <a:avLst/>
              </a:prstGeom>
              <a:solidFill>
                <a:srgbClr val="FFFF66">
                  <a:alpha val="49804"/>
                </a:srgbClr>
              </a:solidFill>
              <a:ln w="381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2800" dirty="0"/>
                  <a:t>Does this only work because our Nash equilibrium is at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(</m:t>
                    </m:r>
                    <m:f>
                      <m:f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,</m:t>
                    </m:r>
                    <m:f>
                      <m:f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800" dirty="0"/>
                  <a:t>?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39FDEF4-10A5-FFC3-6D7F-AE38CD1C3C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94605" y="5069435"/>
                <a:ext cx="4191253" cy="1601529"/>
              </a:xfrm>
              <a:prstGeom prst="rect">
                <a:avLst/>
              </a:prstGeom>
              <a:blipFill>
                <a:blip r:embed="rId8"/>
                <a:stretch>
                  <a:fillRect t="-2985" b="-1493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074043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32DF4C-E161-D356-583A-F12854B6ED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ADA078D9-E801-C23F-9C59-5613079BB7F9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23FBBC1-71D6-AAFF-B8AB-13330360D98C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D92723F-DED4-C71E-560D-9901D1E98EA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815851" y="1753718"/>
            <a:ext cx="6273478" cy="401032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95C06E9-762D-D942-31A1-910E458C2F7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3690" y="1794801"/>
            <a:ext cx="4267303" cy="369004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B847A7E3-1493-3FF9-0255-4765F3EC329F}"/>
                  </a:ext>
                </a:extLst>
              </p:cNvPr>
              <p:cNvSpPr txBox="1"/>
              <p:nvPr/>
            </p:nvSpPr>
            <p:spPr>
              <a:xfrm>
                <a:off x="894903" y="6312734"/>
                <a:ext cx="3780961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800" dirty="0"/>
                  <a:t>From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2800" dirty="0"/>
                  <a:t> to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=10</m:t>
                    </m:r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B847A7E3-1493-3FF9-0255-4765F3EC32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4903" y="6312734"/>
                <a:ext cx="3780961" cy="523220"/>
              </a:xfrm>
              <a:prstGeom prst="rect">
                <a:avLst/>
              </a:prstGeom>
              <a:blipFill>
                <a:blip r:embed="rId5"/>
                <a:stretch>
                  <a:fillRect l="-3387" t="-12941" b="-329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1387232B-ED4C-0D39-4F9E-361CB52B9EDC}"/>
                  </a:ext>
                </a:extLst>
              </p:cNvPr>
              <p:cNvSpPr txBox="1"/>
              <p:nvPr/>
            </p:nvSpPr>
            <p:spPr>
              <a:xfrm>
                <a:off x="741897" y="5392993"/>
                <a:ext cx="3599097" cy="90178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d>
                        <m:dPr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sz="2800" i="1" dirty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,</m:t>
                      </m:r>
                      <m:sSup>
                        <m:sSupPr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i="1" dirty="0">
                          <a:latin typeface="Cambria Math" panose="02040503050406030204" pitchFamily="18" charset="0"/>
                        </a:rPr>
                        <m:t>(0)=</m:t>
                      </m:r>
                      <m:f>
                        <m:fPr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1387232B-ED4C-0D39-4F9E-361CB52B9E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1897" y="5392993"/>
                <a:ext cx="3599097" cy="90178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16C65C37-B7BB-5DF6-E34D-00212EA5968D}"/>
              </a:ext>
            </a:extLst>
          </p:cNvPr>
          <p:cNvSpPr txBox="1"/>
          <p:nvPr/>
        </p:nvSpPr>
        <p:spPr>
          <a:xfrm>
            <a:off x="1794057" y="429884"/>
            <a:ext cx="896131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Changing the Activation Function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9E252B5-024A-264F-2699-9C9DEAEE5582}"/>
              </a:ext>
            </a:extLst>
          </p:cNvPr>
          <p:cNvSpPr txBox="1"/>
          <p:nvPr/>
        </p:nvSpPr>
        <p:spPr>
          <a:xfrm>
            <a:off x="7851008" y="5633714"/>
            <a:ext cx="291919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u="sng" dirty="0"/>
              <a:t>Activation Function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E000AC4-0C2C-064A-9D06-F699969F8844}"/>
                  </a:ext>
                </a:extLst>
              </p:cNvPr>
              <p:cNvSpPr txBox="1"/>
              <p:nvPr/>
            </p:nvSpPr>
            <p:spPr>
              <a:xfrm>
                <a:off x="7935565" y="6004457"/>
                <a:ext cx="2848344" cy="82400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𝜑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)=</m:t>
                      </m:r>
                      <m:r>
                        <m:rPr>
                          <m:sty m:val="p"/>
                        </m:rP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ln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e</m:t>
                              </m:r>
                            </m:e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sup>
                          </m:sSup>
                        </m:num>
                        <m:den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E000AC4-0C2C-064A-9D06-F699969F88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35565" y="6004457"/>
                <a:ext cx="2848344" cy="824008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750072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B893F7-7C1F-D0D2-5032-F8FF5922FC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88834A5-3A73-A37D-D20D-86A0891AE55D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DC5B9E9-7D62-14FB-5CFD-A69D5C8BB000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5392BA0-F00A-8289-F806-0D1A4DD13C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815851" y="1784269"/>
            <a:ext cx="6273478" cy="394922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847AA17-1719-76B5-A015-FB8C4150CC6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3690" y="1794801"/>
            <a:ext cx="4267303" cy="369004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838CCFF-D9A6-5904-257E-777DA584897B}"/>
                  </a:ext>
                </a:extLst>
              </p:cNvPr>
              <p:cNvSpPr txBox="1"/>
              <p:nvPr/>
            </p:nvSpPr>
            <p:spPr>
              <a:xfrm>
                <a:off x="894903" y="6312734"/>
                <a:ext cx="3780961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800" dirty="0"/>
                  <a:t>From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2800" dirty="0"/>
                  <a:t> to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=10</m:t>
                    </m:r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838CCFF-D9A6-5904-257E-777DA58489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4903" y="6312734"/>
                <a:ext cx="3780961" cy="523220"/>
              </a:xfrm>
              <a:prstGeom prst="rect">
                <a:avLst/>
              </a:prstGeom>
              <a:blipFill>
                <a:blip r:embed="rId5"/>
                <a:stretch>
                  <a:fillRect l="-3387" t="-12941" b="-329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00985C3-6F23-6005-CC2A-C8FD67C77C3A}"/>
                  </a:ext>
                </a:extLst>
              </p:cNvPr>
              <p:cNvSpPr txBox="1"/>
              <p:nvPr/>
            </p:nvSpPr>
            <p:spPr>
              <a:xfrm>
                <a:off x="741897" y="5392993"/>
                <a:ext cx="3599097" cy="90178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d>
                        <m:dPr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sz="2800" i="1" dirty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,</m:t>
                      </m:r>
                      <m:sSup>
                        <m:sSupPr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i="1" dirty="0">
                          <a:latin typeface="Cambria Math" panose="02040503050406030204" pitchFamily="18" charset="0"/>
                        </a:rPr>
                        <m:t>(0)=</m:t>
                      </m:r>
                      <m:f>
                        <m:fPr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00985C3-6F23-6005-CC2A-C8FD67C77C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1897" y="5392993"/>
                <a:ext cx="3599097" cy="90178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0A4E3DDA-0B42-70C5-DF16-42C9CEC0D158}"/>
              </a:ext>
            </a:extLst>
          </p:cNvPr>
          <p:cNvSpPr txBox="1"/>
          <p:nvPr/>
        </p:nvSpPr>
        <p:spPr>
          <a:xfrm>
            <a:off x="7851008" y="5633714"/>
            <a:ext cx="291919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u="sng" dirty="0"/>
              <a:t>Activation Function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9559D4C-7611-83EF-F12B-FDA25AB1E67E}"/>
                  </a:ext>
                </a:extLst>
              </p:cNvPr>
              <p:cNvSpPr txBox="1"/>
              <p:nvPr/>
            </p:nvSpPr>
            <p:spPr>
              <a:xfrm>
                <a:off x="7851008" y="6079334"/>
                <a:ext cx="304801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𝜑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)=</m:t>
                      </m:r>
                      <m:r>
                        <m:rPr>
                          <m:sty m:val="p"/>
                        </m:rP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ln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(1+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e</m:t>
                          </m:r>
                        </m:e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sup>
                      </m:sSup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9559D4C-7611-83EF-F12B-FDA25AB1E6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51008" y="6079334"/>
                <a:ext cx="3048014" cy="43088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0C2D27C7-101B-AF5F-A147-1397A840A6C6}"/>
              </a:ext>
            </a:extLst>
          </p:cNvPr>
          <p:cNvSpPr txBox="1"/>
          <p:nvPr/>
        </p:nvSpPr>
        <p:spPr>
          <a:xfrm>
            <a:off x="1794057" y="429884"/>
            <a:ext cx="896131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Changing the Activation Function</a:t>
            </a:r>
          </a:p>
        </p:txBody>
      </p:sp>
    </p:spTree>
    <p:extLst>
      <p:ext uri="{BB962C8B-B14F-4D97-AF65-F5344CB8AC3E}">
        <p14:creationId xmlns:p14="http://schemas.microsoft.com/office/powerpoint/2010/main" val="6164005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F7AAE8-8FD4-DDC9-8BAB-5D9576A83C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51531EF5-AC43-2821-8891-44CAC5E5AD59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1EF94FE-7CD0-CAD3-46F5-4CEB1DB20A3F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CA2A6DC-7D1E-8ED4-F8EE-3408E9E1B5F3}"/>
                  </a:ext>
                </a:extLst>
              </p:cNvPr>
              <p:cNvSpPr txBox="1"/>
              <p:nvPr/>
            </p:nvSpPr>
            <p:spPr>
              <a:xfrm>
                <a:off x="2701636" y="378560"/>
                <a:ext cx="9206345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spcAft>
                    <a:spcPts val="1200"/>
                  </a:spcAft>
                </a:pP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𝟑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BNN Dynamics Example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CA2A6DC-7D1E-8ED4-F8EE-3408E9E1B5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01636" y="378560"/>
                <a:ext cx="9206345" cy="707886"/>
              </a:xfrm>
              <a:prstGeom prst="rect">
                <a:avLst/>
              </a:prstGeom>
              <a:blipFill>
                <a:blip r:embed="rId3"/>
                <a:stretch>
                  <a:fillRect t="-15517" b="-362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072B6C6-FC9C-C8EE-F0ED-B98FFC1CBE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06500690"/>
              </p:ext>
            </p:extLst>
          </p:nvPr>
        </p:nvGraphicFramePr>
        <p:xfrm>
          <a:off x="1240429" y="3399128"/>
          <a:ext cx="4064811" cy="2997207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354937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425916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283958">
                  <a:extLst>
                    <a:ext uri="{9D8B030D-6E8A-4147-A177-3AD203B41FA5}">
                      <a16:colId xmlns:a16="http://schemas.microsoft.com/office/drawing/2014/main" val="2881712420"/>
                    </a:ext>
                  </a:extLst>
                </a:gridCol>
              </a:tblGrid>
              <a:tr h="999069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999069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999069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96015318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EDF5E2B5-2491-0862-F120-4D30E732D2A2}"/>
              </a:ext>
            </a:extLst>
          </p:cNvPr>
          <p:cNvSpPr txBox="1"/>
          <p:nvPr/>
        </p:nvSpPr>
        <p:spPr>
          <a:xfrm>
            <a:off x="460145" y="1763117"/>
            <a:ext cx="538343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Player 1 Payoff Matrix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7ECCCE0-3174-14E2-3205-F6FA85D3EDC6}"/>
              </a:ext>
            </a:extLst>
          </p:cNvPr>
          <p:cNvSpPr txBox="1"/>
          <p:nvPr/>
        </p:nvSpPr>
        <p:spPr>
          <a:xfrm>
            <a:off x="6413164" y="1721148"/>
            <a:ext cx="522880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Player 2 Payoff Matrix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788A83F-B412-78D3-49B6-8A367E716024}"/>
                  </a:ext>
                </a:extLst>
              </p:cNvPr>
              <p:cNvSpPr txBox="1"/>
              <p:nvPr/>
            </p:nvSpPr>
            <p:spPr>
              <a:xfrm>
                <a:off x="1047294" y="6396335"/>
                <a:ext cx="1167893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Player 1 Strategy: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=(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400" b="0" i="1" smtClean="0">
                            <a:latin typeface="Cambria Math" panose="02040503050406030204" pitchFamily="18" charset="0"/>
                          </a:rPr>
                          <m:t>z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                            Player 2 Strategy: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=(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788A83F-B412-78D3-49B6-8A367E7160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7294" y="6396335"/>
                <a:ext cx="11678935" cy="461665"/>
              </a:xfrm>
              <a:prstGeom prst="rect">
                <a:avLst/>
              </a:prstGeom>
              <a:blipFill>
                <a:blip r:embed="rId4"/>
                <a:stretch>
                  <a:fillRect l="-835" t="-9211" b="-30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906C6F60-89A0-F8DB-7917-83629C3A8FE7}"/>
              </a:ext>
            </a:extLst>
          </p:cNvPr>
          <p:cNvSpPr txBox="1"/>
          <p:nvPr/>
        </p:nvSpPr>
        <p:spPr>
          <a:xfrm rot="16200000">
            <a:off x="-585983" y="4497047"/>
            <a:ext cx="21670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5BCCE3A-F5DD-6C6E-E795-2C6ECEE60965}"/>
              </a:ext>
            </a:extLst>
          </p:cNvPr>
          <p:cNvSpPr txBox="1"/>
          <p:nvPr/>
        </p:nvSpPr>
        <p:spPr>
          <a:xfrm>
            <a:off x="775977" y="3568567"/>
            <a:ext cx="4644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98347F1-0485-B054-9DB2-E43E73D38334}"/>
              </a:ext>
            </a:extLst>
          </p:cNvPr>
          <p:cNvSpPr txBox="1"/>
          <p:nvPr/>
        </p:nvSpPr>
        <p:spPr>
          <a:xfrm>
            <a:off x="775977" y="4574564"/>
            <a:ext cx="4644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0E0A3E2-26C8-132E-3C0A-FD4F422FF4B5}"/>
              </a:ext>
            </a:extLst>
          </p:cNvPr>
          <p:cNvSpPr txBox="1"/>
          <p:nvPr/>
        </p:nvSpPr>
        <p:spPr>
          <a:xfrm>
            <a:off x="1672342" y="2862101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98BF70F-C500-2EF4-2DBC-627BFAB086B6}"/>
              </a:ext>
            </a:extLst>
          </p:cNvPr>
          <p:cNvSpPr txBox="1"/>
          <p:nvPr/>
        </p:nvSpPr>
        <p:spPr>
          <a:xfrm>
            <a:off x="3053373" y="2844431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269F748-CFED-3B02-4841-54A978350146}"/>
              </a:ext>
            </a:extLst>
          </p:cNvPr>
          <p:cNvSpPr txBox="1"/>
          <p:nvPr/>
        </p:nvSpPr>
        <p:spPr>
          <a:xfrm>
            <a:off x="2328001" y="2336554"/>
            <a:ext cx="218897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0070C0"/>
                </a:solidFill>
              </a:rPr>
              <a:t>Player 2</a:t>
            </a:r>
          </a:p>
        </p:txBody>
      </p:sp>
      <p:graphicFrame>
        <p:nvGraphicFramePr>
          <p:cNvPr id="22" name="Table 21">
            <a:extLst>
              <a:ext uri="{FF2B5EF4-FFF2-40B4-BE49-F238E27FC236}">
                <a16:creationId xmlns:a16="http://schemas.microsoft.com/office/drawing/2014/main" id="{21242931-E686-160A-BBA5-85B3E6C8FB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76622480"/>
              </p:ext>
            </p:extLst>
          </p:nvPr>
        </p:nvGraphicFramePr>
        <p:xfrm>
          <a:off x="7381695" y="3399127"/>
          <a:ext cx="4064811" cy="2997207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354937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425916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283958">
                  <a:extLst>
                    <a:ext uri="{9D8B030D-6E8A-4147-A177-3AD203B41FA5}">
                      <a16:colId xmlns:a16="http://schemas.microsoft.com/office/drawing/2014/main" val="2881712420"/>
                    </a:ext>
                  </a:extLst>
                </a:gridCol>
              </a:tblGrid>
              <a:tr h="999069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999069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999069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96015318"/>
                  </a:ext>
                </a:extLst>
              </a:tr>
            </a:tbl>
          </a:graphicData>
        </a:graphic>
      </p:graphicFrame>
      <p:sp>
        <p:nvSpPr>
          <p:cNvPr id="23" name="TextBox 22">
            <a:extLst>
              <a:ext uri="{FF2B5EF4-FFF2-40B4-BE49-F238E27FC236}">
                <a16:creationId xmlns:a16="http://schemas.microsoft.com/office/drawing/2014/main" id="{D9BB5BE2-FF16-8281-0800-43944A5114E0}"/>
              </a:ext>
            </a:extLst>
          </p:cNvPr>
          <p:cNvSpPr txBox="1"/>
          <p:nvPr/>
        </p:nvSpPr>
        <p:spPr>
          <a:xfrm>
            <a:off x="4345854" y="2851710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C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D80ECF9-D465-726D-27CF-EA59B9FABCB5}"/>
              </a:ext>
            </a:extLst>
          </p:cNvPr>
          <p:cNvSpPr txBox="1"/>
          <p:nvPr/>
        </p:nvSpPr>
        <p:spPr>
          <a:xfrm>
            <a:off x="775977" y="5580561"/>
            <a:ext cx="4644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F21C0B"/>
                </a:solidFill>
              </a:rPr>
              <a:t>3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1632959-2DC3-BDDA-714A-9AB1A5AC6F87}"/>
              </a:ext>
            </a:extLst>
          </p:cNvPr>
          <p:cNvSpPr txBox="1"/>
          <p:nvPr/>
        </p:nvSpPr>
        <p:spPr>
          <a:xfrm rot="16200000">
            <a:off x="5578910" y="4497047"/>
            <a:ext cx="21670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8AE942B-5662-C3B9-F528-E8536B0E9CD8}"/>
              </a:ext>
            </a:extLst>
          </p:cNvPr>
          <p:cNvSpPr txBox="1"/>
          <p:nvPr/>
        </p:nvSpPr>
        <p:spPr>
          <a:xfrm>
            <a:off x="6940870" y="3568567"/>
            <a:ext cx="4644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E84E83A-3F74-3470-2D99-70B8DCF5F271}"/>
              </a:ext>
            </a:extLst>
          </p:cNvPr>
          <p:cNvSpPr txBox="1"/>
          <p:nvPr/>
        </p:nvSpPr>
        <p:spPr>
          <a:xfrm>
            <a:off x="6940870" y="4574564"/>
            <a:ext cx="4644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ABC906A-38CF-58A8-2F82-207309E59C80}"/>
              </a:ext>
            </a:extLst>
          </p:cNvPr>
          <p:cNvSpPr txBox="1"/>
          <p:nvPr/>
        </p:nvSpPr>
        <p:spPr>
          <a:xfrm>
            <a:off x="7837235" y="2862101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69A120C-6DFE-9DB0-789C-B0EB58DA86F7}"/>
              </a:ext>
            </a:extLst>
          </p:cNvPr>
          <p:cNvSpPr txBox="1"/>
          <p:nvPr/>
        </p:nvSpPr>
        <p:spPr>
          <a:xfrm>
            <a:off x="9218266" y="2844431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3825C9A-271E-7AD9-2DCB-CF51429B5ABA}"/>
              </a:ext>
            </a:extLst>
          </p:cNvPr>
          <p:cNvSpPr txBox="1"/>
          <p:nvPr/>
        </p:nvSpPr>
        <p:spPr>
          <a:xfrm>
            <a:off x="8492894" y="2336554"/>
            <a:ext cx="218897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0070C0"/>
                </a:solidFill>
              </a:rPr>
              <a:t>Player 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F011B48-F1E4-982F-9090-82D0C6B39821}"/>
              </a:ext>
            </a:extLst>
          </p:cNvPr>
          <p:cNvSpPr txBox="1"/>
          <p:nvPr/>
        </p:nvSpPr>
        <p:spPr>
          <a:xfrm>
            <a:off x="10510747" y="2851710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C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5EF1B80-C597-0F11-047B-D6DB93C6DB73}"/>
              </a:ext>
            </a:extLst>
          </p:cNvPr>
          <p:cNvSpPr txBox="1"/>
          <p:nvPr/>
        </p:nvSpPr>
        <p:spPr>
          <a:xfrm>
            <a:off x="6940870" y="5580561"/>
            <a:ext cx="4644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F21C0B"/>
                </a:solidFill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3272272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175385-A684-5A70-C282-6626DF919B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8A27E1D-83AF-E036-2474-FAA057AA2CB2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EA9E31B-7954-2374-26C6-4E1898B542CD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2EE144C-44F6-7A09-EA63-B915C4A08AD3}"/>
                  </a:ext>
                </a:extLst>
              </p:cNvPr>
              <p:cNvSpPr txBox="1"/>
              <p:nvPr/>
            </p:nvSpPr>
            <p:spPr>
              <a:xfrm>
                <a:off x="2701636" y="378560"/>
                <a:ext cx="9206345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spcAft>
                    <a:spcPts val="1200"/>
                  </a:spcAft>
                </a:pP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𝟑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BNN Dynamics Example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2EE144C-44F6-7A09-EA63-B915C4A08A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01636" y="378560"/>
                <a:ext cx="9206345" cy="707886"/>
              </a:xfrm>
              <a:prstGeom prst="rect">
                <a:avLst/>
              </a:prstGeom>
              <a:blipFill>
                <a:blip r:embed="rId3"/>
                <a:stretch>
                  <a:fillRect t="-15517" b="-362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8D3B6B4-0E66-859B-B627-5AA4A28E042A}"/>
              </a:ext>
            </a:extLst>
          </p:cNvPr>
          <p:cNvGraphicFramePr>
            <a:graphicFrameLocks noGrp="1"/>
          </p:cNvGraphicFramePr>
          <p:nvPr/>
        </p:nvGraphicFramePr>
        <p:xfrm>
          <a:off x="1240429" y="3399128"/>
          <a:ext cx="4064811" cy="2997207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354937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425916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283958">
                  <a:extLst>
                    <a:ext uri="{9D8B030D-6E8A-4147-A177-3AD203B41FA5}">
                      <a16:colId xmlns:a16="http://schemas.microsoft.com/office/drawing/2014/main" val="2881712420"/>
                    </a:ext>
                  </a:extLst>
                </a:gridCol>
              </a:tblGrid>
              <a:tr h="999069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999069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999069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96015318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178CDDA-E1D9-E161-16B7-B7DADE85D4F5}"/>
                  </a:ext>
                </a:extLst>
              </p:cNvPr>
              <p:cNvSpPr txBox="1"/>
              <p:nvPr/>
            </p:nvSpPr>
            <p:spPr>
              <a:xfrm>
                <a:off x="1047294" y="6396335"/>
                <a:ext cx="1167893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Player 1 Strategy: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=(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400" b="0" i="1" smtClean="0">
                            <a:latin typeface="Cambria Math" panose="02040503050406030204" pitchFamily="18" charset="0"/>
                          </a:rPr>
                          <m:t>z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                            Player 2 Strategy: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=(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178CDDA-E1D9-E161-16B7-B7DADE85D4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7294" y="6396335"/>
                <a:ext cx="11678935" cy="461665"/>
              </a:xfrm>
              <a:prstGeom prst="rect">
                <a:avLst/>
              </a:prstGeom>
              <a:blipFill>
                <a:blip r:embed="rId4"/>
                <a:stretch>
                  <a:fillRect l="-835" t="-9211" b="-30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6D8A67D2-72E1-D865-4027-9946D1B9435D}"/>
              </a:ext>
            </a:extLst>
          </p:cNvPr>
          <p:cNvSpPr txBox="1"/>
          <p:nvPr/>
        </p:nvSpPr>
        <p:spPr>
          <a:xfrm rot="16200000">
            <a:off x="-585983" y="4497047"/>
            <a:ext cx="21670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FC3EFCB-1D84-B389-8559-5F75C50F69F5}"/>
              </a:ext>
            </a:extLst>
          </p:cNvPr>
          <p:cNvSpPr txBox="1"/>
          <p:nvPr/>
        </p:nvSpPr>
        <p:spPr>
          <a:xfrm>
            <a:off x="775977" y="3568567"/>
            <a:ext cx="4644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14D02ED-7024-71BD-60AF-76025D365C89}"/>
              </a:ext>
            </a:extLst>
          </p:cNvPr>
          <p:cNvSpPr txBox="1"/>
          <p:nvPr/>
        </p:nvSpPr>
        <p:spPr>
          <a:xfrm>
            <a:off x="775977" y="4574564"/>
            <a:ext cx="4644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B331738-B855-A06C-CCDA-63408D3C332B}"/>
              </a:ext>
            </a:extLst>
          </p:cNvPr>
          <p:cNvSpPr txBox="1"/>
          <p:nvPr/>
        </p:nvSpPr>
        <p:spPr>
          <a:xfrm>
            <a:off x="1672342" y="2862101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37D6CC8-C83D-FBE4-2D32-C685CC32DF9B}"/>
              </a:ext>
            </a:extLst>
          </p:cNvPr>
          <p:cNvSpPr txBox="1"/>
          <p:nvPr/>
        </p:nvSpPr>
        <p:spPr>
          <a:xfrm>
            <a:off x="3053373" y="2844431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2865A1B-2367-5E01-940F-1CCF042785FF}"/>
              </a:ext>
            </a:extLst>
          </p:cNvPr>
          <p:cNvSpPr txBox="1"/>
          <p:nvPr/>
        </p:nvSpPr>
        <p:spPr>
          <a:xfrm>
            <a:off x="2328001" y="2336554"/>
            <a:ext cx="218897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0070C0"/>
                </a:solidFill>
              </a:rPr>
              <a:t>Player 2</a:t>
            </a:r>
          </a:p>
        </p:txBody>
      </p:sp>
      <p:graphicFrame>
        <p:nvGraphicFramePr>
          <p:cNvPr id="22" name="Table 21">
            <a:extLst>
              <a:ext uri="{FF2B5EF4-FFF2-40B4-BE49-F238E27FC236}">
                <a16:creationId xmlns:a16="http://schemas.microsoft.com/office/drawing/2014/main" id="{7155941A-49DF-E8EF-8D32-FEB29F8AF73F}"/>
              </a:ext>
            </a:extLst>
          </p:cNvPr>
          <p:cNvGraphicFramePr>
            <a:graphicFrameLocks noGrp="1"/>
          </p:cNvGraphicFramePr>
          <p:nvPr/>
        </p:nvGraphicFramePr>
        <p:xfrm>
          <a:off x="7381695" y="3399127"/>
          <a:ext cx="4064811" cy="2997207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354937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425916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283958">
                  <a:extLst>
                    <a:ext uri="{9D8B030D-6E8A-4147-A177-3AD203B41FA5}">
                      <a16:colId xmlns:a16="http://schemas.microsoft.com/office/drawing/2014/main" val="2881712420"/>
                    </a:ext>
                  </a:extLst>
                </a:gridCol>
              </a:tblGrid>
              <a:tr h="999069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999069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999069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96015318"/>
                  </a:ext>
                </a:extLst>
              </a:tr>
            </a:tbl>
          </a:graphicData>
        </a:graphic>
      </p:graphicFrame>
      <p:sp>
        <p:nvSpPr>
          <p:cNvPr id="23" name="TextBox 22">
            <a:extLst>
              <a:ext uri="{FF2B5EF4-FFF2-40B4-BE49-F238E27FC236}">
                <a16:creationId xmlns:a16="http://schemas.microsoft.com/office/drawing/2014/main" id="{E93E611F-D51B-5071-2B24-B471E0414E1A}"/>
              </a:ext>
            </a:extLst>
          </p:cNvPr>
          <p:cNvSpPr txBox="1"/>
          <p:nvPr/>
        </p:nvSpPr>
        <p:spPr>
          <a:xfrm>
            <a:off x="4345854" y="2851710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C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52A5CE7-2830-D7F9-9180-DC3BE7DC6C17}"/>
              </a:ext>
            </a:extLst>
          </p:cNvPr>
          <p:cNvSpPr txBox="1"/>
          <p:nvPr/>
        </p:nvSpPr>
        <p:spPr>
          <a:xfrm>
            <a:off x="775977" y="5580561"/>
            <a:ext cx="4644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F21C0B"/>
                </a:solidFill>
              </a:rPr>
              <a:t>3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B3791C0-5922-8C41-7996-32AE2EB40CD7}"/>
              </a:ext>
            </a:extLst>
          </p:cNvPr>
          <p:cNvSpPr txBox="1"/>
          <p:nvPr/>
        </p:nvSpPr>
        <p:spPr>
          <a:xfrm rot="16200000">
            <a:off x="5578910" y="4497047"/>
            <a:ext cx="21670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457C8B1-2143-F8D8-8D1F-0D44E411841B}"/>
              </a:ext>
            </a:extLst>
          </p:cNvPr>
          <p:cNvSpPr txBox="1"/>
          <p:nvPr/>
        </p:nvSpPr>
        <p:spPr>
          <a:xfrm>
            <a:off x="6940870" y="3568567"/>
            <a:ext cx="4644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AFF627F-9D3D-5E41-B2AF-53C967B79124}"/>
              </a:ext>
            </a:extLst>
          </p:cNvPr>
          <p:cNvSpPr txBox="1"/>
          <p:nvPr/>
        </p:nvSpPr>
        <p:spPr>
          <a:xfrm>
            <a:off x="6940870" y="4574564"/>
            <a:ext cx="4644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6F627BD-77D1-DE99-4076-E49ADF281DE0}"/>
              </a:ext>
            </a:extLst>
          </p:cNvPr>
          <p:cNvSpPr txBox="1"/>
          <p:nvPr/>
        </p:nvSpPr>
        <p:spPr>
          <a:xfrm>
            <a:off x="7837235" y="2862101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D5312AC-28F0-AD02-ECAE-03DCA35FFEDC}"/>
              </a:ext>
            </a:extLst>
          </p:cNvPr>
          <p:cNvSpPr txBox="1"/>
          <p:nvPr/>
        </p:nvSpPr>
        <p:spPr>
          <a:xfrm>
            <a:off x="9218266" y="2844431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D0260F0-4D7E-140C-C608-2FDE563DF671}"/>
              </a:ext>
            </a:extLst>
          </p:cNvPr>
          <p:cNvSpPr txBox="1"/>
          <p:nvPr/>
        </p:nvSpPr>
        <p:spPr>
          <a:xfrm>
            <a:off x="8492894" y="2336554"/>
            <a:ext cx="218897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0070C0"/>
                </a:solidFill>
              </a:rPr>
              <a:t>Player 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729B686-F1A4-018B-9C1B-3D68070497F3}"/>
              </a:ext>
            </a:extLst>
          </p:cNvPr>
          <p:cNvSpPr txBox="1"/>
          <p:nvPr/>
        </p:nvSpPr>
        <p:spPr>
          <a:xfrm>
            <a:off x="10510747" y="2851710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C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5DF9F38-A531-8DEF-B24D-7E03A64E9CED}"/>
              </a:ext>
            </a:extLst>
          </p:cNvPr>
          <p:cNvSpPr txBox="1"/>
          <p:nvPr/>
        </p:nvSpPr>
        <p:spPr>
          <a:xfrm>
            <a:off x="6940870" y="5580561"/>
            <a:ext cx="4644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F21C0B"/>
                </a:solidFill>
              </a:rPr>
              <a:t>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6DC1E59-BA3D-22DB-DD01-9CF37483F62A}"/>
                  </a:ext>
                </a:extLst>
              </p:cNvPr>
              <p:cNvSpPr txBox="1"/>
              <p:nvPr/>
            </p:nvSpPr>
            <p:spPr>
              <a:xfrm>
                <a:off x="174365" y="1750046"/>
                <a:ext cx="10975199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3600" b="1" dirty="0"/>
                  <a:t>First Nash Equilibrium: </a:t>
                </a:r>
                <a14:m>
                  <m:oMath xmlns:m="http://schemas.openxmlformats.org/officeDocument/2006/math">
                    <m:r>
                      <a:rPr lang="en-US" sz="3600" b="1" i="1" smtClean="0">
                        <a:latin typeface="Cambria Math" panose="02040503050406030204" pitchFamily="18" charset="0"/>
                      </a:rPr>
                      <m:t>(1,0,0)</m:t>
                    </m:r>
                  </m:oMath>
                </a14:m>
                <a:r>
                  <a:rPr lang="en-US" sz="3600" b="1" dirty="0"/>
                  <a:t> and </a:t>
                </a:r>
                <a14:m>
                  <m:oMath xmlns:m="http://schemas.openxmlformats.org/officeDocument/2006/math">
                    <m:r>
                      <a:rPr lang="en-US" sz="3600" b="1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3600" b="1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3600" b="1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3600" b="1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sz="3600" b="1" i="1">
                        <a:latin typeface="Cambria Math" panose="02040503050406030204" pitchFamily="18" charset="0"/>
                      </a:rPr>
                      <m:t>,0)</m:t>
                    </m:r>
                  </m:oMath>
                </a14:m>
                <a:r>
                  <a:rPr lang="en-US" sz="3600" b="1" dirty="0"/>
                  <a:t> 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6DC1E59-BA3D-22DB-DD01-9CF37483F6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4365" y="1750046"/>
                <a:ext cx="10975199" cy="646331"/>
              </a:xfrm>
              <a:prstGeom prst="rect">
                <a:avLst/>
              </a:prstGeom>
              <a:blipFill>
                <a:blip r:embed="rId5"/>
                <a:stretch>
                  <a:fillRect l="-1722" t="-13208" b="-358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499AF561-54D6-5B99-45FE-87994BCF9DE4}"/>
              </a:ext>
            </a:extLst>
          </p:cNvPr>
          <p:cNvSpPr txBox="1"/>
          <p:nvPr/>
        </p:nvSpPr>
        <p:spPr>
          <a:xfrm>
            <a:off x="2614498" y="3407449"/>
            <a:ext cx="1427566" cy="1007015"/>
          </a:xfrm>
          <a:prstGeom prst="rect">
            <a:avLst/>
          </a:prstGeom>
          <a:solidFill>
            <a:srgbClr val="00B050">
              <a:alpha val="49804"/>
            </a:srgbClr>
          </a:solidFill>
          <a:ln w="381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endParaRPr lang="en-US" sz="28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B743735-FC4B-DC64-A1F0-D6752FE68F59}"/>
              </a:ext>
            </a:extLst>
          </p:cNvPr>
          <p:cNvSpPr txBox="1"/>
          <p:nvPr/>
        </p:nvSpPr>
        <p:spPr>
          <a:xfrm>
            <a:off x="8742512" y="3411083"/>
            <a:ext cx="1427566" cy="1007015"/>
          </a:xfrm>
          <a:prstGeom prst="rect">
            <a:avLst/>
          </a:prstGeom>
          <a:solidFill>
            <a:srgbClr val="00B050">
              <a:alpha val="49804"/>
            </a:srgbClr>
          </a:solidFill>
          <a:ln w="381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40621735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D043C5-DD16-A02A-45BA-376FB35F21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397615CB-CD65-663F-CEDD-1418A40EACF0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433F6C5-3F16-6B31-FFBC-C7D2F3A1057A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434C838-4DCD-58DB-B9F5-D543DAE4F508}"/>
                  </a:ext>
                </a:extLst>
              </p:cNvPr>
              <p:cNvSpPr txBox="1"/>
              <p:nvPr/>
            </p:nvSpPr>
            <p:spPr>
              <a:xfrm>
                <a:off x="2701636" y="378560"/>
                <a:ext cx="9206345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spcAft>
                    <a:spcPts val="1200"/>
                  </a:spcAft>
                </a:pP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𝟑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BNN Dynamics Example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434C838-4DCD-58DB-B9F5-D543DAE4F5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01636" y="378560"/>
                <a:ext cx="9206345" cy="707886"/>
              </a:xfrm>
              <a:prstGeom prst="rect">
                <a:avLst/>
              </a:prstGeom>
              <a:blipFill>
                <a:blip r:embed="rId3"/>
                <a:stretch>
                  <a:fillRect t="-15517" b="-362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1FA65C47-DDD1-6702-1B03-B955FC789CB0}"/>
              </a:ext>
            </a:extLst>
          </p:cNvPr>
          <p:cNvGraphicFramePr>
            <a:graphicFrameLocks noGrp="1"/>
          </p:cNvGraphicFramePr>
          <p:nvPr/>
        </p:nvGraphicFramePr>
        <p:xfrm>
          <a:off x="1240429" y="3399128"/>
          <a:ext cx="4064811" cy="2997207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354937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425916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283958">
                  <a:extLst>
                    <a:ext uri="{9D8B030D-6E8A-4147-A177-3AD203B41FA5}">
                      <a16:colId xmlns:a16="http://schemas.microsoft.com/office/drawing/2014/main" val="2881712420"/>
                    </a:ext>
                  </a:extLst>
                </a:gridCol>
              </a:tblGrid>
              <a:tr h="999069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999069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999069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96015318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F990C2F-BDB6-D282-9F54-384EABB54D70}"/>
                  </a:ext>
                </a:extLst>
              </p:cNvPr>
              <p:cNvSpPr txBox="1"/>
              <p:nvPr/>
            </p:nvSpPr>
            <p:spPr>
              <a:xfrm>
                <a:off x="1047294" y="6396335"/>
                <a:ext cx="1167893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Player 1 Strategy: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=(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400" b="0" i="1" smtClean="0">
                            <a:latin typeface="Cambria Math" panose="02040503050406030204" pitchFamily="18" charset="0"/>
                          </a:rPr>
                          <m:t>z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                            Player 2 Strategy: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=(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F990C2F-BDB6-D282-9F54-384EABB54D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7294" y="6396335"/>
                <a:ext cx="11678935" cy="461665"/>
              </a:xfrm>
              <a:prstGeom prst="rect">
                <a:avLst/>
              </a:prstGeom>
              <a:blipFill>
                <a:blip r:embed="rId4"/>
                <a:stretch>
                  <a:fillRect l="-835" t="-9211" b="-30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24DCB077-1D64-2101-DBFB-4009FC77DE04}"/>
              </a:ext>
            </a:extLst>
          </p:cNvPr>
          <p:cNvSpPr txBox="1"/>
          <p:nvPr/>
        </p:nvSpPr>
        <p:spPr>
          <a:xfrm rot="16200000">
            <a:off x="-585983" y="4497047"/>
            <a:ext cx="21670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D61A741-53A5-6A4A-DC3F-634A9C62ADEF}"/>
              </a:ext>
            </a:extLst>
          </p:cNvPr>
          <p:cNvSpPr txBox="1"/>
          <p:nvPr/>
        </p:nvSpPr>
        <p:spPr>
          <a:xfrm>
            <a:off x="775977" y="3568567"/>
            <a:ext cx="4644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45C5E43-FB8D-85E9-C2B1-76777722E443}"/>
              </a:ext>
            </a:extLst>
          </p:cNvPr>
          <p:cNvSpPr txBox="1"/>
          <p:nvPr/>
        </p:nvSpPr>
        <p:spPr>
          <a:xfrm>
            <a:off x="775977" y="4574564"/>
            <a:ext cx="4644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DE09E89-E669-887C-DF40-34DBAC1DA88A}"/>
              </a:ext>
            </a:extLst>
          </p:cNvPr>
          <p:cNvSpPr txBox="1"/>
          <p:nvPr/>
        </p:nvSpPr>
        <p:spPr>
          <a:xfrm>
            <a:off x="1672342" y="2862101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4F3B31C-7685-63C9-EB64-0CBCE820FE63}"/>
              </a:ext>
            </a:extLst>
          </p:cNvPr>
          <p:cNvSpPr txBox="1"/>
          <p:nvPr/>
        </p:nvSpPr>
        <p:spPr>
          <a:xfrm>
            <a:off x="3053373" y="2844431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E0E3A5C-D207-EF5F-EA9D-7DDD5887A836}"/>
              </a:ext>
            </a:extLst>
          </p:cNvPr>
          <p:cNvSpPr txBox="1"/>
          <p:nvPr/>
        </p:nvSpPr>
        <p:spPr>
          <a:xfrm>
            <a:off x="2328001" y="2336554"/>
            <a:ext cx="218897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0070C0"/>
                </a:solidFill>
              </a:rPr>
              <a:t>Player 2</a:t>
            </a:r>
          </a:p>
        </p:txBody>
      </p:sp>
      <p:graphicFrame>
        <p:nvGraphicFramePr>
          <p:cNvPr id="22" name="Table 21">
            <a:extLst>
              <a:ext uri="{FF2B5EF4-FFF2-40B4-BE49-F238E27FC236}">
                <a16:creationId xmlns:a16="http://schemas.microsoft.com/office/drawing/2014/main" id="{06E8DDBB-506B-9EAC-E69A-E1B3AC32045A}"/>
              </a:ext>
            </a:extLst>
          </p:cNvPr>
          <p:cNvGraphicFramePr>
            <a:graphicFrameLocks noGrp="1"/>
          </p:cNvGraphicFramePr>
          <p:nvPr/>
        </p:nvGraphicFramePr>
        <p:xfrm>
          <a:off x="7381695" y="3399127"/>
          <a:ext cx="4064811" cy="2997207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354937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425916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283958">
                  <a:extLst>
                    <a:ext uri="{9D8B030D-6E8A-4147-A177-3AD203B41FA5}">
                      <a16:colId xmlns:a16="http://schemas.microsoft.com/office/drawing/2014/main" val="2881712420"/>
                    </a:ext>
                  </a:extLst>
                </a:gridCol>
              </a:tblGrid>
              <a:tr h="999069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999069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999069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96015318"/>
                  </a:ext>
                </a:extLst>
              </a:tr>
            </a:tbl>
          </a:graphicData>
        </a:graphic>
      </p:graphicFrame>
      <p:sp>
        <p:nvSpPr>
          <p:cNvPr id="23" name="TextBox 22">
            <a:extLst>
              <a:ext uri="{FF2B5EF4-FFF2-40B4-BE49-F238E27FC236}">
                <a16:creationId xmlns:a16="http://schemas.microsoft.com/office/drawing/2014/main" id="{8C256372-3AE4-4A41-C6A4-CD27D023F85E}"/>
              </a:ext>
            </a:extLst>
          </p:cNvPr>
          <p:cNvSpPr txBox="1"/>
          <p:nvPr/>
        </p:nvSpPr>
        <p:spPr>
          <a:xfrm>
            <a:off x="4345854" y="2851710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C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F84F4BA-4807-C580-F780-D8551CDEA12B}"/>
              </a:ext>
            </a:extLst>
          </p:cNvPr>
          <p:cNvSpPr txBox="1"/>
          <p:nvPr/>
        </p:nvSpPr>
        <p:spPr>
          <a:xfrm>
            <a:off x="775977" y="5580561"/>
            <a:ext cx="4644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F21C0B"/>
                </a:solidFill>
              </a:rPr>
              <a:t>3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1106FD3-F392-56A1-5D64-1E0A9B103677}"/>
              </a:ext>
            </a:extLst>
          </p:cNvPr>
          <p:cNvSpPr txBox="1"/>
          <p:nvPr/>
        </p:nvSpPr>
        <p:spPr>
          <a:xfrm rot="16200000">
            <a:off x="5578910" y="4497047"/>
            <a:ext cx="21670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8B7F856-112A-385A-1617-4823941B4114}"/>
              </a:ext>
            </a:extLst>
          </p:cNvPr>
          <p:cNvSpPr txBox="1"/>
          <p:nvPr/>
        </p:nvSpPr>
        <p:spPr>
          <a:xfrm>
            <a:off x="6940870" y="3568567"/>
            <a:ext cx="4644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B2B16D2-86D9-6688-5C2A-9879AAF5FB90}"/>
              </a:ext>
            </a:extLst>
          </p:cNvPr>
          <p:cNvSpPr txBox="1"/>
          <p:nvPr/>
        </p:nvSpPr>
        <p:spPr>
          <a:xfrm>
            <a:off x="6940870" y="4574564"/>
            <a:ext cx="4644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6B3A3E7-BFD7-87BA-A154-AC627911C394}"/>
              </a:ext>
            </a:extLst>
          </p:cNvPr>
          <p:cNvSpPr txBox="1"/>
          <p:nvPr/>
        </p:nvSpPr>
        <p:spPr>
          <a:xfrm>
            <a:off x="7837235" y="2862101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EC5FF85-B871-EE13-64E0-4C029ABBCE9E}"/>
              </a:ext>
            </a:extLst>
          </p:cNvPr>
          <p:cNvSpPr txBox="1"/>
          <p:nvPr/>
        </p:nvSpPr>
        <p:spPr>
          <a:xfrm>
            <a:off x="9218266" y="2844431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ECF8FDB-401A-C0F5-CE5F-062E0FB5179F}"/>
              </a:ext>
            </a:extLst>
          </p:cNvPr>
          <p:cNvSpPr txBox="1"/>
          <p:nvPr/>
        </p:nvSpPr>
        <p:spPr>
          <a:xfrm>
            <a:off x="8492894" y="2336554"/>
            <a:ext cx="218897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0070C0"/>
                </a:solidFill>
              </a:rPr>
              <a:t>Player 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73078DA-C75F-9EB7-DB67-442CF31780DD}"/>
              </a:ext>
            </a:extLst>
          </p:cNvPr>
          <p:cNvSpPr txBox="1"/>
          <p:nvPr/>
        </p:nvSpPr>
        <p:spPr>
          <a:xfrm>
            <a:off x="10510747" y="2851710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C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D71D776-A7DF-EE9A-6C08-6B97F12ECCF4}"/>
              </a:ext>
            </a:extLst>
          </p:cNvPr>
          <p:cNvSpPr txBox="1"/>
          <p:nvPr/>
        </p:nvSpPr>
        <p:spPr>
          <a:xfrm>
            <a:off x="6940870" y="5580561"/>
            <a:ext cx="4644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F21C0B"/>
                </a:solidFill>
              </a:rPr>
              <a:t>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897C556-EA5B-3E98-D1F3-F1D3CF99993B}"/>
                  </a:ext>
                </a:extLst>
              </p:cNvPr>
              <p:cNvSpPr txBox="1"/>
              <p:nvPr/>
            </p:nvSpPr>
            <p:spPr>
              <a:xfrm>
                <a:off x="174365" y="1750046"/>
                <a:ext cx="11484235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3600" b="1" dirty="0"/>
                  <a:t>Second Nash Equilibrium: </a:t>
                </a:r>
                <a14:m>
                  <m:oMath xmlns:m="http://schemas.openxmlformats.org/officeDocument/2006/math">
                    <m:r>
                      <a:rPr lang="en-US" sz="3600" b="1" i="1" smtClean="0">
                        <a:latin typeface="Cambria Math" panose="02040503050406030204" pitchFamily="18" charset="0"/>
                      </a:rPr>
                      <m:t>(0,</m:t>
                    </m:r>
                    <m:f>
                      <m:fPr>
                        <m:type m:val="skw"/>
                        <m:ctrlPr>
                          <a:rPr lang="en-US" sz="3600" b="1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3600" b="1" i="1" smtClean="0"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en-US" sz="3600" b="1" i="1" smtClean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 lang="en-US" sz="3600" b="1" i="1" smtClean="0">
                        <a:latin typeface="Cambria Math" panose="02040503050406030204" pitchFamily="18" charset="0"/>
                      </a:rPr>
                      <m:t>,</m:t>
                    </m:r>
                    <m:f>
                      <m:fPr>
                        <m:type m:val="skw"/>
                        <m:ctrlPr>
                          <a:rPr lang="en-US" sz="3600" b="1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3600" b="1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3600" b="1" i="1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 lang="en-US" sz="3600" b="1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3600" b="1" dirty="0"/>
                  <a:t> and </a:t>
                </a:r>
                <a14:m>
                  <m:oMath xmlns:m="http://schemas.openxmlformats.org/officeDocument/2006/math">
                    <m:r>
                      <a:rPr lang="en-US" sz="3600" b="1" i="1">
                        <a:latin typeface="Cambria Math" panose="02040503050406030204" pitchFamily="18" charset="0"/>
                      </a:rPr>
                      <m:t>(</m:t>
                    </m:r>
                    <m:f>
                      <m:fPr>
                        <m:type m:val="skw"/>
                        <m:ctrlPr>
                          <a:rPr lang="en-US" sz="3600" b="1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3600" b="1" i="1" smtClean="0">
                            <a:latin typeface="Cambria Math" panose="02040503050406030204" pitchFamily="18" charset="0"/>
                          </a:rPr>
                          <m:t>4</m:t>
                        </m:r>
                      </m:num>
                      <m:den>
                        <m:r>
                          <a:rPr lang="en-US" sz="3600" b="1" i="1" smtClean="0">
                            <a:latin typeface="Cambria Math" panose="02040503050406030204" pitchFamily="18" charset="0"/>
                          </a:rPr>
                          <m:t>5</m:t>
                        </m:r>
                      </m:den>
                    </m:f>
                    <m:r>
                      <a:rPr lang="en-US" sz="3600" b="1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3600" b="1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3600" b="1" i="1">
                        <a:latin typeface="Cambria Math" panose="02040503050406030204" pitchFamily="18" charset="0"/>
                      </a:rPr>
                      <m:t>,</m:t>
                    </m:r>
                    <m:f>
                      <m:fPr>
                        <m:type m:val="skw"/>
                        <m:ctrlPr>
                          <a:rPr lang="en-US" sz="3600" b="1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3600" b="1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3600" b="1" i="1">
                            <a:latin typeface="Cambria Math" panose="02040503050406030204" pitchFamily="18" charset="0"/>
                          </a:rPr>
                          <m:t>5</m:t>
                        </m:r>
                      </m:den>
                    </m:f>
                    <m:r>
                      <a:rPr lang="en-US" sz="3600" b="1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3600" b="1" dirty="0"/>
                  <a:t> 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897C556-EA5B-3E98-D1F3-F1D3CF9999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4365" y="1750046"/>
                <a:ext cx="11484235" cy="646331"/>
              </a:xfrm>
              <a:prstGeom prst="rect">
                <a:avLst/>
              </a:prstGeom>
              <a:blipFill>
                <a:blip r:embed="rId5"/>
                <a:stretch>
                  <a:fillRect l="-1645" t="-13208" b="-358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46152107-8696-CD88-ACA8-08CE53B73468}"/>
              </a:ext>
            </a:extLst>
          </p:cNvPr>
          <p:cNvSpPr txBox="1"/>
          <p:nvPr/>
        </p:nvSpPr>
        <p:spPr>
          <a:xfrm>
            <a:off x="1240429" y="4404103"/>
            <a:ext cx="1337190" cy="989481"/>
          </a:xfrm>
          <a:prstGeom prst="rect">
            <a:avLst/>
          </a:prstGeom>
          <a:solidFill>
            <a:srgbClr val="92D050">
              <a:alpha val="49804"/>
            </a:srgbClr>
          </a:solidFill>
          <a:ln w="381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0A73FE-30DC-848D-1FEF-0DF55E233C32}"/>
              </a:ext>
            </a:extLst>
          </p:cNvPr>
          <p:cNvSpPr txBox="1"/>
          <p:nvPr/>
        </p:nvSpPr>
        <p:spPr>
          <a:xfrm>
            <a:off x="1235973" y="5424524"/>
            <a:ext cx="1337190" cy="989481"/>
          </a:xfrm>
          <a:prstGeom prst="rect">
            <a:avLst/>
          </a:prstGeom>
          <a:solidFill>
            <a:srgbClr val="FFFF00">
              <a:alpha val="49804"/>
            </a:srgbClr>
          </a:solidFill>
          <a:ln w="381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endParaRPr lang="en-US" sz="28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817E5A9-A3AD-3999-CE59-F8808F58959C}"/>
              </a:ext>
            </a:extLst>
          </p:cNvPr>
          <p:cNvSpPr txBox="1"/>
          <p:nvPr/>
        </p:nvSpPr>
        <p:spPr>
          <a:xfrm>
            <a:off x="3985479" y="4400969"/>
            <a:ext cx="1337190" cy="989481"/>
          </a:xfrm>
          <a:prstGeom prst="rect">
            <a:avLst/>
          </a:prstGeom>
          <a:solidFill>
            <a:srgbClr val="FFC000">
              <a:alpha val="49804"/>
            </a:srgbClr>
          </a:solidFill>
          <a:ln w="381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endParaRPr lang="en-US" sz="28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8257465-DA8B-135A-C1A7-1089F7855FC5}"/>
              </a:ext>
            </a:extLst>
          </p:cNvPr>
          <p:cNvSpPr txBox="1"/>
          <p:nvPr/>
        </p:nvSpPr>
        <p:spPr>
          <a:xfrm>
            <a:off x="3981023" y="5421390"/>
            <a:ext cx="1337190" cy="989481"/>
          </a:xfrm>
          <a:prstGeom prst="rect">
            <a:avLst/>
          </a:prstGeom>
          <a:solidFill>
            <a:srgbClr val="FF0000">
              <a:alpha val="49804"/>
            </a:srgbClr>
          </a:solidFill>
          <a:ln w="381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endParaRPr lang="en-US" sz="28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A17B795-CDC5-5763-CF90-31CCA7DB8C6A}"/>
              </a:ext>
            </a:extLst>
          </p:cNvPr>
          <p:cNvSpPr txBox="1"/>
          <p:nvPr/>
        </p:nvSpPr>
        <p:spPr>
          <a:xfrm>
            <a:off x="7399124" y="4389566"/>
            <a:ext cx="1337190" cy="989481"/>
          </a:xfrm>
          <a:prstGeom prst="rect">
            <a:avLst/>
          </a:prstGeom>
          <a:solidFill>
            <a:srgbClr val="92D050">
              <a:alpha val="49804"/>
            </a:srgbClr>
          </a:solidFill>
          <a:ln w="381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endParaRPr lang="en-US" sz="28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709B88E-3BB9-FF2B-C0B7-BEEB07FBAF5B}"/>
              </a:ext>
            </a:extLst>
          </p:cNvPr>
          <p:cNvSpPr txBox="1"/>
          <p:nvPr/>
        </p:nvSpPr>
        <p:spPr>
          <a:xfrm>
            <a:off x="7394668" y="5409987"/>
            <a:ext cx="1337190" cy="989481"/>
          </a:xfrm>
          <a:prstGeom prst="rect">
            <a:avLst/>
          </a:prstGeom>
          <a:solidFill>
            <a:srgbClr val="FFFF00">
              <a:alpha val="49804"/>
            </a:srgbClr>
          </a:solidFill>
          <a:ln w="381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endParaRPr lang="en-US" sz="28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9BE96B1-D1BC-777C-6839-3C995B6D2B97}"/>
              </a:ext>
            </a:extLst>
          </p:cNvPr>
          <p:cNvSpPr txBox="1"/>
          <p:nvPr/>
        </p:nvSpPr>
        <p:spPr>
          <a:xfrm>
            <a:off x="10144174" y="4386432"/>
            <a:ext cx="1337190" cy="989481"/>
          </a:xfrm>
          <a:prstGeom prst="rect">
            <a:avLst/>
          </a:prstGeom>
          <a:solidFill>
            <a:srgbClr val="FFC000">
              <a:alpha val="49804"/>
            </a:srgbClr>
          </a:solidFill>
          <a:ln w="381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endParaRPr lang="en-US" sz="28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AFDEFAF-EFD5-C78C-27D8-1F29995885AE}"/>
              </a:ext>
            </a:extLst>
          </p:cNvPr>
          <p:cNvSpPr txBox="1"/>
          <p:nvPr/>
        </p:nvSpPr>
        <p:spPr>
          <a:xfrm>
            <a:off x="10139718" y="5406853"/>
            <a:ext cx="1337190" cy="989481"/>
          </a:xfrm>
          <a:prstGeom prst="rect">
            <a:avLst/>
          </a:prstGeom>
          <a:solidFill>
            <a:srgbClr val="FF0000">
              <a:alpha val="49804"/>
            </a:srgbClr>
          </a:solidFill>
          <a:ln w="381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37312247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AEB18C-D49F-EB34-B1B0-AC0CA79F84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A53C36B1-9388-3B0A-3353-E7DCD70630E1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F4EA89B-00C0-83D4-7266-66254C98F54C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7CD6474-8912-7947-9E69-61DE581EDEB4}"/>
                  </a:ext>
                </a:extLst>
              </p:cNvPr>
              <p:cNvSpPr txBox="1"/>
              <p:nvPr/>
            </p:nvSpPr>
            <p:spPr>
              <a:xfrm>
                <a:off x="2701636" y="378560"/>
                <a:ext cx="9206345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spcAft>
                    <a:spcPts val="1200"/>
                  </a:spcAft>
                </a:pP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𝟑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BNN Dynamics Example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7CD6474-8912-7947-9E69-61DE581EDE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01636" y="378560"/>
                <a:ext cx="9206345" cy="707886"/>
              </a:xfrm>
              <a:prstGeom prst="rect">
                <a:avLst/>
              </a:prstGeom>
              <a:blipFill>
                <a:blip r:embed="rId3"/>
                <a:stretch>
                  <a:fillRect t="-15517" b="-362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80A33D2-9B30-B0A2-1D32-3A5D91DEAE5A}"/>
              </a:ext>
            </a:extLst>
          </p:cNvPr>
          <p:cNvGraphicFramePr>
            <a:graphicFrameLocks noGrp="1"/>
          </p:cNvGraphicFramePr>
          <p:nvPr/>
        </p:nvGraphicFramePr>
        <p:xfrm>
          <a:off x="1240429" y="3399128"/>
          <a:ext cx="4064811" cy="2997207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354937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425916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283958">
                  <a:extLst>
                    <a:ext uri="{9D8B030D-6E8A-4147-A177-3AD203B41FA5}">
                      <a16:colId xmlns:a16="http://schemas.microsoft.com/office/drawing/2014/main" val="2881712420"/>
                    </a:ext>
                  </a:extLst>
                </a:gridCol>
              </a:tblGrid>
              <a:tr h="999069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999069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999069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96015318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B17C3D5-58BD-4747-EDE8-D2EC0E2F9458}"/>
                  </a:ext>
                </a:extLst>
              </p:cNvPr>
              <p:cNvSpPr txBox="1"/>
              <p:nvPr/>
            </p:nvSpPr>
            <p:spPr>
              <a:xfrm>
                <a:off x="1047294" y="6396335"/>
                <a:ext cx="1167893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Player 1 Strategy: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=(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400" b="0" i="1" smtClean="0">
                            <a:latin typeface="Cambria Math" panose="02040503050406030204" pitchFamily="18" charset="0"/>
                          </a:rPr>
                          <m:t>z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                            Player 2 Strategy: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=(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B17C3D5-58BD-4747-EDE8-D2EC0E2F94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7294" y="6396335"/>
                <a:ext cx="11678935" cy="461665"/>
              </a:xfrm>
              <a:prstGeom prst="rect">
                <a:avLst/>
              </a:prstGeom>
              <a:blipFill>
                <a:blip r:embed="rId4"/>
                <a:stretch>
                  <a:fillRect l="-835" t="-9211" b="-30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B58DBAB6-DA5A-FA34-031B-E6D894B722DE}"/>
              </a:ext>
            </a:extLst>
          </p:cNvPr>
          <p:cNvSpPr txBox="1"/>
          <p:nvPr/>
        </p:nvSpPr>
        <p:spPr>
          <a:xfrm rot="16200000">
            <a:off x="-585983" y="4497047"/>
            <a:ext cx="21670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1DD198B-6F39-6072-5630-2EE701D54BFF}"/>
              </a:ext>
            </a:extLst>
          </p:cNvPr>
          <p:cNvSpPr txBox="1"/>
          <p:nvPr/>
        </p:nvSpPr>
        <p:spPr>
          <a:xfrm>
            <a:off x="775977" y="3568567"/>
            <a:ext cx="4644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46C0B39-209C-C967-0854-362B92796E86}"/>
              </a:ext>
            </a:extLst>
          </p:cNvPr>
          <p:cNvSpPr txBox="1"/>
          <p:nvPr/>
        </p:nvSpPr>
        <p:spPr>
          <a:xfrm>
            <a:off x="775977" y="4574564"/>
            <a:ext cx="4644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840F481-F034-CB1D-DDAF-18FB6174595E}"/>
              </a:ext>
            </a:extLst>
          </p:cNvPr>
          <p:cNvSpPr txBox="1"/>
          <p:nvPr/>
        </p:nvSpPr>
        <p:spPr>
          <a:xfrm>
            <a:off x="1672342" y="2862101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7939015-78DA-D43A-B0A2-234830CEE997}"/>
              </a:ext>
            </a:extLst>
          </p:cNvPr>
          <p:cNvSpPr txBox="1"/>
          <p:nvPr/>
        </p:nvSpPr>
        <p:spPr>
          <a:xfrm>
            <a:off x="3053373" y="2844431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7B4BBA0-17F6-4F34-093C-C8E3A4157B93}"/>
              </a:ext>
            </a:extLst>
          </p:cNvPr>
          <p:cNvSpPr txBox="1"/>
          <p:nvPr/>
        </p:nvSpPr>
        <p:spPr>
          <a:xfrm>
            <a:off x="2328001" y="2336554"/>
            <a:ext cx="218897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0070C0"/>
                </a:solidFill>
              </a:rPr>
              <a:t>Player 2</a:t>
            </a:r>
          </a:p>
        </p:txBody>
      </p:sp>
      <p:graphicFrame>
        <p:nvGraphicFramePr>
          <p:cNvPr id="22" name="Table 21">
            <a:extLst>
              <a:ext uri="{FF2B5EF4-FFF2-40B4-BE49-F238E27FC236}">
                <a16:creationId xmlns:a16="http://schemas.microsoft.com/office/drawing/2014/main" id="{059AE953-105D-8690-7EF7-D46DB5CBFD44}"/>
              </a:ext>
            </a:extLst>
          </p:cNvPr>
          <p:cNvGraphicFramePr>
            <a:graphicFrameLocks noGrp="1"/>
          </p:cNvGraphicFramePr>
          <p:nvPr/>
        </p:nvGraphicFramePr>
        <p:xfrm>
          <a:off x="7381695" y="3399127"/>
          <a:ext cx="4064811" cy="2997207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354937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425916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283958">
                  <a:extLst>
                    <a:ext uri="{9D8B030D-6E8A-4147-A177-3AD203B41FA5}">
                      <a16:colId xmlns:a16="http://schemas.microsoft.com/office/drawing/2014/main" val="2881712420"/>
                    </a:ext>
                  </a:extLst>
                </a:gridCol>
              </a:tblGrid>
              <a:tr h="999069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999069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999069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96015318"/>
                  </a:ext>
                </a:extLst>
              </a:tr>
            </a:tbl>
          </a:graphicData>
        </a:graphic>
      </p:graphicFrame>
      <p:sp>
        <p:nvSpPr>
          <p:cNvPr id="23" name="TextBox 22">
            <a:extLst>
              <a:ext uri="{FF2B5EF4-FFF2-40B4-BE49-F238E27FC236}">
                <a16:creationId xmlns:a16="http://schemas.microsoft.com/office/drawing/2014/main" id="{576B42D6-28F0-A51A-3CCA-B33F491B0669}"/>
              </a:ext>
            </a:extLst>
          </p:cNvPr>
          <p:cNvSpPr txBox="1"/>
          <p:nvPr/>
        </p:nvSpPr>
        <p:spPr>
          <a:xfrm>
            <a:off x="4345854" y="2851710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C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EA21CEF-A0B0-6518-6394-7676513696A9}"/>
              </a:ext>
            </a:extLst>
          </p:cNvPr>
          <p:cNvSpPr txBox="1"/>
          <p:nvPr/>
        </p:nvSpPr>
        <p:spPr>
          <a:xfrm>
            <a:off x="775977" y="5580561"/>
            <a:ext cx="4644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F21C0B"/>
                </a:solidFill>
              </a:rPr>
              <a:t>3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301B91F-CFED-00C2-3131-76F54D264257}"/>
              </a:ext>
            </a:extLst>
          </p:cNvPr>
          <p:cNvSpPr txBox="1"/>
          <p:nvPr/>
        </p:nvSpPr>
        <p:spPr>
          <a:xfrm rot="16200000">
            <a:off x="5578910" y="4497047"/>
            <a:ext cx="21670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60153DA-B40B-30FA-5FFC-BA9214B5A433}"/>
              </a:ext>
            </a:extLst>
          </p:cNvPr>
          <p:cNvSpPr txBox="1"/>
          <p:nvPr/>
        </p:nvSpPr>
        <p:spPr>
          <a:xfrm>
            <a:off x="6940870" y="3568567"/>
            <a:ext cx="4644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6299DFE-FB7F-46D6-CF2C-27A083B6E3CF}"/>
              </a:ext>
            </a:extLst>
          </p:cNvPr>
          <p:cNvSpPr txBox="1"/>
          <p:nvPr/>
        </p:nvSpPr>
        <p:spPr>
          <a:xfrm>
            <a:off x="6940870" y="4574564"/>
            <a:ext cx="4644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C2D9F90-FB74-006B-44B1-A300DAD99D41}"/>
              </a:ext>
            </a:extLst>
          </p:cNvPr>
          <p:cNvSpPr txBox="1"/>
          <p:nvPr/>
        </p:nvSpPr>
        <p:spPr>
          <a:xfrm>
            <a:off x="7837235" y="2862101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EA3DF4C-D7FE-1871-2C51-A4DB68CC282C}"/>
              </a:ext>
            </a:extLst>
          </p:cNvPr>
          <p:cNvSpPr txBox="1"/>
          <p:nvPr/>
        </p:nvSpPr>
        <p:spPr>
          <a:xfrm>
            <a:off x="9218266" y="2844431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95F7522-0DC6-4782-07EE-21F41F5873CE}"/>
              </a:ext>
            </a:extLst>
          </p:cNvPr>
          <p:cNvSpPr txBox="1"/>
          <p:nvPr/>
        </p:nvSpPr>
        <p:spPr>
          <a:xfrm>
            <a:off x="8492894" y="2336554"/>
            <a:ext cx="218897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0070C0"/>
                </a:solidFill>
              </a:rPr>
              <a:t>Player 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798F5F2-5137-1B7A-CFC3-475FE3000ECC}"/>
              </a:ext>
            </a:extLst>
          </p:cNvPr>
          <p:cNvSpPr txBox="1"/>
          <p:nvPr/>
        </p:nvSpPr>
        <p:spPr>
          <a:xfrm>
            <a:off x="10510747" y="2851710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C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D2E0F63-2CEB-6CA6-CB40-A120A3168234}"/>
              </a:ext>
            </a:extLst>
          </p:cNvPr>
          <p:cNvSpPr txBox="1"/>
          <p:nvPr/>
        </p:nvSpPr>
        <p:spPr>
          <a:xfrm>
            <a:off x="6940870" y="5580561"/>
            <a:ext cx="4644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F21C0B"/>
                </a:solidFill>
              </a:rPr>
              <a:t>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0E81617-BF15-45E3-BD28-51BBAE256329}"/>
                  </a:ext>
                </a:extLst>
              </p:cNvPr>
              <p:cNvSpPr txBox="1"/>
              <p:nvPr/>
            </p:nvSpPr>
            <p:spPr>
              <a:xfrm>
                <a:off x="174365" y="1750046"/>
                <a:ext cx="11484235" cy="6715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3600" b="1" dirty="0"/>
                  <a:t>Third Nash Equilibrium: </a:t>
                </a:r>
                <a14:m>
                  <m:oMath xmlns:m="http://schemas.openxmlformats.org/officeDocument/2006/math">
                    <m:r>
                      <a:rPr lang="en-US" sz="3600" b="1" i="1" smtClean="0">
                        <a:latin typeface="Cambria Math" panose="02040503050406030204" pitchFamily="18" charset="0"/>
                      </a:rPr>
                      <m:t>(</m:t>
                    </m:r>
                    <m:f>
                      <m:fPr>
                        <m:type m:val="skw"/>
                        <m:ctrlPr>
                          <a:rPr lang="en-US" sz="3600" b="1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3600" b="1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3600" b="1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sz="3600" b="1" i="1" smtClean="0">
                        <a:latin typeface="Cambria Math" panose="02040503050406030204" pitchFamily="18" charset="0"/>
                      </a:rPr>
                      <m:t>,</m:t>
                    </m:r>
                    <m:f>
                      <m:fPr>
                        <m:type m:val="skw"/>
                        <m:ctrlPr>
                          <a:rPr lang="en-US" sz="3600" b="1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3600" b="1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3600" b="1" i="1" smtClean="0"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  <m:r>
                      <a:rPr lang="en-US" sz="3600" b="1" i="1" smtClean="0">
                        <a:latin typeface="Cambria Math" panose="02040503050406030204" pitchFamily="18" charset="0"/>
                      </a:rPr>
                      <m:t>,</m:t>
                    </m:r>
                    <m:f>
                      <m:fPr>
                        <m:type m:val="skw"/>
                        <m:ctrlPr>
                          <a:rPr lang="en-US" sz="3600" b="1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3600" b="1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3600" b="1" i="1" smtClean="0"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  <m:r>
                      <a:rPr lang="en-US" sz="3600" b="1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3600" b="1" dirty="0"/>
                  <a:t> and </a:t>
                </a:r>
                <a14:m>
                  <m:oMath xmlns:m="http://schemas.openxmlformats.org/officeDocument/2006/math">
                    <m:r>
                      <a:rPr lang="en-US" sz="3600" b="1" i="1">
                        <a:latin typeface="Cambria Math" panose="02040503050406030204" pitchFamily="18" charset="0"/>
                      </a:rPr>
                      <m:t>(</m:t>
                    </m:r>
                    <m:f>
                      <m:fPr>
                        <m:type m:val="skw"/>
                        <m:ctrlPr>
                          <a:rPr lang="en-US" sz="3600" b="1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3600" b="1" i="1" smtClean="0"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en-US" sz="3600" b="1" i="1" smtClean="0">
                            <a:latin typeface="Cambria Math" panose="02040503050406030204" pitchFamily="18" charset="0"/>
                          </a:rPr>
                          <m:t>5</m:t>
                        </m:r>
                      </m:den>
                    </m:f>
                    <m:r>
                      <a:rPr lang="en-US" sz="3600" b="1" i="1">
                        <a:latin typeface="Cambria Math" panose="02040503050406030204" pitchFamily="18" charset="0"/>
                      </a:rPr>
                      <m:t>,</m:t>
                    </m:r>
                    <m:f>
                      <m:fPr>
                        <m:type m:val="skw"/>
                        <m:ctrlPr>
                          <a:rPr lang="en-US" sz="3600" b="1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3600" b="1" i="1"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en-US" sz="3600" b="1" i="1">
                            <a:latin typeface="Cambria Math" panose="02040503050406030204" pitchFamily="18" charset="0"/>
                          </a:rPr>
                          <m:t>5</m:t>
                        </m:r>
                      </m:den>
                    </m:f>
                    <m:r>
                      <a:rPr lang="en-US" sz="3600" b="1" i="1">
                        <a:latin typeface="Cambria Math" panose="02040503050406030204" pitchFamily="18" charset="0"/>
                      </a:rPr>
                      <m:t>,</m:t>
                    </m:r>
                    <m:f>
                      <m:fPr>
                        <m:type m:val="skw"/>
                        <m:ctrlPr>
                          <a:rPr lang="en-US" sz="3600" b="1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3600" b="1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3600" b="1" i="1">
                            <a:latin typeface="Cambria Math" panose="02040503050406030204" pitchFamily="18" charset="0"/>
                          </a:rPr>
                          <m:t>5</m:t>
                        </m:r>
                      </m:den>
                    </m:f>
                    <m:r>
                      <a:rPr lang="en-US" sz="3600" b="1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3600" b="1" dirty="0"/>
                  <a:t> 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0E81617-BF15-45E3-BD28-51BBAE2563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4365" y="1750046"/>
                <a:ext cx="11484235" cy="671594"/>
              </a:xfrm>
              <a:prstGeom prst="rect">
                <a:avLst/>
              </a:prstGeom>
              <a:blipFill>
                <a:blip r:embed="rId5"/>
                <a:stretch>
                  <a:fillRect l="-1645" t="-12727" b="-309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EC43B28E-BE92-EE07-D4DB-C7F6F588C347}"/>
              </a:ext>
            </a:extLst>
          </p:cNvPr>
          <p:cNvSpPr txBox="1"/>
          <p:nvPr/>
        </p:nvSpPr>
        <p:spPr>
          <a:xfrm>
            <a:off x="1241774" y="3396585"/>
            <a:ext cx="2785363" cy="989481"/>
          </a:xfrm>
          <a:prstGeom prst="rect">
            <a:avLst/>
          </a:prstGeom>
          <a:solidFill>
            <a:srgbClr val="FFFF00">
              <a:alpha val="49804"/>
            </a:srgbClr>
          </a:solidFill>
          <a:ln w="381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endParaRPr lang="en-US" sz="28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18211A4-A6C3-EDDD-D673-FF7FC59C117C}"/>
              </a:ext>
            </a:extLst>
          </p:cNvPr>
          <p:cNvSpPr txBox="1"/>
          <p:nvPr/>
        </p:nvSpPr>
        <p:spPr>
          <a:xfrm>
            <a:off x="4027137" y="3395600"/>
            <a:ext cx="1248560" cy="989481"/>
          </a:xfrm>
          <a:prstGeom prst="rect">
            <a:avLst/>
          </a:prstGeom>
          <a:solidFill>
            <a:srgbClr val="FFC000">
              <a:alpha val="49804"/>
            </a:srgbClr>
          </a:solidFill>
          <a:ln w="381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endParaRPr lang="en-US" sz="28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183E58A-FE0A-E0F0-C6A0-E5C0DF5B93E5}"/>
              </a:ext>
            </a:extLst>
          </p:cNvPr>
          <p:cNvSpPr txBox="1"/>
          <p:nvPr/>
        </p:nvSpPr>
        <p:spPr>
          <a:xfrm>
            <a:off x="1261521" y="4370546"/>
            <a:ext cx="2783571" cy="2002176"/>
          </a:xfrm>
          <a:prstGeom prst="rect">
            <a:avLst/>
          </a:prstGeom>
          <a:solidFill>
            <a:srgbClr val="FFC000">
              <a:alpha val="49804"/>
            </a:srgbClr>
          </a:solidFill>
          <a:ln w="381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endParaRPr lang="en-US" sz="2800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A3DAC08-A47E-A055-E27A-6D9F8BFE3959}"/>
              </a:ext>
            </a:extLst>
          </p:cNvPr>
          <p:cNvSpPr/>
          <p:nvPr/>
        </p:nvSpPr>
        <p:spPr>
          <a:xfrm>
            <a:off x="4051356" y="4393174"/>
            <a:ext cx="1247621" cy="2002176"/>
          </a:xfrm>
          <a:prstGeom prst="rect">
            <a:avLst/>
          </a:prstGeom>
          <a:solidFill>
            <a:srgbClr val="FF0000">
              <a:alpha val="50000"/>
            </a:srgb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3AED889-FDB6-79BF-E95B-A8D908359FD7}"/>
              </a:ext>
            </a:extLst>
          </p:cNvPr>
          <p:cNvSpPr txBox="1"/>
          <p:nvPr/>
        </p:nvSpPr>
        <p:spPr>
          <a:xfrm>
            <a:off x="7397313" y="3401933"/>
            <a:ext cx="2785363" cy="989481"/>
          </a:xfrm>
          <a:prstGeom prst="rect">
            <a:avLst/>
          </a:prstGeom>
          <a:solidFill>
            <a:srgbClr val="FFFF00">
              <a:alpha val="49804"/>
            </a:srgbClr>
          </a:solidFill>
          <a:ln w="381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endParaRPr lang="en-US" sz="2800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31FE0EC-B1B8-5F20-31E6-207B3282A524}"/>
              </a:ext>
            </a:extLst>
          </p:cNvPr>
          <p:cNvSpPr txBox="1"/>
          <p:nvPr/>
        </p:nvSpPr>
        <p:spPr>
          <a:xfrm>
            <a:off x="10182676" y="3411339"/>
            <a:ext cx="1248560" cy="989481"/>
          </a:xfrm>
          <a:prstGeom prst="rect">
            <a:avLst/>
          </a:prstGeom>
          <a:solidFill>
            <a:srgbClr val="FFC000">
              <a:alpha val="49804"/>
            </a:srgbClr>
          </a:solidFill>
          <a:ln w="381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endParaRPr lang="en-US" sz="2800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18CD693-0D94-2F35-A7BA-6B20047D46BF}"/>
              </a:ext>
            </a:extLst>
          </p:cNvPr>
          <p:cNvSpPr txBox="1"/>
          <p:nvPr/>
        </p:nvSpPr>
        <p:spPr>
          <a:xfrm>
            <a:off x="7406669" y="4386285"/>
            <a:ext cx="2783571" cy="2002176"/>
          </a:xfrm>
          <a:prstGeom prst="rect">
            <a:avLst/>
          </a:prstGeom>
          <a:solidFill>
            <a:srgbClr val="FFC000">
              <a:alpha val="49804"/>
            </a:srgbClr>
          </a:solidFill>
          <a:ln w="381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endParaRPr lang="en-US" sz="2800" dirty="0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EA948A95-721A-465F-B7E6-E6188396B2A2}"/>
              </a:ext>
            </a:extLst>
          </p:cNvPr>
          <p:cNvSpPr/>
          <p:nvPr/>
        </p:nvSpPr>
        <p:spPr>
          <a:xfrm>
            <a:off x="10196504" y="4408913"/>
            <a:ext cx="1247621" cy="2002176"/>
          </a:xfrm>
          <a:prstGeom prst="rect">
            <a:avLst/>
          </a:prstGeom>
          <a:solidFill>
            <a:srgbClr val="FF0000">
              <a:alpha val="50000"/>
            </a:srgb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07821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524578-58E2-6B41-605F-78F315775F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E84212C7-85B4-2616-AF7E-DEC4E1D0DF30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2E8E608-78A0-A5CC-58DB-63F37485E76C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6180A85-35F6-56B8-ECF7-5D40193A856C}"/>
                  </a:ext>
                </a:extLst>
              </p:cNvPr>
              <p:cNvSpPr txBox="1"/>
              <p:nvPr/>
            </p:nvSpPr>
            <p:spPr>
              <a:xfrm>
                <a:off x="4229446" y="378560"/>
                <a:ext cx="5135599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spcAft>
                    <a:spcPts val="1200"/>
                  </a:spcAft>
                </a:pPr>
                <a:r>
                  <a:rPr lang="en-US" sz="4000" b="1" dirty="0">
                    <a:solidFill>
                      <a:schemeClr val="bg1"/>
                    </a:solidFill>
                  </a:rPr>
                  <a:t>Player 1 </a:t>
                </a: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𝝋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Functions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6180A85-35F6-56B8-ECF7-5D40193A85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29446" y="378560"/>
                <a:ext cx="5135599" cy="707886"/>
              </a:xfrm>
              <a:prstGeom prst="rect">
                <a:avLst/>
              </a:prstGeom>
              <a:blipFill>
                <a:blip r:embed="rId3"/>
                <a:stretch>
                  <a:fillRect l="-4276" t="-15517" b="-362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4CD237B-44F0-4378-A407-5BE82BE08A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0966797"/>
              </p:ext>
            </p:extLst>
          </p:nvPr>
        </p:nvGraphicFramePr>
        <p:xfrm>
          <a:off x="1066064" y="3410466"/>
          <a:ext cx="4064811" cy="2997207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354937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425916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283958">
                  <a:extLst>
                    <a:ext uri="{9D8B030D-6E8A-4147-A177-3AD203B41FA5}">
                      <a16:colId xmlns:a16="http://schemas.microsoft.com/office/drawing/2014/main" val="2881712420"/>
                    </a:ext>
                  </a:extLst>
                </a:gridCol>
              </a:tblGrid>
              <a:tr h="999069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999069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999069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96015318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271DD296-8258-28E9-1267-D5A2B85EFD66}"/>
              </a:ext>
            </a:extLst>
          </p:cNvPr>
          <p:cNvSpPr txBox="1"/>
          <p:nvPr/>
        </p:nvSpPr>
        <p:spPr>
          <a:xfrm>
            <a:off x="460145" y="1763117"/>
            <a:ext cx="538343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Player 1 Payoff Matrix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4BB7CD9-89F5-C207-960E-51C289676437}"/>
              </a:ext>
            </a:extLst>
          </p:cNvPr>
          <p:cNvSpPr txBox="1"/>
          <p:nvPr/>
        </p:nvSpPr>
        <p:spPr>
          <a:xfrm rot="16200000">
            <a:off x="-760348" y="4508385"/>
            <a:ext cx="21670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E64E696-B9A4-BA11-F8FE-2527E20FC860}"/>
              </a:ext>
            </a:extLst>
          </p:cNvPr>
          <p:cNvSpPr txBox="1"/>
          <p:nvPr/>
        </p:nvSpPr>
        <p:spPr>
          <a:xfrm>
            <a:off x="601612" y="3579905"/>
            <a:ext cx="4644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21184A7-8DE0-FB2B-F326-9FA4DB3EEFCE}"/>
              </a:ext>
            </a:extLst>
          </p:cNvPr>
          <p:cNvSpPr txBox="1"/>
          <p:nvPr/>
        </p:nvSpPr>
        <p:spPr>
          <a:xfrm>
            <a:off x="601612" y="4585902"/>
            <a:ext cx="4644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345E663-9997-DA6D-AC47-32DC28891A38}"/>
              </a:ext>
            </a:extLst>
          </p:cNvPr>
          <p:cNvSpPr txBox="1"/>
          <p:nvPr/>
        </p:nvSpPr>
        <p:spPr>
          <a:xfrm>
            <a:off x="1497977" y="2873439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7F38E89-4D4E-48E8-EA70-D09FF0CA77B5}"/>
              </a:ext>
            </a:extLst>
          </p:cNvPr>
          <p:cNvSpPr txBox="1"/>
          <p:nvPr/>
        </p:nvSpPr>
        <p:spPr>
          <a:xfrm>
            <a:off x="2879008" y="2855769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DF76CA6-1623-339C-5602-37D08F0DD01C}"/>
              </a:ext>
            </a:extLst>
          </p:cNvPr>
          <p:cNvSpPr txBox="1"/>
          <p:nvPr/>
        </p:nvSpPr>
        <p:spPr>
          <a:xfrm>
            <a:off x="2153636" y="2347892"/>
            <a:ext cx="218897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0070C0"/>
                </a:solidFill>
              </a:rPr>
              <a:t>Player 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2F1351D-4017-0DE5-F157-C59F94E1A00A}"/>
              </a:ext>
            </a:extLst>
          </p:cNvPr>
          <p:cNvSpPr txBox="1"/>
          <p:nvPr/>
        </p:nvSpPr>
        <p:spPr>
          <a:xfrm>
            <a:off x="4171489" y="2863048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C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068EE34-F9E4-BA47-4BBF-37D1C344B48F}"/>
              </a:ext>
            </a:extLst>
          </p:cNvPr>
          <p:cNvSpPr txBox="1"/>
          <p:nvPr/>
        </p:nvSpPr>
        <p:spPr>
          <a:xfrm>
            <a:off x="601612" y="5591899"/>
            <a:ext cx="4644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F21C0B"/>
                </a:solidFill>
              </a:rPr>
              <a:t>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E5B07B5-3A4E-4138-2DFA-ABB488938ED4}"/>
                  </a:ext>
                </a:extLst>
              </p:cNvPr>
              <p:cNvSpPr txBox="1"/>
              <p:nvPr/>
            </p:nvSpPr>
            <p:spPr>
              <a:xfrm>
                <a:off x="6878780" y="1886227"/>
                <a:ext cx="4644737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400" dirty="0"/>
                  <a:t>Player 1 Strategy: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=(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400" b="0" i="1" smtClean="0">
                            <a:latin typeface="Cambria Math" panose="02040503050406030204" pitchFamily="18" charset="0"/>
                          </a:rPr>
                          <m:t>z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E5B07B5-3A4E-4138-2DFA-ABB488938E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78780" y="1886227"/>
                <a:ext cx="4644737" cy="461665"/>
              </a:xfrm>
              <a:prstGeom prst="rect">
                <a:avLst/>
              </a:prstGeom>
              <a:blipFill>
                <a:blip r:embed="rId4"/>
                <a:stretch>
                  <a:fillRect l="-1969" t="-9211" b="-30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CD1C471-ACB4-4E60-9761-EC4C8F9AFD4F}"/>
                  </a:ext>
                </a:extLst>
              </p:cNvPr>
              <p:cNvSpPr txBox="1"/>
              <p:nvPr/>
            </p:nvSpPr>
            <p:spPr>
              <a:xfrm>
                <a:off x="4840788" y="2638938"/>
                <a:ext cx="381735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400" b="0" i="0" dirty="0" smtClean="0">
                          <a:latin typeface="Cambria Math" panose="02040503050406030204" pitchFamily="18" charset="0"/>
                        </a:rPr>
                        <m:t>max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⁡(0, 3</m:t>
                      </m:r>
                      <m:sSup>
                        <m:sSup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CD1C471-ACB4-4E60-9761-EC4C8F9AFD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40788" y="2638938"/>
                <a:ext cx="3817356" cy="461665"/>
              </a:xfrm>
              <a:prstGeom prst="rect">
                <a:avLst/>
              </a:prstGeom>
              <a:blipFill>
                <a:blip r:embed="rId5"/>
                <a:stretch>
                  <a:fillRect b="-17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7558464-C96D-C3A3-597B-7E02A5610C54}"/>
                  </a:ext>
                </a:extLst>
              </p:cNvPr>
              <p:cNvSpPr txBox="1"/>
              <p:nvPr/>
            </p:nvSpPr>
            <p:spPr>
              <a:xfrm>
                <a:off x="6133269" y="3029373"/>
                <a:ext cx="627091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−(3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+4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+2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7558464-C96D-C3A3-597B-7E02A5610C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33269" y="3029373"/>
                <a:ext cx="6270912" cy="461665"/>
              </a:xfrm>
              <a:prstGeom prst="rect">
                <a:avLst/>
              </a:prstGeom>
              <a:blipFill>
                <a:blip r:embed="rId6"/>
                <a:stretch>
                  <a:fillRect b="-17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1DFF4FB-750B-D6EA-E559-7C305D637E5F}"/>
                  </a:ext>
                </a:extLst>
              </p:cNvPr>
              <p:cNvSpPr txBox="1"/>
              <p:nvPr/>
            </p:nvSpPr>
            <p:spPr>
              <a:xfrm>
                <a:off x="4447125" y="3836075"/>
                <a:ext cx="5228003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400" b="0" i="0" dirty="0" smtClean="0">
                          <a:latin typeface="Cambria Math" panose="02040503050406030204" pitchFamily="18" charset="0"/>
                        </a:rPr>
                        <m:t>max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⁡(0, </m:t>
                      </m:r>
                      <m:sSup>
                        <m:sSup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+4</m:t>
                      </m:r>
                      <m:sSup>
                        <m:sSup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sz="24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1DFF4FB-750B-D6EA-E559-7C305D637E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47125" y="3836075"/>
                <a:ext cx="5228003" cy="461665"/>
              </a:xfrm>
              <a:prstGeom prst="rect">
                <a:avLst/>
              </a:prstGeom>
              <a:blipFill>
                <a:blip r:embed="rId7"/>
                <a:stretch>
                  <a:fillRect b="-17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83373E4D-61E5-F28D-0B7D-11AFE346FC10}"/>
                  </a:ext>
                </a:extLst>
              </p:cNvPr>
              <p:cNvSpPr txBox="1"/>
              <p:nvPr/>
            </p:nvSpPr>
            <p:spPr>
              <a:xfrm>
                <a:off x="6133269" y="4265230"/>
                <a:ext cx="627091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−(3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+4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+2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83373E4D-61E5-F28D-0B7D-11AFE346FC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33269" y="4265230"/>
                <a:ext cx="6270912" cy="461665"/>
              </a:xfrm>
              <a:prstGeom prst="rect">
                <a:avLst/>
              </a:prstGeom>
              <a:blipFill>
                <a:blip r:embed="rId8"/>
                <a:stretch>
                  <a:fillRect b="-18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328EB6CF-9516-739F-C781-B813DC11DBD7}"/>
                  </a:ext>
                </a:extLst>
              </p:cNvPr>
              <p:cNvSpPr txBox="1"/>
              <p:nvPr/>
            </p:nvSpPr>
            <p:spPr>
              <a:xfrm>
                <a:off x="6133269" y="5501087"/>
                <a:ext cx="627091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−(3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+4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+2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328EB6CF-9516-739F-C781-B813DC11DB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33269" y="5501087"/>
                <a:ext cx="6270912" cy="461665"/>
              </a:xfrm>
              <a:prstGeom prst="rect">
                <a:avLst/>
              </a:prstGeom>
              <a:blipFill>
                <a:blip r:embed="rId9"/>
                <a:stretch>
                  <a:fillRect b="-17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4A4FDBE0-6C04-67F7-9130-56CC00F9A2CA}"/>
                  </a:ext>
                </a:extLst>
              </p:cNvPr>
              <p:cNvSpPr txBox="1"/>
              <p:nvPr/>
            </p:nvSpPr>
            <p:spPr>
              <a:xfrm>
                <a:off x="4447125" y="5069750"/>
                <a:ext cx="5228003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13</m:t>
                          </m:r>
                        </m:sub>
                      </m:sSub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400" b="0" i="0" dirty="0" smtClean="0">
                          <a:latin typeface="Cambria Math" panose="02040503050406030204" pitchFamily="18" charset="0"/>
                        </a:rPr>
                        <m:t>max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⁡(0, 2</m:t>
                      </m:r>
                      <m:sSup>
                        <m:sSup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sz="2400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4A4FDBE0-6C04-67F7-9130-56CC00F9A2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47125" y="5069750"/>
                <a:ext cx="5228003" cy="461665"/>
              </a:xfrm>
              <a:prstGeom prst="rect">
                <a:avLst/>
              </a:prstGeom>
              <a:blipFill>
                <a:blip r:embed="rId10"/>
                <a:stretch>
                  <a:fillRect b="-18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060294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89C892-3844-DEC4-CB1A-32DE1C586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786E4CC4-6038-8131-9A55-D0A1927997C7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39732A4-4374-A3FC-1976-A7E0F879EF92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90AF4CF-26A0-4CBE-11A7-E2E621D4E88F}"/>
                  </a:ext>
                </a:extLst>
              </p:cNvPr>
              <p:cNvSpPr txBox="1"/>
              <p:nvPr/>
            </p:nvSpPr>
            <p:spPr>
              <a:xfrm>
                <a:off x="4229446" y="378560"/>
                <a:ext cx="5135599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spcAft>
                    <a:spcPts val="1200"/>
                  </a:spcAft>
                </a:pPr>
                <a:r>
                  <a:rPr lang="en-US" sz="4000" b="1" dirty="0">
                    <a:solidFill>
                      <a:schemeClr val="bg1"/>
                    </a:solidFill>
                  </a:rPr>
                  <a:t>Player 1 </a:t>
                </a: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𝝋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Functions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90AF4CF-26A0-4CBE-11A7-E2E621D4E8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29446" y="378560"/>
                <a:ext cx="5135599" cy="707886"/>
              </a:xfrm>
              <a:prstGeom prst="rect">
                <a:avLst/>
              </a:prstGeom>
              <a:blipFill>
                <a:blip r:embed="rId3"/>
                <a:stretch>
                  <a:fillRect l="-4276" t="-15517" b="-362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1A56FBFD-2634-928A-B767-4AD5A8001CC8}"/>
              </a:ext>
            </a:extLst>
          </p:cNvPr>
          <p:cNvGraphicFramePr>
            <a:graphicFrameLocks noGrp="1"/>
          </p:cNvGraphicFramePr>
          <p:nvPr/>
        </p:nvGraphicFramePr>
        <p:xfrm>
          <a:off x="1066064" y="3410466"/>
          <a:ext cx="4064811" cy="2997207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354937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425916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283958">
                  <a:extLst>
                    <a:ext uri="{9D8B030D-6E8A-4147-A177-3AD203B41FA5}">
                      <a16:colId xmlns:a16="http://schemas.microsoft.com/office/drawing/2014/main" val="2881712420"/>
                    </a:ext>
                  </a:extLst>
                </a:gridCol>
              </a:tblGrid>
              <a:tr h="999069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999069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999069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96015318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D77B6A9D-DB8E-0862-DA90-85E1AA2628C6}"/>
              </a:ext>
            </a:extLst>
          </p:cNvPr>
          <p:cNvSpPr txBox="1"/>
          <p:nvPr/>
        </p:nvSpPr>
        <p:spPr>
          <a:xfrm>
            <a:off x="460145" y="1763117"/>
            <a:ext cx="538343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Player 1 Payoff Matrix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480EAFE-C4DF-C2B0-FDE3-38107FE169ED}"/>
              </a:ext>
            </a:extLst>
          </p:cNvPr>
          <p:cNvSpPr txBox="1"/>
          <p:nvPr/>
        </p:nvSpPr>
        <p:spPr>
          <a:xfrm rot="16200000">
            <a:off x="-760348" y="4508385"/>
            <a:ext cx="21670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6C4D3C3-1F4C-DE0E-0521-892AE818ACFA}"/>
              </a:ext>
            </a:extLst>
          </p:cNvPr>
          <p:cNvSpPr txBox="1"/>
          <p:nvPr/>
        </p:nvSpPr>
        <p:spPr>
          <a:xfrm>
            <a:off x="601612" y="3579905"/>
            <a:ext cx="4644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C3C67A4-8B52-9D9B-17F6-5D7BEA957EBD}"/>
              </a:ext>
            </a:extLst>
          </p:cNvPr>
          <p:cNvSpPr txBox="1"/>
          <p:nvPr/>
        </p:nvSpPr>
        <p:spPr>
          <a:xfrm>
            <a:off x="601612" y="4585902"/>
            <a:ext cx="4644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0A5C10F-EF6F-E8AA-4CFC-2B9BE9D34ADF}"/>
              </a:ext>
            </a:extLst>
          </p:cNvPr>
          <p:cNvSpPr txBox="1"/>
          <p:nvPr/>
        </p:nvSpPr>
        <p:spPr>
          <a:xfrm>
            <a:off x="1497977" y="2873439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D624043-52C3-C80C-86BF-4C84A218B8D1}"/>
              </a:ext>
            </a:extLst>
          </p:cNvPr>
          <p:cNvSpPr txBox="1"/>
          <p:nvPr/>
        </p:nvSpPr>
        <p:spPr>
          <a:xfrm>
            <a:off x="2879008" y="2855769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3E49C51-D9AF-E8F1-61BE-4FB44943A981}"/>
              </a:ext>
            </a:extLst>
          </p:cNvPr>
          <p:cNvSpPr txBox="1"/>
          <p:nvPr/>
        </p:nvSpPr>
        <p:spPr>
          <a:xfrm>
            <a:off x="2153636" y="2347892"/>
            <a:ext cx="218897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0070C0"/>
                </a:solidFill>
              </a:rPr>
              <a:t>Player 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FE03174-3BBD-5AF1-5A6D-FE9D0DF56449}"/>
              </a:ext>
            </a:extLst>
          </p:cNvPr>
          <p:cNvSpPr txBox="1"/>
          <p:nvPr/>
        </p:nvSpPr>
        <p:spPr>
          <a:xfrm>
            <a:off x="4171489" y="2863048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C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A77673E-1146-2A69-55E9-FCC9A667F08C}"/>
              </a:ext>
            </a:extLst>
          </p:cNvPr>
          <p:cNvSpPr txBox="1"/>
          <p:nvPr/>
        </p:nvSpPr>
        <p:spPr>
          <a:xfrm>
            <a:off x="601612" y="5591899"/>
            <a:ext cx="4644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F21C0B"/>
                </a:solidFill>
              </a:rPr>
              <a:t>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D5E8A9F-48D2-55B8-7640-CB9604EE6205}"/>
                  </a:ext>
                </a:extLst>
              </p:cNvPr>
              <p:cNvSpPr txBox="1"/>
              <p:nvPr/>
            </p:nvSpPr>
            <p:spPr>
              <a:xfrm>
                <a:off x="6878780" y="1886227"/>
                <a:ext cx="4644737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400" dirty="0"/>
                  <a:t>Player 1 Strategy: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=(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400" b="0" i="1" smtClean="0">
                            <a:latin typeface="Cambria Math" panose="02040503050406030204" pitchFamily="18" charset="0"/>
                          </a:rPr>
                          <m:t>z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D5E8A9F-48D2-55B8-7640-CB9604EE62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78780" y="1886227"/>
                <a:ext cx="4644737" cy="461665"/>
              </a:xfrm>
              <a:prstGeom prst="rect">
                <a:avLst/>
              </a:prstGeom>
              <a:blipFill>
                <a:blip r:embed="rId4"/>
                <a:stretch>
                  <a:fillRect l="-1969" t="-9211" b="-30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DFF08FF-60D8-C5B9-90A2-F1F9483AE1C1}"/>
                  </a:ext>
                </a:extLst>
              </p:cNvPr>
              <p:cNvSpPr txBox="1"/>
              <p:nvPr/>
            </p:nvSpPr>
            <p:spPr>
              <a:xfrm>
                <a:off x="4840788" y="2638938"/>
                <a:ext cx="381735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400" b="0" i="0" dirty="0" smtClean="0">
                          <a:latin typeface="Cambria Math" panose="02040503050406030204" pitchFamily="18" charset="0"/>
                        </a:rPr>
                        <m:t>max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⁡(0, 3</m:t>
                      </m:r>
                      <m:sSup>
                        <m:sSup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DFF08FF-60D8-C5B9-90A2-F1F9483AE1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40788" y="2638938"/>
                <a:ext cx="3817356" cy="461665"/>
              </a:xfrm>
              <a:prstGeom prst="rect">
                <a:avLst/>
              </a:prstGeom>
              <a:blipFill>
                <a:blip r:embed="rId5"/>
                <a:stretch>
                  <a:fillRect b="-17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2DCB1E9-7DA9-00D4-185E-E83F48F75443}"/>
                  </a:ext>
                </a:extLst>
              </p:cNvPr>
              <p:cNvSpPr txBox="1"/>
              <p:nvPr/>
            </p:nvSpPr>
            <p:spPr>
              <a:xfrm>
                <a:off x="6133269" y="3029373"/>
                <a:ext cx="627091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−(3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+4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+2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2DCB1E9-7DA9-00D4-185E-E83F48F754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33269" y="3029373"/>
                <a:ext cx="6270912" cy="461665"/>
              </a:xfrm>
              <a:prstGeom prst="rect">
                <a:avLst/>
              </a:prstGeom>
              <a:blipFill>
                <a:blip r:embed="rId6"/>
                <a:stretch>
                  <a:fillRect b="-17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976B14FF-2640-D0A9-5550-F3635299A975}"/>
              </a:ext>
            </a:extLst>
          </p:cNvPr>
          <p:cNvSpPr txBox="1"/>
          <p:nvPr/>
        </p:nvSpPr>
        <p:spPr>
          <a:xfrm>
            <a:off x="5327729" y="3807481"/>
            <a:ext cx="293903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Can simplify with: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D0BE32F-D765-401C-C20E-40B521B6DDF8}"/>
                  </a:ext>
                </a:extLst>
              </p:cNvPr>
              <p:cNvSpPr txBox="1"/>
              <p:nvPr/>
            </p:nvSpPr>
            <p:spPr>
              <a:xfrm>
                <a:off x="5550607" y="4269146"/>
                <a:ext cx="5714869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D0BE32F-D765-401C-C20E-40B521B6DD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50607" y="4269146"/>
                <a:ext cx="5714869" cy="461665"/>
              </a:xfrm>
              <a:prstGeom prst="rect">
                <a:avLst/>
              </a:prstGeom>
              <a:blipFill>
                <a:blip r:embed="rId7"/>
                <a:stretch>
                  <a:fillRect b="-105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5D6FD9C-4F27-3276-2A4E-A5D2337B4140}"/>
                  </a:ext>
                </a:extLst>
              </p:cNvPr>
              <p:cNvSpPr txBox="1"/>
              <p:nvPr/>
            </p:nvSpPr>
            <p:spPr>
              <a:xfrm>
                <a:off x="5327729" y="4776059"/>
                <a:ext cx="6445174" cy="110799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400" b="0" i="0" dirty="0" smtClean="0">
                          <a:latin typeface="Cambria Math" panose="02040503050406030204" pitchFamily="18" charset="0"/>
                        </a:rPr>
                        <m:t>max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⁡(0,</m:t>
                      </m:r>
                    </m:oMath>
                  </m:oMathPara>
                </a14:m>
                <a:endParaRPr lang="en-US" sz="2400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3</m:t>
                          </m:r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+2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−4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−2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dirty="0"/>
              </a:p>
              <a:p>
                <a:endParaRPr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5D6FD9C-4F27-3276-2A4E-A5D2337B41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27729" y="4776059"/>
                <a:ext cx="6445174" cy="1107996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366964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71580D-FCC6-98B8-E4B9-32B61D0D80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AEB9D8D7-B813-0B13-714A-9AF91C0B5CC9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119C304-20BD-93FE-CE7B-12A057BF365F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8397ED3-330A-B15E-B545-72A52796EBD0}"/>
                  </a:ext>
                </a:extLst>
              </p:cNvPr>
              <p:cNvSpPr txBox="1"/>
              <p:nvPr/>
            </p:nvSpPr>
            <p:spPr>
              <a:xfrm>
                <a:off x="4229446" y="378560"/>
                <a:ext cx="5135599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spcAft>
                    <a:spcPts val="1200"/>
                  </a:spcAft>
                </a:pPr>
                <a:r>
                  <a:rPr lang="en-US" sz="4000" b="1" dirty="0">
                    <a:solidFill>
                      <a:schemeClr val="bg1"/>
                    </a:solidFill>
                  </a:rPr>
                  <a:t>Player 1 </a:t>
                </a: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𝝋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Functions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8397ED3-330A-B15E-B545-72A52796EB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29446" y="378560"/>
                <a:ext cx="5135599" cy="707886"/>
              </a:xfrm>
              <a:prstGeom prst="rect">
                <a:avLst/>
              </a:prstGeom>
              <a:blipFill>
                <a:blip r:embed="rId3"/>
                <a:stretch>
                  <a:fillRect l="-4276" t="-15517" b="-362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6D6238A-0BCA-A9BD-E8FE-A372ED3BA37B}"/>
              </a:ext>
            </a:extLst>
          </p:cNvPr>
          <p:cNvGraphicFramePr>
            <a:graphicFrameLocks noGrp="1"/>
          </p:cNvGraphicFramePr>
          <p:nvPr/>
        </p:nvGraphicFramePr>
        <p:xfrm>
          <a:off x="1066064" y="3410466"/>
          <a:ext cx="4064811" cy="2997207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354937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425916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283958">
                  <a:extLst>
                    <a:ext uri="{9D8B030D-6E8A-4147-A177-3AD203B41FA5}">
                      <a16:colId xmlns:a16="http://schemas.microsoft.com/office/drawing/2014/main" val="2881712420"/>
                    </a:ext>
                  </a:extLst>
                </a:gridCol>
              </a:tblGrid>
              <a:tr h="999069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999069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999069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96015318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9FC340AD-8286-FA68-412C-170F0A237989}"/>
              </a:ext>
            </a:extLst>
          </p:cNvPr>
          <p:cNvSpPr txBox="1"/>
          <p:nvPr/>
        </p:nvSpPr>
        <p:spPr>
          <a:xfrm>
            <a:off x="460145" y="1763117"/>
            <a:ext cx="538343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Player 1 Payoff Matrix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77E8868-8853-5AE7-3E27-B8C66F9ACBBB}"/>
              </a:ext>
            </a:extLst>
          </p:cNvPr>
          <p:cNvSpPr txBox="1"/>
          <p:nvPr/>
        </p:nvSpPr>
        <p:spPr>
          <a:xfrm rot="16200000">
            <a:off x="-760348" y="4508385"/>
            <a:ext cx="21670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31A2056-5D40-382C-D893-E20993A7ACFC}"/>
              </a:ext>
            </a:extLst>
          </p:cNvPr>
          <p:cNvSpPr txBox="1"/>
          <p:nvPr/>
        </p:nvSpPr>
        <p:spPr>
          <a:xfrm>
            <a:off x="601612" y="3579905"/>
            <a:ext cx="4644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F8A3804-B1E3-38F8-3031-93A5C4784C0F}"/>
              </a:ext>
            </a:extLst>
          </p:cNvPr>
          <p:cNvSpPr txBox="1"/>
          <p:nvPr/>
        </p:nvSpPr>
        <p:spPr>
          <a:xfrm>
            <a:off x="601612" y="4585902"/>
            <a:ext cx="4644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7A1A2B7-DA1E-E2D1-D7FC-966005048BED}"/>
              </a:ext>
            </a:extLst>
          </p:cNvPr>
          <p:cNvSpPr txBox="1"/>
          <p:nvPr/>
        </p:nvSpPr>
        <p:spPr>
          <a:xfrm>
            <a:off x="1497977" y="2873439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EB0613C-58A0-0749-7419-CD9F16561153}"/>
              </a:ext>
            </a:extLst>
          </p:cNvPr>
          <p:cNvSpPr txBox="1"/>
          <p:nvPr/>
        </p:nvSpPr>
        <p:spPr>
          <a:xfrm>
            <a:off x="2879008" y="2855769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FE12D05-88FC-FBA2-955D-E089BFBEC578}"/>
              </a:ext>
            </a:extLst>
          </p:cNvPr>
          <p:cNvSpPr txBox="1"/>
          <p:nvPr/>
        </p:nvSpPr>
        <p:spPr>
          <a:xfrm>
            <a:off x="2153636" y="2347892"/>
            <a:ext cx="218897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0070C0"/>
                </a:solidFill>
              </a:rPr>
              <a:t>Player 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DAAA5E0-285B-2158-294A-B12859F10B6C}"/>
              </a:ext>
            </a:extLst>
          </p:cNvPr>
          <p:cNvSpPr txBox="1"/>
          <p:nvPr/>
        </p:nvSpPr>
        <p:spPr>
          <a:xfrm>
            <a:off x="4171489" y="2863048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C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C029DA7-82D7-2371-7B03-46F3C849956A}"/>
              </a:ext>
            </a:extLst>
          </p:cNvPr>
          <p:cNvSpPr txBox="1"/>
          <p:nvPr/>
        </p:nvSpPr>
        <p:spPr>
          <a:xfrm>
            <a:off x="601612" y="5591899"/>
            <a:ext cx="4644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F21C0B"/>
                </a:solidFill>
              </a:rPr>
              <a:t>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5B9CB42-EB37-FFE7-4EB4-7154A35C1D8A}"/>
                  </a:ext>
                </a:extLst>
              </p:cNvPr>
              <p:cNvSpPr txBox="1"/>
              <p:nvPr/>
            </p:nvSpPr>
            <p:spPr>
              <a:xfrm>
                <a:off x="6878780" y="1886227"/>
                <a:ext cx="4644737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400" dirty="0"/>
                  <a:t>Player 1 Strategy: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=(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400" b="0" i="1" smtClean="0">
                            <a:latin typeface="Cambria Math" panose="02040503050406030204" pitchFamily="18" charset="0"/>
                          </a:rPr>
                          <m:t>z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5B9CB42-EB37-FFE7-4EB4-7154A35C1D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78780" y="1886227"/>
                <a:ext cx="4644737" cy="461665"/>
              </a:xfrm>
              <a:prstGeom prst="rect">
                <a:avLst/>
              </a:prstGeom>
              <a:blipFill>
                <a:blip r:embed="rId4"/>
                <a:stretch>
                  <a:fillRect l="-1969" t="-9211" b="-30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6229265-6FC6-D584-13E9-4E6B4BC6E28A}"/>
                  </a:ext>
                </a:extLst>
              </p:cNvPr>
              <p:cNvSpPr txBox="1"/>
              <p:nvPr/>
            </p:nvSpPr>
            <p:spPr>
              <a:xfrm>
                <a:off x="6133269" y="3029373"/>
                <a:ext cx="627091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−(3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+4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+2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6229265-6FC6-D584-13E9-4E6B4BC6E2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33269" y="3029373"/>
                <a:ext cx="6270912" cy="461665"/>
              </a:xfrm>
              <a:prstGeom prst="rect">
                <a:avLst/>
              </a:prstGeom>
              <a:blipFill>
                <a:blip r:embed="rId5"/>
                <a:stretch>
                  <a:fillRect b="-17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6828BDEE-002B-0335-1BC8-492C28B50698}"/>
              </a:ext>
            </a:extLst>
          </p:cNvPr>
          <p:cNvSpPr txBox="1"/>
          <p:nvPr/>
        </p:nvSpPr>
        <p:spPr>
          <a:xfrm>
            <a:off x="5327729" y="3579905"/>
            <a:ext cx="293903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Can simplify with: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C6AB364-94EB-0FFD-6A5F-42BD6C976A80}"/>
                  </a:ext>
                </a:extLst>
              </p:cNvPr>
              <p:cNvSpPr txBox="1"/>
              <p:nvPr/>
            </p:nvSpPr>
            <p:spPr>
              <a:xfrm>
                <a:off x="5595327" y="4015282"/>
                <a:ext cx="5714869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C6AB364-94EB-0FFD-6A5F-42BD6C976A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95327" y="4015282"/>
                <a:ext cx="5714869" cy="461665"/>
              </a:xfrm>
              <a:prstGeom prst="rect">
                <a:avLst/>
              </a:prstGeom>
              <a:blipFill>
                <a:blip r:embed="rId6"/>
                <a:stretch>
                  <a:fillRect b="-10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62C7C18-C535-8316-9A60-20A32F8E232C}"/>
                  </a:ext>
                </a:extLst>
              </p:cNvPr>
              <p:cNvSpPr txBox="1"/>
              <p:nvPr/>
            </p:nvSpPr>
            <p:spPr>
              <a:xfrm>
                <a:off x="4810746" y="5055405"/>
                <a:ext cx="7284028" cy="110799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400" b="0" i="0" dirty="0" smtClean="0">
                          <a:latin typeface="Cambria Math" panose="02040503050406030204" pitchFamily="18" charset="0"/>
                        </a:rPr>
                        <m:t>max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⁡(0,</m:t>
                      </m:r>
                    </m:oMath>
                  </m:oMathPara>
                </a14:m>
                <a:endParaRPr lang="en-US" sz="2400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+4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4</m:t>
                          </m:r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3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dirty="0"/>
              </a:p>
              <a:p>
                <a:endParaRPr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62C7C18-C535-8316-9A60-20A32F8E23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10746" y="5055405"/>
                <a:ext cx="7284028" cy="1107996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1EF292F-AECF-8789-0E3E-7AB6DB845DA6}"/>
                  </a:ext>
                </a:extLst>
              </p:cNvPr>
              <p:cNvSpPr txBox="1"/>
              <p:nvPr/>
            </p:nvSpPr>
            <p:spPr>
              <a:xfrm>
                <a:off x="4403715" y="2632215"/>
                <a:ext cx="5228003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400" b="0" i="0" dirty="0" smtClean="0">
                          <a:latin typeface="Cambria Math" panose="02040503050406030204" pitchFamily="18" charset="0"/>
                        </a:rPr>
                        <m:t>max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⁡(0, </m:t>
                      </m:r>
                      <m:sSup>
                        <m:sSup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+4</m:t>
                      </m:r>
                      <m:sSup>
                        <m:sSup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sz="24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1EF292F-AECF-8789-0E3E-7AB6DB845D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03715" y="2632215"/>
                <a:ext cx="5228003" cy="461665"/>
              </a:xfrm>
              <a:prstGeom prst="rect">
                <a:avLst/>
              </a:prstGeom>
              <a:blipFill>
                <a:blip r:embed="rId8"/>
                <a:stretch>
                  <a:fillRect b="-17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2C629C0-548B-617D-8EC8-A07050110943}"/>
                  </a:ext>
                </a:extLst>
              </p:cNvPr>
              <p:cNvSpPr txBox="1"/>
              <p:nvPr/>
            </p:nvSpPr>
            <p:spPr>
              <a:xfrm>
                <a:off x="5595326" y="4476947"/>
                <a:ext cx="5714869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=4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4</m:t>
                          </m:r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4</m:t>
                          </m:r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2C629C0-548B-617D-8EC8-A070501109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95326" y="4476947"/>
                <a:ext cx="5714869" cy="461665"/>
              </a:xfrm>
              <a:prstGeom prst="rect">
                <a:avLst/>
              </a:prstGeom>
              <a:blipFill>
                <a:blip r:embed="rId9"/>
                <a:stretch>
                  <a:fillRect b="-105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8586603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1B4B2D-7752-C1B7-98CD-2646A35693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2A5A2969-08B6-4D66-3978-A03EF66571A1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06C1EFD-4C8E-37EA-EEC8-95BABA131C86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C01FCFE-F123-66C4-E4E8-F78E292DE788}"/>
                  </a:ext>
                </a:extLst>
              </p:cNvPr>
              <p:cNvSpPr txBox="1"/>
              <p:nvPr/>
            </p:nvSpPr>
            <p:spPr>
              <a:xfrm>
                <a:off x="4229446" y="378560"/>
                <a:ext cx="5135599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spcAft>
                    <a:spcPts val="1200"/>
                  </a:spcAft>
                </a:pPr>
                <a:r>
                  <a:rPr lang="en-US" sz="4000" b="1" dirty="0">
                    <a:solidFill>
                      <a:schemeClr val="bg1"/>
                    </a:solidFill>
                  </a:rPr>
                  <a:t>Player 1 </a:t>
                </a: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𝝋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Functions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C01FCFE-F123-66C4-E4E8-F78E292DE7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29446" y="378560"/>
                <a:ext cx="5135599" cy="707886"/>
              </a:xfrm>
              <a:prstGeom prst="rect">
                <a:avLst/>
              </a:prstGeom>
              <a:blipFill>
                <a:blip r:embed="rId3"/>
                <a:stretch>
                  <a:fillRect l="-4276" t="-15517" b="-362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85F22101-E3AE-40D7-8A6D-FA46D9E4D02C}"/>
              </a:ext>
            </a:extLst>
          </p:cNvPr>
          <p:cNvGraphicFramePr>
            <a:graphicFrameLocks noGrp="1"/>
          </p:cNvGraphicFramePr>
          <p:nvPr/>
        </p:nvGraphicFramePr>
        <p:xfrm>
          <a:off x="1066064" y="3410466"/>
          <a:ext cx="4064811" cy="2997207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354937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425916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283958">
                  <a:extLst>
                    <a:ext uri="{9D8B030D-6E8A-4147-A177-3AD203B41FA5}">
                      <a16:colId xmlns:a16="http://schemas.microsoft.com/office/drawing/2014/main" val="2881712420"/>
                    </a:ext>
                  </a:extLst>
                </a:gridCol>
              </a:tblGrid>
              <a:tr h="999069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999069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999069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96015318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64AF92D-F0A1-92E0-2141-7939481A9D12}"/>
              </a:ext>
            </a:extLst>
          </p:cNvPr>
          <p:cNvSpPr txBox="1"/>
          <p:nvPr/>
        </p:nvSpPr>
        <p:spPr>
          <a:xfrm>
            <a:off x="460145" y="1763117"/>
            <a:ext cx="538343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Player 1 Payoff Matrix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9DEC699-C962-76E8-8C37-DF72AF457217}"/>
              </a:ext>
            </a:extLst>
          </p:cNvPr>
          <p:cNvSpPr txBox="1"/>
          <p:nvPr/>
        </p:nvSpPr>
        <p:spPr>
          <a:xfrm rot="16200000">
            <a:off x="-760348" y="4508385"/>
            <a:ext cx="21670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89AE9F0-5535-84DF-D770-83314613E846}"/>
              </a:ext>
            </a:extLst>
          </p:cNvPr>
          <p:cNvSpPr txBox="1"/>
          <p:nvPr/>
        </p:nvSpPr>
        <p:spPr>
          <a:xfrm>
            <a:off x="601612" y="3579905"/>
            <a:ext cx="4644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4B5C5EC-51A5-2F90-3E2C-3623F4819307}"/>
              </a:ext>
            </a:extLst>
          </p:cNvPr>
          <p:cNvSpPr txBox="1"/>
          <p:nvPr/>
        </p:nvSpPr>
        <p:spPr>
          <a:xfrm>
            <a:off x="601612" y="4585902"/>
            <a:ext cx="4644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8E26712-C1C8-2FA9-CF0A-6F53566065F4}"/>
              </a:ext>
            </a:extLst>
          </p:cNvPr>
          <p:cNvSpPr txBox="1"/>
          <p:nvPr/>
        </p:nvSpPr>
        <p:spPr>
          <a:xfrm>
            <a:off x="1497977" y="2873439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05F079D-D388-8536-E494-355C0DFB67A3}"/>
              </a:ext>
            </a:extLst>
          </p:cNvPr>
          <p:cNvSpPr txBox="1"/>
          <p:nvPr/>
        </p:nvSpPr>
        <p:spPr>
          <a:xfrm>
            <a:off x="2879008" y="2855769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B89BDB4-FA89-2FFB-1A4C-C3EFB0420E6E}"/>
              </a:ext>
            </a:extLst>
          </p:cNvPr>
          <p:cNvSpPr txBox="1"/>
          <p:nvPr/>
        </p:nvSpPr>
        <p:spPr>
          <a:xfrm>
            <a:off x="2153636" y="2347892"/>
            <a:ext cx="218897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0070C0"/>
                </a:solidFill>
              </a:rPr>
              <a:t>Player 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77FDAF4-3A6C-CF54-8CF9-ECB74F3DAA0A}"/>
              </a:ext>
            </a:extLst>
          </p:cNvPr>
          <p:cNvSpPr txBox="1"/>
          <p:nvPr/>
        </p:nvSpPr>
        <p:spPr>
          <a:xfrm>
            <a:off x="4171489" y="2863048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C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9752691-B1C5-5ACF-A0D6-EAEFD3708306}"/>
              </a:ext>
            </a:extLst>
          </p:cNvPr>
          <p:cNvSpPr txBox="1"/>
          <p:nvPr/>
        </p:nvSpPr>
        <p:spPr>
          <a:xfrm>
            <a:off x="601612" y="5591899"/>
            <a:ext cx="4644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F21C0B"/>
                </a:solidFill>
              </a:rPr>
              <a:t>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F8DE493-A14C-F288-78BB-69539073EA2C}"/>
                  </a:ext>
                </a:extLst>
              </p:cNvPr>
              <p:cNvSpPr txBox="1"/>
              <p:nvPr/>
            </p:nvSpPr>
            <p:spPr>
              <a:xfrm>
                <a:off x="6878780" y="1886227"/>
                <a:ext cx="4644737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400" dirty="0"/>
                  <a:t>Player 1 Strategy: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=(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400" b="0" i="1" smtClean="0">
                            <a:latin typeface="Cambria Math" panose="02040503050406030204" pitchFamily="18" charset="0"/>
                          </a:rPr>
                          <m:t>z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F8DE493-A14C-F288-78BB-69539073EA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78780" y="1886227"/>
                <a:ext cx="4644737" cy="461665"/>
              </a:xfrm>
              <a:prstGeom prst="rect">
                <a:avLst/>
              </a:prstGeom>
              <a:blipFill>
                <a:blip r:embed="rId4"/>
                <a:stretch>
                  <a:fillRect l="-1969" t="-9211" b="-30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5E785F4-0B6F-5707-82E6-52F336F12C37}"/>
                  </a:ext>
                </a:extLst>
              </p:cNvPr>
              <p:cNvSpPr txBox="1"/>
              <p:nvPr/>
            </p:nvSpPr>
            <p:spPr>
              <a:xfrm>
                <a:off x="6133269" y="3029373"/>
                <a:ext cx="627091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−(3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+4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+2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5E785F4-0B6F-5707-82E6-52F336F12C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33269" y="3029373"/>
                <a:ext cx="6270912" cy="461665"/>
              </a:xfrm>
              <a:prstGeom prst="rect">
                <a:avLst/>
              </a:prstGeom>
              <a:blipFill>
                <a:blip r:embed="rId5"/>
                <a:stretch>
                  <a:fillRect b="-17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2D34CCA0-56FA-7C10-83A7-8E4D992D40F5}"/>
              </a:ext>
            </a:extLst>
          </p:cNvPr>
          <p:cNvSpPr txBox="1"/>
          <p:nvPr/>
        </p:nvSpPr>
        <p:spPr>
          <a:xfrm>
            <a:off x="5327729" y="3579905"/>
            <a:ext cx="293903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Can simplify with: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EBDD868A-4739-A5FD-A8C4-14CC364623D3}"/>
                  </a:ext>
                </a:extLst>
              </p:cNvPr>
              <p:cNvSpPr txBox="1"/>
              <p:nvPr/>
            </p:nvSpPr>
            <p:spPr>
              <a:xfrm>
                <a:off x="5595327" y="4015282"/>
                <a:ext cx="5714869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EBDD868A-4739-A5FD-A8C4-14CC364623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95327" y="4015282"/>
                <a:ext cx="5714869" cy="461665"/>
              </a:xfrm>
              <a:prstGeom prst="rect">
                <a:avLst/>
              </a:prstGeom>
              <a:blipFill>
                <a:blip r:embed="rId6"/>
                <a:stretch>
                  <a:fillRect b="-10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F455AD8-38D5-20CB-535E-BF6251501001}"/>
                  </a:ext>
                </a:extLst>
              </p:cNvPr>
              <p:cNvSpPr txBox="1"/>
              <p:nvPr/>
            </p:nvSpPr>
            <p:spPr>
              <a:xfrm>
                <a:off x="4810746" y="5055405"/>
                <a:ext cx="7284028" cy="110799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13</m:t>
                          </m:r>
                        </m:sub>
                      </m:sSub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400" b="0" i="0" dirty="0" smtClean="0">
                          <a:latin typeface="Cambria Math" panose="02040503050406030204" pitchFamily="18" charset="0"/>
                        </a:rPr>
                        <m:t>max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⁡(0,</m:t>
                      </m:r>
                    </m:oMath>
                  </m:oMathPara>
                </a14:m>
                <a:endParaRPr lang="en-US" sz="2400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2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−4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dirty="0"/>
              </a:p>
              <a:p>
                <a:endParaRPr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F455AD8-38D5-20CB-535E-BF62515010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10746" y="5055405"/>
                <a:ext cx="7284028" cy="1107996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0251320-65F3-2687-268E-AC8CED798DD9}"/>
                  </a:ext>
                </a:extLst>
              </p:cNvPr>
              <p:cNvSpPr txBox="1"/>
              <p:nvPr/>
            </p:nvSpPr>
            <p:spPr>
              <a:xfrm>
                <a:off x="5431849" y="4430068"/>
                <a:ext cx="5714869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0251320-65F3-2687-268E-AC8CED798D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31849" y="4430068"/>
                <a:ext cx="5714869" cy="461665"/>
              </a:xfrm>
              <a:prstGeom prst="rect">
                <a:avLst/>
              </a:prstGeom>
              <a:blipFill>
                <a:blip r:embed="rId8"/>
                <a:stretch>
                  <a:fillRect b="-10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7D7682B-0E90-D2DA-8524-B401353D11A0}"/>
                  </a:ext>
                </a:extLst>
              </p:cNvPr>
              <p:cNvSpPr txBox="1"/>
              <p:nvPr/>
            </p:nvSpPr>
            <p:spPr>
              <a:xfrm>
                <a:off x="4264778" y="2608060"/>
                <a:ext cx="5228003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13</m:t>
                          </m:r>
                        </m:sub>
                      </m:sSub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400" b="0" i="0" dirty="0" smtClean="0">
                          <a:latin typeface="Cambria Math" panose="02040503050406030204" pitchFamily="18" charset="0"/>
                        </a:rPr>
                        <m:t>max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⁡(0, 2</m:t>
                      </m:r>
                      <m:sSup>
                        <m:sSup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sz="2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7D7682B-0E90-D2DA-8524-B401353D11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4778" y="2608060"/>
                <a:ext cx="5228003" cy="461665"/>
              </a:xfrm>
              <a:prstGeom prst="rect">
                <a:avLst/>
              </a:prstGeom>
              <a:blipFill>
                <a:blip r:embed="rId9"/>
                <a:stretch>
                  <a:fillRect b="-17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9957175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7A096C-10B0-A982-AFD2-23FD33C765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891A9CE6-DC8F-D83D-92FC-6FF8AC47C752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5D4C610-0130-3D4F-DD2E-6BB9C2DF44F6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8EBA886F-192E-66CB-D1BF-76A375C05B36}"/>
                  </a:ext>
                </a:extLst>
              </p:cNvPr>
              <p:cNvSpPr txBox="1"/>
              <p:nvPr/>
            </p:nvSpPr>
            <p:spPr>
              <a:xfrm>
                <a:off x="4229446" y="378560"/>
                <a:ext cx="5135599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spcAft>
                    <a:spcPts val="1200"/>
                  </a:spcAft>
                </a:pPr>
                <a:r>
                  <a:rPr lang="en-US" sz="4000" b="1" dirty="0">
                    <a:solidFill>
                      <a:schemeClr val="bg1"/>
                    </a:solidFill>
                  </a:rPr>
                  <a:t>Player 2 </a:t>
                </a: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𝝋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Functions</a:t>
                </a: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8EBA886F-192E-66CB-D1BF-76A375C05B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29446" y="378560"/>
                <a:ext cx="5135599" cy="707886"/>
              </a:xfrm>
              <a:prstGeom prst="rect">
                <a:avLst/>
              </a:prstGeom>
              <a:blipFill>
                <a:blip r:embed="rId3"/>
                <a:stretch>
                  <a:fillRect l="-4276" t="-15517" b="-362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E677616B-2FED-0695-ECED-6B160990EE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2536174"/>
              </p:ext>
            </p:extLst>
          </p:nvPr>
        </p:nvGraphicFramePr>
        <p:xfrm>
          <a:off x="1066064" y="3410466"/>
          <a:ext cx="4064811" cy="2997207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354937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425916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283958">
                  <a:extLst>
                    <a:ext uri="{9D8B030D-6E8A-4147-A177-3AD203B41FA5}">
                      <a16:colId xmlns:a16="http://schemas.microsoft.com/office/drawing/2014/main" val="2881712420"/>
                    </a:ext>
                  </a:extLst>
                </a:gridCol>
              </a:tblGrid>
              <a:tr h="999069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999069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999069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96015318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3B613A3B-EA8A-CEF1-BE55-84FB4053E42D}"/>
              </a:ext>
            </a:extLst>
          </p:cNvPr>
          <p:cNvSpPr txBox="1"/>
          <p:nvPr/>
        </p:nvSpPr>
        <p:spPr>
          <a:xfrm>
            <a:off x="460145" y="1763117"/>
            <a:ext cx="538343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Player 2 Payoff Matrix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E292FA6-C6F1-B8B6-5B47-C53F4CD10802}"/>
              </a:ext>
            </a:extLst>
          </p:cNvPr>
          <p:cNvSpPr txBox="1"/>
          <p:nvPr/>
        </p:nvSpPr>
        <p:spPr>
          <a:xfrm rot="16200000">
            <a:off x="-760348" y="4508385"/>
            <a:ext cx="21670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86FAD75-E5CF-85E0-FDBD-5334E9EFB92E}"/>
              </a:ext>
            </a:extLst>
          </p:cNvPr>
          <p:cNvSpPr txBox="1"/>
          <p:nvPr/>
        </p:nvSpPr>
        <p:spPr>
          <a:xfrm>
            <a:off x="601612" y="3579905"/>
            <a:ext cx="4644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76B9BCE-6A85-31B3-FC88-D392ECE0FFD1}"/>
              </a:ext>
            </a:extLst>
          </p:cNvPr>
          <p:cNvSpPr txBox="1"/>
          <p:nvPr/>
        </p:nvSpPr>
        <p:spPr>
          <a:xfrm>
            <a:off x="601612" y="4585902"/>
            <a:ext cx="4644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27DBDAB-0BFE-3E5A-C0E6-4621530C2A4A}"/>
              </a:ext>
            </a:extLst>
          </p:cNvPr>
          <p:cNvSpPr txBox="1"/>
          <p:nvPr/>
        </p:nvSpPr>
        <p:spPr>
          <a:xfrm>
            <a:off x="1497977" y="2873439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453DDCA-9532-866B-F88A-014888223C11}"/>
              </a:ext>
            </a:extLst>
          </p:cNvPr>
          <p:cNvSpPr txBox="1"/>
          <p:nvPr/>
        </p:nvSpPr>
        <p:spPr>
          <a:xfrm>
            <a:off x="2879008" y="2855769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89A7ED4-15E6-5B2E-CB96-15641795D554}"/>
              </a:ext>
            </a:extLst>
          </p:cNvPr>
          <p:cNvSpPr txBox="1"/>
          <p:nvPr/>
        </p:nvSpPr>
        <p:spPr>
          <a:xfrm>
            <a:off x="2153636" y="2347892"/>
            <a:ext cx="218897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0070C0"/>
                </a:solidFill>
              </a:rPr>
              <a:t>Player 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2DCAF32-37AA-CCE5-C66C-ECBA6F0D27A7}"/>
              </a:ext>
            </a:extLst>
          </p:cNvPr>
          <p:cNvSpPr txBox="1"/>
          <p:nvPr/>
        </p:nvSpPr>
        <p:spPr>
          <a:xfrm>
            <a:off x="4171489" y="2863048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C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E29EE25-6614-66B0-B6AD-67AB394DB649}"/>
              </a:ext>
            </a:extLst>
          </p:cNvPr>
          <p:cNvSpPr txBox="1"/>
          <p:nvPr/>
        </p:nvSpPr>
        <p:spPr>
          <a:xfrm>
            <a:off x="601612" y="5591899"/>
            <a:ext cx="4644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F21C0B"/>
                </a:solidFill>
              </a:rPr>
              <a:t>3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31A450A-3782-4A55-F8E6-B42C174AB6F9}"/>
                  </a:ext>
                </a:extLst>
              </p:cNvPr>
              <p:cNvSpPr txBox="1"/>
              <p:nvPr/>
            </p:nvSpPr>
            <p:spPr>
              <a:xfrm>
                <a:off x="6878780" y="1886227"/>
                <a:ext cx="4644737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400" dirty="0"/>
                  <a:t>Player 2 Strategy: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=(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400" b="0" i="1" smtClean="0">
                            <a:latin typeface="Cambria Math" panose="02040503050406030204" pitchFamily="18" charset="0"/>
                          </a:rPr>
                          <m:t>z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</a:t>
                </a: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31A450A-3782-4A55-F8E6-B42C174AB6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78780" y="1886227"/>
                <a:ext cx="4644737" cy="461665"/>
              </a:xfrm>
              <a:prstGeom prst="rect">
                <a:avLst/>
              </a:prstGeom>
              <a:blipFill>
                <a:blip r:embed="rId4"/>
                <a:stretch>
                  <a:fillRect l="-1969" t="-9211" b="-30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8B7AB1A-5A97-0D1B-B6FF-8F084958E26F}"/>
                  </a:ext>
                </a:extLst>
              </p:cNvPr>
              <p:cNvSpPr txBox="1"/>
              <p:nvPr/>
            </p:nvSpPr>
            <p:spPr>
              <a:xfrm>
                <a:off x="5152448" y="2640155"/>
                <a:ext cx="381735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A</m:t>
                          </m:r>
                        </m:sub>
                      </m:sSub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400" b="0" i="0" dirty="0" smtClean="0">
                          <a:latin typeface="Cambria Math" panose="02040503050406030204" pitchFamily="18" charset="0"/>
                        </a:rPr>
                        <m:t>max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⁡(0, </m:t>
                      </m:r>
                      <m:sSup>
                        <m:sSup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+3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</m:oMath>
                  </m:oMathPara>
                </a14:m>
                <a:endParaRPr sz="240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8B7AB1A-5A97-0D1B-B6FF-8F084958E2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2448" y="2640155"/>
                <a:ext cx="3817356" cy="461665"/>
              </a:xfrm>
              <a:prstGeom prst="rect">
                <a:avLst/>
              </a:prstGeom>
              <a:blipFill>
                <a:blip r:embed="rId5"/>
                <a:stretch>
                  <a:fillRect b="-17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B4CBA63-E9BD-A0DD-50AA-E3C06637AFE8}"/>
                  </a:ext>
                </a:extLst>
              </p:cNvPr>
              <p:cNvSpPr txBox="1"/>
              <p:nvPr/>
            </p:nvSpPr>
            <p:spPr>
              <a:xfrm>
                <a:off x="5291604" y="3123328"/>
                <a:ext cx="7028695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−(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3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2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+4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B4CBA63-E9BD-A0DD-50AA-E3C06637AF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91604" y="3123328"/>
                <a:ext cx="7028695" cy="461665"/>
              </a:xfrm>
              <a:prstGeom prst="rect">
                <a:avLst/>
              </a:prstGeom>
              <a:blipFill>
                <a:blip r:embed="rId6"/>
                <a:stretch>
                  <a:fillRect b="-17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F49D6B7-C479-C265-3058-AE377E13AA0C}"/>
                  </a:ext>
                </a:extLst>
              </p:cNvPr>
              <p:cNvSpPr txBox="1"/>
              <p:nvPr/>
            </p:nvSpPr>
            <p:spPr>
              <a:xfrm>
                <a:off x="4447125" y="3836075"/>
                <a:ext cx="5228003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B</m:t>
                          </m:r>
                        </m:sub>
                      </m:sSub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400" b="0" i="0" dirty="0" smtClean="0">
                          <a:latin typeface="Cambria Math" panose="02040503050406030204" pitchFamily="18" charset="0"/>
                        </a:rPr>
                        <m:t>max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⁡(0, </m:t>
                      </m:r>
                      <m:sSup>
                        <m:sSup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</m:oMath>
                  </m:oMathPara>
                </a14:m>
                <a:endParaRPr sz="2400" dirty="0"/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F49D6B7-C479-C265-3058-AE377E13AA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47125" y="3836075"/>
                <a:ext cx="5228003" cy="461665"/>
              </a:xfrm>
              <a:prstGeom prst="rect">
                <a:avLst/>
              </a:prstGeom>
              <a:blipFill>
                <a:blip r:embed="rId7"/>
                <a:stretch>
                  <a:fillRect b="-17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E528976D-B32C-40EF-DE2D-FBBE99D0C1D9}"/>
                  </a:ext>
                </a:extLst>
              </p:cNvPr>
              <p:cNvSpPr txBox="1"/>
              <p:nvPr/>
            </p:nvSpPr>
            <p:spPr>
              <a:xfrm>
                <a:off x="4447125" y="5069750"/>
                <a:ext cx="5228003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</m:t>
                          </m:r>
                        </m:sub>
                      </m:sSub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400" b="0" i="0" dirty="0" smtClean="0">
                          <a:latin typeface="Cambria Math" panose="02040503050406030204" pitchFamily="18" charset="0"/>
                        </a:rPr>
                        <m:t>max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⁡(0, </m:t>
                      </m:r>
                      <m:sSup>
                        <m:sSup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</m:oMath>
                  </m:oMathPara>
                </a14:m>
                <a:endParaRPr sz="2400" dirty="0"/>
              </a:p>
            </p:txBody>
          </p:sp>
        </mc:Choice>
        <mc:Fallback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E528976D-B32C-40EF-DE2D-FBBE99D0C1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47125" y="5069750"/>
                <a:ext cx="5228003" cy="461665"/>
              </a:xfrm>
              <a:prstGeom prst="rect">
                <a:avLst/>
              </a:prstGeom>
              <a:blipFill>
                <a:blip r:embed="rId8"/>
                <a:stretch>
                  <a:fillRect b="-18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FCC7A3F-638D-5C9A-9C34-74EAF5A48F67}"/>
                  </a:ext>
                </a:extLst>
              </p:cNvPr>
              <p:cNvSpPr txBox="1"/>
              <p:nvPr/>
            </p:nvSpPr>
            <p:spPr>
              <a:xfrm>
                <a:off x="5301996" y="4388064"/>
                <a:ext cx="7028695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−(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3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2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FCC7A3F-638D-5C9A-9C34-74EAF5A48F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1996" y="4388064"/>
                <a:ext cx="7028695" cy="461665"/>
              </a:xfrm>
              <a:prstGeom prst="rect">
                <a:avLst/>
              </a:prstGeom>
              <a:blipFill>
                <a:blip r:embed="rId9"/>
                <a:stretch>
                  <a:fillRect b="-17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F98B2E9-D475-66C2-7321-8FF235D5B44C}"/>
                  </a:ext>
                </a:extLst>
              </p:cNvPr>
              <p:cNvSpPr txBox="1"/>
              <p:nvPr/>
            </p:nvSpPr>
            <p:spPr>
              <a:xfrm>
                <a:off x="5291604" y="5625165"/>
                <a:ext cx="7028695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−(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3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2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+4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F98B2E9-D475-66C2-7321-8FF235D5B4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91604" y="5625165"/>
                <a:ext cx="7028695" cy="461665"/>
              </a:xfrm>
              <a:prstGeom prst="rect">
                <a:avLst/>
              </a:prstGeom>
              <a:blipFill>
                <a:blip r:embed="rId10"/>
                <a:stretch>
                  <a:fillRect b="-18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809974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384C68-DDF9-1641-7BD2-0F809E54F4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8A1D3241-4F19-01B0-9C09-D539EACFE626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0D41D3A-58EB-BF42-8894-F27D08086AE4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D25B816-0A8B-B62B-E1FA-CBFCC5D40068}"/>
                  </a:ext>
                </a:extLst>
              </p:cNvPr>
              <p:cNvSpPr txBox="1"/>
              <p:nvPr/>
            </p:nvSpPr>
            <p:spPr>
              <a:xfrm>
                <a:off x="3099673" y="378560"/>
                <a:ext cx="6265372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spcAft>
                    <a:spcPts val="1200"/>
                  </a:spcAft>
                </a:pPr>
                <a:r>
                  <a:rPr lang="en-US" sz="4000" b="1" dirty="0">
                    <a:solidFill>
                      <a:schemeClr val="bg1"/>
                    </a:solidFill>
                  </a:rPr>
                  <a:t>Both Players’ </a:t>
                </a: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𝝋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Functions</a:t>
                </a: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D25B816-0A8B-B62B-E1FA-CBFCC5D400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99673" y="378560"/>
                <a:ext cx="6265372" cy="707886"/>
              </a:xfrm>
              <a:prstGeom prst="rect">
                <a:avLst/>
              </a:prstGeom>
              <a:blipFill>
                <a:blip r:embed="rId3"/>
                <a:stretch>
                  <a:fillRect l="-3405" t="-15517" r="-584" b="-362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7E24BE6-6012-4209-F37A-313431A8CBD7}"/>
                  </a:ext>
                </a:extLst>
              </p:cNvPr>
              <p:cNvSpPr txBox="1"/>
              <p:nvPr/>
            </p:nvSpPr>
            <p:spPr>
              <a:xfrm>
                <a:off x="548497" y="1950153"/>
                <a:ext cx="835429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400" b="0" i="0" dirty="0" smtClean="0">
                          <a:latin typeface="Cambria Math" panose="02040503050406030204" pitchFamily="18" charset="0"/>
                        </a:rPr>
                        <m:t>max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⁡(0, 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3</m:t>
                          </m:r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+2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−4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−2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7E24BE6-6012-4209-F37A-313431A8CB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497" y="1950153"/>
                <a:ext cx="8354290" cy="461665"/>
              </a:xfrm>
              <a:prstGeom prst="rect">
                <a:avLst/>
              </a:prstGeom>
              <a:blipFill>
                <a:blip r:embed="rId4"/>
                <a:stretch>
                  <a:fillRect b="-17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F8E72F6-D407-B295-DC08-8F7F172A9206}"/>
                  </a:ext>
                </a:extLst>
              </p:cNvPr>
              <p:cNvSpPr txBox="1"/>
              <p:nvPr/>
            </p:nvSpPr>
            <p:spPr>
              <a:xfrm>
                <a:off x="294041" y="3166255"/>
                <a:ext cx="8780074" cy="7386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13</m:t>
                          </m:r>
                        </m:sub>
                      </m:sSub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400" b="0" i="0" dirty="0" smtClean="0">
                          <a:latin typeface="Cambria Math" panose="02040503050406030204" pitchFamily="18" charset="0"/>
                        </a:rPr>
                        <m:t>max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⁡(0,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2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−4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dirty="0"/>
              </a:p>
              <a:p>
                <a:endParaRPr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F8E72F6-D407-B295-DC08-8F7F172A92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4041" y="3166255"/>
                <a:ext cx="8780074" cy="73866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804A7F2-D08B-4860-8A95-F6F8B8350FBC}"/>
                  </a:ext>
                </a:extLst>
              </p:cNvPr>
              <p:cNvSpPr txBox="1"/>
              <p:nvPr/>
            </p:nvSpPr>
            <p:spPr>
              <a:xfrm>
                <a:off x="235896" y="2544571"/>
                <a:ext cx="9791946" cy="7386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400" b="0" i="0" dirty="0" smtClean="0">
                          <a:latin typeface="Cambria Math" panose="02040503050406030204" pitchFamily="18" charset="0"/>
                        </a:rPr>
                        <m:t>max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⁡(0,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+4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4</m:t>
                          </m:r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3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dirty="0"/>
              </a:p>
              <a:p>
                <a:endParaRPr dirty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804A7F2-D08B-4860-8A95-F6F8B8350F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5896" y="2544571"/>
                <a:ext cx="9791946" cy="73866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90C5A04-BD2E-5895-B51F-4E46D72660CF}"/>
                  </a:ext>
                </a:extLst>
              </p:cNvPr>
              <p:cNvSpPr txBox="1"/>
              <p:nvPr/>
            </p:nvSpPr>
            <p:spPr>
              <a:xfrm>
                <a:off x="741832" y="4116993"/>
                <a:ext cx="893210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A</m:t>
                          </m:r>
                        </m:sub>
                      </m:sSub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400" b="0" i="0" dirty="0" smtClean="0">
                          <a:latin typeface="Cambria Math" panose="02040503050406030204" pitchFamily="18" charset="0"/>
                        </a:rPr>
                        <m:t>max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⁡(0,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+3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+2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4</m:t>
                          </m:r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90C5A04-BD2E-5895-B51F-4E46D72660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1832" y="4116993"/>
                <a:ext cx="8932104" cy="461665"/>
              </a:xfrm>
              <a:prstGeom prst="rect">
                <a:avLst/>
              </a:prstGeom>
              <a:blipFill>
                <a:blip r:embed="rId7"/>
                <a:stretch>
                  <a:fillRect b="-17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5EB2FB0-AF7D-A4CE-CD63-049EDDDCD6F6}"/>
                  </a:ext>
                </a:extLst>
              </p:cNvPr>
              <p:cNvSpPr txBox="1"/>
              <p:nvPr/>
            </p:nvSpPr>
            <p:spPr>
              <a:xfrm>
                <a:off x="861340" y="5333095"/>
                <a:ext cx="8971295" cy="7386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</m:t>
                          </m:r>
                        </m:sub>
                      </m:sSub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400" b="0" i="0" dirty="0" smtClean="0">
                          <a:latin typeface="Cambria Math" panose="02040503050406030204" pitchFamily="18" charset="0"/>
                        </a:rPr>
                        <m:t>max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⁡(0,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+4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+3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2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2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dirty="0"/>
              </a:p>
              <a:p>
                <a:endParaRPr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5EB2FB0-AF7D-A4CE-CD63-049EDDDCD6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1340" y="5333095"/>
                <a:ext cx="8971295" cy="73866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C869C2F-4592-C748-0A38-0561479C0581}"/>
                  </a:ext>
                </a:extLst>
              </p:cNvPr>
              <p:cNvSpPr txBox="1"/>
              <p:nvPr/>
            </p:nvSpPr>
            <p:spPr>
              <a:xfrm>
                <a:off x="335605" y="4711411"/>
                <a:ext cx="9791946" cy="7386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B</m:t>
                          </m:r>
                        </m:sub>
                      </m:sSub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400" b="0" i="0" dirty="0" smtClean="0">
                          <a:latin typeface="Cambria Math" panose="02040503050406030204" pitchFamily="18" charset="0"/>
                        </a:rPr>
                        <m:t>max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⁡(0,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+2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3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dirty="0"/>
              </a:p>
              <a:p>
                <a:endParaRPr dirty="0"/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C869C2F-4592-C748-0A38-0561479C05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5605" y="4711411"/>
                <a:ext cx="9791946" cy="738664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8174532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EE3515-CDA1-6B97-BD6C-FED7FBA190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A180E804-4E1A-336E-1255-BD8D9651A146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3839ED2-E342-A566-A71A-C83BCA49E7D1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DD4C3CE-1298-02E7-3184-60CC4DB1C98B}"/>
                  </a:ext>
                </a:extLst>
              </p:cNvPr>
              <p:cNvSpPr txBox="1"/>
              <p:nvPr/>
            </p:nvSpPr>
            <p:spPr>
              <a:xfrm>
                <a:off x="1215737" y="336386"/>
                <a:ext cx="10650682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spcAft>
                    <a:spcPts val="1200"/>
                  </a:spcAft>
                </a:pP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𝟑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BNN Dynamics Example: Error Orders</a:t>
                </a: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DD4C3CE-1298-02E7-3184-60CC4DB1C9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5737" y="336386"/>
                <a:ext cx="10650682" cy="707886"/>
              </a:xfrm>
              <a:prstGeom prst="rect">
                <a:avLst/>
              </a:prstGeom>
              <a:blipFill>
                <a:blip r:embed="rId3"/>
                <a:stretch>
                  <a:fillRect t="-15517" b="-362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4" name="Picture 13">
            <a:extLst>
              <a:ext uri="{FF2B5EF4-FFF2-40B4-BE49-F238E27FC236}">
                <a16:creationId xmlns:a16="http://schemas.microsoft.com/office/drawing/2014/main" id="{8699EB01-FD32-BF0A-C309-D2240D35FDD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16" y="1710812"/>
            <a:ext cx="7850611" cy="5072204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4FDB0BC-E522-341E-3680-E43D9626A31D}"/>
                  </a:ext>
                </a:extLst>
              </p:cNvPr>
              <p:cNvSpPr txBox="1"/>
              <p:nvPr/>
            </p:nvSpPr>
            <p:spPr>
              <a:xfrm>
                <a:off x="7855527" y="1983796"/>
                <a:ext cx="4934351" cy="289040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800" dirty="0"/>
                  <a:t>Starting at: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p</m:t>
                          </m:r>
                        </m:e>
                        <m:sup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800" i="1" dirty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800" b="0" i="1" dirty="0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den>
                          </m:f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f>
                            <m:fPr>
                              <m:ctrlP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den>
                          </m:f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f>
                            <m:fPr>
                              <m:ctrlP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den>
                          </m:f>
                        </m:e>
                      </m:d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sz="2800" b="0" i="1" dirty="0">
                  <a:latin typeface="Cambria Math" panose="02040503050406030204" pitchFamily="18" charset="0"/>
                </a:endParaRP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800" i="1" dirty="0">
                              <a:latin typeface="Cambria Math" panose="02040503050406030204" pitchFamily="18" charset="0"/>
                            </a:rPr>
                            <m:t>p</m:t>
                          </m:r>
                        </m:e>
                        <m:sup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i="1" dirty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den>
                          </m:f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f>
                            <m:fPr>
                              <m:ctrlP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den>
                          </m:f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f>
                            <m:fPr>
                              <m:ctrlP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den>
                          </m:f>
                        </m:e>
                      </m:d>
                      <m:r>
                        <a:rPr lang="en-US" sz="2800" i="1" dirty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sz="2800" i="1" dirty="0">
                  <a:latin typeface="Cambria Math" panose="02040503050406030204" pitchFamily="18" charset="0"/>
                </a:endParaRPr>
              </a:p>
              <a:p>
                <a:pPr/>
                <a:endParaRPr lang="en-US" sz="2800" dirty="0"/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4FDB0BC-E522-341E-3680-E43D9626A3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55527" y="1983796"/>
                <a:ext cx="4934351" cy="2890407"/>
              </a:xfrm>
              <a:prstGeom prst="rect">
                <a:avLst/>
              </a:prstGeom>
              <a:blipFill>
                <a:blip r:embed="rId5"/>
                <a:stretch>
                  <a:fillRect l="-2596" t="-2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32685F9-DE23-C6EF-858F-03E17827E157}"/>
                  </a:ext>
                </a:extLst>
              </p:cNvPr>
              <p:cNvSpPr txBox="1"/>
              <p:nvPr/>
            </p:nvSpPr>
            <p:spPr>
              <a:xfrm>
                <a:off x="8222399" y="4626672"/>
                <a:ext cx="3780961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800" dirty="0"/>
                  <a:t>From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2800" dirty="0"/>
                  <a:t> to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=20</m:t>
                    </m:r>
                  </m:oMath>
                </a14:m>
                <a:endParaRPr lang="en-US" sz="2800" dirty="0"/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32685F9-DE23-C6EF-858F-03E17827E1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2399" y="4626672"/>
                <a:ext cx="3780961" cy="523220"/>
              </a:xfrm>
              <a:prstGeom prst="rect">
                <a:avLst/>
              </a:prstGeom>
              <a:blipFill>
                <a:blip r:embed="rId6"/>
                <a:stretch>
                  <a:fillRect l="-3387" t="-12791" b="-313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Box 16">
            <a:extLst>
              <a:ext uri="{FF2B5EF4-FFF2-40B4-BE49-F238E27FC236}">
                <a16:creationId xmlns:a16="http://schemas.microsoft.com/office/drawing/2014/main" id="{FA389021-3EDC-2460-BAE4-A742A0E76956}"/>
              </a:ext>
            </a:extLst>
          </p:cNvPr>
          <p:cNvSpPr txBox="1"/>
          <p:nvPr/>
        </p:nvSpPr>
        <p:spPr>
          <a:xfrm>
            <a:off x="8359340" y="5253933"/>
            <a:ext cx="364402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800" dirty="0"/>
              <a:t>“Actual Solution” Solved Using Adaptive Runge Kutta</a:t>
            </a:r>
          </a:p>
        </p:txBody>
      </p:sp>
    </p:spTree>
    <p:extLst>
      <p:ext uri="{BB962C8B-B14F-4D97-AF65-F5344CB8AC3E}">
        <p14:creationId xmlns:p14="http://schemas.microsoft.com/office/powerpoint/2010/main" val="390811785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E5B133-E476-A502-998C-7364388F94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4A7D48CC-EE0E-3029-334F-5D0AEE24A8A1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6B8A758-7491-976C-0927-BD3C5216BCEF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4F218F3-3ABE-B189-FDE7-78B91B7E63F2}"/>
                  </a:ext>
                </a:extLst>
              </p:cNvPr>
              <p:cNvSpPr txBox="1"/>
              <p:nvPr/>
            </p:nvSpPr>
            <p:spPr>
              <a:xfrm>
                <a:off x="165248" y="378560"/>
                <a:ext cx="11861503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spcAft>
                    <a:spcPts val="1200"/>
                  </a:spcAft>
                </a:pP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𝟑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BNN Dynamics Example: Strategy Dynamics</a:t>
                </a: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4F218F3-3ABE-B189-FDE7-78B91B7E63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5248" y="378560"/>
                <a:ext cx="11861503" cy="707886"/>
              </a:xfrm>
              <a:prstGeom prst="rect">
                <a:avLst/>
              </a:prstGeom>
              <a:blipFill>
                <a:blip r:embed="rId3"/>
                <a:stretch>
                  <a:fillRect t="-15517" b="-362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FE28E4BA-04AB-7005-9AB7-855882846E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720438"/>
            <a:ext cx="5762885" cy="368218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FCF272E-76D3-1982-8521-B88B64642D5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172898" y="1921180"/>
            <a:ext cx="5762885" cy="3280696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9EDEBBD-3835-FD4B-E03D-147B996F9C6E}"/>
                  </a:ext>
                </a:extLst>
              </p:cNvPr>
              <p:cNvSpPr txBox="1"/>
              <p:nvPr/>
            </p:nvSpPr>
            <p:spPr>
              <a:xfrm>
                <a:off x="240631" y="5412243"/>
                <a:ext cx="7086455" cy="73718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800" dirty="0"/>
                  <a:t>Starting at: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800" b="0" i="1" dirty="0" smtClean="0"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p>
                        <m:r>
                          <a:rPr lang="en-US" sz="2800" i="1" dirty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800" i="1" dirty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28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sz="2800" i="1" dirty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8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2800" b="0" i="1" dirty="0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den>
                        </m:f>
                        <m:r>
                          <a:rPr lang="en-US" sz="28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f>
                          <m:fPr>
                            <m:ctrlPr>
                              <a:rPr lang="en-US" sz="2800" i="1" dirty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8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2800" i="1" dirty="0">
                                <a:latin typeface="Cambria Math" panose="02040503050406030204" pitchFamily="18" charset="0"/>
                              </a:rPr>
                              <m:t>3</m:t>
                            </m:r>
                          </m:den>
                        </m:f>
                        <m:r>
                          <a:rPr lang="en-US" sz="28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f>
                          <m:fPr>
                            <m:ctrlPr>
                              <a:rPr lang="en-US" sz="2800" i="1" dirty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8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2800" i="1" dirty="0">
                                <a:latin typeface="Cambria Math" panose="02040503050406030204" pitchFamily="18" charset="0"/>
                              </a:rPr>
                              <m:t>3</m:t>
                            </m:r>
                          </m:den>
                        </m:f>
                      </m:e>
                    </m:d>
                    <m:r>
                      <a:rPr lang="en-US" sz="2800" b="0" i="1" dirty="0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28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800" i="1" dirty="0"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p>
                        <m:r>
                          <a:rPr lang="en-US" sz="28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800" i="1" dirty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28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sz="2800" i="1" dirty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8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2800" i="1" dirty="0">
                                <a:latin typeface="Cambria Math" panose="02040503050406030204" pitchFamily="18" charset="0"/>
                              </a:rPr>
                              <m:t>3</m:t>
                            </m:r>
                          </m:den>
                        </m:f>
                        <m:r>
                          <a:rPr lang="en-US" sz="2800" i="1" dirty="0">
                            <a:latin typeface="Cambria Math" panose="02040503050406030204" pitchFamily="18" charset="0"/>
                          </a:rPr>
                          <m:t>,</m:t>
                        </m:r>
                        <m:f>
                          <m:fPr>
                            <m:ctrlPr>
                              <a:rPr lang="en-US" sz="2800" i="1" dirty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8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2800" i="1" dirty="0">
                                <a:latin typeface="Cambria Math" panose="02040503050406030204" pitchFamily="18" charset="0"/>
                              </a:rPr>
                              <m:t>3</m:t>
                            </m:r>
                          </m:den>
                        </m:f>
                        <m:r>
                          <a:rPr lang="en-US" sz="2800" i="1" dirty="0">
                            <a:latin typeface="Cambria Math" panose="02040503050406030204" pitchFamily="18" charset="0"/>
                          </a:rPr>
                          <m:t>,</m:t>
                        </m:r>
                        <m:f>
                          <m:fPr>
                            <m:ctrlPr>
                              <a:rPr lang="en-US" sz="2800" i="1" dirty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8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2800" i="1" dirty="0">
                                <a:latin typeface="Cambria Math" panose="02040503050406030204" pitchFamily="18" charset="0"/>
                              </a:rPr>
                              <m:t>3</m:t>
                            </m:r>
                          </m:den>
                        </m:f>
                      </m:e>
                    </m:d>
                  </m:oMath>
                </a14:m>
                <a:endParaRPr lang="en-US" sz="2800" i="1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9EDEBBD-3835-FD4B-E03D-147B996F9C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0631" y="5412243"/>
                <a:ext cx="7086455" cy="737189"/>
              </a:xfrm>
              <a:prstGeom prst="rect">
                <a:avLst/>
              </a:prstGeom>
              <a:blipFill>
                <a:blip r:embed="rId6"/>
                <a:stretch>
                  <a:fillRect l="-1720" b="-90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5A3241E-1B36-0F43-A276-7BACF8E2C548}"/>
                  </a:ext>
                </a:extLst>
              </p:cNvPr>
              <p:cNvSpPr txBox="1"/>
              <p:nvPr/>
            </p:nvSpPr>
            <p:spPr>
              <a:xfrm>
                <a:off x="240631" y="6217830"/>
                <a:ext cx="3780961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800" dirty="0"/>
                  <a:t>From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2800" dirty="0"/>
                  <a:t> to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=20</m:t>
                    </m:r>
                  </m:oMath>
                </a14:m>
                <a:endParaRPr lang="en-US" sz="2800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5A3241E-1B36-0F43-A276-7BACF8E2C5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0631" y="6217830"/>
                <a:ext cx="3780961" cy="523220"/>
              </a:xfrm>
              <a:prstGeom prst="rect">
                <a:avLst/>
              </a:prstGeom>
              <a:blipFill>
                <a:blip r:embed="rId7"/>
                <a:stretch>
                  <a:fillRect l="-3221" t="-12791" b="-313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36D96C2-102A-C01A-0962-4EA9A9FE04CB}"/>
                  </a:ext>
                </a:extLst>
              </p:cNvPr>
              <p:cNvSpPr txBox="1"/>
              <p:nvPr/>
            </p:nvSpPr>
            <p:spPr>
              <a:xfrm>
                <a:off x="7069182" y="5356055"/>
                <a:ext cx="4957569" cy="1384995"/>
              </a:xfrm>
              <a:prstGeom prst="rect">
                <a:avLst/>
              </a:prstGeom>
              <a:solidFill>
                <a:srgbClr val="FFFF66">
                  <a:alpha val="49804"/>
                </a:srgbClr>
              </a:solidFill>
              <a:ln w="381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2800" dirty="0"/>
                  <a:t>Strategies converge to Nash Equilibrium at</a:t>
                </a:r>
              </a:p>
              <a:p>
                <a:pPr algn="ctr"/>
                <a:r>
                  <a:rPr lang="en-US" sz="2800" b="1" dirty="0"/>
                  <a:t> </a:t>
                </a:r>
                <a14:m>
                  <m:oMath xmlns:m="http://schemas.openxmlformats.org/officeDocument/2006/math">
                    <m:r>
                      <a:rPr lang="en-US" sz="2800" b="1" i="1">
                        <a:latin typeface="Cambria Math" panose="02040503050406030204" pitchFamily="18" charset="0"/>
                      </a:rPr>
                      <m:t>(0,</m:t>
                    </m:r>
                    <m:f>
                      <m:fPr>
                        <m:type m:val="skw"/>
                        <m:ctrlPr>
                          <a:rPr lang="en-US" sz="2800" b="1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800" b="1" i="1"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en-US" sz="2800" b="1" i="1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 lang="en-US" sz="2800" b="1" i="1">
                        <a:latin typeface="Cambria Math" panose="02040503050406030204" pitchFamily="18" charset="0"/>
                      </a:rPr>
                      <m:t>,</m:t>
                    </m:r>
                    <m:f>
                      <m:fPr>
                        <m:type m:val="skw"/>
                        <m:ctrlPr>
                          <a:rPr lang="en-US" sz="2800" b="1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800" b="1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800" b="1" i="1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 lang="en-US" sz="2800" b="1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800" b="1" dirty="0"/>
                  <a:t> </a:t>
                </a:r>
                <a:r>
                  <a:rPr lang="en-US" sz="2800" dirty="0"/>
                  <a:t>and</a:t>
                </a:r>
                <a:r>
                  <a:rPr lang="en-US" sz="2800" b="1" dirty="0"/>
                  <a:t> </a:t>
                </a:r>
                <a14:m>
                  <m:oMath xmlns:m="http://schemas.openxmlformats.org/officeDocument/2006/math">
                    <m:r>
                      <a:rPr lang="en-US" sz="2800" b="1" i="1">
                        <a:latin typeface="Cambria Math" panose="02040503050406030204" pitchFamily="18" charset="0"/>
                      </a:rPr>
                      <m:t>(</m:t>
                    </m:r>
                    <m:f>
                      <m:fPr>
                        <m:type m:val="skw"/>
                        <m:ctrlPr>
                          <a:rPr lang="en-US" sz="2800" b="1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800" b="1" i="1">
                            <a:latin typeface="Cambria Math" panose="02040503050406030204" pitchFamily="18" charset="0"/>
                          </a:rPr>
                          <m:t>4</m:t>
                        </m:r>
                      </m:num>
                      <m:den>
                        <m:r>
                          <a:rPr lang="en-US" sz="2800" b="1" i="1">
                            <a:latin typeface="Cambria Math" panose="02040503050406030204" pitchFamily="18" charset="0"/>
                          </a:rPr>
                          <m:t>5</m:t>
                        </m:r>
                      </m:den>
                    </m:f>
                    <m:r>
                      <a:rPr lang="en-US" sz="2800" b="1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800" b="1" i="1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2800" b="1" i="1">
                        <a:latin typeface="Cambria Math" panose="02040503050406030204" pitchFamily="18" charset="0"/>
                      </a:rPr>
                      <m:t>,</m:t>
                    </m:r>
                    <m:f>
                      <m:fPr>
                        <m:type m:val="skw"/>
                        <m:ctrlPr>
                          <a:rPr lang="en-US" sz="2800" b="1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800" b="1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800" b="1" i="1">
                            <a:latin typeface="Cambria Math" panose="02040503050406030204" pitchFamily="18" charset="0"/>
                          </a:rPr>
                          <m:t>5</m:t>
                        </m:r>
                      </m:den>
                    </m:f>
                    <m:r>
                      <a:rPr lang="en-US" sz="2800" b="1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800" b="1" dirty="0"/>
                  <a:t> </a:t>
                </a:r>
                <a:endParaRPr lang="en-US" sz="2800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36D96C2-102A-C01A-0962-4EA9A9FE04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69182" y="5356055"/>
                <a:ext cx="4957569" cy="1384995"/>
              </a:xfrm>
              <a:prstGeom prst="rect">
                <a:avLst/>
              </a:prstGeom>
              <a:blipFill>
                <a:blip r:embed="rId8"/>
                <a:stretch>
                  <a:fillRect t="-3433" b="-9871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4158876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17F627-B111-7685-E2B3-02E7EF40CA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3E88A92E-C7A7-2FCB-5502-63921291E975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A3EBD63-B7B1-31E8-448B-DFEF281EBE7B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2C5A33A-46FF-CBEC-0BE4-DA75B62DE03E}"/>
                  </a:ext>
                </a:extLst>
              </p:cNvPr>
              <p:cNvSpPr txBox="1"/>
              <p:nvPr/>
            </p:nvSpPr>
            <p:spPr>
              <a:xfrm>
                <a:off x="1215737" y="336386"/>
                <a:ext cx="10650682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spcAft>
                    <a:spcPts val="1200"/>
                  </a:spcAft>
                </a:pP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𝟑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BNN Dynamics Example: Error Orders</a:t>
                </a: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2C5A33A-46FF-CBEC-0BE4-DA75B62DE0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5737" y="336386"/>
                <a:ext cx="10650682" cy="707886"/>
              </a:xfrm>
              <a:prstGeom prst="rect">
                <a:avLst/>
              </a:prstGeom>
              <a:blipFill>
                <a:blip r:embed="rId3"/>
                <a:stretch>
                  <a:fillRect t="-15517" b="-362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4" name="Picture 13">
            <a:extLst>
              <a:ext uri="{FF2B5EF4-FFF2-40B4-BE49-F238E27FC236}">
                <a16:creationId xmlns:a16="http://schemas.microsoft.com/office/drawing/2014/main" id="{3DA33E39-FB35-BCD9-6F0B-C183263EF77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16" y="1737659"/>
            <a:ext cx="7850611" cy="5018509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9C4716A-A20F-F9F9-A388-AB5001AC439A}"/>
                  </a:ext>
                </a:extLst>
              </p:cNvPr>
              <p:cNvSpPr txBox="1"/>
              <p:nvPr/>
            </p:nvSpPr>
            <p:spPr>
              <a:xfrm>
                <a:off x="7827307" y="1931714"/>
                <a:ext cx="4934351" cy="139942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000" dirty="0"/>
                  <a:t>Starting at:</a:t>
                </a: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00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p</m:t>
                          </m:r>
                        </m:e>
                        <m:sup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b="0" i="1" dirty="0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den>
                          </m:f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f>
                            <m:fPr>
                              <m:ctrlP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den>
                          </m:f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f>
                            <m:fPr>
                              <m:ctrlP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den>
                          </m:f>
                        </m:e>
                      </m:d>
                      <m:r>
                        <a:rPr lang="en-US" sz="2000" b="0" i="1" dirty="0" smtClean="0">
                          <a:latin typeface="Cambria Math" panose="02040503050406030204" pitchFamily="18" charset="0"/>
                        </a:rPr>
                        <m:t>,</m:t>
                      </m:r>
                      <m:sSup>
                        <m:sSupPr>
                          <m:ctrlPr>
                            <a:rPr lang="en-US" sz="20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000" i="1" dirty="0">
                              <a:latin typeface="Cambria Math" panose="02040503050406030204" pitchFamily="18" charset="0"/>
                            </a:rPr>
                            <m:t>p</m:t>
                          </m:r>
                        </m:e>
                        <m:sup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den>
                          </m:f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f>
                            <m:fPr>
                              <m:ctrlP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den>
                          </m:f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f>
                            <m:fPr>
                              <m:ctrlP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sz="2000" i="1" dirty="0">
                  <a:latin typeface="Cambria Math" panose="02040503050406030204" pitchFamily="18" charset="0"/>
                </a:endParaRPr>
              </a:p>
              <a:p>
                <a:endParaRPr lang="en-US" sz="2000" dirty="0"/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9C4716A-A20F-F9F9-A388-AB5001AC43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7307" y="1931714"/>
                <a:ext cx="4934351" cy="1399422"/>
              </a:xfrm>
              <a:prstGeom prst="rect">
                <a:avLst/>
              </a:prstGeom>
              <a:blipFill>
                <a:blip r:embed="rId5"/>
                <a:stretch>
                  <a:fillRect l="-1236" t="-26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9E277074-1B7C-5345-F6D7-3E34A4237951}"/>
                  </a:ext>
                </a:extLst>
              </p:cNvPr>
              <p:cNvSpPr txBox="1"/>
              <p:nvPr/>
            </p:nvSpPr>
            <p:spPr>
              <a:xfrm>
                <a:off x="7822935" y="3028890"/>
                <a:ext cx="4203816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000" dirty="0"/>
                  <a:t>From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2000" dirty="0"/>
                  <a:t> to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skw"/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en-US" sz="2000" dirty="0"/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9E277074-1B7C-5345-F6D7-3E34A42379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2935" y="3028890"/>
                <a:ext cx="4203816" cy="400110"/>
              </a:xfrm>
              <a:prstGeom prst="rect">
                <a:avLst/>
              </a:prstGeom>
              <a:blipFill>
                <a:blip r:embed="rId6"/>
                <a:stretch>
                  <a:fillRect l="-1449" t="-116667" b="-1772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87EB5E39-91C9-4381-A180-784953A70948}"/>
              </a:ext>
            </a:extLst>
          </p:cNvPr>
          <p:cNvSpPr txBox="1"/>
          <p:nvPr/>
        </p:nvSpPr>
        <p:spPr>
          <a:xfrm>
            <a:off x="8008218" y="5252030"/>
            <a:ext cx="4018532" cy="1384995"/>
          </a:xfrm>
          <a:prstGeom prst="rect">
            <a:avLst/>
          </a:prstGeom>
          <a:solidFill>
            <a:srgbClr val="FFFF66">
              <a:alpha val="49804"/>
            </a:srgbClr>
          </a:solidFill>
          <a:ln w="381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sz="2800" dirty="0"/>
              <a:t>Consistent Jacobian ensures 4</a:t>
            </a:r>
            <a:r>
              <a:rPr lang="en-US" sz="2800" baseline="30000" dirty="0"/>
              <a:t>th</a:t>
            </a:r>
            <a:r>
              <a:rPr lang="en-US" sz="2800" dirty="0"/>
              <a:t> Order Convergence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5C14382-2AC6-4F2F-1720-C41ABEFE9EAA}"/>
              </a:ext>
            </a:extLst>
          </p:cNvPr>
          <p:cNvSpPr txBox="1"/>
          <p:nvPr/>
        </p:nvSpPr>
        <p:spPr>
          <a:xfrm>
            <a:off x="7822935" y="3392061"/>
            <a:ext cx="42038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/>
              <a:t>For both times: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3A1FF17-1A82-D4D4-80E3-672E115268FF}"/>
                  </a:ext>
                </a:extLst>
              </p:cNvPr>
              <p:cNvSpPr txBox="1"/>
              <p:nvPr/>
            </p:nvSpPr>
            <p:spPr>
              <a:xfrm>
                <a:off x="8008218" y="3743746"/>
                <a:ext cx="128978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18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  <m:d>
                        <m:dPr>
                          <m:ctrlPr>
                            <a:rPr lang="en-US" sz="18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8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18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800" b="0" i="1" dirty="0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3A1FF17-1A82-D4D4-80E3-672E115268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08218" y="3743746"/>
                <a:ext cx="1289785" cy="369332"/>
              </a:xfrm>
              <a:prstGeom prst="rect">
                <a:avLst/>
              </a:prstGeom>
              <a:blipFill>
                <a:blip r:embed="rId7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CE1A523-4C49-0301-008C-59BFFCB44F48}"/>
                  </a:ext>
                </a:extLst>
              </p:cNvPr>
              <p:cNvSpPr txBox="1"/>
              <p:nvPr/>
            </p:nvSpPr>
            <p:spPr>
              <a:xfrm>
                <a:off x="9450694" y="3743746"/>
                <a:ext cx="128978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18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8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US" sz="18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8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1800" b="0" i="1" dirty="0" smtClean="0">
                          <a:latin typeface="Cambria Math" panose="02040503050406030204" pitchFamily="18" charset="0"/>
                        </a:rPr>
                        <m:t>&gt;0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CE1A523-4C49-0301-008C-59BFFCB44F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50694" y="3743746"/>
                <a:ext cx="1289785" cy="369332"/>
              </a:xfrm>
              <a:prstGeom prst="rect">
                <a:avLst/>
              </a:prstGeom>
              <a:blipFill>
                <a:blip r:embed="rId8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34297E8-21CE-78DE-85B7-9671724D81FA}"/>
                  </a:ext>
                </a:extLst>
              </p:cNvPr>
              <p:cNvSpPr txBox="1"/>
              <p:nvPr/>
            </p:nvSpPr>
            <p:spPr>
              <a:xfrm>
                <a:off x="10907131" y="3743746"/>
                <a:ext cx="128978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18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8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d>
                        <m:dPr>
                          <m:ctrlPr>
                            <a:rPr lang="en-US" sz="18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8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18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800" b="0" i="1" dirty="0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34297E8-21CE-78DE-85B7-9671724D81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07131" y="3743746"/>
                <a:ext cx="1289785" cy="369332"/>
              </a:xfrm>
              <a:prstGeom prst="rect">
                <a:avLst/>
              </a:prstGeom>
              <a:blipFill>
                <a:blip r:embed="rId9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5927BA7-DC7D-CF25-888A-B168B7009A0A}"/>
                  </a:ext>
                </a:extLst>
              </p:cNvPr>
              <p:cNvSpPr txBox="1"/>
              <p:nvPr/>
            </p:nvSpPr>
            <p:spPr>
              <a:xfrm>
                <a:off x="8008218" y="4106917"/>
                <a:ext cx="135716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18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n-US" sz="18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A</m:t>
                          </m:r>
                        </m:sub>
                      </m:sSub>
                      <m:d>
                        <m:dPr>
                          <m:ctrlPr>
                            <a:rPr lang="en-US" sz="18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8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1800" b="0" i="1" dirty="0" smtClean="0">
                          <a:latin typeface="Cambria Math" panose="02040503050406030204" pitchFamily="18" charset="0"/>
                        </a:rPr>
                        <m:t>&gt;0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5927BA7-DC7D-CF25-888A-B168B7009A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08218" y="4106917"/>
                <a:ext cx="1357163" cy="369332"/>
              </a:xfrm>
              <a:prstGeom prst="rect">
                <a:avLst/>
              </a:prstGeom>
              <a:blipFill>
                <a:blip r:embed="rId10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05E87F4-93D9-DFF7-8CDC-44FF0AF56512}"/>
                  </a:ext>
                </a:extLst>
              </p:cNvPr>
              <p:cNvSpPr txBox="1"/>
              <p:nvPr/>
            </p:nvSpPr>
            <p:spPr>
              <a:xfrm>
                <a:off x="9408037" y="4106917"/>
                <a:ext cx="137509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18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n-US" sz="18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B</m:t>
                          </m:r>
                        </m:sub>
                      </m:sSub>
                      <m:d>
                        <m:dPr>
                          <m:ctrlPr>
                            <a:rPr lang="en-US" sz="18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8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1800" b="0" i="1" dirty="0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05E87F4-93D9-DFF7-8CDC-44FF0AF565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08037" y="4106917"/>
                <a:ext cx="1375098" cy="369332"/>
              </a:xfrm>
              <a:prstGeom prst="rect">
                <a:avLst/>
              </a:prstGeom>
              <a:blipFill>
                <a:blip r:embed="rId11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692B7E2-4360-8F1A-A00E-557DE7EA63EA}"/>
                  </a:ext>
                </a:extLst>
              </p:cNvPr>
              <p:cNvSpPr txBox="1"/>
              <p:nvPr/>
            </p:nvSpPr>
            <p:spPr>
              <a:xfrm>
                <a:off x="10859463" y="4106917"/>
                <a:ext cx="135716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18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n-US" sz="18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</m:t>
                          </m:r>
                        </m:sub>
                      </m:sSub>
                      <m:d>
                        <m:dPr>
                          <m:ctrlPr>
                            <a:rPr lang="en-US" sz="18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8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1800" b="0" i="1" dirty="0" smtClean="0">
                          <a:latin typeface="Cambria Math" panose="02040503050406030204" pitchFamily="18" charset="0"/>
                        </a:rPr>
                        <m:t>&gt;0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692B7E2-4360-8F1A-A00E-557DE7EA63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59463" y="4106917"/>
                <a:ext cx="1357162" cy="369332"/>
              </a:xfrm>
              <a:prstGeom prst="rect">
                <a:avLst/>
              </a:prstGeom>
              <a:blipFill>
                <a:blip r:embed="rId12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9D50172-0A63-98ED-A258-6DFD797A9DEA}"/>
                  </a:ext>
                </a:extLst>
              </p:cNvPr>
              <p:cNvSpPr txBox="1"/>
              <p:nvPr/>
            </p:nvSpPr>
            <p:spPr>
              <a:xfrm>
                <a:off x="8008219" y="4540974"/>
                <a:ext cx="4018531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:r>
                  <a:rPr lang="en-US" sz="1800" dirty="0"/>
                  <a:t>*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𝜑</m:t>
                        </m:r>
                      </m:e>
                      <m:sub>
                        <m:r>
                          <a:rPr lang="en-US" sz="18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en-US" sz="18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A</m:t>
                        </m:r>
                      </m:sub>
                    </m:sSub>
                    <m:d>
                      <m:dPr>
                        <m:ctrlPr>
                          <a:rPr lang="en-US" sz="18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dirty="0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d>
                  </m:oMath>
                </a14:m>
                <a:r>
                  <a:rPr lang="en-US" dirty="0"/>
                  <a:t> is actually equal to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dirty="0"/>
                  <a:t> at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/>
                  <a:t>  but RK-4 steps have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𝜑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A</m:t>
                        </m:r>
                      </m:sub>
                    </m:sSub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d>
                    <m:r>
                      <a:rPr lang="en-US" i="1" dirty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9D50172-0A63-98ED-A258-6DFD797A9D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08219" y="4540974"/>
                <a:ext cx="4018531" cy="646331"/>
              </a:xfrm>
              <a:prstGeom prst="rect">
                <a:avLst/>
              </a:prstGeom>
              <a:blipFill>
                <a:blip r:embed="rId13"/>
                <a:stretch>
                  <a:fillRect l="-1366" t="-4717" b="-150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0639389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08EE04-CD47-F468-ED57-97EC7D563F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DAEEB901-1D1C-46E8-DB87-D8CF8D5147C5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21E7FD6-F6A4-997A-2F33-935416F71457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17B6D98-E2AC-44AE-D752-7F15D35BF3DF}"/>
              </a:ext>
            </a:extLst>
          </p:cNvPr>
          <p:cNvSpPr txBox="1"/>
          <p:nvPr/>
        </p:nvSpPr>
        <p:spPr>
          <a:xfrm>
            <a:off x="1129038" y="361184"/>
            <a:ext cx="1016587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“Finite Difference Methods …” by </a:t>
            </a:r>
            <a:r>
              <a:rPr lang="en-US" sz="4000" b="1" dirty="0" err="1">
                <a:solidFill>
                  <a:schemeClr val="bg1"/>
                </a:solidFill>
              </a:rPr>
              <a:t>LeVeque</a:t>
            </a:r>
            <a:endParaRPr lang="en-US" sz="4000" b="1" dirty="0">
              <a:solidFill>
                <a:schemeClr val="bg1"/>
              </a:solidFill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3424D72C-BC0A-DBE6-209F-DE15026464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0943" y="1960196"/>
            <a:ext cx="3340957" cy="4729324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A7EEFF6C-24F1-5DA9-A179-4EF0F11B8DA4}"/>
              </a:ext>
            </a:extLst>
          </p:cNvPr>
          <p:cNvSpPr txBox="1"/>
          <p:nvPr/>
        </p:nvSpPr>
        <p:spPr>
          <a:xfrm>
            <a:off x="3771900" y="1960196"/>
            <a:ext cx="8459652" cy="41857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US" sz="2700" dirty="0"/>
              <a:t>Chapter 1: Finite Difference Approximations</a:t>
            </a:r>
          </a:p>
          <a:p>
            <a:pPr>
              <a:spcAft>
                <a:spcPts val="1200"/>
              </a:spcAft>
            </a:pPr>
            <a:r>
              <a:rPr lang="en-US" sz="2700" dirty="0"/>
              <a:t>Chapter 2: Steady States and Boundary Value Problems</a:t>
            </a:r>
          </a:p>
          <a:p>
            <a:pPr>
              <a:spcAft>
                <a:spcPts val="1200"/>
              </a:spcAft>
            </a:pPr>
            <a:r>
              <a:rPr lang="en-US" sz="2700" dirty="0"/>
              <a:t>Chapter 5: The Initial Value Problem for Ordinary Differential Equations</a:t>
            </a:r>
          </a:p>
          <a:p>
            <a:pPr>
              <a:spcAft>
                <a:spcPts val="1200"/>
              </a:spcAft>
            </a:pPr>
            <a:r>
              <a:rPr lang="en-US" sz="2700" dirty="0"/>
              <a:t>Chapter 7: Absolute Stability for Ordinary Differential Equations</a:t>
            </a:r>
          </a:p>
          <a:p>
            <a:pPr>
              <a:spcAft>
                <a:spcPts val="1200"/>
              </a:spcAft>
            </a:pPr>
            <a:r>
              <a:rPr lang="en-US" sz="2700" dirty="0"/>
              <a:t>Chapter 8: Stiff Ordinary Differential Equations</a:t>
            </a:r>
          </a:p>
          <a:p>
            <a:pPr>
              <a:spcAft>
                <a:spcPts val="1200"/>
              </a:spcAft>
            </a:pPr>
            <a:r>
              <a:rPr lang="en-US" sz="2700" dirty="0"/>
              <a:t>Chapter 9: Diffusion Equations and Parabolic Problems</a:t>
            </a:r>
          </a:p>
        </p:txBody>
      </p:sp>
    </p:spTree>
    <p:extLst>
      <p:ext uri="{BB962C8B-B14F-4D97-AF65-F5344CB8AC3E}">
        <p14:creationId xmlns:p14="http://schemas.microsoft.com/office/powerpoint/2010/main" val="281036066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4ABE09-905D-1F0B-0650-2B817C421E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85658A6B-A86D-0A22-42A9-A30367E0D416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6AB7AA5-8246-EBAC-3822-5BF46EB9487D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0042475-952B-4E59-F7F6-18425B46D6C0}"/>
              </a:ext>
            </a:extLst>
          </p:cNvPr>
          <p:cNvSpPr txBox="1"/>
          <p:nvPr/>
        </p:nvSpPr>
        <p:spPr>
          <a:xfrm>
            <a:off x="1129038" y="361184"/>
            <a:ext cx="1037369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US" sz="4000" b="1" dirty="0">
                <a:solidFill>
                  <a:schemeClr val="bg1"/>
                </a:solidFill>
              </a:rPr>
              <a:t>Chapter 1: Finite Difference Approximations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F1418D3-775F-7B25-11D2-CC34F8E47C16}"/>
              </a:ext>
            </a:extLst>
          </p:cNvPr>
          <p:cNvSpPr txBox="1"/>
          <p:nvPr/>
        </p:nvSpPr>
        <p:spPr>
          <a:xfrm>
            <a:off x="301335" y="1882793"/>
            <a:ext cx="832311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lang="en-US" sz="2400" dirty="0"/>
              <a:t>Using Taylor series expansions to approximate derivatives: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15">
                <a:extLst>
                  <a:ext uri="{FF2B5EF4-FFF2-40B4-BE49-F238E27FC236}">
                    <a16:creationId xmlns:a16="http://schemas.microsoft.com/office/drawing/2014/main" id="{EC2F95DB-2B93-4D7D-7DC5-C82B1AA8D8C7}"/>
                  </a:ext>
                </a:extLst>
              </p:cNvPr>
              <p:cNvSpPr txBox="1"/>
              <p:nvPr/>
            </p:nvSpPr>
            <p:spPr>
              <a:xfrm>
                <a:off x="301335" y="3002190"/>
                <a:ext cx="9642765" cy="104804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𝑢</m:t>
                          </m:r>
                          <m:d>
                            <m:d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−2</m:t>
                          </m:r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𝑢</m:t>
                          </m:r>
                          <m:d>
                            <m:d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𝑢</m:t>
                          </m:r>
                          <m:d>
                            <m:d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sSup>
                            <m:sSupPr>
                              <m:ctrlP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p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𝑥𝑥</m:t>
                          </m:r>
                        </m:sub>
                      </m:sSub>
                      <m:d>
                        <m:d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3200" i="1">
                          <a:latin typeface="Cambria Math" panose="02040503050406030204" pitchFamily="18" charset="0"/>
                        </a:rPr>
                        <m:t>𝑂</m:t>
                      </m:r>
                      <m:r>
                        <a:rPr lang="en-US" sz="3200" i="1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p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32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5" name="TextBox 15">
                <a:extLst>
                  <a:ext uri="{FF2B5EF4-FFF2-40B4-BE49-F238E27FC236}">
                    <a16:creationId xmlns:a16="http://schemas.microsoft.com/office/drawing/2014/main" id="{EC2F95DB-2B93-4D7D-7DC5-C82B1AA8D8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1335" y="3002190"/>
                <a:ext cx="9642765" cy="104804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4">
                <a:extLst>
                  <a:ext uri="{FF2B5EF4-FFF2-40B4-BE49-F238E27FC236}">
                    <a16:creationId xmlns:a16="http://schemas.microsoft.com/office/drawing/2014/main" id="{57D220F4-18AA-B7A6-91B3-865328CB2C96}"/>
                  </a:ext>
                </a:extLst>
              </p:cNvPr>
              <p:cNvSpPr txBox="1"/>
              <p:nvPr/>
            </p:nvSpPr>
            <p:spPr>
              <a:xfrm>
                <a:off x="301335" y="4572652"/>
                <a:ext cx="7552901" cy="95571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d>
                        <m:d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sz="3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f>
                        <m:fPr>
                          <m:ctrlPr>
                            <a:rPr lang="en-US" sz="32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𝑢</m:t>
                          </m:r>
                          <m:d>
                            <m:dPr>
                              <m:ctrlPr>
                                <a:rPr lang="en-US" sz="32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𝑢</m:t>
                          </m:r>
                          <m:d>
                            <m:d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den>
                      </m:f>
                      <m:r>
                        <a:rPr lang="en-US" sz="32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3200" i="1">
                          <a:latin typeface="Cambria Math" panose="02040503050406030204" pitchFamily="18" charset="0"/>
                        </a:rPr>
                        <m:t>𝑂</m:t>
                      </m:r>
                      <m:r>
                        <a:rPr lang="en-US" sz="3200" i="1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p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32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7" name="TextBox 4">
                <a:extLst>
                  <a:ext uri="{FF2B5EF4-FFF2-40B4-BE49-F238E27FC236}">
                    <a16:creationId xmlns:a16="http://schemas.microsoft.com/office/drawing/2014/main" id="{57D220F4-18AA-B7A6-91B3-865328CB2C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1335" y="4572652"/>
                <a:ext cx="7552901" cy="95571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056FEEF2-623A-91FD-8F58-98500E4A482B}"/>
              </a:ext>
            </a:extLst>
          </p:cNvPr>
          <p:cNvSpPr txBox="1"/>
          <p:nvPr/>
        </p:nvSpPr>
        <p:spPr>
          <a:xfrm>
            <a:off x="2782977" y="2479772"/>
            <a:ext cx="353291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lang="en-US" sz="2800" b="1" u="sng" dirty="0"/>
              <a:t>First Derivative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E1777FC-33EB-4BE4-47FD-CA4AECF0B1F3}"/>
              </a:ext>
            </a:extLst>
          </p:cNvPr>
          <p:cNvSpPr txBox="1"/>
          <p:nvPr/>
        </p:nvSpPr>
        <p:spPr>
          <a:xfrm>
            <a:off x="2782977" y="4049432"/>
            <a:ext cx="353291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lang="en-US" sz="2800" b="1" u="sng" dirty="0"/>
              <a:t>Second Derivative</a:t>
            </a:r>
          </a:p>
        </p:txBody>
      </p:sp>
    </p:spTree>
    <p:extLst>
      <p:ext uri="{BB962C8B-B14F-4D97-AF65-F5344CB8AC3E}">
        <p14:creationId xmlns:p14="http://schemas.microsoft.com/office/powerpoint/2010/main" val="11754437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56E374-FDAD-5A64-0601-F4F26F3E37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7B958563-5C16-2707-991F-5DEA2F8C2C66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36B065A-12F6-2B67-CCCE-53C2C25CF9FE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4C44BCF-0293-8C41-07CE-9183562F43F5}"/>
              </a:ext>
            </a:extLst>
          </p:cNvPr>
          <p:cNvSpPr txBox="1"/>
          <p:nvPr/>
        </p:nvSpPr>
        <p:spPr>
          <a:xfrm>
            <a:off x="1129038" y="361184"/>
            <a:ext cx="1037369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US" sz="4000" b="1" dirty="0">
                <a:solidFill>
                  <a:schemeClr val="bg1"/>
                </a:solidFill>
              </a:rPr>
              <a:t>Chapter 1: Finite Difference Approximations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463AA22-C042-0FB9-E0B2-97629F3A4139}"/>
                  </a:ext>
                </a:extLst>
              </p:cNvPr>
              <p:cNvSpPr txBox="1"/>
              <p:nvPr/>
            </p:nvSpPr>
            <p:spPr>
              <a:xfrm>
                <a:off x="2886886" y="1710813"/>
                <a:ext cx="3532910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1200"/>
                  </a:spcAft>
                </a:pPr>
                <a14:m>
                  <m:oMath xmlns:m="http://schemas.openxmlformats.org/officeDocument/2006/math">
                    <m:r>
                      <a:rPr lang="en-US" sz="2800" b="1" i="1" u="sng" dirty="0" smtClean="0"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US" sz="2800" b="1" u="sng" dirty="0"/>
                  <a:t>-th Derivative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463AA22-C042-0FB9-E0B2-97629F3A41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6886" y="1710813"/>
                <a:ext cx="3532910" cy="523220"/>
              </a:xfrm>
              <a:prstGeom prst="rect">
                <a:avLst/>
              </a:prstGeom>
              <a:blipFill>
                <a:blip r:embed="rId3"/>
                <a:stretch>
                  <a:fillRect t="-12941" b="-329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7877AD34-4817-64CC-6004-C411B3A4D2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4830" y="2479839"/>
            <a:ext cx="10857435" cy="42627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902209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50BA31-E829-E5BE-7291-0B04017616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E40856B0-44F6-AF47-5844-49B5D47ADC4C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4ABAE2A-EBE9-37FE-338C-D7B0269005A8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1A9B4F7-1BA5-D2F1-E6E6-BAB493A377BD}"/>
              </a:ext>
            </a:extLst>
          </p:cNvPr>
          <p:cNvSpPr txBox="1"/>
          <p:nvPr/>
        </p:nvSpPr>
        <p:spPr>
          <a:xfrm>
            <a:off x="2285274" y="141567"/>
            <a:ext cx="7621451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1200"/>
              </a:spcAft>
            </a:pPr>
            <a:r>
              <a:rPr lang="en-US" sz="4000" b="1" dirty="0">
                <a:solidFill>
                  <a:schemeClr val="bg1"/>
                </a:solidFill>
              </a:rPr>
              <a:t>Chapter 2: Steady States and Boundary Value Problems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04DACB4-3F52-8DD2-F542-07FF3FDDEC3B}"/>
              </a:ext>
            </a:extLst>
          </p:cNvPr>
          <p:cNvSpPr txBox="1"/>
          <p:nvPr/>
        </p:nvSpPr>
        <p:spPr>
          <a:xfrm>
            <a:off x="279821" y="1790403"/>
            <a:ext cx="384463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lang="en-US" sz="2400" dirty="0"/>
              <a:t>Consider the heat equation: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16">
                <a:extLst>
                  <a:ext uri="{FF2B5EF4-FFF2-40B4-BE49-F238E27FC236}">
                    <a16:creationId xmlns:a16="http://schemas.microsoft.com/office/drawing/2014/main" id="{8FD90CE5-82F9-D8F0-3855-198424099FEE}"/>
                  </a:ext>
                </a:extLst>
              </p:cNvPr>
              <p:cNvSpPr txBox="1"/>
              <p:nvPr/>
            </p:nvSpPr>
            <p:spPr>
              <a:xfrm>
                <a:off x="4297631" y="1836570"/>
                <a:ext cx="217989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𝑥𝑥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US" sz="2400" dirty="0"/>
                  <a:t> ,</a:t>
                </a:r>
              </a:p>
            </p:txBody>
          </p:sp>
        </mc:Choice>
        <mc:Fallback xmlns="">
          <p:sp>
            <p:nvSpPr>
              <p:cNvPr id="3" name="TextBox 16">
                <a:extLst>
                  <a:ext uri="{FF2B5EF4-FFF2-40B4-BE49-F238E27FC236}">
                    <a16:creationId xmlns:a16="http://schemas.microsoft.com/office/drawing/2014/main" id="{8FD90CE5-82F9-D8F0-3855-198424099F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7631" y="1836570"/>
                <a:ext cx="2179892" cy="369332"/>
              </a:xfrm>
              <a:prstGeom prst="rect">
                <a:avLst/>
              </a:prstGeom>
              <a:blipFill>
                <a:blip r:embed="rId3"/>
                <a:stretch>
                  <a:fillRect l="-3631" t="-24590" r="-7263" b="-491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17">
                <a:extLst>
                  <a:ext uri="{FF2B5EF4-FFF2-40B4-BE49-F238E27FC236}">
                    <a16:creationId xmlns:a16="http://schemas.microsoft.com/office/drawing/2014/main" id="{B8532932-D1FF-4949-1B89-F607372CB1D7}"/>
                  </a:ext>
                </a:extLst>
              </p:cNvPr>
              <p:cNvSpPr txBox="1"/>
              <p:nvPr/>
            </p:nvSpPr>
            <p:spPr>
              <a:xfrm>
                <a:off x="6770901" y="1836570"/>
                <a:ext cx="1253612" cy="73013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𝜖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𝑏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 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" name="TextBox 17">
                <a:extLst>
                  <a:ext uri="{FF2B5EF4-FFF2-40B4-BE49-F238E27FC236}">
                    <a16:creationId xmlns:a16="http://schemas.microsoft.com/office/drawing/2014/main" id="{B8532932-D1FF-4949-1B89-F607372CB1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70901" y="1836570"/>
                <a:ext cx="1253612" cy="730136"/>
              </a:xfrm>
              <a:prstGeom prst="rect">
                <a:avLst/>
              </a:prstGeom>
              <a:blipFill>
                <a:blip r:embed="rId4"/>
                <a:stretch>
                  <a:fillRect l="-5366" r="-24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19">
                <a:extLst>
                  <a:ext uri="{FF2B5EF4-FFF2-40B4-BE49-F238E27FC236}">
                    <a16:creationId xmlns:a16="http://schemas.microsoft.com/office/drawing/2014/main" id="{5D5AEB4E-C5D8-776A-A889-3313043287CD}"/>
                  </a:ext>
                </a:extLst>
              </p:cNvPr>
              <p:cNvSpPr txBox="1"/>
              <p:nvPr/>
            </p:nvSpPr>
            <p:spPr>
              <a:xfrm>
                <a:off x="8024513" y="1790403"/>
                <a:ext cx="1012723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𝑡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" name="TextBox 19">
                <a:extLst>
                  <a:ext uri="{FF2B5EF4-FFF2-40B4-BE49-F238E27FC236}">
                    <a16:creationId xmlns:a16="http://schemas.microsoft.com/office/drawing/2014/main" id="{5D5AEB4E-C5D8-776A-A889-3313043287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24513" y="1790403"/>
                <a:ext cx="1012723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A1AB0075-D9F0-4805-B638-48FB1C11B448}"/>
              </a:ext>
            </a:extLst>
          </p:cNvPr>
          <p:cNvSpPr txBox="1"/>
          <p:nvPr/>
        </p:nvSpPr>
        <p:spPr>
          <a:xfrm>
            <a:off x="279821" y="2378163"/>
            <a:ext cx="384463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lang="en-US" sz="2400" b="1" u="sng" dirty="0"/>
              <a:t>Boundary Value Problems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F3F74BE-6A7D-8FC4-02EC-72906780C56F}"/>
              </a:ext>
            </a:extLst>
          </p:cNvPr>
          <p:cNvSpPr txBox="1"/>
          <p:nvPr/>
        </p:nvSpPr>
        <p:spPr>
          <a:xfrm>
            <a:off x="279821" y="4025968"/>
            <a:ext cx="485022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lang="en-US" sz="2400" b="1" u="sng" dirty="0"/>
              <a:t>Initial Value Problems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7BC17B3-8F40-9EB6-77E2-6B42E651E4BB}"/>
                  </a:ext>
                </a:extLst>
              </p:cNvPr>
              <p:cNvSpPr txBox="1"/>
              <p:nvPr/>
            </p:nvSpPr>
            <p:spPr>
              <a:xfrm>
                <a:off x="279821" y="4558015"/>
                <a:ext cx="11025482" cy="98488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1200"/>
                  </a:spcAft>
                </a:pPr>
                <a:r>
                  <a:rPr lang="en-US" sz="2400" dirty="0"/>
                  <a:t>We are given the initial conditions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,0)=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dirty="0"/>
              </a:p>
              <a:p>
                <a:pPr>
                  <a:spcAft>
                    <a:spcPts val="1200"/>
                  </a:spcAft>
                </a:pPr>
                <a:r>
                  <a:rPr lang="en-US" sz="2400" dirty="0"/>
                  <a:t>If the PDE is second-order in time,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)=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is also given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7BC17B3-8F40-9EB6-77E2-6B42E651E4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9821" y="4558015"/>
                <a:ext cx="11025482" cy="984885"/>
              </a:xfrm>
              <a:prstGeom prst="rect">
                <a:avLst/>
              </a:prstGeom>
              <a:blipFill>
                <a:blip r:embed="rId6"/>
                <a:stretch>
                  <a:fillRect l="-884" t="-4969" b="-136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672A2060-0669-9713-00FA-2D4D3F5A9603}"/>
                  </a:ext>
                </a:extLst>
              </p:cNvPr>
              <p:cNvSpPr txBox="1"/>
              <p:nvPr/>
            </p:nvSpPr>
            <p:spPr>
              <a:xfrm>
                <a:off x="279821" y="2849036"/>
                <a:ext cx="401781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1200"/>
                  </a:spcAft>
                </a:pPr>
                <a:r>
                  <a:rPr lang="en-US" sz="2400" dirty="0"/>
                  <a:t>At steady state,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= 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2400" dirty="0"/>
                  <a:t> and</a:t>
                </a: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672A2060-0669-9713-00FA-2D4D3F5A96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9821" y="2849036"/>
                <a:ext cx="4017810" cy="461665"/>
              </a:xfrm>
              <a:prstGeom prst="rect">
                <a:avLst/>
              </a:prstGeom>
              <a:blipFill>
                <a:blip r:embed="rId7"/>
                <a:stretch>
                  <a:fillRect l="-2428"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F7CBD23F-75DC-A265-6AB7-9F31199DBBE6}"/>
                  </a:ext>
                </a:extLst>
              </p:cNvPr>
              <p:cNvSpPr txBox="1"/>
              <p:nvPr/>
            </p:nvSpPr>
            <p:spPr>
              <a:xfrm>
                <a:off x="3775130" y="2691838"/>
                <a:ext cx="1797628" cy="79451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𝑥𝑥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den>
                      </m:f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F7CBD23F-75DC-A265-6AB7-9F31199DBB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5130" y="2691838"/>
                <a:ext cx="1797628" cy="794513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1E188310-0304-F7C0-A0A9-A3C099FE7531}"/>
                  </a:ext>
                </a:extLst>
              </p:cNvPr>
              <p:cNvSpPr txBox="1"/>
              <p:nvPr/>
            </p:nvSpPr>
            <p:spPr>
              <a:xfrm>
                <a:off x="279821" y="3429000"/>
                <a:ext cx="1102548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1200"/>
                  </a:spcAft>
                </a:pPr>
                <a:r>
                  <a:rPr lang="en-US" sz="2400" dirty="0"/>
                  <a:t>We are given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)=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sz="2400" dirty="0"/>
                  <a:t> and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)=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sz="2400" dirty="0"/>
                  <a:t> </a:t>
                </a: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1E188310-0304-F7C0-A0A9-A3C099FE75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9821" y="3429000"/>
                <a:ext cx="11025482" cy="461665"/>
              </a:xfrm>
              <a:prstGeom prst="rect">
                <a:avLst/>
              </a:prstGeom>
              <a:blipFill>
                <a:blip r:embed="rId9"/>
                <a:stretch>
                  <a:fillRect l="-884" t="-10667" b="-29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TextBox 21">
            <a:extLst>
              <a:ext uri="{FF2B5EF4-FFF2-40B4-BE49-F238E27FC236}">
                <a16:creationId xmlns:a16="http://schemas.microsoft.com/office/drawing/2014/main" id="{3076D735-A0A0-F282-79B2-1A6A7B6E58AE}"/>
              </a:ext>
            </a:extLst>
          </p:cNvPr>
          <p:cNvSpPr txBox="1"/>
          <p:nvPr/>
        </p:nvSpPr>
        <p:spPr>
          <a:xfrm>
            <a:off x="217413" y="5733196"/>
            <a:ext cx="8313461" cy="954107"/>
          </a:xfrm>
          <a:prstGeom prst="rect">
            <a:avLst/>
          </a:prstGeom>
          <a:solidFill>
            <a:srgbClr val="FFFF66">
              <a:alpha val="49804"/>
            </a:srgbClr>
          </a:solidFill>
          <a:ln w="381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sz="2800" dirty="0"/>
              <a:t>Pure Boundary Value Problems ignore time evolution, Pure Initial Value Problems ignore spatial boundaries</a:t>
            </a:r>
          </a:p>
        </p:txBody>
      </p:sp>
    </p:spTree>
    <p:extLst>
      <p:ext uri="{BB962C8B-B14F-4D97-AF65-F5344CB8AC3E}">
        <p14:creationId xmlns:p14="http://schemas.microsoft.com/office/powerpoint/2010/main" val="390070988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D4780D-41A3-0EB1-BB6D-DE140F176D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C24FCFC-6B6E-EFCB-D017-517650F013A1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71C1351-9318-E480-5BC8-3469D94DFF24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B5592C9-BE15-9760-C868-233F7AAC04F5}"/>
              </a:ext>
            </a:extLst>
          </p:cNvPr>
          <p:cNvSpPr txBox="1"/>
          <p:nvPr/>
        </p:nvSpPr>
        <p:spPr>
          <a:xfrm>
            <a:off x="2285274" y="141567"/>
            <a:ext cx="7621451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1200"/>
              </a:spcAft>
            </a:pPr>
            <a:r>
              <a:rPr lang="en-US" sz="4000" b="1" dirty="0">
                <a:solidFill>
                  <a:schemeClr val="bg1"/>
                </a:solidFill>
              </a:rPr>
              <a:t>Chapter 2: Steady States and Boundary Value Problems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7F8401D-BB2E-A052-D0DA-70CAF1441DEE}"/>
              </a:ext>
            </a:extLst>
          </p:cNvPr>
          <p:cNvSpPr txBox="1"/>
          <p:nvPr/>
        </p:nvSpPr>
        <p:spPr>
          <a:xfrm>
            <a:off x="279821" y="1790403"/>
            <a:ext cx="384463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lang="en-US" sz="2400" dirty="0"/>
              <a:t>Consider the heat equation: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16">
                <a:extLst>
                  <a:ext uri="{FF2B5EF4-FFF2-40B4-BE49-F238E27FC236}">
                    <a16:creationId xmlns:a16="http://schemas.microsoft.com/office/drawing/2014/main" id="{7C339B89-FF82-9869-4750-B6A9A4DA2781}"/>
                  </a:ext>
                </a:extLst>
              </p:cNvPr>
              <p:cNvSpPr txBox="1"/>
              <p:nvPr/>
            </p:nvSpPr>
            <p:spPr>
              <a:xfrm>
                <a:off x="4297631" y="1836570"/>
                <a:ext cx="217989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𝑥𝑥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US" sz="2400" dirty="0"/>
                  <a:t> ,</a:t>
                </a:r>
              </a:p>
            </p:txBody>
          </p:sp>
        </mc:Choice>
        <mc:Fallback xmlns="">
          <p:sp>
            <p:nvSpPr>
              <p:cNvPr id="3" name="TextBox 16">
                <a:extLst>
                  <a:ext uri="{FF2B5EF4-FFF2-40B4-BE49-F238E27FC236}">
                    <a16:creationId xmlns:a16="http://schemas.microsoft.com/office/drawing/2014/main" id="{7C339B89-FF82-9869-4750-B6A9A4DA27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7631" y="1836570"/>
                <a:ext cx="2179892" cy="369332"/>
              </a:xfrm>
              <a:prstGeom prst="rect">
                <a:avLst/>
              </a:prstGeom>
              <a:blipFill>
                <a:blip r:embed="rId3"/>
                <a:stretch>
                  <a:fillRect l="-3631" t="-24590" r="-7263" b="-491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17">
                <a:extLst>
                  <a:ext uri="{FF2B5EF4-FFF2-40B4-BE49-F238E27FC236}">
                    <a16:creationId xmlns:a16="http://schemas.microsoft.com/office/drawing/2014/main" id="{F5BD3D00-B1D1-0DD8-4D74-BD336BEBC0E2}"/>
                  </a:ext>
                </a:extLst>
              </p:cNvPr>
              <p:cNvSpPr txBox="1"/>
              <p:nvPr/>
            </p:nvSpPr>
            <p:spPr>
              <a:xfrm>
                <a:off x="6770901" y="1836570"/>
                <a:ext cx="1253612" cy="73013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𝜖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𝑏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 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" name="TextBox 17">
                <a:extLst>
                  <a:ext uri="{FF2B5EF4-FFF2-40B4-BE49-F238E27FC236}">
                    <a16:creationId xmlns:a16="http://schemas.microsoft.com/office/drawing/2014/main" id="{F5BD3D00-B1D1-0DD8-4D74-BD336BEBC0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70901" y="1836570"/>
                <a:ext cx="1253612" cy="730136"/>
              </a:xfrm>
              <a:prstGeom prst="rect">
                <a:avLst/>
              </a:prstGeom>
              <a:blipFill>
                <a:blip r:embed="rId4"/>
                <a:stretch>
                  <a:fillRect l="-5366" r="-24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19">
                <a:extLst>
                  <a:ext uri="{FF2B5EF4-FFF2-40B4-BE49-F238E27FC236}">
                    <a16:creationId xmlns:a16="http://schemas.microsoft.com/office/drawing/2014/main" id="{6FB16B07-4489-F8D7-CA1A-DA44C1E89F08}"/>
                  </a:ext>
                </a:extLst>
              </p:cNvPr>
              <p:cNvSpPr txBox="1"/>
              <p:nvPr/>
            </p:nvSpPr>
            <p:spPr>
              <a:xfrm>
                <a:off x="8024513" y="1790403"/>
                <a:ext cx="1012723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𝑡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" name="TextBox 19">
                <a:extLst>
                  <a:ext uri="{FF2B5EF4-FFF2-40B4-BE49-F238E27FC236}">
                    <a16:creationId xmlns:a16="http://schemas.microsoft.com/office/drawing/2014/main" id="{6FB16B07-4489-F8D7-CA1A-DA44C1E89F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24513" y="1790403"/>
                <a:ext cx="1012723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8EDE4296-A0EA-91E8-3687-86E783F53A1A}"/>
              </a:ext>
            </a:extLst>
          </p:cNvPr>
          <p:cNvSpPr txBox="1"/>
          <p:nvPr/>
        </p:nvSpPr>
        <p:spPr>
          <a:xfrm>
            <a:off x="279821" y="2312514"/>
            <a:ext cx="496991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lang="en-US" sz="2400" b="1" u="sng" dirty="0"/>
              <a:t>Initial Boundary Value Problems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3C58121-EEB2-AE82-EEE3-B37298AB2D0A}"/>
                  </a:ext>
                </a:extLst>
              </p:cNvPr>
              <p:cNvSpPr txBox="1"/>
              <p:nvPr/>
            </p:nvSpPr>
            <p:spPr>
              <a:xfrm>
                <a:off x="362954" y="2769927"/>
                <a:ext cx="11025482" cy="8309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1200"/>
                  </a:spcAft>
                </a:pPr>
                <a:r>
                  <a:rPr lang="en-US" sz="2400" dirty="0"/>
                  <a:t>We are given an initial condition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,0)=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and one of the following boundary conditions: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3C58121-EEB2-AE82-EEE3-B37298AB2D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2954" y="2769927"/>
                <a:ext cx="11025482" cy="830997"/>
              </a:xfrm>
              <a:prstGeom prst="rect">
                <a:avLst/>
              </a:prstGeom>
              <a:blipFill>
                <a:blip r:embed="rId6"/>
                <a:stretch>
                  <a:fillRect l="-885" t="-5839" r="-442" b="-153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FC0424A-8F2C-6788-D454-F293DE110E68}"/>
                  </a:ext>
                </a:extLst>
              </p:cNvPr>
              <p:cNvSpPr txBox="1"/>
              <p:nvPr/>
            </p:nvSpPr>
            <p:spPr>
              <a:xfrm>
                <a:off x="362954" y="3479002"/>
                <a:ext cx="11378773" cy="150810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342900" indent="-342900">
                  <a:spcAft>
                    <a:spcPts val="120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)=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and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)=</m:t>
                    </m:r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for all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sz="2400" dirty="0"/>
                  <a:t>  [Dirichlet Boundary Conditions]</a:t>
                </a:r>
              </a:p>
              <a:p>
                <a:pPr marL="342900" indent="-342900">
                  <a:spcAft>
                    <a:spcPts val="120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)=</m:t>
                    </m:r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)=</m:t>
                    </m:r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for all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sz="2400" dirty="0"/>
                  <a:t> [Neumann Boundary Conditions]</a:t>
                </a:r>
              </a:p>
              <a:p>
                <a:pPr marL="342900" indent="-342900">
                  <a:spcAft>
                    <a:spcPts val="120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∗</m:t>
                    </m:r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)=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and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sz="240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∗</m:t>
                    </m:r>
                    <m:r>
                      <a:rPr lang="en-US" sz="240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)=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for all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sz="2400" dirty="0"/>
                  <a:t> </a:t>
                </a: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FC0424A-8F2C-6788-D454-F293DE110E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2954" y="3479002"/>
                <a:ext cx="11378773" cy="1508105"/>
              </a:xfrm>
              <a:prstGeom prst="rect">
                <a:avLst/>
              </a:prstGeom>
              <a:blipFill>
                <a:blip r:embed="rId7"/>
                <a:stretch>
                  <a:fillRect l="-750" t="-3239" b="-85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TextBox 17">
            <a:extLst>
              <a:ext uri="{FF2B5EF4-FFF2-40B4-BE49-F238E27FC236}">
                <a16:creationId xmlns:a16="http://schemas.microsoft.com/office/drawing/2014/main" id="{B452C4D0-E044-D385-B18A-AA1B8024E763}"/>
              </a:ext>
            </a:extLst>
          </p:cNvPr>
          <p:cNvSpPr txBox="1"/>
          <p:nvPr/>
        </p:nvSpPr>
        <p:spPr>
          <a:xfrm>
            <a:off x="6658983" y="4925552"/>
            <a:ext cx="430305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lang="en-US" sz="2400" dirty="0"/>
              <a:t>[Robin Boundary Conditions]</a:t>
            </a:r>
          </a:p>
        </p:txBody>
      </p:sp>
    </p:spTree>
    <p:extLst>
      <p:ext uri="{BB962C8B-B14F-4D97-AF65-F5344CB8AC3E}">
        <p14:creationId xmlns:p14="http://schemas.microsoft.com/office/powerpoint/2010/main" val="311546919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C5F589-9667-BDDD-9EF7-D0BE41B8F9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49365600-8AEF-BD58-0AA5-D52BBDC73F7D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CAACF22-7F93-7249-AA57-D3B64BA1B4FB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6573531-976D-9B22-5AE4-28E924F358CE}"/>
              </a:ext>
            </a:extLst>
          </p:cNvPr>
          <p:cNvSpPr txBox="1"/>
          <p:nvPr/>
        </p:nvSpPr>
        <p:spPr>
          <a:xfrm>
            <a:off x="2285274" y="141567"/>
            <a:ext cx="7621451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1200"/>
              </a:spcAft>
            </a:pPr>
            <a:r>
              <a:rPr lang="en-US" sz="4000" b="1" dirty="0">
                <a:solidFill>
                  <a:schemeClr val="bg1"/>
                </a:solidFill>
              </a:rPr>
              <a:t>Chapter 2: Steady States and Boundary Value Problems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E776647-CFF7-FE01-3A74-CE5FB178F960}"/>
              </a:ext>
            </a:extLst>
          </p:cNvPr>
          <p:cNvSpPr txBox="1"/>
          <p:nvPr/>
        </p:nvSpPr>
        <p:spPr>
          <a:xfrm>
            <a:off x="190493" y="1838676"/>
            <a:ext cx="384463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lang="en-US" sz="2400" b="1" u="sng" dirty="0"/>
              <a:t>Local and Global Errors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7ADD575-05E8-1179-3189-D605BE7977C6}"/>
              </a:ext>
            </a:extLst>
          </p:cNvPr>
          <p:cNvSpPr txBox="1"/>
          <p:nvPr/>
        </p:nvSpPr>
        <p:spPr>
          <a:xfrm>
            <a:off x="190494" y="2197371"/>
            <a:ext cx="563880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lang="en-US" sz="2400" dirty="0"/>
              <a:t>We want to look at how error propagates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3FE60ED-5D5F-08A0-1976-7731D3973C2E}"/>
                  </a:ext>
                </a:extLst>
              </p:cNvPr>
              <p:cNvSpPr txBox="1"/>
              <p:nvPr/>
            </p:nvSpPr>
            <p:spPr>
              <a:xfrm>
                <a:off x="190493" y="2678992"/>
                <a:ext cx="11655143" cy="47153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1200"/>
                  </a:spcAft>
                </a:pPr>
                <a:r>
                  <a:rPr lang="en-US" sz="2400" dirty="0"/>
                  <a:t>Let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sz="2400" dirty="0"/>
                  <a:t> be our linear operator,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</m:acc>
                  </m:oMath>
                </a14:m>
                <a:r>
                  <a:rPr lang="en-US" sz="2400" i="1" dirty="0"/>
                  <a:t> </a:t>
                </a:r>
                <a:r>
                  <a:rPr lang="en-US" sz="2400" dirty="0"/>
                  <a:t>our numerical solution vector and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𝑈</m:t>
                    </m:r>
                  </m:oMath>
                </a14:m>
                <a:r>
                  <a:rPr lang="en-US" sz="2400" i="1" dirty="0"/>
                  <a:t> </a:t>
                </a:r>
                <a:r>
                  <a:rPr lang="en-US" sz="2400" dirty="0"/>
                  <a:t>our actual solution</a:t>
                </a:r>
                <a:endParaRPr lang="en-US" sz="2400" i="1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3FE60ED-5D5F-08A0-1976-7731D3973C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0493" y="2678992"/>
                <a:ext cx="11655143" cy="471539"/>
              </a:xfrm>
              <a:prstGeom prst="rect">
                <a:avLst/>
              </a:prstGeom>
              <a:blipFill>
                <a:blip r:embed="rId3"/>
                <a:stretch>
                  <a:fillRect l="-785" t="-7692" b="-282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6EA382D-FD17-8B1D-BBE0-34BE4D00B5D6}"/>
                  </a:ext>
                </a:extLst>
              </p:cNvPr>
              <p:cNvSpPr txBox="1"/>
              <p:nvPr/>
            </p:nvSpPr>
            <p:spPr>
              <a:xfrm>
                <a:off x="190493" y="3193230"/>
                <a:ext cx="10816943" cy="47153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1200"/>
                  </a:spcAft>
                </a:pP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𝐴</m:t>
                    </m:r>
                    <m:acc>
                      <m:accPr>
                        <m:chr m:val="̂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</m:acc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𝐴𝑈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en-US" sz="2400" i="1" dirty="0"/>
                  <a:t> </a:t>
                </a:r>
                <a:r>
                  <a:rPr lang="en-US" sz="2400" dirty="0"/>
                  <a:t>where</a:t>
                </a:r>
                <a:r>
                  <a:rPr lang="en-US" sz="2400" i="1" dirty="0"/>
                  <a:t> </a:t>
                </a:r>
                <a14:m>
                  <m:oMath xmlns:m="http://schemas.openxmlformats.org/officeDocument/2006/math"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en-US" sz="2400" i="1" dirty="0"/>
                  <a:t> </a:t>
                </a:r>
                <a:r>
                  <a:rPr lang="en-US" sz="2400" dirty="0"/>
                  <a:t>represents local error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6EA382D-FD17-8B1D-BBE0-34BE4D00B5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0493" y="3193230"/>
                <a:ext cx="10816943" cy="471539"/>
              </a:xfrm>
              <a:prstGeom prst="rect">
                <a:avLst/>
              </a:prstGeom>
              <a:blipFill>
                <a:blip r:embed="rId4"/>
                <a:stretch>
                  <a:fillRect l="-113" t="-7792" b="-298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ACE0BFC-AEEB-29A2-C34A-5CC48F203003}"/>
                  </a:ext>
                </a:extLst>
              </p:cNvPr>
              <p:cNvSpPr txBox="1"/>
              <p:nvPr/>
            </p:nvSpPr>
            <p:spPr>
              <a:xfrm>
                <a:off x="190493" y="3727426"/>
                <a:ext cx="10816943" cy="47153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1200"/>
                  </a:spcAft>
                </a:pPr>
                <a:r>
                  <a:rPr lang="en-US" sz="2400" b="0" dirty="0"/>
                  <a:t>Defining our global error as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−</m:t>
                    </m:r>
                    <m:acc>
                      <m:accPr>
                        <m:chr m:val="̂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</m:acc>
                  </m:oMath>
                </a14:m>
                <a:r>
                  <a:rPr lang="en-US" sz="2400" dirty="0"/>
                  <a:t>,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ACE0BFC-AEEB-29A2-C34A-5CC48F2030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0493" y="3727426"/>
                <a:ext cx="10816943" cy="471539"/>
              </a:xfrm>
              <a:prstGeom prst="rect">
                <a:avLst/>
              </a:prstGeom>
              <a:blipFill>
                <a:blip r:embed="rId5"/>
                <a:stretch>
                  <a:fillRect l="-845" t="-7692" b="-282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5DE7959-A987-8A38-EAE0-10A0F112A00F}"/>
                  </a:ext>
                </a:extLst>
              </p:cNvPr>
              <p:cNvSpPr txBox="1"/>
              <p:nvPr/>
            </p:nvSpPr>
            <p:spPr>
              <a:xfrm>
                <a:off x="190493" y="4261622"/>
                <a:ext cx="10816943" cy="47153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1200"/>
                  </a:spcAft>
                </a:pPr>
                <a:r>
                  <a:rPr lang="en-US" sz="2400" b="0" dirty="0"/>
                  <a:t>Note that both</a:t>
                </a:r>
                <a14:m>
                  <m:oMath xmlns:m="http://schemas.openxmlformats.org/officeDocument/2006/math">
                    <m:r>
                      <a:rPr lang="en-US" sz="2400" dirty="0">
                        <a:latin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en-US" sz="2400" dirty="0"/>
                  <a:t> and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en-US" sz="2400" dirty="0"/>
                  <a:t> (and thus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en-US" sz="2400" dirty="0"/>
                  <a:t>) depend on our step size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endParaRPr lang="en-US" sz="2400" i="1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5DE7959-A987-8A38-EAE0-10A0F112A0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0493" y="4261622"/>
                <a:ext cx="10816943" cy="471539"/>
              </a:xfrm>
              <a:prstGeom prst="rect">
                <a:avLst/>
              </a:prstGeom>
              <a:blipFill>
                <a:blip r:embed="rId6"/>
                <a:stretch>
                  <a:fillRect l="-845" t="-9091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TextBox 17">
            <a:extLst>
              <a:ext uri="{FF2B5EF4-FFF2-40B4-BE49-F238E27FC236}">
                <a16:creationId xmlns:a16="http://schemas.microsoft.com/office/drawing/2014/main" id="{D9B8F207-D1C9-640F-D0AD-7531F46B8448}"/>
              </a:ext>
            </a:extLst>
          </p:cNvPr>
          <p:cNvSpPr txBox="1"/>
          <p:nvPr/>
        </p:nvSpPr>
        <p:spPr>
          <a:xfrm>
            <a:off x="190493" y="4837493"/>
            <a:ext cx="146166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lang="en-US" sz="2400" b="1" dirty="0"/>
              <a:t>Stability: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2BD51BF-9944-6F35-52B4-560D8AD7D9E5}"/>
                  </a:ext>
                </a:extLst>
              </p:cNvPr>
              <p:cNvSpPr txBox="1"/>
              <p:nvPr/>
            </p:nvSpPr>
            <p:spPr>
              <a:xfrm>
                <a:off x="1652155" y="4827213"/>
                <a:ext cx="2638415" cy="56906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80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800" i="0" smtClean="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m:rPr>
                                  <m:sty m:val="p"/>
                                </m:r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→0</m:t>
                              </m:r>
                            </m:lim>
                          </m:limLow>
                        </m:fName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||</m:t>
                          </m:r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||</m:t>
                          </m:r>
                        </m:e>
                      </m:func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&lt;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∞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2BD51BF-9944-6F35-52B4-560D8AD7D9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52155" y="4827213"/>
                <a:ext cx="2638415" cy="56906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Box 19">
            <a:extLst>
              <a:ext uri="{FF2B5EF4-FFF2-40B4-BE49-F238E27FC236}">
                <a16:creationId xmlns:a16="http://schemas.microsoft.com/office/drawing/2014/main" id="{584AC1FB-47BB-3C81-1E2C-97C5D6984C9D}"/>
              </a:ext>
            </a:extLst>
          </p:cNvPr>
          <p:cNvSpPr txBox="1"/>
          <p:nvPr/>
        </p:nvSpPr>
        <p:spPr>
          <a:xfrm>
            <a:off x="190492" y="5490332"/>
            <a:ext cx="209478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lang="en-US" sz="2400" b="1" dirty="0"/>
              <a:t>Consistency: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51A4850B-D21E-DFB7-D9FA-C01310BC72A1}"/>
                  </a:ext>
                </a:extLst>
              </p:cNvPr>
              <p:cNvSpPr txBox="1"/>
              <p:nvPr/>
            </p:nvSpPr>
            <p:spPr>
              <a:xfrm>
                <a:off x="2170438" y="5490332"/>
                <a:ext cx="2120132" cy="56130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80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800" i="0" smtClean="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m:rPr>
                                  <m:sty m:val="p"/>
                                </m:r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→0</m:t>
                              </m:r>
                            </m:lim>
                          </m:limLow>
                        </m:fName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||</m:t>
                          </m:r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||</m:t>
                          </m:r>
                        </m:e>
                      </m:func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51A4850B-D21E-DFB7-D9FA-C01310BC72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70438" y="5490332"/>
                <a:ext cx="2120132" cy="561308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TextBox 21">
            <a:extLst>
              <a:ext uri="{FF2B5EF4-FFF2-40B4-BE49-F238E27FC236}">
                <a16:creationId xmlns:a16="http://schemas.microsoft.com/office/drawing/2014/main" id="{0765BFD0-934E-F52C-63A0-91653D56CB91}"/>
              </a:ext>
            </a:extLst>
          </p:cNvPr>
          <p:cNvSpPr txBox="1"/>
          <p:nvPr/>
        </p:nvSpPr>
        <p:spPr>
          <a:xfrm>
            <a:off x="190492" y="6188549"/>
            <a:ext cx="220980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lang="en-US" sz="2400" b="1" dirty="0"/>
              <a:t>Convergence: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0CDB6FA7-1D68-B143-F26B-33664FAA5736}"/>
                  </a:ext>
                </a:extLst>
              </p:cNvPr>
              <p:cNvSpPr txBox="1"/>
              <p:nvPr/>
            </p:nvSpPr>
            <p:spPr>
              <a:xfrm>
                <a:off x="2285274" y="6188549"/>
                <a:ext cx="2185791" cy="56130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80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800" i="0" smtClean="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m:rPr>
                                  <m:sty m:val="p"/>
                                </m:r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→0</m:t>
                              </m:r>
                            </m:lim>
                          </m:limLow>
                        </m:fName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||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𝐸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||</m:t>
                          </m:r>
                        </m:e>
                      </m:func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0CDB6FA7-1D68-B143-F26B-33664FAA57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85274" y="6188549"/>
                <a:ext cx="2185791" cy="561308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7B32B178-C78C-2672-AB95-5A400B762812}"/>
                  </a:ext>
                </a:extLst>
              </p:cNvPr>
              <p:cNvSpPr txBox="1"/>
              <p:nvPr/>
            </p:nvSpPr>
            <p:spPr>
              <a:xfrm>
                <a:off x="5470566" y="6157771"/>
                <a:ext cx="6375070" cy="523220"/>
              </a:xfrm>
              <a:prstGeom prst="rect">
                <a:avLst/>
              </a:prstGeom>
              <a:solidFill>
                <a:srgbClr val="FFFF66">
                  <a:alpha val="49804"/>
                </a:srgbClr>
              </a:solidFill>
              <a:ln w="381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2800" dirty="0"/>
                  <a:t>Stability + Consistency </a:t>
                </a:r>
                <a14:m>
                  <m:oMath xmlns:m="http://schemas.openxmlformats.org/officeDocument/2006/math">
                    <m:r>
                      <a:rPr lang="en-US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800" dirty="0"/>
                  <a:t> Convergence</a:t>
                </a: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7B32B178-C78C-2672-AB95-5A400B7628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70566" y="6157771"/>
                <a:ext cx="6375070" cy="523220"/>
              </a:xfrm>
              <a:prstGeom prst="rect">
                <a:avLst/>
              </a:prstGeom>
              <a:blipFill>
                <a:blip r:embed="rId10"/>
                <a:stretch>
                  <a:fillRect t="-7609" b="-26087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2662271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4C4AD4-614A-6391-8D14-5634903041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A36A7300-FBBD-D886-D154-B18B8D1AC687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DF11DAF-245A-FB98-4955-9E275012C195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5537A03-3102-C9FC-DF53-FEC97B80EE72}"/>
              </a:ext>
            </a:extLst>
          </p:cNvPr>
          <p:cNvSpPr txBox="1"/>
          <p:nvPr/>
        </p:nvSpPr>
        <p:spPr>
          <a:xfrm>
            <a:off x="1672210" y="70783"/>
            <a:ext cx="9103162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1200"/>
              </a:spcAft>
            </a:pPr>
            <a:r>
              <a:rPr lang="en-US" sz="4000" b="1" dirty="0">
                <a:solidFill>
                  <a:schemeClr val="bg1"/>
                </a:solidFill>
              </a:rPr>
              <a:t>Chapter 5: The Initial Value Problem for Ordinary Differential Equations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DD2AABD-3A4C-CFDA-4B32-B856623F93E3}"/>
                  </a:ext>
                </a:extLst>
              </p:cNvPr>
              <p:cNvSpPr txBox="1"/>
              <p:nvPr/>
            </p:nvSpPr>
            <p:spPr>
              <a:xfrm>
                <a:off x="169712" y="2024365"/>
                <a:ext cx="11655143" cy="450341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1200"/>
                  </a:spcAft>
                </a:pPr>
                <a:r>
                  <a:rPr lang="en-US" sz="2400" b="0" dirty="0"/>
                  <a:t>Give the ordinary differential equation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′(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 = 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b="0" dirty="0"/>
                  <a:t> and defining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</m:acc>
                  </m:oMath>
                </a14:m>
                <a:r>
                  <a:rPr lang="en-US" sz="2400" i="1" dirty="0"/>
                  <a:t> </a:t>
                </a:r>
                <a:r>
                  <a:rPr lang="en-US" sz="2400" dirty="0"/>
                  <a:t>as</a:t>
                </a:r>
                <a:r>
                  <a:rPr lang="en-US" sz="2400" i="1" dirty="0"/>
                  <a:t> </a:t>
                </a:r>
                <a:r>
                  <a:rPr lang="en-US" sz="2400" dirty="0"/>
                  <a:t>our numerical solution vector </a:t>
                </a:r>
                <a:r>
                  <a:rPr lang="en-US" sz="2400" b="0" dirty="0"/>
                  <a:t>, we can define some basic numerical methods:</a:t>
                </a:r>
                <a:endParaRPr lang="en-US" sz="2400" b="0" i="1" dirty="0"/>
              </a:p>
              <a:p>
                <a:pPr>
                  <a:spcAft>
                    <a:spcPts val="1200"/>
                  </a:spcAft>
                </a:pPr>
                <a:r>
                  <a:rPr lang="en-US" sz="2400" dirty="0"/>
                  <a:t>Forward Euler:</a:t>
                </a:r>
              </a:p>
              <a:p>
                <a:pPr>
                  <a:spcAft>
                    <a:spcPts val="1200"/>
                  </a:spcAft>
                </a:pPr>
                <a:r>
                  <a:rPr lang="en-US" sz="2400" dirty="0"/>
                  <a:t>Backward Euler:</a:t>
                </a:r>
              </a:p>
              <a:p>
                <a:pPr>
                  <a:spcAft>
                    <a:spcPts val="1200"/>
                  </a:spcAft>
                </a:pPr>
                <a:r>
                  <a:rPr lang="en-US" sz="2400" dirty="0"/>
                  <a:t>Trapezoid:</a:t>
                </a:r>
              </a:p>
              <a:p>
                <a:pPr>
                  <a:spcAft>
                    <a:spcPts val="1200"/>
                  </a:spcAft>
                </a:pPr>
                <a:r>
                  <a:rPr lang="en-US" sz="2400" u="sng" dirty="0"/>
                  <a:t>Multistep Methods </a:t>
                </a:r>
              </a:p>
              <a:p>
                <a:pPr>
                  <a:spcAft>
                    <a:spcPts val="1200"/>
                  </a:spcAft>
                </a:pPr>
                <a:r>
                  <a:rPr lang="en-US" sz="2400" dirty="0"/>
                  <a:t>Leapfrog:</a:t>
                </a:r>
              </a:p>
              <a:p>
                <a:pPr>
                  <a:spcAft>
                    <a:spcPts val="1200"/>
                  </a:spcAft>
                </a:pPr>
                <a:r>
                  <a:rPr lang="en-US" sz="2400" dirty="0"/>
                  <a:t>Runge – Kutta:</a:t>
                </a:r>
              </a:p>
              <a:p>
                <a:pPr>
                  <a:spcAft>
                    <a:spcPts val="1200"/>
                  </a:spcAft>
                </a:pPr>
                <a:endParaRPr lang="en-US" sz="240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DD2AABD-3A4C-CFDA-4B32-B856623F93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9712" y="2024365"/>
                <a:ext cx="11655143" cy="4503412"/>
              </a:xfrm>
              <a:prstGeom prst="rect">
                <a:avLst/>
              </a:prstGeom>
              <a:blipFill>
                <a:blip r:embed="rId3"/>
                <a:stretch>
                  <a:fillRect l="-837" t="-81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559412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B4F904-E818-F191-C666-D9916FF1EE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2B24767A-0A96-4215-078C-73E1C9F5410B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A6B558B-77CC-1B3F-29D6-204B010E5359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C6CE5FD-DF1D-7C57-6B12-9FA9BBFF3AEF}"/>
              </a:ext>
            </a:extLst>
          </p:cNvPr>
          <p:cNvSpPr txBox="1"/>
          <p:nvPr/>
        </p:nvSpPr>
        <p:spPr>
          <a:xfrm>
            <a:off x="2430747" y="70783"/>
            <a:ext cx="7621451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US" sz="4000" b="1" dirty="0">
                <a:solidFill>
                  <a:schemeClr val="bg1"/>
                </a:solidFill>
              </a:rPr>
              <a:t>Chapter 7: Absolute Stability for Ordinary Differential Equations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EFBA8DA-01DB-6707-750A-BDA0936C0CDB}"/>
              </a:ext>
            </a:extLst>
          </p:cNvPr>
          <p:cNvSpPr txBox="1"/>
          <p:nvPr/>
        </p:nvSpPr>
        <p:spPr>
          <a:xfrm>
            <a:off x="222949" y="3253384"/>
            <a:ext cx="1151877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lang="en-US" sz="2400" dirty="0"/>
              <a:t>Finding the region of </a:t>
            </a:r>
            <a:r>
              <a:rPr lang="en-US" sz="2400" i="1" dirty="0"/>
              <a:t>absolute stability </a:t>
            </a:r>
            <a:r>
              <a:rPr lang="en-US" sz="2400" dirty="0"/>
              <a:t>tells us which step-sizes ensure the stability of our method</a:t>
            </a:r>
            <a:endParaRPr lang="en-US" sz="2400" i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69E8C03-CBC3-463A-FC30-94FD9639295E}"/>
              </a:ext>
            </a:extLst>
          </p:cNvPr>
          <p:cNvSpPr txBox="1"/>
          <p:nvPr/>
        </p:nvSpPr>
        <p:spPr>
          <a:xfrm>
            <a:off x="222949" y="1804990"/>
            <a:ext cx="9414897" cy="13542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lang="en-US" sz="2400" dirty="0"/>
              <a:t>To ensure that our numerical method converges, we can show consistency and stability</a:t>
            </a:r>
          </a:p>
          <a:p>
            <a:pPr>
              <a:spcAft>
                <a:spcPts val="1200"/>
              </a:spcAft>
            </a:pPr>
            <a:r>
              <a:rPr lang="en-US" sz="2400" dirty="0"/>
              <a:t>Consistency comes from the design of our numerical method</a:t>
            </a:r>
          </a:p>
        </p:txBody>
      </p:sp>
    </p:spTree>
    <p:extLst>
      <p:ext uri="{BB962C8B-B14F-4D97-AF65-F5344CB8AC3E}">
        <p14:creationId xmlns:p14="http://schemas.microsoft.com/office/powerpoint/2010/main" val="244960241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AD0BDD-3323-9F15-E1B2-34B869B372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E595BCA8-77B8-5AB6-D65C-7FC2A1EF1D7F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6248CC3-24C2-511C-908B-3101BA21E638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CCD2513-1B1E-52DF-1592-419C6733C116}"/>
              </a:ext>
            </a:extLst>
          </p:cNvPr>
          <p:cNvSpPr txBox="1"/>
          <p:nvPr/>
        </p:nvSpPr>
        <p:spPr>
          <a:xfrm>
            <a:off x="768927" y="378560"/>
            <a:ext cx="1176105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US" sz="4000" b="1" dirty="0">
                <a:solidFill>
                  <a:schemeClr val="bg1"/>
                </a:solidFill>
              </a:rPr>
              <a:t>Chapter 8: Stiff Ordinary Differential Equations</a:t>
            </a:r>
          </a:p>
        </p:txBody>
      </p:sp>
    </p:spTree>
    <p:extLst>
      <p:ext uri="{BB962C8B-B14F-4D97-AF65-F5344CB8AC3E}">
        <p14:creationId xmlns:p14="http://schemas.microsoft.com/office/powerpoint/2010/main" val="166593493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0BB420-99E0-3A1E-5F22-0088CA8FE3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0D1C1E1C-DCF4-3916-DAFE-17D6F46A2BB2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1E5690B-5DE2-FAA7-FA09-A5D814A4130E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083F89E-DB5B-EFF4-9DB5-6402825FEE77}"/>
              </a:ext>
            </a:extLst>
          </p:cNvPr>
          <p:cNvSpPr txBox="1"/>
          <p:nvPr/>
        </p:nvSpPr>
        <p:spPr>
          <a:xfrm>
            <a:off x="1555172" y="117098"/>
            <a:ext cx="908165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1200"/>
              </a:spcAft>
            </a:pPr>
            <a:r>
              <a:rPr lang="en-US" sz="4000" b="1" dirty="0">
                <a:solidFill>
                  <a:schemeClr val="bg1"/>
                </a:solidFill>
              </a:rPr>
              <a:t>Chapter 9: Diffusion Equations and Parabolic Problems</a:t>
            </a:r>
          </a:p>
        </p:txBody>
      </p:sp>
    </p:spTree>
    <p:extLst>
      <p:ext uri="{BB962C8B-B14F-4D97-AF65-F5344CB8AC3E}">
        <p14:creationId xmlns:p14="http://schemas.microsoft.com/office/powerpoint/2010/main" val="309194800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1BDE34-762A-3D3E-1675-735BCC1C32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EA992EA-5F0D-C142-CF29-052A3B44DC48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0B82367-7578-F6A2-D18F-33B60F34F2CD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3A5BDA8-1A4E-C47E-3896-4ECE15D55307}"/>
              </a:ext>
            </a:extLst>
          </p:cNvPr>
          <p:cNvSpPr txBox="1"/>
          <p:nvPr/>
        </p:nvSpPr>
        <p:spPr>
          <a:xfrm>
            <a:off x="1555172" y="117098"/>
            <a:ext cx="908165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1200"/>
              </a:spcAft>
            </a:pPr>
            <a:r>
              <a:rPr lang="en-US" sz="4000" b="1" dirty="0">
                <a:solidFill>
                  <a:schemeClr val="bg1"/>
                </a:solidFill>
              </a:rPr>
              <a:t>Chapter 9: Diffusion Equations and Parabolic Problems</a:t>
            </a:r>
          </a:p>
        </p:txBody>
      </p:sp>
    </p:spTree>
    <p:extLst>
      <p:ext uri="{BB962C8B-B14F-4D97-AF65-F5344CB8AC3E}">
        <p14:creationId xmlns:p14="http://schemas.microsoft.com/office/powerpoint/2010/main" val="359114347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414042-CE84-9D2F-5062-79AEC8AC6A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C6BE409F-D772-99A7-53BA-06C1AD20828C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2E9EDBF-25CE-D926-1227-DAB83D5F3030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049EA5-258E-F20E-9F54-8431C8649002}"/>
              </a:ext>
            </a:extLst>
          </p:cNvPr>
          <p:cNvSpPr txBox="1"/>
          <p:nvPr/>
        </p:nvSpPr>
        <p:spPr>
          <a:xfrm>
            <a:off x="1555172" y="378560"/>
            <a:ext cx="908165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1200"/>
              </a:spcAft>
            </a:pPr>
            <a:r>
              <a:rPr lang="en-US" sz="4000" b="1" dirty="0">
                <a:solidFill>
                  <a:schemeClr val="bg1"/>
                </a:solidFill>
              </a:rPr>
              <a:t>Dr. Rizzolo Probability Topics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6C8A6C6-B9E5-C44D-8CA9-C2DBC8071455}"/>
              </a:ext>
            </a:extLst>
          </p:cNvPr>
          <p:cNvSpPr txBox="1"/>
          <p:nvPr/>
        </p:nvSpPr>
        <p:spPr>
          <a:xfrm>
            <a:off x="425918" y="1951672"/>
            <a:ext cx="6107228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2400" b="0" i="1" dirty="0">
                <a:solidFill>
                  <a:srgbClr val="222222"/>
                </a:solidFill>
                <a:effectLst/>
              </a:rPr>
              <a:t>Brownian Motion and Stochastic Calculus</a:t>
            </a:r>
            <a:r>
              <a:rPr lang="en-US" sz="2400" b="0" i="0" dirty="0">
                <a:solidFill>
                  <a:srgbClr val="222222"/>
                </a:solidFill>
                <a:effectLst/>
              </a:rPr>
              <a:t> by Karatzas and Shreve</a:t>
            </a:r>
          </a:p>
          <a:p>
            <a:pPr algn="l">
              <a:buNone/>
            </a:pPr>
            <a:r>
              <a:rPr lang="en-US" sz="2400" b="0" i="0" dirty="0">
                <a:solidFill>
                  <a:srgbClr val="222222"/>
                </a:solidFill>
                <a:effectLst/>
              </a:rPr>
              <a:t>Chapter 4: Brownian Motion and Partial Differential Equations</a:t>
            </a:r>
          </a:p>
          <a:p>
            <a:pPr algn="l">
              <a:buNone/>
            </a:pPr>
            <a:r>
              <a:rPr lang="en-US" sz="2400" b="0" i="0" dirty="0">
                <a:solidFill>
                  <a:srgbClr val="222222"/>
                </a:solidFill>
                <a:effectLst/>
              </a:rPr>
              <a:t>Chapter 5: Stochastic Differential Equations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8F4E262-1E03-BACD-3E4B-2361BE8DE813}"/>
              </a:ext>
            </a:extLst>
          </p:cNvPr>
          <p:cNvSpPr txBox="1"/>
          <p:nvPr/>
        </p:nvSpPr>
        <p:spPr>
          <a:xfrm>
            <a:off x="425918" y="4131523"/>
            <a:ext cx="6107228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i="1" dirty="0"/>
              <a:t>Stochastic Processes and Applications: Diffusion Processes, the Fokker-Planck and Langevin Equations </a:t>
            </a:r>
            <a:r>
              <a:rPr lang="en-US" sz="2400" dirty="0"/>
              <a:t>by </a:t>
            </a:r>
            <a:r>
              <a:rPr lang="en-US" sz="2400" dirty="0" err="1"/>
              <a:t>Pavliotis</a:t>
            </a:r>
            <a:endParaRPr lang="en-US" sz="2400" dirty="0"/>
          </a:p>
          <a:p>
            <a:pPr>
              <a:buNone/>
            </a:pPr>
            <a:r>
              <a:rPr lang="en-US" sz="2400" dirty="0"/>
              <a:t>Chapter 4: The Fokker-Planck Equation</a:t>
            </a:r>
          </a:p>
          <a:p>
            <a:pPr>
              <a:buNone/>
            </a:pPr>
            <a:r>
              <a:rPr lang="en-US" sz="2400" dirty="0"/>
              <a:t>Chapter 5: Modeling with Stochastic Differential Equations</a:t>
            </a:r>
          </a:p>
          <a:p>
            <a:pPr>
              <a:buNone/>
            </a:pPr>
            <a:br>
              <a:rPr lang="en-US" sz="2400" dirty="0"/>
            </a:br>
            <a:endParaRPr lang="en-US" sz="24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A09EACF-8D3F-AB52-073E-BBED67743F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7645" y="4291778"/>
            <a:ext cx="1796748" cy="272647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C6B696A-DA04-3E0C-0919-7956D771B7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47645" y="1739133"/>
            <a:ext cx="1463041" cy="21515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849902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3AA16D-DAE1-807A-6A07-F38F6DD537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C42C9C5B-C18F-7396-1734-F7103D91A04B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CDC9C55-4D51-BED3-3726-D318BCCEAEC2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319180-DEB8-FF16-2C6D-567AB3500E5A}"/>
              </a:ext>
            </a:extLst>
          </p:cNvPr>
          <p:cNvSpPr txBox="1"/>
          <p:nvPr/>
        </p:nvSpPr>
        <p:spPr>
          <a:xfrm>
            <a:off x="1555172" y="378560"/>
            <a:ext cx="908165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1200"/>
              </a:spcAft>
            </a:pPr>
            <a:r>
              <a:rPr lang="en-US" sz="4000" b="1" dirty="0">
                <a:solidFill>
                  <a:schemeClr val="bg1"/>
                </a:solidFill>
              </a:rPr>
              <a:t>Dr. Guyenne Probability Topics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19D83FE-C0D0-F8F8-1562-FED1D5201AEC}"/>
              </a:ext>
            </a:extLst>
          </p:cNvPr>
          <p:cNvSpPr txBox="1"/>
          <p:nvPr/>
        </p:nvSpPr>
        <p:spPr>
          <a:xfrm>
            <a:off x="271913" y="1843566"/>
            <a:ext cx="8179067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2400" b="0" i="0" dirty="0">
                <a:solidFill>
                  <a:srgbClr val="222222"/>
                </a:solidFill>
                <a:effectLst/>
              </a:rPr>
              <a:t>- Derivation of Navier Stokes</a:t>
            </a:r>
          </a:p>
          <a:p>
            <a:pPr algn="l">
              <a:buNone/>
            </a:pPr>
            <a:r>
              <a:rPr lang="en-US" sz="2400" b="0" i="0" dirty="0">
                <a:solidFill>
                  <a:srgbClr val="222222"/>
                </a:solidFill>
                <a:effectLst/>
              </a:rPr>
              <a:t>- Compressible vs Incompressible flow</a:t>
            </a:r>
          </a:p>
          <a:p>
            <a:pPr algn="l">
              <a:buNone/>
            </a:pPr>
            <a:r>
              <a:rPr lang="en-US" sz="2400" b="0" i="0" dirty="0">
                <a:solidFill>
                  <a:srgbClr val="222222"/>
                </a:solidFill>
                <a:effectLst/>
              </a:rPr>
              <a:t>- Potential flow</a:t>
            </a:r>
          </a:p>
          <a:p>
            <a:pPr algn="l">
              <a:buNone/>
            </a:pPr>
            <a:r>
              <a:rPr lang="en-US" sz="2400" b="0" i="0" dirty="0">
                <a:solidFill>
                  <a:srgbClr val="222222"/>
                </a:solidFill>
                <a:effectLst/>
              </a:rPr>
              <a:t>- Definition of Hamiltonian systems and their basic properties. Good numerical methods for solving them.</a:t>
            </a:r>
          </a:p>
        </p:txBody>
      </p:sp>
    </p:spTree>
    <p:extLst>
      <p:ext uri="{BB962C8B-B14F-4D97-AF65-F5344CB8AC3E}">
        <p14:creationId xmlns:p14="http://schemas.microsoft.com/office/powerpoint/2010/main" val="173902965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9832</TotalTime>
  <Words>2232</Words>
  <Application>Microsoft Office PowerPoint</Application>
  <PresentationFormat>Widescreen</PresentationFormat>
  <Paragraphs>476</Paragraphs>
  <Slides>32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7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Jacob Wyngaard</dc:creator>
  <cp:lastModifiedBy>Jacob Wyngaard</cp:lastModifiedBy>
  <cp:revision>78</cp:revision>
  <cp:lastPrinted>2025-08-21T02:00:35Z</cp:lastPrinted>
  <dcterms:created xsi:type="dcterms:W3CDTF">2025-08-20T23:47:39Z</dcterms:created>
  <dcterms:modified xsi:type="dcterms:W3CDTF">2026-05-05T03:10:49Z</dcterms:modified>
</cp:coreProperties>
</file>