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91" r:id="rId2"/>
    <p:sldId id="277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  <p:sldId id="301" r:id="rId12"/>
    <p:sldId id="302" r:id="rId13"/>
    <p:sldId id="303" r:id="rId14"/>
    <p:sldId id="305" r:id="rId15"/>
    <p:sldId id="306" r:id="rId16"/>
    <p:sldId id="304" r:id="rId17"/>
    <p:sldId id="307" r:id="rId18"/>
    <p:sldId id="308" r:id="rId19"/>
    <p:sldId id="290" r:id="rId20"/>
    <p:sldId id="285" r:id="rId21"/>
    <p:sldId id="310" r:id="rId22"/>
    <p:sldId id="311" r:id="rId23"/>
    <p:sldId id="316" r:id="rId24"/>
    <p:sldId id="314" r:id="rId25"/>
    <p:sldId id="317" r:id="rId26"/>
    <p:sldId id="315" r:id="rId27"/>
    <p:sldId id="318" r:id="rId28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1C0B"/>
    <a:srgbClr val="5E83A6"/>
    <a:srgbClr val="EBF1F8"/>
    <a:srgbClr val="B2BFB9"/>
    <a:srgbClr val="E9F5E7"/>
    <a:srgbClr val="FFFFFF"/>
    <a:srgbClr val="064EA1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27917C-9FF5-44FD-9F6C-4E8402BFF969}" v="986" dt="2026-02-17T03:13:31.7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17T03:13:41.011" v="2959" actId="14100"/>
      <pc:docMkLst>
        <pc:docMk/>
      </pc:docMkLst>
      <pc:sldChg chg="del">
        <pc:chgData name="Jacob Wyngaard" userId="6181fcd471e98458" providerId="LiveId" clId="{788BA123-62C9-4DDC-86E5-A6BCA4600216}" dt="2026-02-17T03:05:46.434" v="2799" actId="47"/>
        <pc:sldMkLst>
          <pc:docMk/>
          <pc:sldMk cId="1116112418" sldId="256"/>
        </pc:sldMkLst>
      </pc:sldChg>
      <pc:sldChg chg="addSp delSp modSp add mod">
        <pc:chgData name="Jacob Wyngaard" userId="6181fcd471e98458" providerId="LiveId" clId="{788BA123-62C9-4DDC-86E5-A6BCA4600216}" dt="2026-02-17T00:40:43.131" v="574" actId="1036"/>
        <pc:sldMkLst>
          <pc:docMk/>
          <pc:sldMk cId="285127923" sldId="285"/>
        </pc:sldMkLst>
        <pc:spChg chg="mod">
          <ac:chgData name="Jacob Wyngaard" userId="6181fcd471e98458" providerId="LiveId" clId="{788BA123-62C9-4DDC-86E5-A6BCA4600216}" dt="2026-02-17T00:40:39.967" v="572" actId="948"/>
          <ac:spMkLst>
            <pc:docMk/>
            <pc:sldMk cId="285127923" sldId="285"/>
            <ac:spMk id="5" creationId="{36C6877F-6D49-54B4-214A-08A9DB3A99DB}"/>
          </ac:spMkLst>
        </pc:spChg>
        <pc:spChg chg="del mod">
          <ac:chgData name="Jacob Wyngaard" userId="6181fcd471e98458" providerId="LiveId" clId="{788BA123-62C9-4DDC-86E5-A6BCA4600216}" dt="2026-02-17T00:38:04.660" v="274" actId="21"/>
          <ac:spMkLst>
            <pc:docMk/>
            <pc:sldMk cId="285127923" sldId="285"/>
            <ac:spMk id="6" creationId="{A384FA5A-7307-1855-21D3-AD0D79A01D7F}"/>
          </ac:spMkLst>
        </pc:spChg>
        <pc:picChg chg="add mod">
          <ac:chgData name="Jacob Wyngaard" userId="6181fcd471e98458" providerId="LiveId" clId="{788BA123-62C9-4DDC-86E5-A6BCA4600216}" dt="2026-02-17T00:40:43.131" v="574" actId="1036"/>
          <ac:picMkLst>
            <pc:docMk/>
            <pc:sldMk cId="285127923" sldId="285"/>
            <ac:picMk id="7" creationId="{6669038E-7CF7-4538-CAD4-F9EE9F01B58D}"/>
          </ac:picMkLst>
        </pc:picChg>
      </pc:sldChg>
      <pc:sldChg chg="del">
        <pc:chgData name="Jacob Wyngaard" userId="6181fcd471e98458" providerId="LiveId" clId="{788BA123-62C9-4DDC-86E5-A6BCA4600216}" dt="2026-02-17T02:59:31.778" v="2472" actId="47"/>
        <pc:sldMkLst>
          <pc:docMk/>
          <pc:sldMk cId="2262398433" sldId="286"/>
        </pc:sldMkLst>
      </pc:sldChg>
      <pc:sldChg chg="del">
        <pc:chgData name="Jacob Wyngaard" userId="6181fcd471e98458" providerId="LiveId" clId="{788BA123-62C9-4DDC-86E5-A6BCA4600216}" dt="2026-02-17T02:59:31.778" v="2472" actId="47"/>
        <pc:sldMkLst>
          <pc:docMk/>
          <pc:sldMk cId="672059297" sldId="287"/>
        </pc:sldMkLst>
      </pc:sldChg>
      <pc:sldChg chg="del">
        <pc:chgData name="Jacob Wyngaard" userId="6181fcd471e98458" providerId="LiveId" clId="{788BA123-62C9-4DDC-86E5-A6BCA4600216}" dt="2026-02-17T02:59:31.778" v="2472" actId="47"/>
        <pc:sldMkLst>
          <pc:docMk/>
          <pc:sldMk cId="3751011158" sldId="288"/>
        </pc:sldMkLst>
      </pc:sldChg>
      <pc:sldChg chg="del">
        <pc:chgData name="Jacob Wyngaard" userId="6181fcd471e98458" providerId="LiveId" clId="{788BA123-62C9-4DDC-86E5-A6BCA4600216}" dt="2026-02-17T02:59:31.778" v="2472" actId="47"/>
        <pc:sldMkLst>
          <pc:docMk/>
          <pc:sldMk cId="1373182850" sldId="309"/>
        </pc:sldMkLst>
      </pc:sldChg>
      <pc:sldChg chg="addSp modSp add mod">
        <pc:chgData name="Jacob Wyngaard" userId="6181fcd471e98458" providerId="LiveId" clId="{788BA123-62C9-4DDC-86E5-A6BCA4600216}" dt="2026-02-17T00:47:31.034" v="1096" actId="113"/>
        <pc:sldMkLst>
          <pc:docMk/>
          <pc:sldMk cId="2585050941" sldId="310"/>
        </pc:sldMkLst>
        <pc:spChg chg="mod">
          <ac:chgData name="Jacob Wyngaard" userId="6181fcd471e98458" providerId="LiveId" clId="{788BA123-62C9-4DDC-86E5-A6BCA4600216}" dt="2026-02-17T00:41:06.551" v="598" actId="1076"/>
          <ac:spMkLst>
            <pc:docMk/>
            <pc:sldMk cId="2585050941" sldId="310"/>
            <ac:spMk id="4" creationId="{F70625E9-7459-BBD1-42F8-1E979B69228D}"/>
          </ac:spMkLst>
        </pc:spChg>
        <pc:spChg chg="mod">
          <ac:chgData name="Jacob Wyngaard" userId="6181fcd471e98458" providerId="LiveId" clId="{788BA123-62C9-4DDC-86E5-A6BCA4600216}" dt="2026-02-17T00:47:31.034" v="1096" actId="113"/>
          <ac:spMkLst>
            <pc:docMk/>
            <pc:sldMk cId="2585050941" sldId="310"/>
            <ac:spMk id="5" creationId="{8663DBAD-1638-1EB8-6734-93B4491CD854}"/>
          </ac:spMkLst>
        </pc:spChg>
        <pc:spChg chg="add mod">
          <ac:chgData name="Jacob Wyngaard" userId="6181fcd471e98458" providerId="LiveId" clId="{788BA123-62C9-4DDC-86E5-A6BCA4600216}" dt="2026-02-17T00:43:06.180" v="798" actId="1076"/>
          <ac:spMkLst>
            <pc:docMk/>
            <pc:sldMk cId="2585050941" sldId="310"/>
            <ac:spMk id="6" creationId="{A384FA5A-7307-1855-21D3-AD0D79A01D7F}"/>
          </ac:spMkLst>
        </pc:spChg>
      </pc:sldChg>
      <pc:sldChg chg="addSp delSp modSp add mod">
        <pc:chgData name="Jacob Wyngaard" userId="6181fcd471e98458" providerId="LiveId" clId="{788BA123-62C9-4DDC-86E5-A6BCA4600216}" dt="2026-02-17T01:03:02.649" v="1766" actId="478"/>
        <pc:sldMkLst>
          <pc:docMk/>
          <pc:sldMk cId="1526910787" sldId="311"/>
        </pc:sldMkLst>
        <pc:spChg chg="mod">
          <ac:chgData name="Jacob Wyngaard" userId="6181fcd471e98458" providerId="LiveId" clId="{788BA123-62C9-4DDC-86E5-A6BCA4600216}" dt="2026-02-17T00:52:59.416" v="1145" actId="14100"/>
          <ac:spMkLst>
            <pc:docMk/>
            <pc:sldMk cId="1526910787" sldId="311"/>
            <ac:spMk id="4" creationId="{D60F9BD9-A3AC-5C49-9A61-5723DBB8D5CD}"/>
          </ac:spMkLst>
        </pc:spChg>
        <pc:spChg chg="mod">
          <ac:chgData name="Jacob Wyngaard" userId="6181fcd471e98458" providerId="LiveId" clId="{788BA123-62C9-4DDC-86E5-A6BCA4600216}" dt="2026-02-17T00:56:30.298" v="1365" actId="20577"/>
          <ac:spMkLst>
            <pc:docMk/>
            <pc:sldMk cId="1526910787" sldId="311"/>
            <ac:spMk id="5" creationId="{1DF2383B-BF7C-E9D9-9D39-F767B791F919}"/>
          </ac:spMkLst>
        </pc:spChg>
        <pc:spChg chg="add mod">
          <ac:chgData name="Jacob Wyngaard" userId="6181fcd471e98458" providerId="LiveId" clId="{788BA123-62C9-4DDC-86E5-A6BCA4600216}" dt="2026-02-17T01:00:26.775" v="1533" actId="20577"/>
          <ac:spMkLst>
            <pc:docMk/>
            <pc:sldMk cId="1526910787" sldId="311"/>
            <ac:spMk id="8" creationId="{793BA0E7-152A-47A9-7044-18B66BF5F83E}"/>
          </ac:spMkLst>
        </pc:spChg>
        <pc:spChg chg="add mod">
          <ac:chgData name="Jacob Wyngaard" userId="6181fcd471e98458" providerId="LiveId" clId="{788BA123-62C9-4DDC-86E5-A6BCA4600216}" dt="2026-02-17T01:02:09.998" v="1641" actId="14100"/>
          <ac:spMkLst>
            <pc:docMk/>
            <pc:sldMk cId="1526910787" sldId="311"/>
            <ac:spMk id="9" creationId="{1EB60950-632A-C01F-E57B-503A9D1D48A2}"/>
          </ac:spMkLst>
        </pc:spChg>
        <pc:spChg chg="add del mod">
          <ac:chgData name="Jacob Wyngaard" userId="6181fcd471e98458" providerId="LiveId" clId="{788BA123-62C9-4DDC-86E5-A6BCA4600216}" dt="2026-02-17T01:03:02.649" v="1766" actId="478"/>
          <ac:spMkLst>
            <pc:docMk/>
            <pc:sldMk cId="1526910787" sldId="311"/>
            <ac:spMk id="10" creationId="{98078495-1F3D-5485-3A92-DB0E086BB750}"/>
          </ac:spMkLst>
        </pc:spChg>
        <pc:graphicFrameChg chg="add mod modGraphic">
          <ac:chgData name="Jacob Wyngaard" userId="6181fcd471e98458" providerId="LiveId" clId="{788BA123-62C9-4DDC-86E5-A6BCA4600216}" dt="2026-02-17T00:59:32.949" v="1441" actId="20577"/>
          <ac:graphicFrameMkLst>
            <pc:docMk/>
            <pc:sldMk cId="1526910787" sldId="311"/>
            <ac:graphicFrameMk id="6" creationId="{6E92FFE0-1A7C-DE7D-20AF-CB543C78CBB9}"/>
          </ac:graphicFrameMkLst>
        </pc:graphicFrameChg>
      </pc:sldChg>
      <pc:sldChg chg="add del">
        <pc:chgData name="Jacob Wyngaard" userId="6181fcd471e98458" providerId="LiveId" clId="{788BA123-62C9-4DDC-86E5-A6BCA4600216}" dt="2026-02-17T02:59:31.778" v="2472" actId="47"/>
        <pc:sldMkLst>
          <pc:docMk/>
          <pc:sldMk cId="521476072" sldId="312"/>
        </pc:sldMkLst>
      </pc:sldChg>
      <pc:sldChg chg="add del">
        <pc:chgData name="Jacob Wyngaard" userId="6181fcd471e98458" providerId="LiveId" clId="{788BA123-62C9-4DDC-86E5-A6BCA4600216}" dt="2026-02-17T02:59:31.778" v="2472" actId="47"/>
        <pc:sldMkLst>
          <pc:docMk/>
          <pc:sldMk cId="3190315159" sldId="313"/>
        </pc:sldMkLst>
      </pc:sldChg>
      <pc:sldChg chg="addSp delSp modSp add mod">
        <pc:chgData name="Jacob Wyngaard" userId="6181fcd471e98458" providerId="LiveId" clId="{788BA123-62C9-4DDC-86E5-A6BCA4600216}" dt="2026-02-17T02:47:34.464" v="2266" actId="1076"/>
        <pc:sldMkLst>
          <pc:docMk/>
          <pc:sldMk cId="4289787205" sldId="314"/>
        </pc:sldMkLst>
        <pc:spChg chg="mod">
          <ac:chgData name="Jacob Wyngaard" userId="6181fcd471e98458" providerId="LiveId" clId="{788BA123-62C9-4DDC-86E5-A6BCA4600216}" dt="2026-02-17T01:08:37.369" v="1941" actId="14100"/>
          <ac:spMkLst>
            <pc:docMk/>
            <pc:sldMk cId="4289787205" sldId="314"/>
            <ac:spMk id="4" creationId="{C71296F8-B1AF-2C04-97DA-D66B520C3840}"/>
          </ac:spMkLst>
        </pc:spChg>
        <pc:spChg chg="del mod">
          <ac:chgData name="Jacob Wyngaard" userId="6181fcd471e98458" providerId="LiveId" clId="{788BA123-62C9-4DDC-86E5-A6BCA4600216}" dt="2026-02-17T01:17:16.525" v="2170" actId="478"/>
          <ac:spMkLst>
            <pc:docMk/>
            <pc:sldMk cId="4289787205" sldId="314"/>
            <ac:spMk id="5" creationId="{AFC120E8-7E9B-19D3-E4ED-1ECF15AC6CBC}"/>
          </ac:spMkLst>
        </pc:spChg>
        <pc:spChg chg="add del mod">
          <ac:chgData name="Jacob Wyngaard" userId="6181fcd471e98458" providerId="LiveId" clId="{788BA123-62C9-4DDC-86E5-A6BCA4600216}" dt="2026-02-17T02:42:49.424" v="2187" actId="478"/>
          <ac:spMkLst>
            <pc:docMk/>
            <pc:sldMk cId="4289787205" sldId="314"/>
            <ac:spMk id="7" creationId="{F874FC4B-01C9-CB88-5521-1397662F17C9}"/>
          </ac:spMkLst>
        </pc:spChg>
        <pc:spChg chg="add del mod">
          <ac:chgData name="Jacob Wyngaard" userId="6181fcd471e98458" providerId="LiveId" clId="{788BA123-62C9-4DDC-86E5-A6BCA4600216}" dt="2026-02-17T01:18:08.029" v="2173" actId="478"/>
          <ac:spMkLst>
            <pc:docMk/>
            <pc:sldMk cId="4289787205" sldId="314"/>
            <ac:spMk id="9" creationId="{996485F5-49F5-F702-8ED5-93A0830C0176}"/>
          </ac:spMkLst>
        </pc:spChg>
        <pc:spChg chg="add del mod">
          <ac:chgData name="Jacob Wyngaard" userId="6181fcd471e98458" providerId="LiveId" clId="{788BA123-62C9-4DDC-86E5-A6BCA4600216}" dt="2026-02-17T01:18:14.124" v="2175" actId="478"/>
          <ac:spMkLst>
            <pc:docMk/>
            <pc:sldMk cId="4289787205" sldId="314"/>
            <ac:spMk id="10" creationId="{40B0BE71-6A68-9945-3BD0-AB759C99E5BE}"/>
          </ac:spMkLst>
        </pc:spChg>
        <pc:spChg chg="add del mod">
          <ac:chgData name="Jacob Wyngaard" userId="6181fcd471e98458" providerId="LiveId" clId="{788BA123-62C9-4DDC-86E5-A6BCA4600216}" dt="2026-02-17T01:18:14.124" v="2175" actId="478"/>
          <ac:spMkLst>
            <pc:docMk/>
            <pc:sldMk cId="4289787205" sldId="314"/>
            <ac:spMk id="11" creationId="{334706CE-FA27-CC6A-CCF8-4648A97B1FEC}"/>
          </ac:spMkLst>
        </pc:spChg>
        <pc:spChg chg="add del mod">
          <ac:chgData name="Jacob Wyngaard" userId="6181fcd471e98458" providerId="LiveId" clId="{788BA123-62C9-4DDC-86E5-A6BCA4600216}" dt="2026-02-17T01:18:14.124" v="2175" actId="478"/>
          <ac:spMkLst>
            <pc:docMk/>
            <pc:sldMk cId="4289787205" sldId="314"/>
            <ac:spMk id="12" creationId="{3DB3AD29-364A-0EE4-A655-8037DD304F75}"/>
          </ac:spMkLst>
        </pc:spChg>
        <pc:spChg chg="add mod">
          <ac:chgData name="Jacob Wyngaard" userId="6181fcd471e98458" providerId="LiveId" clId="{788BA123-62C9-4DDC-86E5-A6BCA4600216}" dt="2026-02-17T02:47:30.042" v="2265" actId="1076"/>
          <ac:spMkLst>
            <pc:docMk/>
            <pc:sldMk cId="4289787205" sldId="314"/>
            <ac:spMk id="15" creationId="{3D2322A9-AE6C-D164-B6EC-791C7878A95A}"/>
          </ac:spMkLst>
        </pc:spChg>
        <pc:spChg chg="add mod">
          <ac:chgData name="Jacob Wyngaard" userId="6181fcd471e98458" providerId="LiveId" clId="{788BA123-62C9-4DDC-86E5-A6BCA4600216}" dt="2026-02-17T02:47:25.418" v="2264" actId="1076"/>
          <ac:spMkLst>
            <pc:docMk/>
            <pc:sldMk cId="4289787205" sldId="314"/>
            <ac:spMk id="16" creationId="{AAB22DAB-FEE0-E224-2483-AB612B2448FF}"/>
          </ac:spMkLst>
        </pc:spChg>
        <pc:spChg chg="add mod">
          <ac:chgData name="Jacob Wyngaard" userId="6181fcd471e98458" providerId="LiveId" clId="{788BA123-62C9-4DDC-86E5-A6BCA4600216}" dt="2026-02-17T02:47:34.464" v="2266" actId="1076"/>
          <ac:spMkLst>
            <pc:docMk/>
            <pc:sldMk cId="4289787205" sldId="314"/>
            <ac:spMk id="17" creationId="{8BC23BCE-3BAB-00DE-30B2-53B96A12DEAD}"/>
          </ac:spMkLst>
        </pc:spChg>
        <pc:spChg chg="add mod">
          <ac:chgData name="Jacob Wyngaard" userId="6181fcd471e98458" providerId="LiveId" clId="{788BA123-62C9-4DDC-86E5-A6BCA4600216}" dt="2026-02-17T02:47:30.042" v="2265" actId="1076"/>
          <ac:spMkLst>
            <pc:docMk/>
            <pc:sldMk cId="4289787205" sldId="314"/>
            <ac:spMk id="18" creationId="{A336210B-80E8-DA08-E827-10A0BA11597B}"/>
          </ac:spMkLst>
        </pc:spChg>
        <pc:spChg chg="add mod">
          <ac:chgData name="Jacob Wyngaard" userId="6181fcd471e98458" providerId="LiveId" clId="{788BA123-62C9-4DDC-86E5-A6BCA4600216}" dt="2026-02-17T02:47:25.418" v="2264" actId="1076"/>
          <ac:spMkLst>
            <pc:docMk/>
            <pc:sldMk cId="4289787205" sldId="314"/>
            <ac:spMk id="19" creationId="{9AB1CB42-0601-C09F-A4B7-F3FDE2046A9C}"/>
          </ac:spMkLst>
        </pc:spChg>
        <pc:graphicFrameChg chg="add del mod modGraphic">
          <ac:chgData name="Jacob Wyngaard" userId="6181fcd471e98458" providerId="LiveId" clId="{788BA123-62C9-4DDC-86E5-A6BCA4600216}" dt="2026-02-17T02:42:48.355" v="2186" actId="478"/>
          <ac:graphicFrameMkLst>
            <pc:docMk/>
            <pc:sldMk cId="4289787205" sldId="314"/>
            <ac:graphicFrameMk id="8" creationId="{1F48F3D3-4A41-04EC-3F6D-792B774BF6CE}"/>
          </ac:graphicFrameMkLst>
        </pc:graphicFrameChg>
        <pc:picChg chg="add del mod">
          <ac:chgData name="Jacob Wyngaard" userId="6181fcd471e98458" providerId="LiveId" clId="{788BA123-62C9-4DDC-86E5-A6BCA4600216}" dt="2026-02-17T01:09:35.352" v="1947" actId="478"/>
          <ac:picMkLst>
            <pc:docMk/>
            <pc:sldMk cId="4289787205" sldId="314"/>
            <ac:picMk id="6" creationId="{97B12504-4B27-11EB-5CB8-F2A4300BB6C5}"/>
          </ac:picMkLst>
        </pc:picChg>
        <pc:picChg chg="add del mod">
          <ac:chgData name="Jacob Wyngaard" userId="6181fcd471e98458" providerId="LiveId" clId="{788BA123-62C9-4DDC-86E5-A6BCA4600216}" dt="2026-02-17T02:42:39.715" v="2183" actId="478"/>
          <ac:picMkLst>
            <pc:docMk/>
            <pc:sldMk cId="4289787205" sldId="314"/>
            <ac:picMk id="13" creationId="{689FD750-3A27-92D4-11B2-4E575711A97E}"/>
          </ac:picMkLst>
        </pc:picChg>
        <pc:picChg chg="add mod modCrop">
          <ac:chgData name="Jacob Wyngaard" userId="6181fcd471e98458" providerId="LiveId" clId="{788BA123-62C9-4DDC-86E5-A6BCA4600216}" dt="2026-02-17T02:47:18.715" v="2263" actId="1076"/>
          <ac:picMkLst>
            <pc:docMk/>
            <pc:sldMk cId="4289787205" sldId="314"/>
            <ac:picMk id="14" creationId="{6A57A076-8A60-28B3-6F11-4E66E029C000}"/>
          </ac:picMkLst>
        </pc:picChg>
        <pc:cxnChg chg="add del">
          <ac:chgData name="Jacob Wyngaard" userId="6181fcd471e98458" providerId="LiveId" clId="{788BA123-62C9-4DDC-86E5-A6BCA4600216}" dt="2026-02-17T02:46:20.167" v="2251" actId="478"/>
          <ac:cxnSpMkLst>
            <pc:docMk/>
            <pc:sldMk cId="4289787205" sldId="314"/>
            <ac:cxnSpMk id="21" creationId="{3B1071E9-004B-DC21-9ED1-25766BE905E1}"/>
          </ac:cxnSpMkLst>
        </pc:cxnChg>
        <pc:cxnChg chg="add mod">
          <ac:chgData name="Jacob Wyngaard" userId="6181fcd471e98458" providerId="LiveId" clId="{788BA123-62C9-4DDC-86E5-A6BCA4600216}" dt="2026-02-17T02:47:34.464" v="2266" actId="1076"/>
          <ac:cxnSpMkLst>
            <pc:docMk/>
            <pc:sldMk cId="4289787205" sldId="314"/>
            <ac:cxnSpMk id="22" creationId="{A9BACB64-70CD-948B-0D87-3633C1AE0B27}"/>
          </ac:cxnSpMkLst>
        </pc:cxnChg>
      </pc:sldChg>
      <pc:sldChg chg="addSp modSp add mod">
        <pc:chgData name="Jacob Wyngaard" userId="6181fcd471e98458" providerId="LiveId" clId="{788BA123-62C9-4DDC-86E5-A6BCA4600216}" dt="2026-02-17T03:10:09.355" v="2908" actId="14100"/>
        <pc:sldMkLst>
          <pc:docMk/>
          <pc:sldMk cId="1630495839" sldId="315"/>
        </pc:sldMkLst>
        <pc:spChg chg="mod">
          <ac:chgData name="Jacob Wyngaard" userId="6181fcd471e98458" providerId="LiveId" clId="{788BA123-62C9-4DDC-86E5-A6BCA4600216}" dt="2026-02-17T02:58:53.822" v="2453" actId="14100"/>
          <ac:spMkLst>
            <pc:docMk/>
            <pc:sldMk cId="1630495839" sldId="315"/>
            <ac:spMk id="4" creationId="{F7D19791-2C43-9702-AE7A-A0FF206A9495}"/>
          </ac:spMkLst>
        </pc:spChg>
        <pc:spChg chg="mod">
          <ac:chgData name="Jacob Wyngaard" userId="6181fcd471e98458" providerId="LiveId" clId="{788BA123-62C9-4DDC-86E5-A6BCA4600216}" dt="2026-02-17T03:08:42.385" v="2873" actId="20577"/>
          <ac:spMkLst>
            <pc:docMk/>
            <pc:sldMk cId="1630495839" sldId="315"/>
            <ac:spMk id="5" creationId="{84032285-A3C0-F8F8-3F65-D05065FF3D0A}"/>
          </ac:spMkLst>
        </pc:spChg>
        <pc:spChg chg="add mod">
          <ac:chgData name="Jacob Wyngaard" userId="6181fcd471e98458" providerId="LiveId" clId="{788BA123-62C9-4DDC-86E5-A6BCA4600216}" dt="2026-02-17T03:10:09.355" v="2908" actId="14100"/>
          <ac:spMkLst>
            <pc:docMk/>
            <pc:sldMk cId="1630495839" sldId="315"/>
            <ac:spMk id="7" creationId="{DF287D4B-DEF8-1C87-4BB9-D1734E312199}"/>
          </ac:spMkLst>
        </pc:spChg>
      </pc:sldChg>
      <pc:sldChg chg="add ord">
        <pc:chgData name="Jacob Wyngaard" userId="6181fcd471e98458" providerId="LiveId" clId="{788BA123-62C9-4DDC-86E5-A6BCA4600216}" dt="2026-02-17T01:18:23.744" v="2177"/>
        <pc:sldMkLst>
          <pc:docMk/>
          <pc:sldMk cId="916820622" sldId="316"/>
        </pc:sldMkLst>
      </pc:sldChg>
      <pc:sldChg chg="addSp delSp modSp add mod">
        <pc:chgData name="Jacob Wyngaard" userId="6181fcd471e98458" providerId="LiveId" clId="{788BA123-62C9-4DDC-86E5-A6BCA4600216}" dt="2026-02-17T03:00:11.760" v="2492" actId="207"/>
        <pc:sldMkLst>
          <pc:docMk/>
          <pc:sldMk cId="1602887601" sldId="317"/>
        </pc:sldMkLst>
        <pc:spChg chg="add mod">
          <ac:chgData name="Jacob Wyngaard" userId="6181fcd471e98458" providerId="LiveId" clId="{788BA123-62C9-4DDC-86E5-A6BCA4600216}" dt="2026-02-17T02:58:28.826" v="2433" actId="1076"/>
          <ac:spMkLst>
            <pc:docMk/>
            <pc:sldMk cId="1602887601" sldId="317"/>
            <ac:spMk id="5" creationId="{9D546C68-D616-DB03-AA47-4563A6F6D0D7}"/>
          </ac:spMkLst>
        </pc:spChg>
        <pc:spChg chg="add mod">
          <ac:chgData name="Jacob Wyngaard" userId="6181fcd471e98458" providerId="LiveId" clId="{788BA123-62C9-4DDC-86E5-A6BCA4600216}" dt="2026-02-17T02:56:38.245" v="2377" actId="1076"/>
          <ac:spMkLst>
            <pc:docMk/>
            <pc:sldMk cId="1602887601" sldId="317"/>
            <ac:spMk id="7" creationId="{6EB55C53-1781-1673-82B8-8BD74841BDA8}"/>
          </ac:spMkLst>
        </pc:spChg>
        <pc:spChg chg="add mod">
          <ac:chgData name="Jacob Wyngaard" userId="6181fcd471e98458" providerId="LiveId" clId="{788BA123-62C9-4DDC-86E5-A6BCA4600216}" dt="2026-02-17T02:56:46.548" v="2380" actId="1076"/>
          <ac:spMkLst>
            <pc:docMk/>
            <pc:sldMk cId="1602887601" sldId="317"/>
            <ac:spMk id="8" creationId="{D5B88572-17E8-0CCC-341C-9C6F529A82AC}"/>
          </ac:spMkLst>
        </pc:spChg>
        <pc:spChg chg="add mod">
          <ac:chgData name="Jacob Wyngaard" userId="6181fcd471e98458" providerId="LiveId" clId="{788BA123-62C9-4DDC-86E5-A6BCA4600216}" dt="2026-02-17T02:57:09.964" v="2390" actId="20577"/>
          <ac:spMkLst>
            <pc:docMk/>
            <pc:sldMk cId="1602887601" sldId="317"/>
            <ac:spMk id="9" creationId="{DC1BA292-6FBA-52AD-518D-B704E99D4446}"/>
          </ac:spMkLst>
        </pc:spChg>
        <pc:spChg chg="add mod">
          <ac:chgData name="Jacob Wyngaard" userId="6181fcd471e98458" providerId="LiveId" clId="{788BA123-62C9-4DDC-86E5-A6BCA4600216}" dt="2026-02-17T02:58:05.167" v="2426" actId="20577"/>
          <ac:spMkLst>
            <pc:docMk/>
            <pc:sldMk cId="1602887601" sldId="317"/>
            <ac:spMk id="10" creationId="{5E8A7360-0BB9-3763-DAA9-BD1B408749E7}"/>
          </ac:spMkLst>
        </pc:spChg>
        <pc:spChg chg="add mod">
          <ac:chgData name="Jacob Wyngaard" userId="6181fcd471e98458" providerId="LiveId" clId="{788BA123-62C9-4DDC-86E5-A6BCA4600216}" dt="2026-02-17T02:58:19.323" v="2431" actId="1076"/>
          <ac:spMkLst>
            <pc:docMk/>
            <pc:sldMk cId="1602887601" sldId="317"/>
            <ac:spMk id="11" creationId="{43CD3937-F9CF-5A32-2DE7-499D5D677A90}"/>
          </ac:spMkLst>
        </pc:spChg>
        <pc:spChg chg="add mod">
          <ac:chgData name="Jacob Wyngaard" userId="6181fcd471e98458" providerId="LiveId" clId="{788BA123-62C9-4DDC-86E5-A6BCA4600216}" dt="2026-02-17T03:00:11.760" v="2492" actId="207"/>
          <ac:spMkLst>
            <pc:docMk/>
            <pc:sldMk cId="1602887601" sldId="317"/>
            <ac:spMk id="12" creationId="{C5911650-0D0B-41C7-861A-2147F49B422C}"/>
          </ac:spMkLst>
        </pc:spChg>
        <pc:spChg chg="del">
          <ac:chgData name="Jacob Wyngaard" userId="6181fcd471e98458" providerId="LiveId" clId="{788BA123-62C9-4DDC-86E5-A6BCA4600216}" dt="2026-02-17T02:55:09.413" v="2273" actId="478"/>
          <ac:spMkLst>
            <pc:docMk/>
            <pc:sldMk cId="1602887601" sldId="317"/>
            <ac:spMk id="15" creationId="{CB83E748-08FE-061A-A602-D405B9F314DF}"/>
          </ac:spMkLst>
        </pc:spChg>
        <pc:spChg chg="del mod">
          <ac:chgData name="Jacob Wyngaard" userId="6181fcd471e98458" providerId="LiveId" clId="{788BA123-62C9-4DDC-86E5-A6BCA4600216}" dt="2026-02-17T02:55:07.698" v="2270" actId="478"/>
          <ac:spMkLst>
            <pc:docMk/>
            <pc:sldMk cId="1602887601" sldId="317"/>
            <ac:spMk id="16" creationId="{80789A1E-7A23-F778-9ED4-DF66B4A596BD}"/>
          </ac:spMkLst>
        </pc:spChg>
        <pc:spChg chg="mod">
          <ac:chgData name="Jacob Wyngaard" userId="6181fcd471e98458" providerId="LiveId" clId="{788BA123-62C9-4DDC-86E5-A6BCA4600216}" dt="2026-02-17T02:55:34.807" v="2334" actId="1076"/>
          <ac:spMkLst>
            <pc:docMk/>
            <pc:sldMk cId="1602887601" sldId="317"/>
            <ac:spMk id="17" creationId="{C7ACE0FD-EC29-0E01-0D9F-BE276085456E}"/>
          </ac:spMkLst>
        </pc:spChg>
        <pc:spChg chg="del">
          <ac:chgData name="Jacob Wyngaard" userId="6181fcd471e98458" providerId="LiveId" clId="{788BA123-62C9-4DDC-86E5-A6BCA4600216}" dt="2026-02-17T02:55:08.699" v="2272" actId="478"/>
          <ac:spMkLst>
            <pc:docMk/>
            <pc:sldMk cId="1602887601" sldId="317"/>
            <ac:spMk id="18" creationId="{EC7F4ED6-3928-0C1C-FA01-C8B2F58A0E7D}"/>
          </ac:spMkLst>
        </pc:spChg>
        <pc:spChg chg="del">
          <ac:chgData name="Jacob Wyngaard" userId="6181fcd471e98458" providerId="LiveId" clId="{788BA123-62C9-4DDC-86E5-A6BCA4600216}" dt="2026-02-17T02:55:08.261" v="2271" actId="478"/>
          <ac:spMkLst>
            <pc:docMk/>
            <pc:sldMk cId="1602887601" sldId="317"/>
            <ac:spMk id="19" creationId="{7B47185A-10B5-8E6B-4F6A-39B8C96F2741}"/>
          </ac:spMkLst>
        </pc:spChg>
        <pc:graphicFrameChg chg="add mod modGraphic">
          <ac:chgData name="Jacob Wyngaard" userId="6181fcd471e98458" providerId="LiveId" clId="{788BA123-62C9-4DDC-86E5-A6BCA4600216}" dt="2026-02-17T02:56:10.479" v="2368" actId="20577"/>
          <ac:graphicFrameMkLst>
            <pc:docMk/>
            <pc:sldMk cId="1602887601" sldId="317"/>
            <ac:graphicFrameMk id="6" creationId="{6312254D-BC3E-3702-0115-0736730735C9}"/>
          </ac:graphicFrameMkLst>
        </pc:graphicFrameChg>
        <pc:picChg chg="del">
          <ac:chgData name="Jacob Wyngaard" userId="6181fcd471e98458" providerId="LiveId" clId="{788BA123-62C9-4DDC-86E5-A6BCA4600216}" dt="2026-02-17T02:55:05.941" v="2268" actId="478"/>
          <ac:picMkLst>
            <pc:docMk/>
            <pc:sldMk cId="1602887601" sldId="317"/>
            <ac:picMk id="14" creationId="{5EC2A566-8DA5-1317-C0A8-0800530AC441}"/>
          </ac:picMkLst>
        </pc:picChg>
        <pc:cxnChg chg="del">
          <ac:chgData name="Jacob Wyngaard" userId="6181fcd471e98458" providerId="LiveId" clId="{788BA123-62C9-4DDC-86E5-A6BCA4600216}" dt="2026-02-17T02:55:10.198" v="2274" actId="478"/>
          <ac:cxnSpMkLst>
            <pc:docMk/>
            <pc:sldMk cId="1602887601" sldId="317"/>
            <ac:cxnSpMk id="22" creationId="{CB56F07E-BA6C-792C-00D1-E001F60C5083}"/>
          </ac:cxnSpMkLst>
        </pc:cxnChg>
      </pc:sldChg>
      <pc:sldChg chg="addSp delSp modSp add mod">
        <pc:chgData name="Jacob Wyngaard" userId="6181fcd471e98458" providerId="LiveId" clId="{788BA123-62C9-4DDC-86E5-A6BCA4600216}" dt="2026-02-17T03:13:41.011" v="2959" actId="14100"/>
        <pc:sldMkLst>
          <pc:docMk/>
          <pc:sldMk cId="1156055420" sldId="318"/>
        </pc:sldMkLst>
        <pc:spChg chg="mod">
          <ac:chgData name="Jacob Wyngaard" userId="6181fcd471e98458" providerId="LiveId" clId="{788BA123-62C9-4DDC-86E5-A6BCA4600216}" dt="2026-02-17T03:12:17.683" v="2939" actId="1076"/>
          <ac:spMkLst>
            <pc:docMk/>
            <pc:sldMk cId="1156055420" sldId="318"/>
            <ac:spMk id="4" creationId="{979E6784-EE2F-1A70-F6C4-BBA09F8176FE}"/>
          </ac:spMkLst>
        </pc:spChg>
        <pc:spChg chg="del">
          <ac:chgData name="Jacob Wyngaard" userId="6181fcd471e98458" providerId="LiveId" clId="{788BA123-62C9-4DDC-86E5-A6BCA4600216}" dt="2026-02-17T03:12:26.042" v="2940" actId="478"/>
          <ac:spMkLst>
            <pc:docMk/>
            <pc:sldMk cId="1156055420" sldId="318"/>
            <ac:spMk id="5" creationId="{3EC6562D-3E6C-D7B7-DC4A-DD0D5761547A}"/>
          </ac:spMkLst>
        </pc:spChg>
        <pc:spChg chg="del">
          <ac:chgData name="Jacob Wyngaard" userId="6181fcd471e98458" providerId="LiveId" clId="{788BA123-62C9-4DDC-86E5-A6BCA4600216}" dt="2026-02-17T03:12:27.303" v="2941" actId="478"/>
          <ac:spMkLst>
            <pc:docMk/>
            <pc:sldMk cId="1156055420" sldId="318"/>
            <ac:spMk id="7" creationId="{24C691ED-6B7A-02D9-0229-1907BC81D267}"/>
          </ac:spMkLst>
        </pc:spChg>
        <pc:spChg chg="add mod">
          <ac:chgData name="Jacob Wyngaard" userId="6181fcd471e98458" providerId="LiveId" clId="{788BA123-62C9-4DDC-86E5-A6BCA4600216}" dt="2026-02-17T03:13:30.932" v="2950" actId="14100"/>
          <ac:spMkLst>
            <pc:docMk/>
            <pc:sldMk cId="1156055420" sldId="318"/>
            <ac:spMk id="9" creationId="{5F195E68-D398-B156-10BB-39EA1929F95B}"/>
          </ac:spMkLst>
        </pc:spChg>
        <pc:spChg chg="add mod">
          <ac:chgData name="Jacob Wyngaard" userId="6181fcd471e98458" providerId="LiveId" clId="{788BA123-62C9-4DDC-86E5-A6BCA4600216}" dt="2026-02-17T03:13:41.011" v="2959" actId="14100"/>
          <ac:spMkLst>
            <pc:docMk/>
            <pc:sldMk cId="1156055420" sldId="318"/>
            <ac:spMk id="10" creationId="{C51748A9-982F-3CF2-59A7-D4C15A6842F9}"/>
          </ac:spMkLst>
        </pc:spChg>
        <pc:picChg chg="add mod">
          <ac:chgData name="Jacob Wyngaard" userId="6181fcd471e98458" providerId="LiveId" clId="{788BA123-62C9-4DDC-86E5-A6BCA4600216}" dt="2026-02-17T03:12:51.337" v="2945" actId="1076"/>
          <ac:picMkLst>
            <pc:docMk/>
            <pc:sldMk cId="1156055420" sldId="318"/>
            <ac:picMk id="8" creationId="{C40EE090-36B7-4948-57A7-30BAC205D5F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F25C-C2EF-C005-AA68-1C08046D6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11313-B669-D9E7-B26D-83B5F9E49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D76C-F18E-FDA8-F96C-A9D072093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18013-FBDC-F138-B23A-D6317B9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114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842E-CE6C-9FF0-C899-B05DE6388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1D5F6-00C6-5CDF-888B-A6F753DC7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08FF-964E-4363-6D67-B2369AFE9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5FF06-F318-1FAE-4CBF-4402621CF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07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D62D-1BCF-0AF6-A45D-E156B32E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0EBA-2D41-5AAA-6F3B-1B38548B8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4DE5B-2F68-FA0E-D991-B9566152B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CF54D-FAA8-427C-ABB2-033283DDB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15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A87A-45D8-DA25-3534-B69E1BAA0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85408-8AAB-2CC5-C913-E646C9095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1F0E6-DB65-65D5-9A17-7F205DEB03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A362C-987C-BCB2-388E-85B7845AF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96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D7EC-B491-C8A9-6A86-D2E05B31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A7A1-ECE7-EEE7-68B5-B196BDA10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CBE9AF-774E-9105-109A-79C9B0443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A6186-79BD-C633-1D54-091F39A18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392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C86F-4289-DB86-522A-88A6860C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DB8C2-C42E-4539-59F2-DBE8B5610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7B448-F4DC-473E-D86C-81ECB6EA5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49908-FFAE-3499-9F3C-AB1AD9FCD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779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F3068-089D-AD8A-D6FC-E158A325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A35F2-FB9F-75F1-F06A-1E9816683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9D64D-B0A5-082F-B430-6024838AC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5A7B4-4A4C-2345-159F-75B32BBE1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691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BFCCF-8628-719A-355B-188BA51EE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F205A-1AC1-15C0-AE33-5633FD726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D8D9BC-64A5-BDCF-96BC-9DF828E9C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D62B-3BEB-FF97-2139-263CC6628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371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D815-EB5B-CEDC-226C-8BE2A741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8C28B-4E14-B7E3-FC0F-E9EB0F641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AAE79-214E-0CED-FABD-6620F71F7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427BE-5AEA-08CD-EC65-B617D9717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880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91CB-99BA-C013-9F68-3A957E13D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67D41-8BC8-8C81-2E1E-00A1BEE2D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86BFE-6AC7-55BC-8B15-4B384165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FAB3A-68E7-9A16-5B24-362F4BD4E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398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525D-2B87-4161-1CC1-0AE0F709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70DA2A-08B0-AB56-3F97-91F28DE4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5CB08-A98C-7E51-19A6-293787A11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1AADA-9C8E-F1C6-C658-FA7EBE7E17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CE795-005B-4D2B-FCB8-6CAF51DB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6FAC7-53F3-4D31-51ED-5D9519E8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FCFCE-BB41-BB77-26DA-9F4CEE5DE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C7B83-B56E-F06D-55EE-6F7461F5C1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7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4C11-4913-DB8F-62F7-9161289DE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D815B-089E-70F2-4E3E-B8142FBE1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B07E7-91DC-B408-9D23-7A6876F13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6A308-47ED-3B4F-B5CA-208B30768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27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C306-7C9D-031C-6EC1-AF095AC74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84F09-708B-C92A-CFFD-DFE8EC6C6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6B761C-B9AB-1059-FAA9-E5767AE52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6331B-40F7-63A5-BDB0-0C5576427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38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75E5B-78CB-AA17-C0DD-A65B9D0C0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EB8D5-EEFC-F4E7-EAB3-3C9D19685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6C428-605A-8A81-2830-6A890DA6E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033B7-DA57-D4C8-B6A5-8B45C3A1C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196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9EA2-D033-3BB0-CDAD-8B826670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D3B56-E1D2-2947-1D21-A57583598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30C6C-D3DD-5174-BDCC-C3B2790E4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3EB8-B470-ABAE-EE08-DDBC6ACBB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D7B1-75DE-C832-1B6B-225C3188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8FFF31-CC62-F430-CECD-D25DD926A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C5758-277E-B97A-1CFE-B906C2A25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F91D-6727-E878-7270-82FDEDC8D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4429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7B146-31DE-CA22-D26E-FEBC7A5D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AA43B-74A7-4B72-D749-291191460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936E1-34DC-9112-FB85-10B893AED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5C86-1C57-9491-EA67-8CA060BF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89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C038-D651-8B85-8260-C26D5EAA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B9B73A-403E-6BBC-A9D7-B1EA7FEE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1AE01-8BC7-8564-3618-55DD1F989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B4232-47E6-3A8A-9504-C16A1604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042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C9CA-A58A-4DE5-CD64-FF2436F4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C6BEA-5774-C0D4-0B37-9144390FF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EE03C-309A-6E6C-72D3-55F49A117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27C4-4059-1E46-013A-709E4BAC8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31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09A1-764A-3DFF-64D3-B68D182A0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0588D-D4D7-9EDF-0967-768912529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63FFE-129E-46E1-BF72-7F08E0505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7814-744F-E01D-B570-77D8C65F8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598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E133F-9BF3-07E1-36AC-9BF2D6826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48AC3-A0E5-BEBE-63A0-2F060FDF6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DEA69-A293-15BE-32D2-069731A41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5446E-D69B-FC4A-8A28-85AA3EFA4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1015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F2B49-9842-D0CE-7F3B-71CE4BDAB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38F1C-1CF3-7A47-9E1B-38DE61FD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A02BB-7D24-7A3A-270D-A68E31223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AE356-D2F6-404D-C77B-9A58091FB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9511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812AC-B116-C766-2306-BC84A9A0E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11E25-6965-7247-C1BD-B512BE03E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9252A-0BAB-93E5-298B-78953110E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9625-3DEC-09E6-E7E4-0B7515331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2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3" Type="http://schemas.openxmlformats.org/officeDocument/2006/relationships/image" Target="../media/image47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D9B65E-8F5A-5551-6AF0-DE082A8FF2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30" t="1073" r="2525" b="68842"/>
          <a:stretch>
            <a:fillRect/>
          </a:stretch>
        </p:blipFill>
        <p:spPr>
          <a:xfrm>
            <a:off x="6715431" y="2009767"/>
            <a:ext cx="5395256" cy="25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EF543F-425E-267C-5C7A-43E59D384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54A052-DEB4-04B8-A37D-9C668B8C423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80490-F860-2EB6-AF90-4FB3A0AAD73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0296E1-7EB9-6B28-C6F9-90A9B5EF62A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B8581-75DA-0270-F4D1-13E4A938B558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1F8EF-D377-64E2-9B70-B07B86A07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649C1B-8068-5833-2389-544CE42534BE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BA0E7-8F72-2368-93C1-6C0767785DC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186BD-F98A-7125-8842-69E6EAC18B4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3F13BB-63FB-8220-25B5-ACF67A5659A8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5B0AC8-5AB7-F7EB-5391-EAE4CB024BD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E5930E-AA35-39C6-D9C2-0CCAF7264280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06B7E-8C1E-61FD-89B6-6DCA7499FE64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EA52623-00BE-1689-8AFB-3B20B50A43EC}"/>
              </a:ext>
            </a:extLst>
          </p:cNvPr>
          <p:cNvCxnSpPr>
            <a:cxnSpLocks/>
          </p:cNvCxnSpPr>
          <p:nvPr/>
        </p:nvCxnSpPr>
        <p:spPr>
          <a:xfrm>
            <a:off x="6346723" y="2246593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A8C4E3-0FEF-8F12-5A05-FFAC6308DF9E}"/>
              </a:ext>
            </a:extLst>
          </p:cNvPr>
          <p:cNvCxnSpPr>
            <a:cxnSpLocks/>
          </p:cNvCxnSpPr>
          <p:nvPr/>
        </p:nvCxnSpPr>
        <p:spPr>
          <a:xfrm flipH="1">
            <a:off x="6346723" y="4614354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25C433-34CC-589F-6AE6-203B881E43E7}"/>
              </a:ext>
            </a:extLst>
          </p:cNvPr>
          <p:cNvCxnSpPr>
            <a:cxnSpLocks/>
          </p:cNvCxnSpPr>
          <p:nvPr/>
        </p:nvCxnSpPr>
        <p:spPr>
          <a:xfrm flipH="1" flipV="1">
            <a:off x="6346722" y="2644877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E6E785-2B5B-EC40-8F7B-8CA4956F76C3}"/>
              </a:ext>
            </a:extLst>
          </p:cNvPr>
          <p:cNvCxnSpPr>
            <a:cxnSpLocks/>
          </p:cNvCxnSpPr>
          <p:nvPr/>
        </p:nvCxnSpPr>
        <p:spPr>
          <a:xfrm flipH="1">
            <a:off x="6365908" y="3266395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/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t="-10526" r="-540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/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Player 1’s Payoff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blipFill>
                <a:blip r:embed="rId5"/>
                <a:stretch>
                  <a:fillRect t="-13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937C8D-2FDD-F748-8702-2996C0D14B2D}"/>
              </a:ext>
            </a:extLst>
          </p:cNvPr>
          <p:cNvCxnSpPr>
            <a:cxnSpLocks/>
          </p:cNvCxnSpPr>
          <p:nvPr/>
        </p:nvCxnSpPr>
        <p:spPr>
          <a:xfrm flipH="1">
            <a:off x="6346721" y="2896989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88DAA0B-C6FB-976F-92CF-FFF163B2F9F1}"/>
              </a:ext>
            </a:extLst>
          </p:cNvPr>
          <p:cNvSpPr txBox="1"/>
          <p:nvPr/>
        </p:nvSpPr>
        <p:spPr>
          <a:xfrm>
            <a:off x="11036710" y="2496917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7F5323-C550-943A-9F94-6EFB7A164B67}"/>
              </a:ext>
            </a:extLst>
          </p:cNvPr>
          <p:cNvSpPr txBox="1"/>
          <p:nvPr/>
        </p:nvSpPr>
        <p:spPr>
          <a:xfrm>
            <a:off x="11036710" y="29865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A75D68-6241-A6AB-7B3C-7D062E956447}"/>
              </a:ext>
            </a:extLst>
          </p:cNvPr>
          <p:cNvSpPr txBox="1"/>
          <p:nvPr/>
        </p:nvSpPr>
        <p:spPr>
          <a:xfrm>
            <a:off x="11036710" y="541663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/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B5CDD0C-EBB4-53DF-5C33-6DCE9D02DB16}"/>
              </a:ext>
            </a:extLst>
          </p:cNvPr>
          <p:cNvCxnSpPr>
            <a:cxnSpLocks/>
          </p:cNvCxnSpPr>
          <p:nvPr/>
        </p:nvCxnSpPr>
        <p:spPr>
          <a:xfrm flipV="1">
            <a:off x="8668070" y="4542245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A21A3E-9316-BBCD-0303-7D18171A9DD5}"/>
              </a:ext>
            </a:extLst>
          </p:cNvPr>
          <p:cNvCxnSpPr>
            <a:cxnSpLocks/>
          </p:cNvCxnSpPr>
          <p:nvPr/>
        </p:nvCxnSpPr>
        <p:spPr>
          <a:xfrm flipH="1">
            <a:off x="6364015" y="4092044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BEAF2B-D110-25B4-7398-BC7E18ED91BE}"/>
              </a:ext>
            </a:extLst>
          </p:cNvPr>
          <p:cNvCxnSpPr>
            <a:cxnSpLocks/>
          </p:cNvCxnSpPr>
          <p:nvPr/>
        </p:nvCxnSpPr>
        <p:spPr>
          <a:xfrm flipH="1" flipV="1">
            <a:off x="8563332" y="4041789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B468DDB-9C5E-68F6-3BF1-C4CBC6E02422}"/>
              </a:ext>
            </a:extLst>
          </p:cNvPr>
          <p:cNvSpPr/>
          <p:nvPr/>
        </p:nvSpPr>
        <p:spPr>
          <a:xfrm>
            <a:off x="8571270" y="4059733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B33380-65EF-1BB8-A4B3-5974D2FC682F}"/>
              </a:ext>
            </a:extLst>
          </p:cNvPr>
          <p:cNvSpPr txBox="1"/>
          <p:nvPr/>
        </p:nvSpPr>
        <p:spPr>
          <a:xfrm>
            <a:off x="8483695" y="3892144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22A7-F066-C7BD-8154-9F72B8F96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BC5B99-A322-E0D6-765C-0244B596221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EFF003-E721-70FB-0F8F-379EE4BB3B7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428397-AC9A-9E95-BAAE-5115266D3F9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A094A7-2BBE-11E0-2C6B-FA872C85E5C0}"/>
              </a:ext>
            </a:extLst>
          </p:cNvPr>
          <p:cNvSpPr txBox="1"/>
          <p:nvPr/>
        </p:nvSpPr>
        <p:spPr>
          <a:xfrm>
            <a:off x="6096000" y="4123813"/>
            <a:ext cx="60509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Player 2’s best strategy?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/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From the graph, we know that Player 1’s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and that the value of the game is</a:t>
                </a:r>
              </a:p>
              <a:p>
                <a:pPr lvl="1"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blipFill>
                <a:blip r:embed="rId3"/>
                <a:stretch>
                  <a:fillRect t="-2597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/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If Player 2’s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, then</a:t>
                </a:r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blipFill>
                <a:blip r:embed="rId4"/>
                <a:stretch>
                  <a:fillRect t="-3524" r="-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16E3CF-1949-22C2-870A-565E2EDF2DB3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7661F6-CE2B-701C-559F-3505E0B49BB4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5876DF-8112-C45E-A2FA-4373929362E8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636572E-5BF5-0AAF-A7D6-12C5C63681E9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44C67B5F-E39D-E388-5FC1-E1863B766BCD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5716F1-31AC-044C-533B-7CFBCB4275E7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F3B9AAB-DD71-1B70-6718-9ABB1BFEE872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EB7C89-B9CE-1A43-494D-773465F1276A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1538E9-1A95-7B8B-7EC8-3C265F3A1292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8CB442D-683F-5AF7-D808-B79ED6469EC4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D592F4-CA5E-C4C3-FA10-41537D9E00D5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89B7F6-5090-1981-6525-13FAFF4DF2F9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39B26EE-A2D9-3B1D-199A-7E357C02B23A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FE5079-7A90-0309-E979-9FF7B80625D5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8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9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10"/>
                <a:stretch>
                  <a:fillRect t="-10526" r="-17949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0E44AE67-8380-AD9D-29B9-CD4B3E025A20}"/>
              </a:ext>
            </a:extLst>
          </p:cNvPr>
          <p:cNvSpPr txBox="1"/>
          <p:nvPr/>
        </p:nvSpPr>
        <p:spPr>
          <a:xfrm>
            <a:off x="6733957" y="6200508"/>
            <a:ext cx="5011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Three unknowns, two constraints</a:t>
            </a:r>
          </a:p>
        </p:txBody>
      </p:sp>
    </p:spTree>
    <p:extLst>
      <p:ext uri="{BB962C8B-B14F-4D97-AF65-F5344CB8AC3E}">
        <p14:creationId xmlns:p14="http://schemas.microsoft.com/office/powerpoint/2010/main" val="45603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26F8-BE76-BBC9-4B1C-5E979F2B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F963BC-9D9A-18CF-E36B-740E2B4C1DE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898195-126B-DC22-EFCC-4DFDB390DD3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02ECC-2F77-DC46-124E-94B86E8C7216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/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blipFill>
                <a:blip r:embed="rId3"/>
                <a:stretch>
                  <a:fillRect t="-3704" b="-3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B1C5DD-663C-8BAC-BE12-64772F73FA9B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2B5E20-73EA-2EF7-1019-B768DB89E842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36A2DEF-6122-DB6B-1998-2D7DCA42F585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A8AE330-9B57-7A11-D1CA-675970E503B1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F8826EF6-D731-BBB7-1273-C9DC93884B95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556DBA-F894-5512-F0C7-31C2C2279683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177C6CC-7170-B008-6A81-63007DB26199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F6F89A-58DF-5C0F-7646-BBC58EAB20B6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45046F-9325-5A6A-E4D2-F5157A87700A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0A66BE5-116E-3B8C-50AD-ECAC4E291E35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3D548E1-FC4F-76F6-E034-20F9D25EF598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7A9111D-F40C-695F-42F1-2C5246CDE4F3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5D169133-66F3-D250-A5DC-59702022D3A5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345D7B-2074-0473-E597-CD6CF54C3468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8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9"/>
                <a:stretch>
                  <a:fillRect r="-3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D8DC628-3B0A-DC82-4E66-F38435405F57}"/>
              </a:ext>
            </a:extLst>
          </p:cNvPr>
          <p:cNvSpPr txBox="1"/>
          <p:nvPr/>
        </p:nvSpPr>
        <p:spPr>
          <a:xfrm>
            <a:off x="6617664" y="2908441"/>
            <a:ext cx="5574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What if we could eliminate one of Player 2’s strategies?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/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Line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</a:t>
                </a:r>
                <a:r>
                  <a:rPr lang="en-US" sz="2400" dirty="0"/>
                  <a:t> is never part of the minimum line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>
                  <a:solidFill>
                    <a:srgbClr val="064EA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blipFill>
                <a:blip r:embed="rId10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33CBA46-6B15-F107-CED7-2ACEB90D4D24}"/>
              </a:ext>
            </a:extLst>
          </p:cNvPr>
          <p:cNvSpPr txBox="1"/>
          <p:nvPr/>
        </p:nvSpPr>
        <p:spPr>
          <a:xfrm>
            <a:off x="6327187" y="4743432"/>
            <a:ext cx="5858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Now we have the system of equations:</a:t>
            </a:r>
            <a:endParaRPr lang="en-US" sz="2400" dirty="0">
              <a:solidFill>
                <a:srgbClr val="064EA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/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blipFill>
                <a:blip r:embed="rId11"/>
                <a:stretch>
                  <a:fillRect t="-3727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/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2’s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blipFill>
                <a:blip r:embed="rId12"/>
                <a:stretch>
                  <a:fillRect l="-170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39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1CBE-7A85-1CFD-CC8C-108FA1D1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4CF298-DC42-3C77-ACFB-B7B15045DAF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BC1D60-4DB5-1B27-D183-4134078EB14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794C5-A1E0-CBC5-B883-5B395E95A521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A35BF-C36A-9DB8-DAAF-3C663B29C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9AF85A-FDC8-BA6D-E44E-CEF434C0E6E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D48E1-C0E5-9C8E-DA56-C6BFB6BDF547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8F7D4E-9067-F1A3-3E28-94A225B243FB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95E96-18F1-32F4-D9FB-D4C77CE13E8D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F60C07-B18B-FED6-82F1-4011E8F2F72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AF16BE-50AA-8B06-8FFA-429C52B051E6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47727-2944-EA10-8ECD-72C1FAD5CE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FF966-2E79-ED30-72C6-D8C0372DA26D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7BA502-2DF3-F9F3-9297-579912BBD342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780AA3-41DA-3869-2629-5A244151179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2DA714-F511-6269-F54E-C84F03362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3F45E9-CAEB-8571-DA09-0A9CC6CB1612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533774-4126-1B06-B685-17CCB1B1D6EA}"/>
              </a:ext>
            </a:extLst>
          </p:cNvPr>
          <p:cNvSpPr txBox="1"/>
          <p:nvPr/>
        </p:nvSpPr>
        <p:spPr>
          <a:xfrm>
            <a:off x="5486248" y="1841004"/>
            <a:ext cx="6316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eliminate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using the payoff matrix?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4FFBAE-2AA1-1EA3-87E3-1B4B27BDA8DD}"/>
              </a:ext>
            </a:extLst>
          </p:cNvPr>
          <p:cNvSpPr txBox="1"/>
          <p:nvPr/>
        </p:nvSpPr>
        <p:spPr>
          <a:xfrm>
            <a:off x="5742932" y="2939808"/>
            <a:ext cx="6060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are allowed to eliminate strictly dominated strategies; the dominant strategies can be mixed strategies!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9E7F89-B509-F269-DB9D-9EAE501BAC99}"/>
              </a:ext>
            </a:extLst>
          </p:cNvPr>
          <p:cNvSpPr txBox="1"/>
          <p:nvPr/>
        </p:nvSpPr>
        <p:spPr>
          <a:xfrm>
            <a:off x="5815781" y="4407944"/>
            <a:ext cx="59872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If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strictly dominated by a convex hull of other strategies, then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eliminated</a:t>
            </a:r>
          </a:p>
        </p:txBody>
      </p:sp>
    </p:spTree>
    <p:extLst>
      <p:ext uri="{BB962C8B-B14F-4D97-AF65-F5344CB8AC3E}">
        <p14:creationId xmlns:p14="http://schemas.microsoft.com/office/powerpoint/2010/main" val="2357545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FADFC-D0EB-4B61-AF14-502B322B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DC35D3-E1F0-4FCA-9ECB-70B6534EC7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AEF2D-6E8A-5844-2CE8-6A564BF84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C781B-97A3-C726-3E30-5D77168316DA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0A7D6A-021A-1339-9D1A-1F9110AD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B8D133-A2AF-B45D-7B46-7BF52C50E7D9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BD05-31AC-ADCB-CDB5-23C0E9F41336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1F6811-CC95-9919-0F95-FD164E7ABC67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0BDA2-F6D3-7871-6893-9679397DC5E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F2B334-F8B3-28FD-97BD-67BAAF6EC323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05AFE2-8CFD-2422-062D-48F93D5610C8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BA0E36-5711-204B-1DE2-1C684B5288CC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0A67D2-32F6-FF33-43A6-5800010FAE73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FDC459-BD58-E348-C9FC-6BF035B24920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BE6FE1-0A8F-D4FD-6A06-B111B25CC7D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5B050-2BB7-C277-326F-80B806ADCE7A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29CE8B-5172-0653-DE4C-562FF4BA2F50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/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blipFill>
                <a:blip r:embed="rId4"/>
                <a:stretch>
                  <a:fillRect t="-3376" b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26414A7-5EE0-BDC0-862A-C2CA197122D1}"/>
              </a:ext>
            </a:extLst>
          </p:cNvPr>
          <p:cNvSpPr txBox="1"/>
          <p:nvPr/>
        </p:nvSpPr>
        <p:spPr>
          <a:xfrm>
            <a:off x="5879691" y="3467117"/>
            <a:ext cx="60165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this mixed strategy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/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blipFill>
                <a:blip r:embed="rId5"/>
                <a:stretch>
                  <a:fillRect t="-4412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/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Since these two inequalities hold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∈(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 </a:t>
                </a:r>
                <a:r>
                  <a:rPr lang="en-US" sz="2400" dirty="0"/>
                  <a:t>is strictly dominated by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</a:t>
                </a:r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blipFill>
                <a:blip r:embed="rId6"/>
                <a:stretch>
                  <a:fillRect r="-1054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631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65372-A4DA-6247-E50B-6A321E893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74FFD5-92A0-1D8D-A25F-7E117E69124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260794-A965-D2C9-00AB-B436DBD5033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3F7DE-3714-2F7D-6C42-A48441C33169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ACB365-F5AA-BB90-6F3F-06B4DE0F397F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DB615-54B5-85CE-E40B-F40960351B53}"/>
              </a:ext>
            </a:extLst>
          </p:cNvPr>
          <p:cNvSpPr txBox="1"/>
          <p:nvPr/>
        </p:nvSpPr>
        <p:spPr>
          <a:xfrm>
            <a:off x="232325" y="2832689"/>
            <a:ext cx="1172735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Claim: A Player 2 strategy cannot be strictly dominated if it contains a row minimum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/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Proof: Consider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lang="en-US" sz="2400" dirty="0"/>
                  <a:t>Player 2 strategy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and Player 1 strategy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en-US" sz="2400" dirty="0"/>
                  <a:t> for all columns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For Column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to be strictly dominated by a convex hull of other strategies, then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But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𝑖𝑘</m:t>
                                </m:r>
                              </m:sub>
                            </m:sSub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blipFill>
                <a:blip r:embed="rId3"/>
                <a:stretch>
                  <a:fillRect t="-1097" b="-8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02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003B-984A-E3A8-BAA0-C4F83A6AD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5DCD57-6CAF-FCEB-CFB8-C7E245D95AD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F715B-2EC4-5D00-A58E-5CB214AA2D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DF0741-E328-D0F7-F848-AB9741A7D2CE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CD9E51-B06D-D836-139C-0044B2F52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3F8ED5-26A4-823A-F2AE-E28D6417216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FABE3-9671-53BF-B758-C48A255E0E01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6B3F1-46A0-38A5-537E-68FEBDF35E1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7A9E6C-A9E2-427D-891F-971E727CDFD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5C3F2-3003-99DC-6753-518D4CF30248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8A3F12-9A27-3585-5598-50761CE0919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7B93A-2B21-0E5C-3616-93F3F4D4C6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1FD03-969E-DB6C-0365-82F36FA52F6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EBE9A-CE08-9491-03A1-B4759815E553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1F27F0-2646-92C4-BA16-77593075F19E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148D4-2985-829F-C265-83E06E95071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03CF3-DC64-7C11-A43B-A5BE8F430809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227247-5118-9500-C562-9DFC99D64DB5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9968A-393C-38AC-CCCC-7D6E55A32106}"/>
              </a:ext>
            </a:extLst>
          </p:cNvPr>
          <p:cNvSpPr txBox="1"/>
          <p:nvPr/>
        </p:nvSpPr>
        <p:spPr>
          <a:xfrm>
            <a:off x="5486248" y="2940602"/>
            <a:ext cx="62680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Because </a:t>
            </a:r>
            <a:r>
              <a:rPr lang="en-US" sz="2400" dirty="0">
                <a:solidFill>
                  <a:srgbClr val="064EA1"/>
                </a:solidFill>
              </a:rPr>
              <a:t>A </a:t>
            </a:r>
            <a:r>
              <a:rPr lang="en-US" sz="2400" dirty="0"/>
              <a:t>and</a:t>
            </a:r>
            <a:r>
              <a:rPr lang="en-US" sz="2400" dirty="0">
                <a:solidFill>
                  <a:srgbClr val="064EA1"/>
                </a:solidFill>
              </a:rPr>
              <a:t> B </a:t>
            </a:r>
            <a:r>
              <a:rPr lang="en-US" sz="2400" dirty="0"/>
              <a:t>contain row minimums</a:t>
            </a:r>
            <a:r>
              <a:rPr lang="en-US" sz="2400" dirty="0">
                <a:solidFill>
                  <a:srgbClr val="064EA1"/>
                </a:solidFill>
              </a:rPr>
              <a:t>, </a:t>
            </a:r>
            <a:r>
              <a:rPr lang="en-US" sz="2400" dirty="0"/>
              <a:t>the only strategy that could be strictly dominated in this example is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/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blipFill>
                <a:blip r:embed="rId4"/>
                <a:stretch>
                  <a:fillRect t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5384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99DA-650A-7E43-35E1-C6E2D4F2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9C92C31-46B2-F466-3CB6-CE171D4425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02BA89-3C65-7880-5013-AEBD1AC063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C2BB1B-5955-858C-92A0-1BE2FBA1B98B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B064E-2E63-C03F-57B9-3DB1B50B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BAC92B-EFFB-29E9-0F21-49BB7932D68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1E3C-CF4C-D9F1-2B42-1011FCD28C6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1A64B2-8FF9-C6D6-F514-A0D686F98794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46040-C769-72E8-C07A-A2AD2F38DA7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AA2F50-D5DF-4461-9C3C-6DA2656D91E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0A45C6-3044-F1B9-071D-A88B95C826C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5D1FA1-2B2F-78D2-4021-37E991DECC1B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F1F5C-B9C9-2901-A10B-717823CBC948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EC1E1-6184-E940-73A5-118603BE57DB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D5EED6-C34B-E308-DB5F-D9C698709AB7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B002F6-8EA5-350D-F7E4-8885C065CCF2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A0434-1A0F-0AB2-F279-9A82593ED42D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878380-AB72-96E5-D3FE-DF31485C4CFE}"/>
              </a:ext>
            </a:extLst>
          </p:cNvPr>
          <p:cNvSpPr txBox="1"/>
          <p:nvPr/>
        </p:nvSpPr>
        <p:spPr>
          <a:xfrm>
            <a:off x="5860919" y="1816688"/>
            <a:ext cx="6016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a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/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blipFill>
                <a:blip r:embed="rId4"/>
                <a:stretch>
                  <a:fillRect t="-4027" b="-114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/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1+99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       ⇒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100−99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 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97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76EB7531-9A28-99CB-19C8-69952B5468C4}"/>
              </a:ext>
            </a:extLst>
          </p:cNvPr>
          <p:cNvSpPr txBox="1"/>
          <p:nvPr/>
        </p:nvSpPr>
        <p:spPr>
          <a:xfrm>
            <a:off x="6096000" y="4059764"/>
            <a:ext cx="6016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But this requires that: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168EB1-BB8E-7EEE-A949-9B3D463C509B}"/>
              </a:ext>
            </a:extLst>
          </p:cNvPr>
          <p:cNvSpPr txBox="1"/>
          <p:nvPr/>
        </p:nvSpPr>
        <p:spPr>
          <a:xfrm>
            <a:off x="5249023" y="5746917"/>
            <a:ext cx="7240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70394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51BEC-F39F-D2AD-79F9-4218AD605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2864BEA-022F-2BED-3426-9FB30D1F484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F307-0D94-9B3D-EAE4-F852CE96456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26F6E-8B6A-37AD-62DA-A644CC117C5F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B4E732-E852-4E14-0C6E-79851D6E9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03" y="329515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B4424-83BE-DAFA-EFBC-52FD02680C32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A5D8E-0611-D872-C680-105691651A81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DD301-8DD6-C602-BB14-7F5CC5088E6E}"/>
              </a:ext>
            </a:extLst>
          </p:cNvPr>
          <p:cNvSpPr txBox="1"/>
          <p:nvPr/>
        </p:nvSpPr>
        <p:spPr>
          <a:xfrm>
            <a:off x="4434574" y="423343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BE061F-5213-3397-CD35-C58FEFF9C017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DB7712-E71A-B1C7-FC36-5DA5EAEADAFB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5AF815-B785-6C3A-2A41-E3A185872A3B}"/>
              </a:ext>
            </a:extLst>
          </p:cNvPr>
          <p:cNvSpPr txBox="1"/>
          <p:nvPr/>
        </p:nvSpPr>
        <p:spPr>
          <a:xfrm>
            <a:off x="4434574" y="48659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B4EAB9-4552-C95D-E350-A0A029AF5DA6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39FC-570C-441E-ACCA-35F23F33FD2D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CE7C0F-63D8-6B19-AB47-371B9835B97D}"/>
              </a:ext>
            </a:extLst>
          </p:cNvPr>
          <p:cNvSpPr txBox="1"/>
          <p:nvPr/>
        </p:nvSpPr>
        <p:spPr>
          <a:xfrm>
            <a:off x="4434574" y="424831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188F55-64C8-FAC1-93E3-EAF701614484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28424D-5581-9DA9-A6BF-644ECB492D08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BBB62-1389-2E69-A9F7-931F1AB527F0}"/>
              </a:ext>
            </a:extLst>
          </p:cNvPr>
          <p:cNvSpPr txBox="1"/>
          <p:nvPr/>
        </p:nvSpPr>
        <p:spPr>
          <a:xfrm>
            <a:off x="4434574" y="489092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F03F1-5AEE-8CEB-7589-FB8889C3201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the Nash equilibrium for this game?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63CB19-9AFA-8EAC-DAC2-4BC9AB1647B1}"/>
              </a:ext>
            </a:extLst>
          </p:cNvPr>
          <p:cNvCxnSpPr>
            <a:cxnSpLocks/>
          </p:cNvCxnSpPr>
          <p:nvPr/>
        </p:nvCxnSpPr>
        <p:spPr>
          <a:xfrm flipH="1">
            <a:off x="6440617" y="5356102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62C9F4-B48A-2C8E-78EF-E84797B396FF}"/>
              </a:ext>
            </a:extLst>
          </p:cNvPr>
          <p:cNvCxnSpPr>
            <a:cxnSpLocks/>
          </p:cNvCxnSpPr>
          <p:nvPr/>
        </p:nvCxnSpPr>
        <p:spPr>
          <a:xfrm flipH="1">
            <a:off x="6440612" y="2943017"/>
            <a:ext cx="4721245" cy="22520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69E058-35C7-7FCD-7C92-3F7B276CB4E3}"/>
              </a:ext>
            </a:extLst>
          </p:cNvPr>
          <p:cNvCxnSpPr>
            <a:cxnSpLocks/>
          </p:cNvCxnSpPr>
          <p:nvPr/>
        </p:nvCxnSpPr>
        <p:spPr>
          <a:xfrm flipH="1">
            <a:off x="6436978" y="4754488"/>
            <a:ext cx="4724879" cy="25022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/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C3199266-C35A-B8CD-CCCA-509D9E8B0601}"/>
              </a:ext>
            </a:extLst>
          </p:cNvPr>
          <p:cNvSpPr txBox="1"/>
          <p:nvPr/>
        </p:nvSpPr>
        <p:spPr>
          <a:xfrm>
            <a:off x="6028463" y="2435455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48D1A6-A6F7-AC2F-064D-D470B127C8C0}"/>
              </a:ext>
            </a:extLst>
          </p:cNvPr>
          <p:cNvSpPr txBox="1"/>
          <p:nvPr/>
        </p:nvSpPr>
        <p:spPr>
          <a:xfrm>
            <a:off x="9735847" y="4075728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627055-1585-0820-EA6E-8F8061C17084}"/>
              </a:ext>
            </a:extLst>
          </p:cNvPr>
          <p:cNvSpPr txBox="1"/>
          <p:nvPr/>
        </p:nvSpPr>
        <p:spPr>
          <a:xfrm>
            <a:off x="11069353" y="4443331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28CCCE-576C-C11E-FC35-3DFBEEB9FF0C}"/>
              </a:ext>
            </a:extLst>
          </p:cNvPr>
          <p:cNvSpPr txBox="1"/>
          <p:nvPr/>
        </p:nvSpPr>
        <p:spPr>
          <a:xfrm>
            <a:off x="11038969" y="2571017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FD5D2C3-C616-65A8-6A87-EC53765CD168}"/>
              </a:ext>
            </a:extLst>
          </p:cNvPr>
          <p:cNvCxnSpPr>
            <a:cxnSpLocks/>
          </p:cNvCxnSpPr>
          <p:nvPr/>
        </p:nvCxnSpPr>
        <p:spPr>
          <a:xfrm flipV="1">
            <a:off x="10521939" y="5278313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C1FF15-F991-9C00-538A-A741AAD6E144}"/>
              </a:ext>
            </a:extLst>
          </p:cNvPr>
          <p:cNvCxnSpPr>
            <a:cxnSpLocks/>
          </p:cNvCxnSpPr>
          <p:nvPr/>
        </p:nvCxnSpPr>
        <p:spPr>
          <a:xfrm flipH="1">
            <a:off x="6436978" y="4961589"/>
            <a:ext cx="465267" cy="23705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/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blipFill>
                <a:blip r:embed="rId5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/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.98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64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/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blipFill>
                <a:blip r:embed="rId7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/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blipFill>
                <a:blip r:embed="rId8"/>
                <a:stretch>
                  <a:fillRect r="-2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6E29DBF-A5A4-DFDE-FE6F-3B54E76A5266}"/>
              </a:ext>
            </a:extLst>
          </p:cNvPr>
          <p:cNvCxnSpPr>
            <a:cxnSpLocks/>
          </p:cNvCxnSpPr>
          <p:nvPr/>
        </p:nvCxnSpPr>
        <p:spPr>
          <a:xfrm>
            <a:off x="6440614" y="2897120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DEA8BD-D0F0-EF00-9C1F-3CBDE4D669A4}"/>
              </a:ext>
            </a:extLst>
          </p:cNvPr>
          <p:cNvCxnSpPr>
            <a:cxnSpLocks/>
          </p:cNvCxnSpPr>
          <p:nvPr/>
        </p:nvCxnSpPr>
        <p:spPr>
          <a:xfrm flipH="1" flipV="1">
            <a:off x="6419374" y="3085090"/>
            <a:ext cx="4624980" cy="195650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0C8F4FA-E696-91EE-96FC-B8254F89C678}"/>
              </a:ext>
            </a:extLst>
          </p:cNvPr>
          <p:cNvCxnSpPr>
            <a:cxnSpLocks/>
          </p:cNvCxnSpPr>
          <p:nvPr/>
        </p:nvCxnSpPr>
        <p:spPr>
          <a:xfrm flipH="1">
            <a:off x="6883941" y="4784730"/>
            <a:ext cx="3557917" cy="199655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85A0616-3710-8BAD-DD48-BD0DD994F3EB}"/>
              </a:ext>
            </a:extLst>
          </p:cNvPr>
          <p:cNvCxnSpPr>
            <a:cxnSpLocks/>
          </p:cNvCxnSpPr>
          <p:nvPr/>
        </p:nvCxnSpPr>
        <p:spPr>
          <a:xfrm>
            <a:off x="10441858" y="4784730"/>
            <a:ext cx="602496" cy="25530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/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At Nash Equilibrium</a:t>
                </a: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blipFill>
                <a:blip r:embed="rId9"/>
                <a:stretch>
                  <a:fillRect t="-3906" b="-14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459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9711-23B8-B78B-3EBA-7319EE8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81FD2E-6753-97AC-2F2C-ABBA350B51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A981C8-01F7-A4FA-B675-87B6AD343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356C5-27E8-E79D-B315-4123DFD507B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71EABA-56A9-E6EB-F6C8-8ABBC1223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A26AE1-7DF3-0A7D-35A6-C1C93621CC19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EE5A0-3E56-9831-0E5C-C604B1C81C7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129075-783D-0D4B-FC8D-5DC61EC4B74D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BECE8A-AB82-85DF-4C38-B846F7F4DEF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4DA38F-2825-DD52-49A3-4898D24B82C0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8289D-6C1F-CA38-1B57-EE1D451D49DC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823FF3-41E3-474A-29C6-78B3DC9B5DFF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B3B97-E4DD-CFEB-FEDC-7B9DB5E4A5ED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54DA16-2815-03A2-74F7-FC65B62212BF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A43ED-B29F-6D57-AFDB-B6F9D703760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DE2069-2D30-1C9E-9FC7-2ED42BC83C6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85CA5-899D-9908-FFF8-5396E999589E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536A89-C23B-0469-AE12-A167F16BA05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now use the </a:t>
            </a:r>
            <a:r>
              <a:rPr lang="en-US" sz="2400" b="1" dirty="0"/>
              <a:t>Strong Minimax Theorem</a:t>
            </a:r>
            <a:r>
              <a:rPr lang="en-US" sz="2400" dirty="0"/>
              <a:t>: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/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529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/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/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=98.02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/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/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𝑖𝐶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230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829AF-B113-ADAC-7FA6-114D30F4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2667EA-44BC-535E-548A-C1DC952612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A362F-6218-9052-764A-BFB60D6AFF6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16876-6DD1-3D96-093C-FD36E20BC17D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AB5EF1-DC69-90A4-4A67-665F76D24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7E6866-75C4-8739-5A61-6450821CEA43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D4D89A-97C1-469E-81CE-464D764001A0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E33C73-0CF4-996C-DB70-735C781306CE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54307D-BAD2-F3FE-868F-4839E70F810D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C8868-167B-5261-8A2D-641F80C7691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9E4A8-1E61-8610-4BB9-9C19ACE22893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BCD0AE-4AFA-E0EE-E31C-FF6211BC096A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248E7-EAFA-458D-B9E4-227C10A58EC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60A49F-278E-A521-383E-E9E9321C4B60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3BF07-3B5A-DB7B-BB63-783E0376A662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3D4D50-9F5D-1A12-4C08-E5D5FB9A1D7C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860DF-204B-99BA-B6C7-36A0E9EC4A76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/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blipFill>
                <a:blip r:embed="rId4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/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</m:t>
                      </m:r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1∗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𝑖𝐶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/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The Value of the Game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2.98</m:t>
                    </m:r>
                  </m:oMath>
                </a14:m>
                <a:r>
                  <a:rPr lang="en-US" sz="2400" dirty="0"/>
                  <a:t> and Strategy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</a:t>
                </a:r>
                <a:r>
                  <a:rPr lang="en-US" sz="2400" dirty="0"/>
                  <a:t> is eliminated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blipFill>
                <a:blip r:embed="rId6"/>
                <a:stretch>
                  <a:fillRect t="-5882" r="-114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EFC132B0-F17B-0CA5-A9DE-5250AAB14F26}"/>
              </a:ext>
            </a:extLst>
          </p:cNvPr>
          <p:cNvSpPr txBox="1"/>
          <p:nvPr/>
        </p:nvSpPr>
        <p:spPr>
          <a:xfrm>
            <a:off x="5696725" y="4604590"/>
            <a:ext cx="65064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Player 2 chooses their strategy to make Player 1’s payoff consistent across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/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2’s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0,.01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blipFill>
                <a:blip r:embed="rId7"/>
                <a:stretch>
                  <a:fillRect t="-10667" r="-385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19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D7D2-EF4C-3DD9-2F72-B2F26EE42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BFC265-F170-B7A0-CEBD-6B24A20525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881091-E8C5-0A65-FF1C-B80DC2BFC92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21200-780C-8EDB-F71D-CB832026ECA9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11EAF0-57BB-BCF5-E992-17EA149A5D5A}"/>
              </a:ext>
            </a:extLst>
          </p:cNvPr>
          <p:cNvSpPr txBox="1"/>
          <p:nvPr/>
        </p:nvSpPr>
        <p:spPr>
          <a:xfrm>
            <a:off x="-383458" y="1805574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4DBA5-28FE-A430-FC7A-54D3879791BD}"/>
              </a:ext>
            </a:extLst>
          </p:cNvPr>
          <p:cNvSpPr txBox="1"/>
          <p:nvPr/>
        </p:nvSpPr>
        <p:spPr>
          <a:xfrm>
            <a:off x="-481780" y="2304721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algn="ctr">
              <a:spcAft>
                <a:spcPts val="600"/>
              </a:spcAft>
              <a:buAutoNum type="arabicPeriod"/>
            </a:pPr>
            <a:r>
              <a:rPr lang="en-US" sz="2400" dirty="0"/>
              <a:t>Support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/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,ℓ ∈[1, 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/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526" r="-101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807B9BB-0509-7B2B-B412-1E0348E466A7}"/>
              </a:ext>
            </a:extLst>
          </p:cNvPr>
          <p:cNvSpPr txBox="1"/>
          <p:nvPr/>
        </p:nvSpPr>
        <p:spPr>
          <a:xfrm>
            <a:off x="792826" y="3664215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/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/>
              <p:nvPr/>
            </p:nvSpPr>
            <p:spPr>
              <a:xfrm>
                <a:off x="1189703" y="4618606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9703" y="4618606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/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outside support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outside support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blipFill>
                <a:blip r:embed="rId7"/>
                <a:stretch>
                  <a:fillRect t="-3070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/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blipFill>
                <a:blip r:embed="rId8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432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47ED8-A324-E8A1-D9AC-A8795F231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7DEF4BA-52C1-4689-4460-1F6944DB61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653E42-7D76-473A-339D-7DA1AD043FE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6840A-8CD1-56BE-98C6-9A2C5E5D6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1AC3F4-F38C-D13F-37DF-60C16170DD6A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A45001-4936-FF78-F4DA-9E7EA7B45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83316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B2C091-A0E7-1FA7-F07C-671EDA537860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1846-23FF-B1E7-FB72-BAE5FCCF1B36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79D24D-0EC5-A0C5-7CA5-4557C31ECAE5}"/>
              </a:ext>
            </a:extLst>
          </p:cNvPr>
          <p:cNvSpPr txBox="1"/>
          <p:nvPr/>
        </p:nvSpPr>
        <p:spPr>
          <a:xfrm>
            <a:off x="4258171" y="40216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7A6E04-38B8-8CF8-8841-BF783AEE1B62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57BB44-B090-A5D1-8782-C3573A18CF8C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3CED6F-5BFF-E419-B107-3F516A2D8066}"/>
              </a:ext>
            </a:extLst>
          </p:cNvPr>
          <p:cNvSpPr txBox="1"/>
          <p:nvPr/>
        </p:nvSpPr>
        <p:spPr>
          <a:xfrm>
            <a:off x="4258171" y="46540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D5CE4B-25C7-693C-3560-1B0E40DCD52A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DB9E9-B3DE-54EE-50A6-9651D6689708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331DB-CA67-FD76-16D0-B966D241C1D7}"/>
              </a:ext>
            </a:extLst>
          </p:cNvPr>
          <p:cNvSpPr txBox="1"/>
          <p:nvPr/>
        </p:nvSpPr>
        <p:spPr>
          <a:xfrm>
            <a:off x="4258171" y="403647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A63D6-A557-2B8D-D555-733B2CA138E4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814341-EBCF-11E7-D9CA-FE67C890483F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92BD12-6464-784C-64D0-E75574BBCEAC}"/>
              </a:ext>
            </a:extLst>
          </p:cNvPr>
          <p:cNvSpPr txBox="1"/>
          <p:nvPr/>
        </p:nvSpPr>
        <p:spPr>
          <a:xfrm>
            <a:off x="4258171" y="467908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4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A466ED42-11FB-6F9D-50AF-452258B9503E}"/>
              </a:ext>
            </a:extLst>
          </p:cNvPr>
          <p:cNvSpPr/>
          <p:nvPr/>
        </p:nvSpPr>
        <p:spPr>
          <a:xfrm>
            <a:off x="5664487" y="4021601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/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/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/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/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190CC3A-E40D-8438-F26E-8E90E59D24CA}"/>
              </a:ext>
            </a:extLst>
          </p:cNvPr>
          <p:cNvSpPr/>
          <p:nvPr/>
        </p:nvSpPr>
        <p:spPr>
          <a:xfrm>
            <a:off x="1773817" y="4046607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D0B914-28EA-EC80-7414-A8571EFE6B95}"/>
              </a:ext>
            </a:extLst>
          </p:cNvPr>
          <p:cNvSpPr/>
          <p:nvPr/>
        </p:nvSpPr>
        <p:spPr>
          <a:xfrm>
            <a:off x="4346711" y="4052693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5EE0F1-BD82-BD38-F2AA-845999A22000}"/>
              </a:ext>
            </a:extLst>
          </p:cNvPr>
          <p:cNvSpPr txBox="1"/>
          <p:nvPr/>
        </p:nvSpPr>
        <p:spPr>
          <a:xfrm>
            <a:off x="6256729" y="2907079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indifference equations:</a:t>
            </a:r>
          </a:p>
        </p:txBody>
      </p:sp>
    </p:spTree>
    <p:extLst>
      <p:ext uri="{BB962C8B-B14F-4D97-AF65-F5344CB8AC3E}">
        <p14:creationId xmlns:p14="http://schemas.microsoft.com/office/powerpoint/2010/main" val="1293785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4BCE-6714-167A-E4AE-3BB5C0A6A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E8345E-5C9F-6B42-A073-6AD03D0C2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8207D-ABEF-C764-A84A-C93A9E36C61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0D401-2547-F157-8793-DCEC3EAE3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94D3A-E516-2EE5-6AA1-62547A00E97D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3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/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/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/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/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F629E24E-6669-DBF7-0E88-ABB66D5444FD}"/>
              </a:ext>
            </a:extLst>
          </p:cNvPr>
          <p:cNvSpPr txBox="1"/>
          <p:nvPr/>
        </p:nvSpPr>
        <p:spPr>
          <a:xfrm>
            <a:off x="2477012" y="2740912"/>
            <a:ext cx="6692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Solving the indifference equations, we get: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2E903A09-819F-08CB-BFEE-6C52FB65DC54}"/>
              </a:ext>
            </a:extLst>
          </p:cNvPr>
          <p:cNvSpPr/>
          <p:nvPr/>
        </p:nvSpPr>
        <p:spPr>
          <a:xfrm>
            <a:off x="5129309" y="3868722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62ECC082-A593-8A0B-6971-831F165105D4}"/>
              </a:ext>
            </a:extLst>
          </p:cNvPr>
          <p:cNvSpPr/>
          <p:nvPr/>
        </p:nvSpPr>
        <p:spPr>
          <a:xfrm>
            <a:off x="4466916" y="3369321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7E9B4D4E-2697-F161-DCE4-1D6082849D8C}"/>
              </a:ext>
            </a:extLst>
          </p:cNvPr>
          <p:cNvSpPr/>
          <p:nvPr/>
        </p:nvSpPr>
        <p:spPr>
          <a:xfrm>
            <a:off x="4466916" y="5073847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3C01094-127C-1B6E-FF42-E0575F1AEDD8}"/>
              </a:ext>
            </a:extLst>
          </p:cNvPr>
          <p:cNvSpPr/>
          <p:nvPr/>
        </p:nvSpPr>
        <p:spPr>
          <a:xfrm>
            <a:off x="5120020" y="5601498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/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/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=99/98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/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/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/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/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ight Brace 38">
            <a:extLst>
              <a:ext uri="{FF2B5EF4-FFF2-40B4-BE49-F238E27FC236}">
                <a16:creationId xmlns:a16="http://schemas.microsoft.com/office/drawing/2014/main" id="{8A1E8206-EF63-0387-D19A-D8D29CDD1503}"/>
              </a:ext>
            </a:extLst>
          </p:cNvPr>
          <p:cNvSpPr/>
          <p:nvPr/>
        </p:nvSpPr>
        <p:spPr>
          <a:xfrm flipH="1">
            <a:off x="6399459" y="3355690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D314DE4C-B2F4-CB70-3DF0-FFD688C5C6C2}"/>
              </a:ext>
            </a:extLst>
          </p:cNvPr>
          <p:cNvSpPr/>
          <p:nvPr/>
        </p:nvSpPr>
        <p:spPr>
          <a:xfrm flipH="1">
            <a:off x="6411177" y="5103939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C9435B81-E366-A389-C5DE-82D4AFC77FB9}"/>
              </a:ext>
            </a:extLst>
          </p:cNvPr>
          <p:cNvSpPr/>
          <p:nvPr/>
        </p:nvSpPr>
        <p:spPr>
          <a:xfrm rot="10800000">
            <a:off x="8972517" y="3384642"/>
            <a:ext cx="812146" cy="38083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1D4C86-26FE-2B8E-8EDD-BA72CEEBBE50}"/>
              </a:ext>
            </a:extLst>
          </p:cNvPr>
          <p:cNvSpPr txBox="1"/>
          <p:nvPr/>
        </p:nvSpPr>
        <p:spPr>
          <a:xfrm>
            <a:off x="9378589" y="3159560"/>
            <a:ext cx="1996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FF0000"/>
                </a:solidFill>
              </a:rPr>
              <a:t>Invalid Solution</a:t>
            </a: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B9DA941C-65B2-409E-B5C1-2D2D191942D9}"/>
              </a:ext>
            </a:extLst>
          </p:cNvPr>
          <p:cNvSpPr/>
          <p:nvPr/>
        </p:nvSpPr>
        <p:spPr>
          <a:xfrm rot="10800000">
            <a:off x="9171057" y="6150082"/>
            <a:ext cx="812147" cy="38083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/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rgbClr val="00B050"/>
                    </a:solidFill>
                  </a:rPr>
                  <a:t> for zero sum games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blipFill>
                <a:blip r:embed="rId14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6708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6F24C3D0-EC8E-AA57-0CFB-A7FA533D7410}"/>
              </a:ext>
            </a:extLst>
          </p:cNvPr>
          <p:cNvSpPr txBox="1"/>
          <p:nvPr/>
        </p:nvSpPr>
        <p:spPr>
          <a:xfrm>
            <a:off x="-609600" y="1808870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2.   Vertex Enumeration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3626" y="2209598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We represent the possible payoffs for Player 1 and Player 2 through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BDA235-0AAB-22EA-641C-9D4BB90ED20A}"/>
              </a:ext>
            </a:extLst>
          </p:cNvPr>
          <p:cNvSpPr txBox="1"/>
          <p:nvPr/>
        </p:nvSpPr>
        <p:spPr>
          <a:xfrm>
            <a:off x="250721" y="3946393"/>
            <a:ext cx="112136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Since the Nash equilibrium must be on a vertex, we iterate through all possible pairs of fully labeled vertices (one from each polytope)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/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/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2∗</m:t>
                                </m:r>
                              </m:sup>
                            </m:sSub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blipFill>
                <a:blip r:embed="rId5"/>
                <a:stretch>
                  <a:fillRect t="-3333" b="-1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9F381DE-3F7F-2D2E-C43D-250C3359956E}"/>
              </a:ext>
            </a:extLst>
          </p:cNvPr>
          <p:cNvSpPr txBox="1"/>
          <p:nvPr/>
        </p:nvSpPr>
        <p:spPr>
          <a:xfrm>
            <a:off x="459657" y="4841699"/>
            <a:ext cx="106139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is fully labeled if they satisfy the Strong Minimax Theorem: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A5DEF1-93E0-249E-86DF-F972F96364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771" t="17410" r="6380" b="36513"/>
          <a:stretch>
            <a:fillRect/>
          </a:stretch>
        </p:blipFill>
        <p:spPr>
          <a:xfrm>
            <a:off x="2632585" y="2678707"/>
            <a:ext cx="6449961" cy="126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72AB-BE1C-982B-11D5-BB31F553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059448-0250-3499-342A-C7C95F6FC06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21B1BD-CB20-9614-F82E-6E0D2035E5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8947A6D-C9FA-3129-8F51-2B517460ABD3}"/>
              </a:ext>
            </a:extLst>
          </p:cNvPr>
          <p:cNvSpPr txBox="1"/>
          <p:nvPr/>
        </p:nvSpPr>
        <p:spPr>
          <a:xfrm>
            <a:off x="-344129" y="1816688"/>
            <a:ext cx="7060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How do we solve zero sum games in general?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4BF3DA-E716-503A-61BF-207C372B24FF}"/>
              </a:ext>
            </a:extLst>
          </p:cNvPr>
          <p:cNvSpPr txBox="1"/>
          <p:nvPr/>
        </p:nvSpPr>
        <p:spPr>
          <a:xfrm>
            <a:off x="0" y="2409035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049335-FB74-3EFC-DC12-562AC6B86579}"/>
              </a:ext>
            </a:extLst>
          </p:cNvPr>
          <p:cNvSpPr txBox="1"/>
          <p:nvPr/>
        </p:nvSpPr>
        <p:spPr>
          <a:xfrm>
            <a:off x="0" y="3001382"/>
            <a:ext cx="4552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3.   Lemke 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3CA3E6-77C7-E148-FCF5-4CBD31E4C91C}"/>
              </a:ext>
            </a:extLst>
          </p:cNvPr>
          <p:cNvSpPr txBox="1"/>
          <p:nvPr/>
        </p:nvSpPr>
        <p:spPr>
          <a:xfrm>
            <a:off x="0" y="3463047"/>
            <a:ext cx="106581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Very efficient but not guaranteed to find all of the Nash equilibria</a:t>
            </a:r>
          </a:p>
        </p:txBody>
      </p:sp>
    </p:spTree>
    <p:extLst>
      <p:ext uri="{BB962C8B-B14F-4D97-AF65-F5344CB8AC3E}">
        <p14:creationId xmlns:p14="http://schemas.microsoft.com/office/powerpoint/2010/main" val="424130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EFE60-B757-7006-834E-FC996D788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A66E840-BBDC-8F83-C456-F35A110A5FE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DBA5A5-B5DF-01C5-B23A-5318EF120E0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CC0D53-10C6-584A-D8CB-27B3FFCDE55B}"/>
              </a:ext>
            </a:extLst>
          </p:cNvPr>
          <p:cNvSpPr txBox="1"/>
          <p:nvPr/>
        </p:nvSpPr>
        <p:spPr>
          <a:xfrm>
            <a:off x="3529780" y="351682"/>
            <a:ext cx="7364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Sample </a:t>
            </a:r>
            <a:r>
              <a:rPr lang="en-US" sz="4000" b="1" dirty="0" err="1">
                <a:solidFill>
                  <a:schemeClr val="bg1"/>
                </a:solidFill>
              </a:rPr>
              <a:t>NashPy</a:t>
            </a:r>
            <a:r>
              <a:rPr lang="en-US" sz="4000" b="1" dirty="0">
                <a:solidFill>
                  <a:schemeClr val="bg1"/>
                </a:solidFill>
              </a:rPr>
              <a:t>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B06DB-CB82-38D9-CA6B-4DB855626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1" y="1895081"/>
            <a:ext cx="12093677" cy="480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5397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50ADA-81B8-C35C-40D5-9AEFD870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757FB4-BA9A-96DA-B778-06C2D6763F0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13A247-52BD-67BD-FC86-F6FB530C33F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B8262-8485-BB00-A690-CF4D0D4C0CC4}"/>
              </a:ext>
            </a:extLst>
          </p:cNvPr>
          <p:cNvSpPr txBox="1"/>
          <p:nvPr/>
        </p:nvSpPr>
        <p:spPr>
          <a:xfrm>
            <a:off x="904568" y="29655"/>
            <a:ext cx="108646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Imputations and </a:t>
            </a:r>
          </a:p>
          <a:p>
            <a:pPr algn="ctr"/>
            <a:r>
              <a:rPr lang="en-US" sz="4000" b="1" dirty="0">
                <a:solidFill>
                  <a:srgbClr val="FFFFFF"/>
                </a:solidFill>
              </a:rPr>
              <a:t>von Neumann-Morgenstern solutions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FD561F-5C61-F3AB-5A6D-FFB9A245B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503" y="1934638"/>
            <a:ext cx="8312993" cy="467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621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7AEB-063E-D6B3-7D44-41CE9D0F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010C4-1890-FC7A-D952-A940DE422D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2A7B1E-2F9F-9039-82B4-A5A30F0D54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99BAB8-EF2B-FACA-F7B2-DAA32B270CB7}"/>
              </a:ext>
            </a:extLst>
          </p:cNvPr>
          <p:cNvSpPr txBox="1"/>
          <p:nvPr/>
        </p:nvSpPr>
        <p:spPr>
          <a:xfrm>
            <a:off x="1597187" y="378560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Cooperative Games with Side Payments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6877F-6D49-54B4-214A-08A9DB3A99DB}"/>
              </a:ext>
            </a:extLst>
          </p:cNvPr>
          <p:cNvSpPr txBox="1"/>
          <p:nvPr/>
        </p:nvSpPr>
        <p:spPr>
          <a:xfrm>
            <a:off x="-310271" y="1843566"/>
            <a:ext cx="118970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1200"/>
              </a:spcAft>
            </a:pPr>
            <a:r>
              <a:rPr lang="en-US" sz="2400" dirty="0"/>
              <a:t>Instead of considering individual payoff functions, we only need to consider the total coalition payoff given by the </a:t>
            </a:r>
            <a:r>
              <a:rPr lang="en-US" sz="2400" b="1" dirty="0"/>
              <a:t>value function </a:t>
            </a:r>
            <a:r>
              <a:rPr lang="en-US" sz="2400" dirty="0"/>
              <a:t>and the division of coalition payoff specified by the </a:t>
            </a:r>
            <a:r>
              <a:rPr lang="en-US" sz="2400" b="1" dirty="0"/>
              <a:t>imputation 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value function maps a set of players (“a coalition”) to a payoff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imputation determines how much of the payoff each coalition member gets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69038E-7CF7-4538-CAD4-F9EE9F01B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106940"/>
            <a:ext cx="4047723" cy="261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7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F2233-07AC-9DB8-0C85-AB76A6D2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EFF1A-A57C-FC06-245A-D261730A9F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B46159-70B0-9FFB-B65A-3AF9EB1121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625E9-7459-BBD1-42F8-1E979B69228D}"/>
              </a:ext>
            </a:extLst>
          </p:cNvPr>
          <p:cNvSpPr txBox="1"/>
          <p:nvPr/>
        </p:nvSpPr>
        <p:spPr>
          <a:xfrm>
            <a:off x="2187123" y="394977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Value Functions and Imputations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/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An imputation is written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where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400" dirty="0"/>
                  <a:t> is the payoff for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player. We have two important assumptions about imputations: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Individual Rationality: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  </a:t>
                </a:r>
              </a:p>
              <a:p>
                <a:pPr lvl="1"/>
                <a:r>
                  <a:rPr lang="en-US" sz="2400" dirty="0"/>
                  <a:t>      [“The group pays me as much as I can earn myself”}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1,2,…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      [“We divide </a:t>
                </a:r>
                <a:r>
                  <a:rPr lang="en-US" sz="2400" u="sng" dirty="0"/>
                  <a:t>all</a:t>
                </a:r>
                <a:r>
                  <a:rPr lang="en-US" sz="2400" dirty="0"/>
                  <a:t> of the money”]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blipFill>
                <a:blip r:embed="rId3"/>
                <a:stretch>
                  <a:fillRect t="-986" b="-16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/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value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must have the super-additive property: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∪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for sets of players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satisfying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Otherwise, making coalitions is not rational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blipFill>
                <a:blip r:embed="rId4"/>
                <a:stretch>
                  <a:fillRect t="-3101" b="-7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50509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1EAF0-5D96-A002-0A2C-B4CFB220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664606-41DC-AE84-1A78-395E265927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3229F4-DA08-486D-DC6B-71EEFED48E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F9BD9-A3AC-5C49-9A61-5723DBB8D5CD}"/>
              </a:ext>
            </a:extLst>
          </p:cNvPr>
          <p:cNvSpPr txBox="1"/>
          <p:nvPr/>
        </p:nvSpPr>
        <p:spPr>
          <a:xfrm>
            <a:off x="4365523" y="403178"/>
            <a:ext cx="6472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Sub-Coalitions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2383B-BF7C-E9D9-9D39-F767B791F919}"/>
              </a:ext>
            </a:extLst>
          </p:cNvPr>
          <p:cNvSpPr txBox="1"/>
          <p:nvPr/>
        </p:nvSpPr>
        <p:spPr>
          <a:xfrm>
            <a:off x="-339768" y="1871283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Even with individual and group rationality, some imputations may encourage </a:t>
            </a:r>
          </a:p>
          <a:p>
            <a:pPr lvl="1"/>
            <a:r>
              <a:rPr lang="en-US" sz="2400" dirty="0"/>
              <a:t>sub-coalitions to form 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/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[2,2,2]</m:t>
                    </m:r>
                  </m:oMath>
                </a14:m>
                <a:r>
                  <a:rPr lang="en-US" sz="2400" dirty="0"/>
                  <a:t> is rational from an individual and group perspective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blipFill>
                <a:blip r:embed="rId4"/>
                <a:stretch>
                  <a:fillRect l="-855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EB60950-632A-C01F-E57B-503A9D1D48A2}"/>
              </a:ext>
            </a:extLst>
          </p:cNvPr>
          <p:cNvSpPr txBox="1"/>
          <p:nvPr/>
        </p:nvSpPr>
        <p:spPr>
          <a:xfrm>
            <a:off x="442453" y="5526178"/>
            <a:ext cx="11275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But Players 2 and 3 would benefit by breaking off and forming their own sub-coalition</a:t>
            </a:r>
          </a:p>
        </p:txBody>
      </p:sp>
    </p:spTree>
    <p:extLst>
      <p:ext uri="{BB962C8B-B14F-4D97-AF65-F5344CB8AC3E}">
        <p14:creationId xmlns:p14="http://schemas.microsoft.com/office/powerpoint/2010/main" val="1526910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32152-9404-A86E-F104-D6C52A86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773C29-138B-3BD2-C4A8-FCB8742308A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BFFE45-4409-5853-F5BC-A0E5D64E721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2E3A8-7E25-666B-F762-C2064AEF4D02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5FA953-B1CA-4975-95CB-FF5595B8D915}"/>
              </a:ext>
            </a:extLst>
          </p:cNvPr>
          <p:cNvSpPr txBox="1"/>
          <p:nvPr/>
        </p:nvSpPr>
        <p:spPr>
          <a:xfrm>
            <a:off x="-349600" y="1740696"/>
            <a:ext cx="11897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The </a:t>
            </a:r>
            <a:r>
              <a:rPr lang="en-US" sz="2400" b="1" dirty="0"/>
              <a:t>core</a:t>
            </a:r>
            <a:r>
              <a:rPr lang="en-US" sz="2400" dirty="0"/>
              <a:t> is the set of imputations which are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individually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group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have no preferable sub-coalitions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E03A8-422B-8BCA-B55C-FEC6254B2288}"/>
              </a:ext>
            </a:extLst>
          </p:cNvPr>
          <p:cNvSpPr txBox="1"/>
          <p:nvPr/>
        </p:nvSpPr>
        <p:spPr>
          <a:xfrm>
            <a:off x="-143123" y="334023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/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If 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is the core, then: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blipFill>
                <a:blip r:embed="rId4"/>
                <a:stretch>
                  <a:fillRect t="-10667" r="-1038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/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/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Group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blipFill>
                <a:blip r:embed="rId6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/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No preferable sub-coalitions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blipFill>
                <a:blip r:embed="rId7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6820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D5C12-FFD0-84F1-73DD-D2FF4EB9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E6309B-8989-B025-AC61-1BEFA135FD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59E525-AC77-3330-57F4-92A7290B5ED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1296F8-B1AF-2C04-97DA-D66B520C3840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A076-8A60-28B3-6F11-4E66E029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897" r="16439"/>
          <a:stretch>
            <a:fillRect/>
          </a:stretch>
        </p:blipFill>
        <p:spPr>
          <a:xfrm>
            <a:off x="6872752" y="1840390"/>
            <a:ext cx="5083274" cy="49353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/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blipFill>
                <a:blip r:embed="rId4"/>
                <a:stretch>
                  <a:fillRect t="-5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/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blipFill>
                <a:blip r:embed="rId5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/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blipFill>
                <a:blip r:embed="rId6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A336210B-80E8-DA08-E827-10A0BA11597B}"/>
              </a:ext>
            </a:extLst>
          </p:cNvPr>
          <p:cNvSpPr/>
          <p:nvPr/>
        </p:nvSpPr>
        <p:spPr>
          <a:xfrm>
            <a:off x="1076071" y="3719894"/>
            <a:ext cx="1187525" cy="899351"/>
          </a:xfrm>
          <a:prstGeom prst="triangle">
            <a:avLst>
              <a:gd name="adj" fmla="val 50733"/>
            </a:avLst>
          </a:prstGeom>
          <a:solidFill>
            <a:srgbClr val="E9F5E7"/>
          </a:solidFill>
          <a:ln>
            <a:solidFill>
              <a:srgbClr val="B2B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AB1CB42-0601-C09F-A4B7-F3FDE2046A9C}"/>
              </a:ext>
            </a:extLst>
          </p:cNvPr>
          <p:cNvSpPr/>
          <p:nvPr/>
        </p:nvSpPr>
        <p:spPr>
          <a:xfrm>
            <a:off x="989765" y="2296717"/>
            <a:ext cx="1187525" cy="983726"/>
          </a:xfrm>
          <a:prstGeom prst="triangle">
            <a:avLst/>
          </a:prstGeom>
          <a:solidFill>
            <a:srgbClr val="EBF1F8"/>
          </a:solidFill>
          <a:ln>
            <a:solidFill>
              <a:srgbClr val="5E8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BACB64-70CD-948B-0D87-3633C1AE0B27}"/>
              </a:ext>
            </a:extLst>
          </p:cNvPr>
          <p:cNvCxnSpPr/>
          <p:nvPr/>
        </p:nvCxnSpPr>
        <p:spPr>
          <a:xfrm>
            <a:off x="1807483" y="5198193"/>
            <a:ext cx="3746090" cy="0"/>
          </a:xfrm>
          <a:prstGeom prst="line">
            <a:avLst/>
          </a:prstGeom>
          <a:ln w="28575">
            <a:solidFill>
              <a:srgbClr val="F21C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787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B50E0-AD4E-5461-FF91-7C352760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8598E-A9B3-121F-547B-9E18C8DFDCE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DA20DE-68E4-2656-3A74-8F1DD91DD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AAC5E-2727-98D5-0D27-4E73514573E4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CE0FD-EC29-0E01-0D9F-BE276085456E}"/>
              </a:ext>
            </a:extLst>
          </p:cNvPr>
          <p:cNvSpPr txBox="1"/>
          <p:nvPr/>
        </p:nvSpPr>
        <p:spPr>
          <a:xfrm>
            <a:off x="-273125" y="1843566"/>
            <a:ext cx="7185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Note that the Core may be empty for some games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546C68-D616-DB03-AA47-4563A6F6D0D7}"/>
              </a:ext>
            </a:extLst>
          </p:cNvPr>
          <p:cNvSpPr txBox="1"/>
          <p:nvPr/>
        </p:nvSpPr>
        <p:spPr>
          <a:xfrm>
            <a:off x="-197203" y="2370370"/>
            <a:ext cx="11410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“Simple Majority” 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2151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2151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2151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2151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2151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2151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2151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2151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2151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2151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/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/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/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/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5911650-0D0B-41C7-861A-2147F49B422C}"/>
              </a:ext>
            </a:extLst>
          </p:cNvPr>
          <p:cNvSpPr txBox="1"/>
          <p:nvPr/>
        </p:nvSpPr>
        <p:spPr>
          <a:xfrm>
            <a:off x="6459793" y="6181143"/>
            <a:ext cx="2754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>
                <a:solidFill>
                  <a:srgbClr val="FF0000"/>
                </a:solidFill>
              </a:rPr>
              <a:t>A Contradiction</a:t>
            </a:r>
          </a:p>
        </p:txBody>
      </p:sp>
    </p:spTree>
    <p:extLst>
      <p:ext uri="{BB962C8B-B14F-4D97-AF65-F5344CB8AC3E}">
        <p14:creationId xmlns:p14="http://schemas.microsoft.com/office/powerpoint/2010/main" val="1602887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F7B-C6D3-F8B1-DDC3-6FF76665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A0EBDF-B418-4852-68FD-0759C5F103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E1B9E1-4E8E-D3E6-902E-DD4A7B4E050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19791-2C43-9702-AE7A-A0FF206A9495}"/>
              </a:ext>
            </a:extLst>
          </p:cNvPr>
          <p:cNvSpPr txBox="1"/>
          <p:nvPr/>
        </p:nvSpPr>
        <p:spPr>
          <a:xfrm>
            <a:off x="3982065" y="378560"/>
            <a:ext cx="38542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Shapley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/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</a:t>
                </a:r>
                <a:r>
                  <a:rPr lang="en-US" sz="2400" b="1" dirty="0"/>
                  <a:t>Shapley value </a:t>
                </a:r>
                <a:r>
                  <a:rPr lang="en-US" sz="2400" dirty="0"/>
                  <a:t>determines the value of each player joining the coalition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⊆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∪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9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en-US" sz="2400" dirty="0"/>
                  <a:t> is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 joins the coalition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marginal payoff from allowing the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to join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blipFill>
                <a:blip r:embed="rId3"/>
                <a:stretch>
                  <a:fillRect t="-1282" b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/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Core converges to the Shapley value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→∞</m:t>
                    </m:r>
                  </m:oMath>
                </a14:m>
                <a:r>
                  <a:rPr lang="en-US" sz="2400" dirty="0"/>
                  <a:t> with negligible players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04958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12D9-ABB6-1E19-CA40-CB023B74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D9830D-CED1-FB7E-D17C-23A617300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5437C3-1D6A-07AE-117F-6D3438F2A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E6784-EE2F-1A70-F6C4-BBA09F8176FE}"/>
              </a:ext>
            </a:extLst>
          </p:cNvPr>
          <p:cNvSpPr txBox="1"/>
          <p:nvPr/>
        </p:nvSpPr>
        <p:spPr>
          <a:xfrm>
            <a:off x="3224980" y="378560"/>
            <a:ext cx="57420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Nash’s Existence Proof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0EE090-36B7-4948-57A7-30BAC205D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774" y="1843566"/>
            <a:ext cx="5360451" cy="480518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F195E68-D398-B156-10BB-39EA1929F95B}"/>
              </a:ext>
            </a:extLst>
          </p:cNvPr>
          <p:cNvSpPr/>
          <p:nvPr/>
        </p:nvSpPr>
        <p:spPr>
          <a:xfrm>
            <a:off x="5152630" y="3216951"/>
            <a:ext cx="1886738" cy="61763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1748A9-982F-3CF2-59A7-D4C15A6842F9}"/>
              </a:ext>
            </a:extLst>
          </p:cNvPr>
          <p:cNvSpPr/>
          <p:nvPr/>
        </p:nvSpPr>
        <p:spPr>
          <a:xfrm>
            <a:off x="4921571" y="2745887"/>
            <a:ext cx="2196983" cy="22345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55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2517</TotalTime>
  <Words>2014</Words>
  <Application>Microsoft Office PowerPoint</Application>
  <PresentationFormat>Widescreen</PresentationFormat>
  <Paragraphs>406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27</cp:revision>
  <cp:lastPrinted>2025-08-21T02:00:35Z</cp:lastPrinted>
  <dcterms:created xsi:type="dcterms:W3CDTF">2025-08-20T23:47:39Z</dcterms:created>
  <dcterms:modified xsi:type="dcterms:W3CDTF">2026-02-17T03:13:44Z</dcterms:modified>
</cp:coreProperties>
</file>